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355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7C8C-E219-27D1-C1D7-ED0D5CC14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3E83-FA7B-5021-D998-BC00BA1FE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3DB75-62B7-C4BB-4472-0AA5713D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F0554-60ED-839B-014F-F41F4E93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1DF8CC-52EE-2228-7428-EECB0699B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01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6BAE-8D39-C749-64D1-1074664E5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8D9D9-71D3-04F5-42C9-77A083992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B0311-8FD9-6834-EE91-2647D992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0A0EE-0057-C093-13F3-F81DB6B5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783D7-4BB1-B219-20F9-0857740F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45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5F99A-4178-1EE6-D0E6-A9FD75888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83128-06F7-37F9-EDEB-4220739E7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1A886-DB04-F241-5C51-E776A4D2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3BF52B-870B-B257-4D41-0930D6F9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C1C93-8748-BA99-1FC7-91584D62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7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DA651-EBE6-8E6F-D18E-659B16CC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BA221-EF29-01DF-1B9C-D6CEC9905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8AA0F4-A451-9E80-8E32-E1BB2337E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FD454-1362-BD09-3954-68127DDCF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01913-3452-B9F7-7FE8-8A7309401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AB9A-089D-6C8F-F41E-AFF7AE5C9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4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5858-0339-566D-92BA-41D23E01F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205D-9A0F-C218-B8BE-D538F410D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8F26B8-680C-4D8A-1648-B3F2F5F43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5798A-8F84-9B8F-A2DC-45DFCF98C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D1744F-6B2D-D4FB-0A93-BA1F9B6A1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DF5670-E63B-30D9-1C88-401A78E6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33D7D5-16C6-77E5-AD21-60E6ECE71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1135AC-D4D2-AF6D-CA48-5550542AD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060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EA71-9314-1AB4-52F7-63EA7526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AAACD1-3AA1-8FA2-C54E-A11BB5E0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D4C6D-08CB-CC29-14AA-18F2CF9D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E31CC-EE13-D9DF-1CA5-5B16C95B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5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2CCA3-2495-3F94-2E06-4108DA24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A8A41-7620-2CBF-3577-8C8B32C31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7D33-C777-673F-64A7-AE4970EA0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986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9A3B-2B87-D908-6106-D4A2F60E4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794DE-13EE-28F9-6C3E-E68D3B8A4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7118F-8F2C-A752-6DFE-58A583E74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27EE5-758F-69BA-FD91-6680E7BD2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E6F0C-7187-4275-2759-6BBA51D6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02E9C-1E91-2963-FCD7-9931F9A0F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7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80004-C88C-3655-9873-8C808523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A7BF5-252C-C30F-75AD-B74D72891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12E7D-0964-ECA4-A4FE-69AD531D3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E6F0E-C03D-6C9B-F3D3-16CBE793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D7716-1AB5-DA7F-D8DB-3B817386C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BEBF7-FC02-9692-F474-897518E3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76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CF80-A359-DC2C-1CD6-A80D04D8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B8712-2D3E-A5ED-4AF9-71135C3C7C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3F273-8BCD-33DB-BB77-D95F8DE9B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5396D-1605-A7EB-6FCC-3061BABB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EA650-960D-43DF-0A2A-5C2471F2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6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351820-D167-8AFA-5815-47BBD0241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63DF5-F288-CAE1-818B-0225E2739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F7905-0775-2891-7A22-E5232EA0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1C98-A39F-8DBC-38E1-4542964E9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4557-AA18-2FC4-BD06-632E4A24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7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EA64C8-CADB-1F69-B11B-4377CD63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FDC0F-0188-8020-16C7-099FEDF3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05B44-63B8-7A05-0431-7DDA3BCAF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83453-60AB-4626-89EB-96A2AA0EDED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25F4EB-50D0-F047-5EAA-0F8C8533F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65EC0-7784-5F0A-3345-CB53CE218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6FB0F0-3C94-4749-8E34-073394617E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67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941D-2481-F0D7-DDB3-F277220A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39" y="228646"/>
            <a:ext cx="10515600" cy="744008"/>
          </a:xfrm>
        </p:spPr>
        <p:txBody>
          <a:bodyPr/>
          <a:lstStyle/>
          <a:p>
            <a:r>
              <a:rPr lang="en-US" dirty="0"/>
              <a:t>Demo /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8A4FF-1FBF-9046-C504-33C52DD8C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346" y="1263377"/>
            <a:ext cx="10697308" cy="51374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1. Show </a:t>
            </a:r>
            <a:r>
              <a:rPr lang="en-US" b="1" dirty="0"/>
              <a:t>slide</a:t>
            </a:r>
            <a:r>
              <a:rPr lang="en-US" dirty="0"/>
              <a:t> of </a:t>
            </a:r>
            <a:r>
              <a:rPr lang="en-US" b="1" dirty="0"/>
              <a:t>final architecture </a:t>
            </a:r>
            <a:r>
              <a:rPr lang="en-US" dirty="0"/>
              <a:t>in </a:t>
            </a:r>
            <a:r>
              <a:rPr lang="en-US" b="1" dirty="0"/>
              <a:t>Azure</a:t>
            </a:r>
            <a:r>
              <a:rPr lang="en-US" dirty="0"/>
              <a:t> (Goals: Agentic frameworks/apps and scalable services in Azure)</a:t>
            </a:r>
            <a:endParaRPr lang="en-US" b="1" dirty="0"/>
          </a:p>
          <a:p>
            <a:r>
              <a:rPr lang="en-US" dirty="0"/>
              <a:t>2. Show </a:t>
            </a:r>
            <a:r>
              <a:rPr lang="en-US" b="1" dirty="0"/>
              <a:t>Azure portal </a:t>
            </a:r>
            <a:r>
              <a:rPr lang="en-US" dirty="0"/>
              <a:t>with </a:t>
            </a:r>
            <a:r>
              <a:rPr lang="en-US" b="1" dirty="0"/>
              <a:t>Azure Container App </a:t>
            </a:r>
            <a:r>
              <a:rPr lang="en-US" dirty="0"/>
              <a:t>&amp; </a:t>
            </a:r>
            <a:r>
              <a:rPr lang="en-US" b="1" dirty="0"/>
              <a:t>Azure Foundry</a:t>
            </a:r>
          </a:p>
          <a:p>
            <a:r>
              <a:rPr lang="en-US" dirty="0"/>
              <a:t>3. Run </a:t>
            </a:r>
            <a:r>
              <a:rPr lang="en-US" b="1" dirty="0"/>
              <a:t>demo</a:t>
            </a:r>
            <a:r>
              <a:rPr lang="en-US" dirty="0"/>
              <a:t> using </a:t>
            </a:r>
            <a:r>
              <a:rPr lang="en-US" b="1" dirty="0"/>
              <a:t>Claude app </a:t>
            </a:r>
            <a:r>
              <a:rPr lang="en-US" dirty="0"/>
              <a:t>against </a:t>
            </a:r>
            <a:r>
              <a:rPr lang="en-US" b="1" dirty="0"/>
              <a:t>Azure/Internet</a:t>
            </a:r>
          </a:p>
          <a:p>
            <a:r>
              <a:rPr lang="en-US" dirty="0"/>
              <a:t>4. Go to initial architecture, explain, map to code </a:t>
            </a:r>
            <a:r>
              <a:rPr lang="en-US" b="1" dirty="0"/>
              <a:t>MCP</a:t>
            </a:r>
            <a:r>
              <a:rPr lang="en-US" dirty="0"/>
              <a:t> and </a:t>
            </a:r>
            <a:r>
              <a:rPr lang="en-US" b="1" dirty="0"/>
              <a:t>Agents-workflow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Workflow handoff code, Profile-Agent code.</a:t>
            </a:r>
            <a:endParaRPr lang="en-US" dirty="0"/>
          </a:p>
          <a:p>
            <a:r>
              <a:rPr lang="en-US" dirty="0"/>
              <a:t>5. </a:t>
            </a:r>
            <a:r>
              <a:rPr lang="en-US" b="1" dirty="0"/>
              <a:t>Vibe-Coding</a:t>
            </a:r>
            <a:r>
              <a:rPr lang="en-US" dirty="0"/>
              <a:t>, </a:t>
            </a:r>
            <a:r>
              <a:rPr lang="en-US" b="1" dirty="0"/>
              <a:t>Agents</a:t>
            </a:r>
            <a:r>
              <a:rPr lang="en-US" dirty="0"/>
              <a:t>, </a:t>
            </a:r>
            <a:r>
              <a:rPr lang="en-US" b="1" dirty="0"/>
              <a:t>skills</a:t>
            </a:r>
            <a:r>
              <a:rPr lang="en-US" dirty="0"/>
              <a:t> used </a:t>
            </a:r>
            <a:r>
              <a:rPr lang="en-US" dirty="0">
                <a:sym typeface="Wingdings" panose="05000000000000000000" pitchFamily="2" charset="2"/>
              </a:rPr>
              <a:t> REFACTORING</a:t>
            </a:r>
            <a:endParaRPr lang="en-US" dirty="0"/>
          </a:p>
          <a:p>
            <a:r>
              <a:rPr lang="en-US" dirty="0"/>
              <a:t>6. Next architectures:</a:t>
            </a:r>
          </a:p>
          <a:p>
            <a:pPr lvl="1"/>
            <a:r>
              <a:rPr lang="en-US" dirty="0"/>
              <a:t>Added </a:t>
            </a:r>
            <a:r>
              <a:rPr lang="en-US" b="1" dirty="0"/>
              <a:t>Foundry Agent </a:t>
            </a:r>
            <a:r>
              <a:rPr lang="en-US" dirty="0"/>
              <a:t>for </a:t>
            </a:r>
            <a:r>
              <a:rPr lang="en-US" b="1" dirty="0"/>
              <a:t>Stock specialized agent</a:t>
            </a:r>
            <a:r>
              <a:rPr lang="en-US" dirty="0"/>
              <a:t>: Grounded, live-info</a:t>
            </a:r>
          </a:p>
          <a:p>
            <a:pPr lvl="1"/>
            <a:r>
              <a:rPr lang="en-US" b="1" dirty="0"/>
              <a:t>Docker support </a:t>
            </a:r>
            <a:r>
              <a:rPr lang="en-US" dirty="0"/>
              <a:t>slides </a:t>
            </a:r>
            <a:r>
              <a:rPr lang="en-US" dirty="0">
                <a:sym typeface="Wingdings" panose="05000000000000000000" pitchFamily="2" charset="2"/>
              </a:rPr>
              <a:t> Demo </a:t>
            </a:r>
            <a:r>
              <a:rPr lang="en-US" b="1" dirty="0">
                <a:sym typeface="Wingdings" panose="05000000000000000000" pitchFamily="2" charset="2"/>
              </a:rPr>
              <a:t>docker-compose run </a:t>
            </a:r>
            <a:r>
              <a:rPr lang="en-US" dirty="0">
                <a:sym typeface="Wingdings" panose="05000000000000000000" pitchFamily="2" charset="2"/>
              </a:rPr>
              <a:t>and usage from GitHub Copilot locally</a:t>
            </a:r>
          </a:p>
          <a:p>
            <a:r>
              <a:rPr lang="en-US" dirty="0">
                <a:sym typeface="Wingdings" panose="05000000000000000000" pitchFamily="2" charset="2"/>
              </a:rPr>
              <a:t>7. Show Repo, README.md, etc.</a:t>
            </a:r>
          </a:p>
          <a:p>
            <a:r>
              <a:rPr lang="en-US" dirty="0">
                <a:sym typeface="Wingdings" panose="05000000000000000000" pitchFamily="2" charset="2"/>
              </a:rPr>
              <a:t>8. Show </a:t>
            </a:r>
            <a:r>
              <a:rPr lang="en-US" b="1" dirty="0" err="1">
                <a:sym typeface="Wingdings" panose="05000000000000000000" pitchFamily="2" charset="2"/>
              </a:rPr>
              <a:t>Codespaces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ym typeface="Wingdings" panose="05000000000000000000" pitchFamily="2" charset="2"/>
              </a:rPr>
              <a:t>CI Actions workflow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9591618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129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1_Office Theme</vt:lpstr>
      <vt:lpstr>Demo /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De la Torre</dc:creator>
  <cp:lastModifiedBy>Cesar De la Torre</cp:lastModifiedBy>
  <cp:revision>4</cp:revision>
  <dcterms:created xsi:type="dcterms:W3CDTF">2026-04-27T13:56:35Z</dcterms:created>
  <dcterms:modified xsi:type="dcterms:W3CDTF">2026-04-27T17:18:09Z</dcterms:modified>
</cp:coreProperties>
</file>