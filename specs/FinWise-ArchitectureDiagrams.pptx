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7"/>
  </p:notesMasterIdLst>
  <p:sldIdLst>
    <p:sldId id="256" r:id="rId3"/>
    <p:sldId id="257" r:id="rId4"/>
    <p:sldId id="2147483537" r:id="rId5"/>
    <p:sldId id="2147483539" r:id="rId6"/>
    <p:sldId id="2147483538" r:id="rId7"/>
    <p:sldId id="2147483540" r:id="rId8"/>
    <p:sldId id="2147483546" r:id="rId9"/>
    <p:sldId id="2147483547" r:id="rId10"/>
    <p:sldId id="2147483544" r:id="rId11"/>
    <p:sldId id="2147483545" r:id="rId12"/>
    <p:sldId id="2147483542" r:id="rId13"/>
    <p:sldId id="2147483543" r:id="rId14"/>
    <p:sldId id="2147483536" r:id="rId15"/>
    <p:sldId id="214748354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71EC"/>
    <a:srgbClr val="1471EC"/>
    <a:srgbClr val="FFA100"/>
    <a:srgbClr val="FFCA00"/>
    <a:srgbClr val="DCEAF7"/>
    <a:srgbClr val="9CEBFF"/>
    <a:srgbClr val="3BC9F3"/>
    <a:srgbClr val="50E6FF"/>
    <a:srgbClr val="00B050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A9F9DE-B919-45CD-B641-456042D18C35}" v="186" dt="2026-02-22T19:01:50.6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09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8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De la Torre" userId="f9c14db2e5fef70d" providerId="LiveId" clId="{B065CA77-0006-4363-80FF-5AC5B086BC37}"/>
    <pc:docChg chg="undo custSel addSld delSld modSld">
      <pc:chgData name="Cesar De la Torre" userId="f9c14db2e5fef70d" providerId="LiveId" clId="{B065CA77-0006-4363-80FF-5AC5B086BC37}" dt="2026-02-22T19:07:40.793" v="2727" actId="47"/>
      <pc:docMkLst>
        <pc:docMk/>
      </pc:docMkLst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3367990247" sldId="275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1726806818" sldId="277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2090041388" sldId="278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403181407" sldId="2147483533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2890755312" sldId="2147483534"/>
        </pc:sldMkLst>
      </pc:sldChg>
      <pc:sldChg chg="del">
        <pc:chgData name="Cesar De la Torre" userId="f9c14db2e5fef70d" providerId="LiveId" clId="{B065CA77-0006-4363-80FF-5AC5B086BC37}" dt="2026-02-22T19:07:40.793" v="2727" actId="47"/>
        <pc:sldMkLst>
          <pc:docMk/>
          <pc:sldMk cId="576726375" sldId="2147483535"/>
        </pc:sldMkLst>
      </pc:sldChg>
      <pc:sldChg chg="addSp delSp modSp new mod delAnim modAnim">
        <pc:chgData name="Cesar De la Torre" userId="f9c14db2e5fef70d" providerId="LiveId" clId="{B065CA77-0006-4363-80FF-5AC5B086BC37}" dt="2026-02-22T18:58:32.595" v="2725" actId="692"/>
        <pc:sldMkLst>
          <pc:docMk/>
          <pc:sldMk cId="1788924499" sldId="2147483537"/>
        </pc:sldMkLst>
        <pc:spChg chg="mod">
          <ac:chgData name="Cesar De la Torre" userId="f9c14db2e5fef70d" providerId="LiveId" clId="{B065CA77-0006-4363-80FF-5AC5B086BC37}" dt="2026-02-22T16:36:19.599" v="2223" actId="14100"/>
          <ac:spMkLst>
            <pc:docMk/>
            <pc:sldMk cId="1788924499" sldId="2147483537"/>
            <ac:spMk id="2" creationId="{106D55AF-4EF7-7F42-0274-AEBBB6F8E8D7}"/>
          </ac:spMkLst>
        </pc:spChg>
        <pc:spChg chg="del">
          <ac:chgData name="Cesar De la Torre" userId="f9c14db2e5fef70d" providerId="LiveId" clId="{B065CA77-0006-4363-80FF-5AC5B086BC37}" dt="2026-02-22T15:39:54.635" v="1451" actId="478"/>
          <ac:spMkLst>
            <pc:docMk/>
            <pc:sldMk cId="1788924499" sldId="2147483537"/>
            <ac:spMk id="3" creationId="{2B91EA09-6E47-6E81-08BE-3572FE774C1E}"/>
          </ac:spMkLst>
        </pc:spChg>
        <pc:spChg chg="add mod">
          <ac:chgData name="Cesar De la Torre" userId="f9c14db2e5fef70d" providerId="LiveId" clId="{B065CA77-0006-4363-80FF-5AC5B086BC37}" dt="2026-02-22T16:35:27.479" v="2213" actId="1076"/>
          <ac:spMkLst>
            <pc:docMk/>
            <pc:sldMk cId="1788924499" sldId="2147483537"/>
            <ac:spMk id="4" creationId="{3F9D8277-5D5B-8137-0B21-964187CCD077}"/>
          </ac:spMkLst>
        </pc:spChg>
        <pc:spChg chg="add mod">
          <ac:chgData name="Cesar De la Torre" userId="f9c14db2e5fef70d" providerId="LiveId" clId="{B065CA77-0006-4363-80FF-5AC5B086BC37}" dt="2026-02-22T16:33:23.321" v="2195" actId="14100"/>
          <ac:spMkLst>
            <pc:docMk/>
            <pc:sldMk cId="1788924499" sldId="2147483537"/>
            <ac:spMk id="5" creationId="{2F1B90A5-8F85-A3A3-F39B-1FBCB5EAF4D8}"/>
          </ac:spMkLst>
        </pc:spChg>
        <pc:spChg chg="del mod">
          <ac:chgData name="Cesar De la Torre" userId="f9c14db2e5fef70d" providerId="LiveId" clId="{B065CA77-0006-4363-80FF-5AC5B086BC37}" dt="2026-02-22T16:32:33.717" v="2192" actId="478"/>
          <ac:spMkLst>
            <pc:docMk/>
            <pc:sldMk cId="1788924499" sldId="2147483537"/>
            <ac:spMk id="6" creationId="{C0F18720-2269-92BA-09F2-215C489019D6}"/>
          </ac:spMkLst>
        </pc:spChg>
        <pc:spChg chg="mod">
          <ac:chgData name="Cesar De la Torre" userId="f9c14db2e5fef70d" providerId="LiveId" clId="{B065CA77-0006-4363-80FF-5AC5B086BC37}" dt="2026-02-22T16:16:22.523" v="1923" actId="1035"/>
          <ac:spMkLst>
            <pc:docMk/>
            <pc:sldMk cId="1788924499" sldId="2147483537"/>
            <ac:spMk id="8" creationId="{5E36FD4F-CEEB-335C-1325-5235FB817EA1}"/>
          </ac:spMkLst>
        </pc:spChg>
        <pc:spChg chg="mod">
          <ac:chgData name="Cesar De la Torre" userId="f9c14db2e5fef70d" providerId="LiveId" clId="{B065CA77-0006-4363-80FF-5AC5B086BC37}" dt="2026-02-22T16:16:22.523" v="1923" actId="1035"/>
          <ac:spMkLst>
            <pc:docMk/>
            <pc:sldMk cId="1788924499" sldId="2147483537"/>
            <ac:spMk id="9" creationId="{A08D9118-AA7E-356E-56BC-8A3B987032D3}"/>
          </ac:spMkLst>
        </pc:spChg>
        <pc:spChg chg="add mod">
          <ac:chgData name="Cesar De la Torre" userId="f9c14db2e5fef70d" providerId="LiveId" clId="{B065CA77-0006-4363-80FF-5AC5B086BC37}" dt="2026-02-22T16:16:22.523" v="1923" actId="1035"/>
          <ac:spMkLst>
            <pc:docMk/>
            <pc:sldMk cId="1788924499" sldId="2147483537"/>
            <ac:spMk id="11" creationId="{AC29AEDD-01EC-8577-BF31-14E99B25BE41}"/>
          </ac:spMkLst>
        </pc:spChg>
        <pc:spChg chg="mod">
          <ac:chgData name="Cesar De la Torre" userId="f9c14db2e5fef70d" providerId="LiveId" clId="{B065CA77-0006-4363-80FF-5AC5B086BC37}" dt="2026-02-22T16:16:22.523" v="1923" actId="1035"/>
          <ac:spMkLst>
            <pc:docMk/>
            <pc:sldMk cId="1788924499" sldId="2147483537"/>
            <ac:spMk id="15" creationId="{17E010E9-27C7-357F-9888-5F7C7DE1DBC5}"/>
          </ac:spMkLst>
        </pc:spChg>
        <pc:spChg chg="add mod">
          <ac:chgData name="Cesar De la Torre" userId="f9c14db2e5fef70d" providerId="LiveId" clId="{B065CA77-0006-4363-80FF-5AC5B086BC37}" dt="2026-02-22T16:12:58.378" v="1878" actId="20577"/>
          <ac:spMkLst>
            <pc:docMk/>
            <pc:sldMk cId="1788924499" sldId="2147483537"/>
            <ac:spMk id="16" creationId="{BAD1A2F9-01CA-206D-805C-2F7BA4331D18}"/>
          </ac:spMkLst>
        </pc:spChg>
        <pc:spChg chg="add del mod">
          <ac:chgData name="Cesar De la Torre" userId="f9c14db2e5fef70d" providerId="LiveId" clId="{B065CA77-0006-4363-80FF-5AC5B086BC37}" dt="2026-02-22T16:01:44.624" v="1636" actId="478"/>
          <ac:spMkLst>
            <pc:docMk/>
            <pc:sldMk cId="1788924499" sldId="2147483537"/>
            <ac:spMk id="20" creationId="{5B255682-848A-1F78-5585-C57FA59506DC}"/>
          </ac:spMkLst>
        </pc:spChg>
        <pc:spChg chg="mod">
          <ac:chgData name="Cesar De la Torre" userId="f9c14db2e5fef70d" providerId="LiveId" clId="{B065CA77-0006-4363-80FF-5AC5B086BC37}" dt="2026-02-22T16:45:22.157" v="2393" actId="1076"/>
          <ac:spMkLst>
            <pc:docMk/>
            <pc:sldMk cId="1788924499" sldId="2147483537"/>
            <ac:spMk id="21" creationId="{9C49C792-6B9C-7F22-6D33-DEAEDCBBCC1D}"/>
          </ac:spMkLst>
        </pc:spChg>
        <pc:spChg chg="add del mod">
          <ac:chgData name="Cesar De la Torre" userId="f9c14db2e5fef70d" providerId="LiveId" clId="{B065CA77-0006-4363-80FF-5AC5B086BC37}" dt="2026-02-22T16:08:35.714" v="1754" actId="478"/>
          <ac:spMkLst>
            <pc:docMk/>
            <pc:sldMk cId="1788924499" sldId="2147483537"/>
            <ac:spMk id="22" creationId="{2CB4BBFB-7D11-D314-48BA-65094C8712DA}"/>
          </ac:spMkLst>
        </pc:spChg>
        <pc:spChg chg="add del mod">
          <ac:chgData name="Cesar De la Torre" userId="f9c14db2e5fef70d" providerId="LiveId" clId="{B065CA77-0006-4363-80FF-5AC5B086BC37}" dt="2026-02-22T15:40:37.963" v="1459" actId="478"/>
          <ac:spMkLst>
            <pc:docMk/>
            <pc:sldMk cId="1788924499" sldId="2147483537"/>
            <ac:spMk id="23" creationId="{3D4E7A75-BA89-0633-37C7-A9480FC60B6F}"/>
          </ac:spMkLst>
        </pc:spChg>
        <pc:spChg chg="add del mod">
          <ac:chgData name="Cesar De la Torre" userId="f9c14db2e5fef70d" providerId="LiveId" clId="{B065CA77-0006-4363-80FF-5AC5B086BC37}" dt="2026-02-22T15:40:37.963" v="1459" actId="478"/>
          <ac:spMkLst>
            <pc:docMk/>
            <pc:sldMk cId="1788924499" sldId="2147483537"/>
            <ac:spMk id="24" creationId="{40139FE3-D0A7-0C1F-DBC0-7FF1D35F4918}"/>
          </ac:spMkLst>
        </pc:spChg>
        <pc:spChg chg="del">
          <ac:chgData name="Cesar De la Torre" userId="f9c14db2e5fef70d" providerId="LiveId" clId="{B065CA77-0006-4363-80FF-5AC5B086BC37}" dt="2026-02-22T15:40:37.963" v="1459" actId="478"/>
          <ac:spMkLst>
            <pc:docMk/>
            <pc:sldMk cId="1788924499" sldId="2147483537"/>
            <ac:spMk id="28" creationId="{FDAC9E85-F7D1-29DA-63A4-030B1395A88A}"/>
          </ac:spMkLst>
        </pc:spChg>
        <pc:spChg chg="del">
          <ac:chgData name="Cesar De la Torre" userId="f9c14db2e5fef70d" providerId="LiveId" clId="{B065CA77-0006-4363-80FF-5AC5B086BC37}" dt="2026-02-22T15:40:37.963" v="1459" actId="478"/>
          <ac:spMkLst>
            <pc:docMk/>
            <pc:sldMk cId="1788924499" sldId="2147483537"/>
            <ac:spMk id="29" creationId="{BA3DEFBB-59E6-F1DD-A2B2-2A41810421A8}"/>
          </ac:spMkLst>
        </pc:spChg>
        <pc:spChg chg="mod">
          <ac:chgData name="Cesar De la Torre" userId="f9c14db2e5fef70d" providerId="LiveId" clId="{B065CA77-0006-4363-80FF-5AC5B086BC37}" dt="2026-02-22T16:34:35.847" v="2204" actId="1076"/>
          <ac:spMkLst>
            <pc:docMk/>
            <pc:sldMk cId="1788924499" sldId="2147483537"/>
            <ac:spMk id="30" creationId="{44E35864-3335-9B0F-240D-D9AD75E04B9F}"/>
          </ac:spMkLst>
        </pc:spChg>
        <pc:spChg chg="mod">
          <ac:chgData name="Cesar De la Torre" userId="f9c14db2e5fef70d" providerId="LiveId" clId="{B065CA77-0006-4363-80FF-5AC5B086BC37}" dt="2026-02-22T16:34:35.847" v="2204" actId="1076"/>
          <ac:spMkLst>
            <pc:docMk/>
            <pc:sldMk cId="1788924499" sldId="2147483537"/>
            <ac:spMk id="32" creationId="{D87AEB19-A4A0-2072-46CE-93E9EB7C4079}"/>
          </ac:spMkLst>
        </pc:spChg>
        <pc:spChg chg="del">
          <ac:chgData name="Cesar De la Torre" userId="f9c14db2e5fef70d" providerId="LiveId" clId="{B065CA77-0006-4363-80FF-5AC5B086BC37}" dt="2026-02-22T15:40:21.694" v="1453" actId="478"/>
          <ac:spMkLst>
            <pc:docMk/>
            <pc:sldMk cId="1788924499" sldId="2147483537"/>
            <ac:spMk id="33" creationId="{07FC09D6-5376-7577-2CC8-442322A51005}"/>
          </ac:spMkLst>
        </pc:spChg>
        <pc:spChg chg="del">
          <ac:chgData name="Cesar De la Torre" userId="f9c14db2e5fef70d" providerId="LiveId" clId="{B065CA77-0006-4363-80FF-5AC5B086BC37}" dt="2026-02-22T15:40:21.694" v="1453" actId="478"/>
          <ac:spMkLst>
            <pc:docMk/>
            <pc:sldMk cId="1788924499" sldId="2147483537"/>
            <ac:spMk id="34" creationId="{43557057-15D5-EF2D-460D-6BD85C7032D9}"/>
          </ac:spMkLst>
        </pc:spChg>
        <pc:spChg chg="del">
          <ac:chgData name="Cesar De la Torre" userId="f9c14db2e5fef70d" providerId="LiveId" clId="{B065CA77-0006-4363-80FF-5AC5B086BC37}" dt="2026-02-22T15:40:21.694" v="1453" actId="478"/>
          <ac:spMkLst>
            <pc:docMk/>
            <pc:sldMk cId="1788924499" sldId="2147483537"/>
            <ac:spMk id="37" creationId="{655828BE-013B-E029-35C4-F143A333210C}"/>
          </ac:spMkLst>
        </pc:spChg>
        <pc:spChg chg="del">
          <ac:chgData name="Cesar De la Torre" userId="f9c14db2e5fef70d" providerId="LiveId" clId="{B065CA77-0006-4363-80FF-5AC5B086BC37}" dt="2026-02-22T15:40:21.694" v="1453" actId="478"/>
          <ac:spMkLst>
            <pc:docMk/>
            <pc:sldMk cId="1788924499" sldId="2147483537"/>
            <ac:spMk id="38" creationId="{8CC1FE2D-01C1-DF3D-7360-0A1AB8689AA4}"/>
          </ac:spMkLst>
        </pc:spChg>
        <pc:spChg chg="del">
          <ac:chgData name="Cesar De la Torre" userId="f9c14db2e5fef70d" providerId="LiveId" clId="{B065CA77-0006-4363-80FF-5AC5B086BC37}" dt="2026-02-22T15:40:28.811" v="1458" actId="478"/>
          <ac:spMkLst>
            <pc:docMk/>
            <pc:sldMk cId="1788924499" sldId="2147483537"/>
            <ac:spMk id="43" creationId="{7C70F6DD-4848-DF7F-C242-809F6BEC1BAA}"/>
          </ac:spMkLst>
        </pc:spChg>
        <pc:spChg chg="del">
          <ac:chgData name="Cesar De la Torre" userId="f9c14db2e5fef70d" providerId="LiveId" clId="{B065CA77-0006-4363-80FF-5AC5B086BC37}" dt="2026-02-22T15:40:24.627" v="1455" actId="478"/>
          <ac:spMkLst>
            <pc:docMk/>
            <pc:sldMk cId="1788924499" sldId="2147483537"/>
            <ac:spMk id="45" creationId="{C075B03E-4B2F-590C-67AB-A302C258864B}"/>
          </ac:spMkLst>
        </pc:spChg>
        <pc:spChg chg="del">
          <ac:chgData name="Cesar De la Torre" userId="f9c14db2e5fef70d" providerId="LiveId" clId="{B065CA77-0006-4363-80FF-5AC5B086BC37}" dt="2026-02-22T15:40:27.426" v="1457" actId="478"/>
          <ac:spMkLst>
            <pc:docMk/>
            <pc:sldMk cId="1788924499" sldId="2147483537"/>
            <ac:spMk id="46" creationId="{6A91A7D6-DD23-5FD4-4963-5268527F0361}"/>
          </ac:spMkLst>
        </pc:spChg>
        <pc:spChg chg="add mod">
          <ac:chgData name="Cesar De la Torre" userId="f9c14db2e5fef70d" providerId="LiveId" clId="{B065CA77-0006-4363-80FF-5AC5B086BC37}" dt="2026-02-22T16:36:00.785" v="2220" actId="207"/>
          <ac:spMkLst>
            <pc:docMk/>
            <pc:sldMk cId="1788924499" sldId="2147483537"/>
            <ac:spMk id="48" creationId="{7F4E8670-BA99-0038-72FD-E9F670502261}"/>
          </ac:spMkLst>
        </pc:spChg>
        <pc:spChg chg="del mod topLvl">
          <ac:chgData name="Cesar De la Torre" userId="f9c14db2e5fef70d" providerId="LiveId" clId="{B065CA77-0006-4363-80FF-5AC5B086BC37}" dt="2026-02-22T15:49:01.914" v="1537" actId="478"/>
          <ac:spMkLst>
            <pc:docMk/>
            <pc:sldMk cId="1788924499" sldId="2147483537"/>
            <ac:spMk id="51" creationId="{E06505B6-BDEC-BC97-9068-10BE64191FA9}"/>
          </ac:spMkLst>
        </pc:spChg>
        <pc:spChg chg="add del">
          <ac:chgData name="Cesar De la Torre" userId="f9c14db2e5fef70d" providerId="LiveId" clId="{B065CA77-0006-4363-80FF-5AC5B086BC37}" dt="2026-02-22T15:41:56.397" v="1469" actId="478"/>
          <ac:spMkLst>
            <pc:docMk/>
            <pc:sldMk cId="1788924499" sldId="2147483537"/>
            <ac:spMk id="54" creationId="{195D5FD0-6640-C1AB-F26A-39983670C799}"/>
          </ac:spMkLst>
        </pc:spChg>
        <pc:spChg chg="add mod">
          <ac:chgData name="Cesar De la Torre" userId="f9c14db2e5fef70d" providerId="LiveId" clId="{B065CA77-0006-4363-80FF-5AC5B086BC37}" dt="2026-02-22T16:47:54.954" v="2458" actId="255"/>
          <ac:spMkLst>
            <pc:docMk/>
            <pc:sldMk cId="1788924499" sldId="2147483537"/>
            <ac:spMk id="60" creationId="{7405545A-9CBE-73CA-272E-50AA53563FA0}"/>
          </ac:spMkLst>
        </pc:spChg>
        <pc:spChg chg="add mod">
          <ac:chgData name="Cesar De la Torre" userId="f9c14db2e5fef70d" providerId="LiveId" clId="{B065CA77-0006-4363-80FF-5AC5B086BC37}" dt="2026-02-22T16:13:47.192" v="1883" actId="1076"/>
          <ac:spMkLst>
            <pc:docMk/>
            <pc:sldMk cId="1788924499" sldId="2147483537"/>
            <ac:spMk id="61" creationId="{E540DB11-4810-69EF-9AB8-DD860B4A972D}"/>
          </ac:spMkLst>
        </pc:spChg>
        <pc:spChg chg="add mod">
          <ac:chgData name="Cesar De la Torre" userId="f9c14db2e5fef70d" providerId="LiveId" clId="{B065CA77-0006-4363-80FF-5AC5B086BC37}" dt="2026-02-22T16:13:47.192" v="1883" actId="1076"/>
          <ac:spMkLst>
            <pc:docMk/>
            <pc:sldMk cId="1788924499" sldId="2147483537"/>
            <ac:spMk id="62" creationId="{8369BF84-03C2-21A1-174D-CF7A4D1E0F66}"/>
          </ac:spMkLst>
        </pc:spChg>
        <pc:spChg chg="add mod">
          <ac:chgData name="Cesar De la Torre" userId="f9c14db2e5fef70d" providerId="LiveId" clId="{B065CA77-0006-4363-80FF-5AC5B086BC37}" dt="2026-02-22T16:13:35.620" v="1882" actId="1076"/>
          <ac:spMkLst>
            <pc:docMk/>
            <pc:sldMk cId="1788924499" sldId="2147483537"/>
            <ac:spMk id="72" creationId="{B5E35BDA-585C-4A4C-0DCD-ACD3BB161D58}"/>
          </ac:spMkLst>
        </pc:spChg>
        <pc:spChg chg="add mod">
          <ac:chgData name="Cesar De la Torre" userId="f9c14db2e5fef70d" providerId="LiveId" clId="{B065CA77-0006-4363-80FF-5AC5B086BC37}" dt="2026-02-22T16:13:35.620" v="1882" actId="1076"/>
          <ac:spMkLst>
            <pc:docMk/>
            <pc:sldMk cId="1788924499" sldId="2147483537"/>
            <ac:spMk id="73" creationId="{BF001A3B-16D1-58A8-D2AF-855CFC169B65}"/>
          </ac:spMkLst>
        </pc:spChg>
        <pc:spChg chg="add mod">
          <ac:chgData name="Cesar De la Torre" userId="f9c14db2e5fef70d" providerId="LiveId" clId="{B065CA77-0006-4363-80FF-5AC5B086BC37}" dt="2026-02-22T16:13:52.969" v="1894" actId="1038"/>
          <ac:spMkLst>
            <pc:docMk/>
            <pc:sldMk cId="1788924499" sldId="2147483537"/>
            <ac:spMk id="79" creationId="{1C382719-58C2-1A5E-2EC4-FB91AFDDAFDB}"/>
          </ac:spMkLst>
        </pc:spChg>
        <pc:spChg chg="add mod">
          <ac:chgData name="Cesar De la Torre" userId="f9c14db2e5fef70d" providerId="LiveId" clId="{B065CA77-0006-4363-80FF-5AC5B086BC37}" dt="2026-02-22T16:14:52.408" v="1899"/>
          <ac:spMkLst>
            <pc:docMk/>
            <pc:sldMk cId="1788924499" sldId="2147483537"/>
            <ac:spMk id="80" creationId="{CD7998A3-8E5B-B3F9-820F-CCCC51EFDD40}"/>
          </ac:spMkLst>
        </pc:spChg>
        <pc:spChg chg="add mod">
          <ac:chgData name="Cesar De la Torre" userId="f9c14db2e5fef70d" providerId="LiveId" clId="{B065CA77-0006-4363-80FF-5AC5B086BC37}" dt="2026-02-22T16:14:04.061" v="1895" actId="1076"/>
          <ac:spMkLst>
            <pc:docMk/>
            <pc:sldMk cId="1788924499" sldId="2147483537"/>
            <ac:spMk id="84" creationId="{9A985CCF-C5C0-7547-7F32-985E44EE1099}"/>
          </ac:spMkLst>
        </pc:spChg>
        <pc:spChg chg="add mod">
          <ac:chgData name="Cesar De la Torre" userId="f9c14db2e5fef70d" providerId="LiveId" clId="{B065CA77-0006-4363-80FF-5AC5B086BC37}" dt="2026-02-22T16:15:12.601" v="1910" actId="20577"/>
          <ac:spMkLst>
            <pc:docMk/>
            <pc:sldMk cId="1788924499" sldId="2147483537"/>
            <ac:spMk id="85" creationId="{54FE818A-0A52-E221-7A9A-95B8FC471C19}"/>
          </ac:spMkLst>
        </pc:spChg>
        <pc:spChg chg="add mod">
          <ac:chgData name="Cesar De la Torre" userId="f9c14db2e5fef70d" providerId="LiveId" clId="{B065CA77-0006-4363-80FF-5AC5B086BC37}" dt="2026-02-22T16:15:43.323" v="1913" actId="1076"/>
          <ac:spMkLst>
            <pc:docMk/>
            <pc:sldMk cId="1788924499" sldId="2147483537"/>
            <ac:spMk id="89" creationId="{DEC32BE1-387C-726B-46AE-933EF110F3BA}"/>
          </ac:spMkLst>
        </pc:spChg>
        <pc:spChg chg="add mod">
          <ac:chgData name="Cesar De la Torre" userId="f9c14db2e5fef70d" providerId="LiveId" clId="{B065CA77-0006-4363-80FF-5AC5B086BC37}" dt="2026-02-22T16:16:06.190" v="1920" actId="20577"/>
          <ac:spMkLst>
            <pc:docMk/>
            <pc:sldMk cId="1788924499" sldId="2147483537"/>
            <ac:spMk id="90" creationId="{3FF7F6FA-B190-E880-772D-02AED61C5501}"/>
          </ac:spMkLst>
        </pc:spChg>
        <pc:spChg chg="add mod">
          <ac:chgData name="Cesar De la Torre" userId="f9c14db2e5fef70d" providerId="LiveId" clId="{B065CA77-0006-4363-80FF-5AC5B086BC37}" dt="2026-02-22T16:22:09.643" v="2056" actId="1036"/>
          <ac:spMkLst>
            <pc:docMk/>
            <pc:sldMk cId="1788924499" sldId="2147483537"/>
            <ac:spMk id="106" creationId="{59550C59-911F-0CA9-2A6D-345BF700C57E}"/>
          </ac:spMkLst>
        </pc:spChg>
        <pc:spChg chg="add mod">
          <ac:chgData name="Cesar De la Torre" userId="f9c14db2e5fef70d" providerId="LiveId" clId="{B065CA77-0006-4363-80FF-5AC5B086BC37}" dt="2026-02-22T16:30:56.120" v="2187" actId="14100"/>
          <ac:spMkLst>
            <pc:docMk/>
            <pc:sldMk cId="1788924499" sldId="2147483537"/>
            <ac:spMk id="107" creationId="{29D75398-4389-FE63-7B1C-DD77E1B9476A}"/>
          </ac:spMkLst>
        </pc:spChg>
        <pc:spChg chg="add mod">
          <ac:chgData name="Cesar De la Torre" userId="f9c14db2e5fef70d" providerId="LiveId" clId="{B065CA77-0006-4363-80FF-5AC5B086BC37}" dt="2026-02-22T16:21:58.675" v="2032" actId="1036"/>
          <ac:spMkLst>
            <pc:docMk/>
            <pc:sldMk cId="1788924499" sldId="2147483537"/>
            <ac:spMk id="108" creationId="{B1E2B226-1001-2F7F-5602-BF160CE4AE9E}"/>
          </ac:spMkLst>
        </pc:spChg>
        <pc:spChg chg="add mod">
          <ac:chgData name="Cesar De la Torre" userId="f9c14db2e5fef70d" providerId="LiveId" clId="{B065CA77-0006-4363-80FF-5AC5B086BC37}" dt="2026-02-22T16:21:58.675" v="2032" actId="1036"/>
          <ac:spMkLst>
            <pc:docMk/>
            <pc:sldMk cId="1788924499" sldId="2147483537"/>
            <ac:spMk id="109" creationId="{606C1ED3-C7F7-A059-6E76-BE525F463132}"/>
          </ac:spMkLst>
        </pc:spChg>
        <pc:spChg chg="add mod">
          <ac:chgData name="Cesar De la Torre" userId="f9c14db2e5fef70d" providerId="LiveId" clId="{B065CA77-0006-4363-80FF-5AC5B086BC37}" dt="2026-02-22T17:06:20.265" v="2650" actId="114"/>
          <ac:spMkLst>
            <pc:docMk/>
            <pc:sldMk cId="1788924499" sldId="2147483537"/>
            <ac:spMk id="119" creationId="{58220BB3-2F6B-9E1E-43CF-79AA6792D7E5}"/>
          </ac:spMkLst>
        </pc:spChg>
        <pc:spChg chg="add mod">
          <ac:chgData name="Cesar De la Torre" userId="f9c14db2e5fef70d" providerId="LiveId" clId="{B065CA77-0006-4363-80FF-5AC5B086BC37}" dt="2026-02-22T16:28:01.046" v="2165" actId="1076"/>
          <ac:spMkLst>
            <pc:docMk/>
            <pc:sldMk cId="1788924499" sldId="2147483537"/>
            <ac:spMk id="123" creationId="{FE75A683-32BB-1D7F-242E-C56411739AE4}"/>
          </ac:spMkLst>
        </pc:spChg>
        <pc:spChg chg="add mod">
          <ac:chgData name="Cesar De la Torre" userId="f9c14db2e5fef70d" providerId="LiveId" clId="{B065CA77-0006-4363-80FF-5AC5B086BC37}" dt="2026-02-22T16:28:01.046" v="2165" actId="1076"/>
          <ac:spMkLst>
            <pc:docMk/>
            <pc:sldMk cId="1788924499" sldId="2147483537"/>
            <ac:spMk id="125" creationId="{A3685737-FF07-C4E4-3188-2C84B6DC710A}"/>
          </ac:spMkLst>
        </pc:spChg>
        <pc:spChg chg="add mod">
          <ac:chgData name="Cesar De la Torre" userId="f9c14db2e5fef70d" providerId="LiveId" clId="{B065CA77-0006-4363-80FF-5AC5B086BC37}" dt="2026-02-22T16:30:14.592" v="2181" actId="692"/>
          <ac:spMkLst>
            <pc:docMk/>
            <pc:sldMk cId="1788924499" sldId="2147483537"/>
            <ac:spMk id="128" creationId="{E515A22B-3DD1-2DD3-E577-A368475DAD1D}"/>
          </ac:spMkLst>
        </pc:spChg>
        <pc:spChg chg="add mod">
          <ac:chgData name="Cesar De la Torre" userId="f9c14db2e5fef70d" providerId="LiveId" clId="{B065CA77-0006-4363-80FF-5AC5B086BC37}" dt="2026-02-22T16:36:10.124" v="2221" actId="14100"/>
          <ac:spMkLst>
            <pc:docMk/>
            <pc:sldMk cId="1788924499" sldId="2147483537"/>
            <ac:spMk id="141" creationId="{4BB8731D-5EA0-7B7A-77F8-77DAC75EDB64}"/>
          </ac:spMkLst>
        </pc:spChg>
        <pc:spChg chg="add mod">
          <ac:chgData name="Cesar De la Torre" userId="f9c14db2e5fef70d" providerId="LiveId" clId="{B065CA77-0006-4363-80FF-5AC5B086BC37}" dt="2026-02-22T17:06:47.167" v="2673" actId="1037"/>
          <ac:spMkLst>
            <pc:docMk/>
            <pc:sldMk cId="1788924499" sldId="2147483537"/>
            <ac:spMk id="145" creationId="{73D6D882-2F5F-DF1A-6B21-C9776AE1E1EE}"/>
          </ac:spMkLst>
        </pc:spChg>
        <pc:grpChg chg="del">
          <ac:chgData name="Cesar De la Torre" userId="f9c14db2e5fef70d" providerId="LiveId" clId="{B065CA77-0006-4363-80FF-5AC5B086BC37}" dt="2026-02-22T15:40:52.796" v="1461" actId="165"/>
          <ac:grpSpMkLst>
            <pc:docMk/>
            <pc:sldMk cId="1788924499" sldId="2147483537"/>
            <ac:grpSpMk id="49" creationId="{C0911C93-524F-3839-10E0-80F8685828EC}"/>
          </ac:grpSpMkLst>
        </pc:grpChg>
        <pc:picChg chg="mod">
          <ac:chgData name="Cesar De la Torre" userId="f9c14db2e5fef70d" providerId="LiveId" clId="{B065CA77-0006-4363-80FF-5AC5B086BC37}" dt="2026-02-22T16:15:25.765" v="1911" actId="1076"/>
          <ac:picMkLst>
            <pc:docMk/>
            <pc:sldMk cId="1788924499" sldId="2147483537"/>
            <ac:picMk id="7" creationId="{F3FD8C1A-FC5B-5ABA-7247-904EBD2FD434}"/>
          </ac:picMkLst>
        </pc:picChg>
        <pc:picChg chg="mod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10" creationId="{1561F285-3B67-5202-FC91-3FA528C5E100}"/>
          </ac:picMkLst>
        </pc:picChg>
        <pc:picChg chg="del">
          <ac:chgData name="Cesar De la Torre" userId="f9c14db2e5fef70d" providerId="LiveId" clId="{B065CA77-0006-4363-80FF-5AC5B086BC37}" dt="2026-02-22T15:41:01.531" v="1464" actId="478"/>
          <ac:picMkLst>
            <pc:docMk/>
            <pc:sldMk cId="1788924499" sldId="2147483537"/>
            <ac:picMk id="14" creationId="{D3A5BA17-4127-B783-983B-3B6E23A07355}"/>
          </ac:picMkLst>
        </pc:picChg>
        <pc:picChg chg="del mod">
          <ac:chgData name="Cesar De la Torre" userId="f9c14db2e5fef70d" providerId="LiveId" clId="{B065CA77-0006-4363-80FF-5AC5B086BC37}" dt="2026-02-22T16:01:42.797" v="1635" actId="478"/>
          <ac:picMkLst>
            <pc:docMk/>
            <pc:sldMk cId="1788924499" sldId="2147483537"/>
            <ac:picMk id="17" creationId="{E2E0D6B9-3399-08A6-EA01-37A5AB526953}"/>
          </ac:picMkLst>
        </pc:picChg>
        <pc:picChg chg="mod">
          <ac:chgData name="Cesar De la Torre" userId="f9c14db2e5fef70d" providerId="LiveId" clId="{B065CA77-0006-4363-80FF-5AC5B086BC37}" dt="2026-02-22T16:45:14.946" v="2392" actId="1076"/>
          <ac:picMkLst>
            <pc:docMk/>
            <pc:sldMk cId="1788924499" sldId="2147483537"/>
            <ac:picMk id="18" creationId="{B9FD9E47-C4AF-56C5-5CA0-EA943C68F1CE}"/>
          </ac:picMkLst>
        </pc:picChg>
        <pc:picChg chg="mod">
          <ac:chgData name="Cesar De la Torre" userId="f9c14db2e5fef70d" providerId="LiveId" clId="{B065CA77-0006-4363-80FF-5AC5B086BC37}" dt="2026-02-22T16:46:10.442" v="2407" actId="1036"/>
          <ac:picMkLst>
            <pc:docMk/>
            <pc:sldMk cId="1788924499" sldId="2147483537"/>
            <ac:picMk id="19" creationId="{3098BB68-7BC0-BC59-D5E2-354E5A2C9ABE}"/>
          </ac:picMkLst>
        </pc:picChg>
        <pc:picChg chg="del">
          <ac:chgData name="Cesar De la Torre" userId="f9c14db2e5fef70d" providerId="LiveId" clId="{B065CA77-0006-4363-80FF-5AC5B086BC37}" dt="2026-02-22T15:40:37.963" v="1459" actId="478"/>
          <ac:picMkLst>
            <pc:docMk/>
            <pc:sldMk cId="1788924499" sldId="2147483537"/>
            <ac:picMk id="25" creationId="{0B84FDC5-E4CF-2B65-ABCF-9571593BE14A}"/>
          </ac:picMkLst>
        </pc:picChg>
        <pc:picChg chg="del">
          <ac:chgData name="Cesar De la Torre" userId="f9c14db2e5fef70d" providerId="LiveId" clId="{B065CA77-0006-4363-80FF-5AC5B086BC37}" dt="2026-02-22T15:40:37.963" v="1459" actId="478"/>
          <ac:picMkLst>
            <pc:docMk/>
            <pc:sldMk cId="1788924499" sldId="2147483537"/>
            <ac:picMk id="26" creationId="{71451FA4-F782-79F1-E7AE-253083F956B4}"/>
          </ac:picMkLst>
        </pc:picChg>
        <pc:picChg chg="del">
          <ac:chgData name="Cesar De la Torre" userId="f9c14db2e5fef70d" providerId="LiveId" clId="{B065CA77-0006-4363-80FF-5AC5B086BC37}" dt="2026-02-22T15:40:37.963" v="1459" actId="478"/>
          <ac:picMkLst>
            <pc:docMk/>
            <pc:sldMk cId="1788924499" sldId="2147483537"/>
            <ac:picMk id="27" creationId="{E4687B22-E582-96A1-C1CF-315D41B0E5E8}"/>
          </ac:picMkLst>
        </pc:picChg>
        <pc:picChg chg="del mod">
          <ac:chgData name="Cesar De la Torre" userId="f9c14db2e5fef70d" providerId="LiveId" clId="{B065CA77-0006-4363-80FF-5AC5B086BC37}" dt="2026-02-22T15:53:17.297" v="1548" actId="478"/>
          <ac:picMkLst>
            <pc:docMk/>
            <pc:sldMk cId="1788924499" sldId="2147483537"/>
            <ac:picMk id="31" creationId="{8DF2A195-6E30-66FC-3A1E-018DED6100BB}"/>
          </ac:picMkLst>
        </pc:picChg>
        <pc:picChg chg="del">
          <ac:chgData name="Cesar De la Torre" userId="f9c14db2e5fef70d" providerId="LiveId" clId="{B065CA77-0006-4363-80FF-5AC5B086BC37}" dt="2026-02-22T15:40:21.694" v="1453" actId="478"/>
          <ac:picMkLst>
            <pc:docMk/>
            <pc:sldMk cId="1788924499" sldId="2147483537"/>
            <ac:picMk id="35" creationId="{CC40CD40-9FC5-AB46-C96B-D66DAB66DEFA}"/>
          </ac:picMkLst>
        </pc:picChg>
        <pc:picChg chg="del">
          <ac:chgData name="Cesar De la Torre" userId="f9c14db2e5fef70d" providerId="LiveId" clId="{B065CA77-0006-4363-80FF-5AC5B086BC37}" dt="2026-02-22T15:40:21.694" v="1453" actId="478"/>
          <ac:picMkLst>
            <pc:docMk/>
            <pc:sldMk cId="1788924499" sldId="2147483537"/>
            <ac:picMk id="36" creationId="{E5E205B3-40FD-5CAB-DF72-84A345D76416}"/>
          </ac:picMkLst>
        </pc:picChg>
        <pc:picChg chg="del">
          <ac:chgData name="Cesar De la Torre" userId="f9c14db2e5fef70d" providerId="LiveId" clId="{B065CA77-0006-4363-80FF-5AC5B086BC37}" dt="2026-02-22T15:40:21.694" v="1453" actId="478"/>
          <ac:picMkLst>
            <pc:docMk/>
            <pc:sldMk cId="1788924499" sldId="2147483537"/>
            <ac:picMk id="39" creationId="{6C4FD6DC-7AB8-B446-0453-2077EA765BDC}"/>
          </ac:picMkLst>
        </pc:picChg>
        <pc:picChg chg="mod">
          <ac:chgData name="Cesar De la Torre" userId="f9c14db2e5fef70d" providerId="LiveId" clId="{B065CA77-0006-4363-80FF-5AC5B086BC37}" dt="2026-02-22T18:54:37.088" v="2720" actId="1038"/>
          <ac:picMkLst>
            <pc:docMk/>
            <pc:sldMk cId="1788924499" sldId="2147483537"/>
            <ac:picMk id="47" creationId="{165E8364-0751-8FC8-94CE-00881C3B93FB}"/>
          </ac:picMkLst>
        </pc:picChg>
        <pc:picChg chg="mod topLvl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50" creationId="{C3CBEA84-F6B7-9641-97FF-BDDD0AE84BF1}"/>
          </ac:picMkLst>
        </pc:picChg>
        <pc:picChg chg="add del">
          <ac:chgData name="Cesar De la Torre" userId="f9c14db2e5fef70d" providerId="LiveId" clId="{B065CA77-0006-4363-80FF-5AC5B086BC37}" dt="2026-02-22T15:42:31.294" v="1474" actId="478"/>
          <ac:picMkLst>
            <pc:docMk/>
            <pc:sldMk cId="1788924499" sldId="2147483537"/>
            <ac:picMk id="52" creationId="{415C253C-E3B4-E647-A308-FBBC2B3E441F}"/>
          </ac:picMkLst>
        </pc:picChg>
        <pc:picChg chg="add mod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56" creationId="{23A606E5-F210-377B-AE82-42AD123DA146}"/>
          </ac:picMkLst>
        </pc:picChg>
        <pc:picChg chg="add mod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57" creationId="{13982E72-E721-9037-6FD9-AA6AB98214C0}"/>
          </ac:picMkLst>
        </pc:picChg>
        <pc:picChg chg="add mod">
          <ac:chgData name="Cesar De la Torre" userId="f9c14db2e5fef70d" providerId="LiveId" clId="{B065CA77-0006-4363-80FF-5AC5B086BC37}" dt="2026-02-22T16:16:22.523" v="1923" actId="1035"/>
          <ac:picMkLst>
            <pc:docMk/>
            <pc:sldMk cId="1788924499" sldId="2147483537"/>
            <ac:picMk id="58" creationId="{BD83DEFF-6B31-9836-D7BB-5835EE4EE821}"/>
          </ac:picMkLst>
        </pc:picChg>
        <pc:picChg chg="add mod modCrop">
          <ac:chgData name="Cesar De la Torre" userId="f9c14db2e5fef70d" providerId="LiveId" clId="{B065CA77-0006-4363-80FF-5AC5B086BC37}" dt="2026-02-22T16:34:35.847" v="2204" actId="1076"/>
          <ac:picMkLst>
            <pc:docMk/>
            <pc:sldMk cId="1788924499" sldId="2147483537"/>
            <ac:picMk id="59" creationId="{395EA34C-8A26-05CC-90F8-807F9E3F0E9C}"/>
          </ac:picMkLst>
        </pc:picChg>
        <pc:picChg chg="add mod modCrop">
          <ac:chgData name="Cesar De la Torre" userId="f9c14db2e5fef70d" providerId="LiveId" clId="{B065CA77-0006-4363-80FF-5AC5B086BC37}" dt="2026-02-22T16:13:47.192" v="1883" actId="1076"/>
          <ac:picMkLst>
            <pc:docMk/>
            <pc:sldMk cId="1788924499" sldId="2147483537"/>
            <ac:picMk id="63" creationId="{82A6A7F5-ABF4-88C4-AAEE-451DBBF7FBBA}"/>
          </ac:picMkLst>
        </pc:picChg>
        <pc:picChg chg="add del mod">
          <ac:chgData name="Cesar De la Torre" userId="f9c14db2e5fef70d" providerId="LiveId" clId="{B065CA77-0006-4363-80FF-5AC5B086BC37}" dt="2026-02-22T16:06:40.559" v="1739" actId="478"/>
          <ac:picMkLst>
            <pc:docMk/>
            <pc:sldMk cId="1788924499" sldId="2147483537"/>
            <ac:picMk id="74" creationId="{4B2AB34B-CDB4-B142-0728-CB92757C6369}"/>
          </ac:picMkLst>
        </pc:picChg>
        <pc:picChg chg="add del">
          <ac:chgData name="Cesar De la Torre" userId="f9c14db2e5fef70d" providerId="LiveId" clId="{B065CA77-0006-4363-80FF-5AC5B086BC37}" dt="2026-02-22T16:08:10.096" v="1746" actId="478"/>
          <ac:picMkLst>
            <pc:docMk/>
            <pc:sldMk cId="1788924499" sldId="2147483537"/>
            <ac:picMk id="75" creationId="{3AD1C69E-B02A-5A4B-6EB3-3D248AAEE1B5}"/>
          </ac:picMkLst>
        </pc:picChg>
        <pc:picChg chg="add mod">
          <ac:chgData name="Cesar De la Torre" userId="f9c14db2e5fef70d" providerId="LiveId" clId="{B065CA77-0006-4363-80FF-5AC5B086BC37}" dt="2026-02-22T16:46:10.442" v="2407" actId="1036"/>
          <ac:picMkLst>
            <pc:docMk/>
            <pc:sldMk cId="1788924499" sldId="2147483537"/>
            <ac:picMk id="76" creationId="{4DD1DBB3-B401-7A2E-F6BF-057EF9705889}"/>
          </ac:picMkLst>
        </pc:picChg>
        <pc:picChg chg="add del mod">
          <ac:chgData name="Cesar De la Torre" userId="f9c14db2e5fef70d" providerId="LiveId" clId="{B065CA77-0006-4363-80FF-5AC5B086BC37}" dt="2026-02-22T16:10:17.790" v="1806" actId="478"/>
          <ac:picMkLst>
            <pc:docMk/>
            <pc:sldMk cId="1788924499" sldId="2147483537"/>
            <ac:picMk id="81" creationId="{888FDBB3-5968-C2FA-6143-27BF29675325}"/>
          </ac:picMkLst>
        </pc:picChg>
        <pc:picChg chg="add mod">
          <ac:chgData name="Cesar De la Torre" userId="f9c14db2e5fef70d" providerId="LiveId" clId="{B065CA77-0006-4363-80FF-5AC5B086BC37}" dt="2026-02-22T16:13:52.969" v="1894" actId="1038"/>
          <ac:picMkLst>
            <pc:docMk/>
            <pc:sldMk cId="1788924499" sldId="2147483537"/>
            <ac:picMk id="83" creationId="{D832D9F9-A112-54B2-D95E-300B226E29F2}"/>
          </ac:picMkLst>
        </pc:picChg>
        <pc:picChg chg="add mod">
          <ac:chgData name="Cesar De la Torre" userId="f9c14db2e5fef70d" providerId="LiveId" clId="{B065CA77-0006-4363-80FF-5AC5B086BC37}" dt="2026-02-22T16:15:43.323" v="1913" actId="1076"/>
          <ac:picMkLst>
            <pc:docMk/>
            <pc:sldMk cId="1788924499" sldId="2147483537"/>
            <ac:picMk id="88" creationId="{BACFCD47-7E24-DC4B-F935-1EFE9D41DCAD}"/>
          </ac:picMkLst>
        </pc:picChg>
        <pc:picChg chg="add del mod">
          <ac:chgData name="Cesar De la Torre" userId="f9c14db2e5fef70d" providerId="LiveId" clId="{B065CA77-0006-4363-80FF-5AC5B086BC37}" dt="2026-02-22T16:18:48.860" v="1947" actId="478"/>
          <ac:picMkLst>
            <pc:docMk/>
            <pc:sldMk cId="1788924499" sldId="2147483537"/>
            <ac:picMk id="105" creationId="{CCC242EE-3058-2D1A-9C69-52F9F9E46108}"/>
          </ac:picMkLst>
        </pc:picChg>
        <pc:picChg chg="add del">
          <ac:chgData name="Cesar De la Torre" userId="f9c14db2e5fef70d" providerId="LiveId" clId="{B065CA77-0006-4363-80FF-5AC5B086BC37}" dt="2026-02-22T16:23:29.427" v="2070" actId="478"/>
          <ac:picMkLst>
            <pc:docMk/>
            <pc:sldMk cId="1788924499" sldId="2147483537"/>
            <ac:picMk id="120" creationId="{D1AE5780-EC42-A229-67F7-D939DBEF4872}"/>
          </ac:picMkLst>
        </pc:picChg>
        <pc:picChg chg="add del">
          <ac:chgData name="Cesar De la Torre" userId="f9c14db2e5fef70d" providerId="LiveId" clId="{B065CA77-0006-4363-80FF-5AC5B086BC37}" dt="2026-02-22T16:24:16.378" v="2072" actId="478"/>
          <ac:picMkLst>
            <pc:docMk/>
            <pc:sldMk cId="1788924499" sldId="2147483537"/>
            <ac:picMk id="121" creationId="{65B7B935-EC40-7244-55CF-3F950147951A}"/>
          </ac:picMkLst>
        </pc:picChg>
        <pc:picChg chg="add mod ord">
          <ac:chgData name="Cesar De la Torre" userId="f9c14db2e5fef70d" providerId="LiveId" clId="{B065CA77-0006-4363-80FF-5AC5B086BC37}" dt="2026-02-22T16:28:01.046" v="2165" actId="1076"/>
          <ac:picMkLst>
            <pc:docMk/>
            <pc:sldMk cId="1788924499" sldId="2147483537"/>
            <ac:picMk id="122" creationId="{07B42FD8-A296-2393-64EA-3C57E5183146}"/>
          </ac:picMkLst>
        </pc:picChg>
        <pc:picChg chg="add mod modCrop">
          <ac:chgData name="Cesar De la Torre" userId="f9c14db2e5fef70d" providerId="LiveId" clId="{B065CA77-0006-4363-80FF-5AC5B086BC37}" dt="2026-02-22T16:29:33.761" v="2175" actId="1038"/>
          <ac:picMkLst>
            <pc:docMk/>
            <pc:sldMk cId="1788924499" sldId="2147483537"/>
            <ac:picMk id="127" creationId="{2A10C64C-766F-5F0A-7A27-306C973D5D8E}"/>
          </ac:picMkLst>
        </pc:picChg>
        <pc:picChg chg="add mod">
          <ac:chgData name="Cesar De la Torre" userId="f9c14db2e5fef70d" providerId="LiveId" clId="{B065CA77-0006-4363-80FF-5AC5B086BC37}" dt="2026-02-22T16:35:45.575" v="2217" actId="1076"/>
          <ac:picMkLst>
            <pc:docMk/>
            <pc:sldMk cId="1788924499" sldId="2147483537"/>
            <ac:picMk id="142" creationId="{80564DF1-8EDE-ACF7-E8BD-EB64C9E86109}"/>
          </ac:picMkLst>
        </pc:picChg>
        <pc:picChg chg="add mod">
          <ac:chgData name="Cesar De la Torre" userId="f9c14db2e5fef70d" providerId="LiveId" clId="{B065CA77-0006-4363-80FF-5AC5B086BC37}" dt="2026-02-22T16:46:05.406" v="2400" actId="1076"/>
          <ac:picMkLst>
            <pc:docMk/>
            <pc:sldMk cId="1788924499" sldId="2147483537"/>
            <ac:picMk id="144" creationId="{0EA56835-96D9-785A-C2B0-8EAC830A2726}"/>
          </ac:picMkLst>
        </pc:picChg>
        <pc:cxnChg chg="mod">
          <ac:chgData name="Cesar De la Torre" userId="f9c14db2e5fef70d" providerId="LiveId" clId="{B065CA77-0006-4363-80FF-5AC5B086BC37}" dt="2026-02-22T16:03:56.021" v="1670" actId="1035"/>
          <ac:cxnSpMkLst>
            <pc:docMk/>
            <pc:sldMk cId="1788924499" sldId="2147483537"/>
            <ac:cxnSpMk id="12" creationId="{1AD61073-EDB7-4AE6-51AA-823431F6FF97}"/>
          </ac:cxnSpMkLst>
        </pc:cxnChg>
        <pc:cxnChg chg="mod">
          <ac:chgData name="Cesar De la Torre" userId="f9c14db2e5fef70d" providerId="LiveId" clId="{B065CA77-0006-4363-80FF-5AC5B086BC37}" dt="2026-02-22T16:33:23.321" v="2195" actId="14100"/>
          <ac:cxnSpMkLst>
            <pc:docMk/>
            <pc:sldMk cId="1788924499" sldId="2147483537"/>
            <ac:cxnSpMk id="13" creationId="{CD03EEA1-219C-9627-BE4F-51009F103652}"/>
          </ac:cxnSpMkLst>
        </pc:cxnChg>
        <pc:cxnChg chg="del mod">
          <ac:chgData name="Cesar De la Torre" userId="f9c14db2e5fef70d" providerId="LiveId" clId="{B065CA77-0006-4363-80FF-5AC5B086BC37}" dt="2026-02-22T15:40:25.829" v="1456" actId="478"/>
          <ac:cxnSpMkLst>
            <pc:docMk/>
            <pc:sldMk cId="1788924499" sldId="2147483537"/>
            <ac:cxnSpMk id="40" creationId="{9758FCA7-6B71-D1D6-BFF4-FF0DB6115A6A}"/>
          </ac:cxnSpMkLst>
        </pc:cxnChg>
        <pc:cxnChg chg="mod">
          <ac:chgData name="Cesar De la Torre" userId="f9c14db2e5fef70d" providerId="LiveId" clId="{B065CA77-0006-4363-80FF-5AC5B086BC37}" dt="2026-02-22T16:34:35.847" v="2204" actId="1076"/>
          <ac:cxnSpMkLst>
            <pc:docMk/>
            <pc:sldMk cId="1788924499" sldId="2147483537"/>
            <ac:cxnSpMk id="41" creationId="{FDB02A6E-FD34-918C-909E-62908BF8ED99}"/>
          </ac:cxnSpMkLst>
        </pc:cxnChg>
        <pc:cxnChg chg="del mod">
          <ac:chgData name="Cesar De la Torre" userId="f9c14db2e5fef70d" providerId="LiveId" clId="{B065CA77-0006-4363-80FF-5AC5B086BC37}" dt="2026-02-22T15:40:40.559" v="1460" actId="478"/>
          <ac:cxnSpMkLst>
            <pc:docMk/>
            <pc:sldMk cId="1788924499" sldId="2147483537"/>
            <ac:cxnSpMk id="42" creationId="{87D3AC6B-9D0B-9293-0D2F-6CF76DFDF44E}"/>
          </ac:cxnSpMkLst>
        </pc:cxnChg>
        <pc:cxnChg chg="del mod">
          <ac:chgData name="Cesar De la Torre" userId="f9c14db2e5fef70d" providerId="LiveId" clId="{B065CA77-0006-4363-80FF-5AC5B086BC37}" dt="2026-02-22T15:40:23.047" v="1454" actId="478"/>
          <ac:cxnSpMkLst>
            <pc:docMk/>
            <pc:sldMk cId="1788924499" sldId="2147483537"/>
            <ac:cxnSpMk id="44" creationId="{33E25B62-8AA8-BF35-D1A2-45D99BCC1E5F}"/>
          </ac:cxnSpMkLst>
        </pc:cxnChg>
        <pc:cxnChg chg="add del mod">
          <ac:chgData name="Cesar De la Torre" userId="f9c14db2e5fef70d" providerId="LiveId" clId="{B065CA77-0006-4363-80FF-5AC5B086BC37}" dt="2026-02-22T18:54:32.994" v="2716" actId="478"/>
          <ac:cxnSpMkLst>
            <pc:docMk/>
            <pc:sldMk cId="1788924499" sldId="2147483537"/>
            <ac:cxnSpMk id="91" creationId="{F8B09CB7-2BD8-012C-6061-7BB00C1E1929}"/>
          </ac:cxnSpMkLst>
        </pc:cxnChg>
        <pc:cxnChg chg="add mod">
          <ac:chgData name="Cesar De la Torre" userId="f9c14db2e5fef70d" providerId="LiveId" clId="{B065CA77-0006-4363-80FF-5AC5B086BC37}" dt="2026-02-22T16:17:03.177" v="1929" actId="14100"/>
          <ac:cxnSpMkLst>
            <pc:docMk/>
            <pc:sldMk cId="1788924499" sldId="2147483537"/>
            <ac:cxnSpMk id="92" creationId="{42BF9C66-431B-BF8B-FEE3-861623D9B87A}"/>
          </ac:cxnSpMkLst>
        </pc:cxnChg>
        <pc:cxnChg chg="add mod">
          <ac:chgData name="Cesar De la Torre" userId="f9c14db2e5fef70d" providerId="LiveId" clId="{B065CA77-0006-4363-80FF-5AC5B086BC37}" dt="2026-02-22T16:17:12.186" v="1932" actId="14100"/>
          <ac:cxnSpMkLst>
            <pc:docMk/>
            <pc:sldMk cId="1788924499" sldId="2147483537"/>
            <ac:cxnSpMk id="95" creationId="{04F441A3-BA9A-83E2-3E24-6CB4479C8446}"/>
          </ac:cxnSpMkLst>
        </pc:cxnChg>
        <pc:cxnChg chg="add mod">
          <ac:chgData name="Cesar De la Torre" userId="f9c14db2e5fef70d" providerId="LiveId" clId="{B065CA77-0006-4363-80FF-5AC5B086BC37}" dt="2026-02-22T18:58:32.595" v="2725" actId="692"/>
          <ac:cxnSpMkLst>
            <pc:docMk/>
            <pc:sldMk cId="1788924499" sldId="2147483537"/>
            <ac:cxnSpMk id="98" creationId="{E19E201F-B8A1-F75D-5653-550FE889440B}"/>
          </ac:cxnSpMkLst>
        </pc:cxnChg>
        <pc:cxnChg chg="add mod">
          <ac:chgData name="Cesar De la Torre" userId="f9c14db2e5fef70d" providerId="LiveId" clId="{B065CA77-0006-4363-80FF-5AC5B086BC37}" dt="2026-02-22T18:58:32.595" v="2725" actId="692"/>
          <ac:cxnSpMkLst>
            <pc:docMk/>
            <pc:sldMk cId="1788924499" sldId="2147483537"/>
            <ac:cxnSpMk id="101" creationId="{7A080486-2DCC-CC8F-C093-664DC2CD95C1}"/>
          </ac:cxnSpMkLst>
        </pc:cxnChg>
        <pc:cxnChg chg="add mod">
          <ac:chgData name="Cesar De la Torre" userId="f9c14db2e5fef70d" providerId="LiveId" clId="{B065CA77-0006-4363-80FF-5AC5B086BC37}" dt="2026-02-22T16:20:37.798" v="1973" actId="14100"/>
          <ac:cxnSpMkLst>
            <pc:docMk/>
            <pc:sldMk cId="1788924499" sldId="2147483537"/>
            <ac:cxnSpMk id="110" creationId="{6E586303-6C3E-D829-4ACD-93A101B21AF8}"/>
          </ac:cxnSpMkLst>
        </pc:cxnChg>
        <pc:cxnChg chg="add mod">
          <ac:chgData name="Cesar De la Torre" userId="f9c14db2e5fef70d" providerId="LiveId" clId="{B065CA77-0006-4363-80FF-5AC5B086BC37}" dt="2026-02-22T16:20:47.193" v="1976" actId="14100"/>
          <ac:cxnSpMkLst>
            <pc:docMk/>
            <pc:sldMk cId="1788924499" sldId="2147483537"/>
            <ac:cxnSpMk id="115" creationId="{F9F816F4-8C4A-4010-3F25-BA3A59C7B1A4}"/>
          </ac:cxnSpMkLst>
        </pc:cxnChg>
        <pc:cxnChg chg="add mod">
          <ac:chgData name="Cesar De la Torre" userId="f9c14db2e5fef70d" providerId="LiveId" clId="{B065CA77-0006-4363-80FF-5AC5B086BC37}" dt="2026-02-22T16:31:00.954" v="2188" actId="14100"/>
          <ac:cxnSpMkLst>
            <pc:docMk/>
            <pc:sldMk cId="1788924499" sldId="2147483537"/>
            <ac:cxnSpMk id="129" creationId="{E546E56B-FA02-7D06-1363-1C0668584816}"/>
          </ac:cxnSpMkLst>
        </pc:cxnChg>
        <pc:cxnChg chg="add mod">
          <ac:chgData name="Cesar De la Torre" userId="f9c14db2e5fef70d" providerId="LiveId" clId="{B065CA77-0006-4363-80FF-5AC5B086BC37}" dt="2026-02-22T18:54:28.974" v="2715" actId="14100"/>
          <ac:cxnSpMkLst>
            <pc:docMk/>
            <pc:sldMk cId="1788924499" sldId="2147483537"/>
            <ac:cxnSpMk id="146" creationId="{BC9808E7-1EF2-7EF5-2D72-37563E3575C7}"/>
          </ac:cxnSpMkLst>
        </pc:cxnChg>
        <pc:cxnChg chg="add mod">
          <ac:chgData name="Cesar De la Torre" userId="f9c14db2e5fef70d" providerId="LiveId" clId="{B065CA77-0006-4363-80FF-5AC5B086BC37}" dt="2026-02-22T18:57:22.097" v="2724" actId="14100"/>
          <ac:cxnSpMkLst>
            <pc:docMk/>
            <pc:sldMk cId="1788924499" sldId="2147483537"/>
            <ac:cxnSpMk id="155" creationId="{48F8C133-10A0-658D-A343-EF2BF797F7F4}"/>
          </ac:cxnSpMkLst>
        </pc:cxnChg>
      </pc:sldChg>
      <pc:sldChg chg="addSp delSp modSp add mod">
        <pc:chgData name="Cesar De la Torre" userId="f9c14db2e5fef70d" providerId="LiveId" clId="{B065CA77-0006-4363-80FF-5AC5B086BC37}" dt="2026-02-22T19:01:50.665" v="2726"/>
        <pc:sldMkLst>
          <pc:docMk/>
          <pc:sldMk cId="853383716" sldId="2147483538"/>
        </pc:sldMkLst>
        <pc:spChg chg="mod">
          <ac:chgData name="Cesar De la Torre" userId="f9c14db2e5fef70d" providerId="LiveId" clId="{B065CA77-0006-4363-80FF-5AC5B086BC37}" dt="2026-02-22T16:37:00.079" v="2225" actId="20577"/>
          <ac:spMkLst>
            <pc:docMk/>
            <pc:sldMk cId="853383716" sldId="2147483538"/>
            <ac:spMk id="2" creationId="{8343EC64-7EBA-A767-5131-4B7E29B9C987}"/>
          </ac:spMkLst>
        </pc:spChg>
        <pc:spChg chg="add mod ord">
          <ac:chgData name="Cesar De la Torre" userId="f9c14db2e5fef70d" providerId="LiveId" clId="{B065CA77-0006-4363-80FF-5AC5B086BC37}" dt="2026-02-22T16:41:50.578" v="2318" actId="1076"/>
          <ac:spMkLst>
            <pc:docMk/>
            <pc:sldMk cId="853383716" sldId="2147483538"/>
            <ac:spMk id="3" creationId="{CA97E0E6-B679-F72C-4478-7B51F33140CF}"/>
          </ac:spMkLst>
        </pc:spChg>
        <pc:spChg chg="mod ord">
          <ac:chgData name="Cesar De la Torre" userId="f9c14db2e5fef70d" providerId="LiveId" clId="{B065CA77-0006-4363-80FF-5AC5B086BC37}" dt="2026-02-22T16:51:19.487" v="2504" actId="167"/>
          <ac:spMkLst>
            <pc:docMk/>
            <pc:sldMk cId="853383716" sldId="2147483538"/>
            <ac:spMk id="4" creationId="{FB5EA48A-4048-52F6-077B-8C848DB5F163}"/>
          </ac:spMkLst>
        </pc:spChg>
        <pc:spChg chg="mod">
          <ac:chgData name="Cesar De la Torre" userId="f9c14db2e5fef70d" providerId="LiveId" clId="{B065CA77-0006-4363-80FF-5AC5B086BC37}" dt="2026-02-22T16:53:57.900" v="2611" actId="692"/>
          <ac:spMkLst>
            <pc:docMk/>
            <pc:sldMk cId="853383716" sldId="2147483538"/>
            <ac:spMk id="5" creationId="{F07036AD-6447-BFA7-AFB4-E482CB4C5FD1}"/>
          </ac:spMkLst>
        </pc:spChg>
        <pc:spChg chg="mod">
          <ac:chgData name="Cesar De la Torre" userId="f9c14db2e5fef70d" providerId="LiveId" clId="{B065CA77-0006-4363-80FF-5AC5B086BC37}" dt="2026-02-22T16:38:40.062" v="2254" actId="1037"/>
          <ac:spMkLst>
            <pc:docMk/>
            <pc:sldMk cId="853383716" sldId="2147483538"/>
            <ac:spMk id="8" creationId="{3805DE39-919F-D57F-A7A5-A2E5CD8B5B69}"/>
          </ac:spMkLst>
        </pc:spChg>
        <pc:spChg chg="mod">
          <ac:chgData name="Cesar De la Torre" userId="f9c14db2e5fef70d" providerId="LiveId" clId="{B065CA77-0006-4363-80FF-5AC5B086BC37}" dt="2026-02-22T16:38:40.062" v="2254" actId="1037"/>
          <ac:spMkLst>
            <pc:docMk/>
            <pc:sldMk cId="853383716" sldId="2147483538"/>
            <ac:spMk id="9" creationId="{B9845D31-CFAF-0DBB-D772-1B641E0E3523}"/>
          </ac:spMkLst>
        </pc:spChg>
        <pc:spChg chg="mod">
          <ac:chgData name="Cesar De la Torre" userId="f9c14db2e5fef70d" providerId="LiveId" clId="{B065CA77-0006-4363-80FF-5AC5B086BC37}" dt="2026-02-22T16:38:40.062" v="2254" actId="1037"/>
          <ac:spMkLst>
            <pc:docMk/>
            <pc:sldMk cId="853383716" sldId="2147483538"/>
            <ac:spMk id="11" creationId="{1CE777CF-D4CA-5071-90E1-F68682D52BD9}"/>
          </ac:spMkLst>
        </pc:spChg>
        <pc:spChg chg="mod">
          <ac:chgData name="Cesar De la Torre" userId="f9c14db2e5fef70d" providerId="LiveId" clId="{B065CA77-0006-4363-80FF-5AC5B086BC37}" dt="2026-02-22T16:38:40.062" v="2254" actId="1037"/>
          <ac:spMkLst>
            <pc:docMk/>
            <pc:sldMk cId="853383716" sldId="2147483538"/>
            <ac:spMk id="15" creationId="{A58A4D60-342B-8A74-CC6B-D7EFB5EC8C30}"/>
          </ac:spMkLst>
        </pc:spChg>
        <pc:spChg chg="mod">
          <ac:chgData name="Cesar De la Torre" userId="f9c14db2e5fef70d" providerId="LiveId" clId="{B065CA77-0006-4363-80FF-5AC5B086BC37}" dt="2026-02-22T16:39:00.377" v="2272" actId="1037"/>
          <ac:spMkLst>
            <pc:docMk/>
            <pc:sldMk cId="853383716" sldId="2147483538"/>
            <ac:spMk id="16" creationId="{372A87D1-FED7-9208-7C01-C77D48802A96}"/>
          </ac:spMkLst>
        </pc:spChg>
        <pc:spChg chg="add mod">
          <ac:chgData name="Cesar De la Torre" userId="f9c14db2e5fef70d" providerId="LiveId" clId="{B065CA77-0006-4363-80FF-5AC5B086BC37}" dt="2026-02-22T16:49:23.950" v="2466" actId="14100"/>
          <ac:spMkLst>
            <pc:docMk/>
            <pc:sldMk cId="853383716" sldId="2147483538"/>
            <ac:spMk id="17" creationId="{9B34AD89-B721-C927-B846-C81D8CEE0297}"/>
          </ac:spMkLst>
        </pc:spChg>
        <pc:spChg chg="add mod">
          <ac:chgData name="Cesar De la Torre" userId="f9c14db2e5fef70d" providerId="LiveId" clId="{B065CA77-0006-4363-80FF-5AC5B086BC37}" dt="2026-02-22T16:54:36.938" v="2631" actId="20577"/>
          <ac:spMkLst>
            <pc:docMk/>
            <pc:sldMk cId="853383716" sldId="2147483538"/>
            <ac:spMk id="20" creationId="{018E9DA6-E2FE-364C-4FF9-3F7D297BD40D}"/>
          </ac:spMkLst>
        </pc:spChg>
        <pc:spChg chg="mod">
          <ac:chgData name="Cesar De la Torre" userId="f9c14db2e5fef70d" providerId="LiveId" clId="{B065CA77-0006-4363-80FF-5AC5B086BC37}" dt="2026-02-22T16:49:01.109" v="2465" actId="166"/>
          <ac:spMkLst>
            <pc:docMk/>
            <pc:sldMk cId="853383716" sldId="2147483538"/>
            <ac:spMk id="21" creationId="{6DBACAF3-8554-F613-70B6-C5FBB67B86EA}"/>
          </ac:spMkLst>
        </pc:spChg>
        <pc:spChg chg="add mod ord">
          <ac:chgData name="Cesar De la Torre" userId="f9c14db2e5fef70d" providerId="LiveId" clId="{B065CA77-0006-4363-80FF-5AC5B086BC37}" dt="2026-02-22T16:52:21.622" v="2531" actId="14100"/>
          <ac:spMkLst>
            <pc:docMk/>
            <pc:sldMk cId="853383716" sldId="2147483538"/>
            <ac:spMk id="22" creationId="{3E6E452D-08CF-54F5-7511-AB1EB3A70B0E}"/>
          </ac:spMkLst>
        </pc:spChg>
        <pc:spChg chg="add mod">
          <ac:chgData name="Cesar De la Torre" userId="f9c14db2e5fef70d" providerId="LiveId" clId="{B065CA77-0006-4363-80FF-5AC5B086BC37}" dt="2026-02-22T16:53:32.534" v="2609" actId="6549"/>
          <ac:spMkLst>
            <pc:docMk/>
            <pc:sldMk cId="853383716" sldId="2147483538"/>
            <ac:spMk id="25" creationId="{8D2610D3-82A8-9691-05B9-C9D77FBCB7F8}"/>
          </ac:spMkLst>
        </pc:spChg>
        <pc:spChg chg="add mod">
          <ac:chgData name="Cesar De la Torre" userId="f9c14db2e5fef70d" providerId="LiveId" clId="{B065CA77-0006-4363-80FF-5AC5B086BC37}" dt="2026-02-22T17:07:27.001" v="2697" actId="1037"/>
          <ac:spMkLst>
            <pc:docMk/>
            <pc:sldMk cId="853383716" sldId="2147483538"/>
            <ac:spMk id="31" creationId="{2D91BF3C-FA5D-9F75-0AA8-15ADD3FE9804}"/>
          </ac:spMkLst>
        </pc:spChg>
        <pc:spChg chg="add mod">
          <ac:chgData name="Cesar De la Torre" userId="f9c14db2e5fef70d" providerId="LiveId" clId="{B065CA77-0006-4363-80FF-5AC5B086BC37}" dt="2026-02-22T17:07:07.097" v="2684" actId="1037"/>
          <ac:spMkLst>
            <pc:docMk/>
            <pc:sldMk cId="853383716" sldId="2147483538"/>
            <ac:spMk id="33" creationId="{21FA0125-E94C-5268-5396-B6F661128395}"/>
          </ac:spMkLst>
        </pc:spChg>
        <pc:spChg chg="mod">
          <ac:chgData name="Cesar De la Torre" userId="f9c14db2e5fef70d" providerId="LiveId" clId="{B065CA77-0006-4363-80FF-5AC5B086BC37}" dt="2026-02-22T16:54:45.453" v="2632" actId="20577"/>
          <ac:spMkLst>
            <pc:docMk/>
            <pc:sldMk cId="853383716" sldId="2147483538"/>
            <ac:spMk id="60" creationId="{FF6761E9-EBC0-8BC8-BAAE-0D0EDA043F89}"/>
          </ac:spMkLst>
        </pc:spChg>
        <pc:spChg chg="mod">
          <ac:chgData name="Cesar De la Torre" userId="f9c14db2e5fef70d" providerId="LiveId" clId="{B065CA77-0006-4363-80FF-5AC5B086BC37}" dt="2026-02-22T16:51:43.573" v="2514" actId="1037"/>
          <ac:spMkLst>
            <pc:docMk/>
            <pc:sldMk cId="853383716" sldId="2147483538"/>
            <ac:spMk id="61" creationId="{C8D013D0-8B70-087C-720F-FE9AFAEE895F}"/>
          </ac:spMkLst>
        </pc:spChg>
        <pc:spChg chg="mod">
          <ac:chgData name="Cesar De la Torre" userId="f9c14db2e5fef70d" providerId="LiveId" clId="{B065CA77-0006-4363-80FF-5AC5B086BC37}" dt="2026-02-22T16:51:43.573" v="2514" actId="1037"/>
          <ac:spMkLst>
            <pc:docMk/>
            <pc:sldMk cId="853383716" sldId="2147483538"/>
            <ac:spMk id="62" creationId="{403F02EF-4966-4B33-9A5D-5D1CAC6028B2}"/>
          </ac:spMkLst>
        </pc:spChg>
        <pc:spChg chg="mod">
          <ac:chgData name="Cesar De la Torre" userId="f9c14db2e5fef70d" providerId="LiveId" clId="{B065CA77-0006-4363-80FF-5AC5B086BC37}" dt="2026-02-22T16:49:01.109" v="2465" actId="166"/>
          <ac:spMkLst>
            <pc:docMk/>
            <pc:sldMk cId="853383716" sldId="2147483538"/>
            <ac:spMk id="72" creationId="{E6C86A62-8057-C9ED-8F97-045887C3D4C4}"/>
          </ac:spMkLst>
        </pc:spChg>
        <pc:spChg chg="mod">
          <ac:chgData name="Cesar De la Torre" userId="f9c14db2e5fef70d" providerId="LiveId" clId="{B065CA77-0006-4363-80FF-5AC5B086BC37}" dt="2026-02-22T16:49:01.109" v="2465" actId="166"/>
          <ac:spMkLst>
            <pc:docMk/>
            <pc:sldMk cId="853383716" sldId="2147483538"/>
            <ac:spMk id="73" creationId="{029C4977-F1FA-D126-BB3A-6CB238BA9C48}"/>
          </ac:spMkLst>
        </pc:spChg>
        <pc:spChg chg="mod">
          <ac:chgData name="Cesar De la Torre" userId="f9c14db2e5fef70d" providerId="LiveId" clId="{B065CA77-0006-4363-80FF-5AC5B086BC37}" dt="2026-02-22T16:51:43.573" v="2514" actId="1037"/>
          <ac:spMkLst>
            <pc:docMk/>
            <pc:sldMk cId="853383716" sldId="2147483538"/>
            <ac:spMk id="79" creationId="{996B88B3-41F1-BA0A-7C6F-56031BC16E63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84" creationId="{2C3B2F16-6C37-B93A-5940-9B5CCD140799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85" creationId="{21426794-39FC-E898-A2E3-EA8BEC853B7E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89" creationId="{933B65B9-CC18-3851-4135-16F8CF8418AF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90" creationId="{39896627-5947-DCB4-006E-272FEA675C18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106" creationId="{F090559F-F8B6-1702-7EF9-EA877C460012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107" creationId="{9991D5D6-4230-4127-6C31-E65CE7DD3605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108" creationId="{4AAAEF52-B544-4DA4-44B1-98BD9C173C18}"/>
          </ac:spMkLst>
        </pc:spChg>
        <pc:spChg chg="mod">
          <ac:chgData name="Cesar De la Torre" userId="f9c14db2e5fef70d" providerId="LiveId" clId="{B065CA77-0006-4363-80FF-5AC5B086BC37}" dt="2026-02-22T16:52:09.581" v="2530" actId="1037"/>
          <ac:spMkLst>
            <pc:docMk/>
            <pc:sldMk cId="853383716" sldId="2147483538"/>
            <ac:spMk id="109" creationId="{008EC209-2180-30B2-6F7C-08797335319F}"/>
          </ac:spMkLst>
        </pc:spChg>
        <pc:spChg chg="del mod">
          <ac:chgData name="Cesar De la Torre" userId="f9c14db2e5fef70d" providerId="LiveId" clId="{B065CA77-0006-4363-80FF-5AC5B086BC37}" dt="2026-02-22T17:07:00.698" v="2674" actId="478"/>
          <ac:spMkLst>
            <pc:docMk/>
            <pc:sldMk cId="853383716" sldId="2147483538"/>
            <ac:spMk id="119" creationId="{77912A01-EAB0-47E0-B8E3-8E016E836E03}"/>
          </ac:spMkLst>
        </pc:spChg>
        <pc:spChg chg="mod">
          <ac:chgData name="Cesar De la Torre" userId="f9c14db2e5fef70d" providerId="LiveId" clId="{B065CA77-0006-4363-80FF-5AC5B086BC37}" dt="2026-02-22T16:38:14.690" v="2230" actId="1038"/>
          <ac:spMkLst>
            <pc:docMk/>
            <pc:sldMk cId="853383716" sldId="2147483538"/>
            <ac:spMk id="123" creationId="{9824D002-F928-EE2C-3266-C1B7F513D0C5}"/>
          </ac:spMkLst>
        </pc:spChg>
        <pc:spChg chg="mod">
          <ac:chgData name="Cesar De la Torre" userId="f9c14db2e5fef70d" providerId="LiveId" clId="{B065CA77-0006-4363-80FF-5AC5B086BC37}" dt="2026-02-22T16:38:14.690" v="2230" actId="1038"/>
          <ac:spMkLst>
            <pc:docMk/>
            <pc:sldMk cId="853383716" sldId="2147483538"/>
            <ac:spMk id="125" creationId="{C58980D4-56F6-7D7F-A8DF-51BB7BCFE465}"/>
          </ac:spMkLst>
        </pc:sp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10" creationId="{6F1B7AC1-9325-0762-012D-01CC4598B2E0}"/>
          </ac:picMkLst>
        </pc:picChg>
        <pc:picChg chg="add mod ord">
          <ac:chgData name="Cesar De la Torre" userId="f9c14db2e5fef70d" providerId="LiveId" clId="{B065CA77-0006-4363-80FF-5AC5B086BC37}" dt="2026-02-22T16:55:23.958" v="2635" actId="1076"/>
          <ac:picMkLst>
            <pc:docMk/>
            <pc:sldMk cId="853383716" sldId="2147483538"/>
            <ac:picMk id="14" creationId="{1A1B074C-07D9-8135-E1A4-83FD6B321B27}"/>
          </ac:picMkLst>
        </pc:picChg>
        <pc:picChg chg="mod">
          <ac:chgData name="Cesar De la Torre" userId="f9c14db2e5fef70d" providerId="LiveId" clId="{B065CA77-0006-4363-80FF-5AC5B086BC37}" dt="2026-02-22T16:49:01.109" v="2465" actId="166"/>
          <ac:picMkLst>
            <pc:docMk/>
            <pc:sldMk cId="853383716" sldId="2147483538"/>
            <ac:picMk id="18" creationId="{99508F58-53A5-4604-3DFA-7962B7FF2887}"/>
          </ac:picMkLst>
        </pc:picChg>
        <pc:picChg chg="mod">
          <ac:chgData name="Cesar De la Torre" userId="f9c14db2e5fef70d" providerId="LiveId" clId="{B065CA77-0006-4363-80FF-5AC5B086BC37}" dt="2026-02-22T16:55:51.132" v="2640" actId="1076"/>
          <ac:picMkLst>
            <pc:docMk/>
            <pc:sldMk cId="853383716" sldId="2147483538"/>
            <ac:picMk id="19" creationId="{CA176610-26F2-53DD-4893-B305FB52FF99}"/>
          </ac:picMkLst>
        </pc:picChg>
        <pc:picChg chg="add del mod">
          <ac:chgData name="Cesar De la Torre" userId="f9c14db2e5fef70d" providerId="LiveId" clId="{B065CA77-0006-4363-80FF-5AC5B086BC37}" dt="2026-02-22T16:56:15.023" v="2644" actId="478"/>
          <ac:picMkLst>
            <pc:docMk/>
            <pc:sldMk cId="853383716" sldId="2147483538"/>
            <ac:picMk id="27" creationId="{EA4F6E52-4B1E-09A0-808D-1C83E560F253}"/>
          </ac:picMkLst>
        </pc:picChg>
        <pc:picChg chg="add mod">
          <ac:chgData name="Cesar De la Torre" userId="f9c14db2e5fef70d" providerId="LiveId" clId="{B065CA77-0006-4363-80FF-5AC5B086BC37}" dt="2026-02-22T16:56:33.081" v="2645" actId="1076"/>
          <ac:picMkLst>
            <pc:docMk/>
            <pc:sldMk cId="853383716" sldId="2147483538"/>
            <ac:picMk id="28" creationId="{361C9631-5DFF-4A67-F811-2DEE174DA41B}"/>
          </ac:picMkLst>
        </pc:picChg>
        <pc:picChg chg="add mod">
          <ac:chgData name="Cesar De la Torre" userId="f9c14db2e5fef70d" providerId="LiveId" clId="{B065CA77-0006-4363-80FF-5AC5B086BC37}" dt="2026-02-22T16:56:33.081" v="2645" actId="1076"/>
          <ac:picMkLst>
            <pc:docMk/>
            <pc:sldMk cId="853383716" sldId="2147483538"/>
            <ac:picMk id="29" creationId="{7F01C1F6-407A-AA98-5626-1D3D00C29EF6}"/>
          </ac:picMkLst>
        </pc:pic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50" creationId="{4FD32D9A-E4BF-6994-C905-992EB91972B4}"/>
          </ac:picMkLst>
        </pc:pic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56" creationId="{DA551E8B-DEFE-0AC2-13CD-DE78157AC635}"/>
          </ac:picMkLst>
        </pc:pic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57" creationId="{890CC638-A811-65C1-19F2-752FFDD1D404}"/>
          </ac:picMkLst>
        </pc:picChg>
        <pc:picChg chg="mod">
          <ac:chgData name="Cesar De la Torre" userId="f9c14db2e5fef70d" providerId="LiveId" clId="{B065CA77-0006-4363-80FF-5AC5B086BC37}" dt="2026-02-22T16:38:40.062" v="2254" actId="1037"/>
          <ac:picMkLst>
            <pc:docMk/>
            <pc:sldMk cId="853383716" sldId="2147483538"/>
            <ac:picMk id="58" creationId="{6CE68F44-BC9E-3905-FD27-0F7F27EEFA52}"/>
          </ac:picMkLst>
        </pc:picChg>
        <pc:picChg chg="mod">
          <ac:chgData name="Cesar De la Torre" userId="f9c14db2e5fef70d" providerId="LiveId" clId="{B065CA77-0006-4363-80FF-5AC5B086BC37}" dt="2026-02-22T16:55:58.278" v="2641" actId="1076"/>
          <ac:picMkLst>
            <pc:docMk/>
            <pc:sldMk cId="853383716" sldId="2147483538"/>
            <ac:picMk id="76" creationId="{9DEF6586-6C79-18A0-700E-1C8F18A309DB}"/>
          </ac:picMkLst>
        </pc:picChg>
        <pc:picChg chg="mod">
          <ac:chgData name="Cesar De la Torre" userId="f9c14db2e5fef70d" providerId="LiveId" clId="{B065CA77-0006-4363-80FF-5AC5B086BC37}" dt="2026-02-22T16:52:09.581" v="2530" actId="1037"/>
          <ac:picMkLst>
            <pc:docMk/>
            <pc:sldMk cId="853383716" sldId="2147483538"/>
            <ac:picMk id="88" creationId="{B49004FB-3A17-FE90-63A6-71E4E93E90AD}"/>
          </ac:picMkLst>
        </pc:picChg>
        <pc:picChg chg="mod">
          <ac:chgData name="Cesar De la Torre" userId="f9c14db2e5fef70d" providerId="LiveId" clId="{B065CA77-0006-4363-80FF-5AC5B086BC37}" dt="2026-02-22T16:38:14.690" v="2230" actId="1038"/>
          <ac:picMkLst>
            <pc:docMk/>
            <pc:sldMk cId="853383716" sldId="2147483538"/>
            <ac:picMk id="122" creationId="{884808A1-C09D-08C2-8FAB-10852AA072C0}"/>
          </ac:picMkLst>
        </pc:picChg>
        <pc:picChg chg="mod">
          <ac:chgData name="Cesar De la Torre" userId="f9c14db2e5fef70d" providerId="LiveId" clId="{B065CA77-0006-4363-80FF-5AC5B086BC37}" dt="2026-02-22T16:38:14.690" v="2230" actId="1038"/>
          <ac:picMkLst>
            <pc:docMk/>
            <pc:sldMk cId="853383716" sldId="2147483538"/>
            <ac:picMk id="127" creationId="{716BE472-1977-B766-C22B-8F2BBC3FA50C}"/>
          </ac:picMkLst>
        </pc:picChg>
        <pc:cxnChg chg="mod">
          <ac:chgData name="Cesar De la Torre" userId="f9c14db2e5fef70d" providerId="LiveId" clId="{B065CA77-0006-4363-80FF-5AC5B086BC37}" dt="2026-02-22T16:38:40.062" v="2254" actId="1037"/>
          <ac:cxnSpMkLst>
            <pc:docMk/>
            <pc:sldMk cId="853383716" sldId="2147483538"/>
            <ac:cxnSpMk id="13" creationId="{21CE5FCF-B86C-9733-FD40-5719EBA5F307}"/>
          </ac:cxnSpMkLst>
        </pc:cxnChg>
        <pc:cxnChg chg="add mod">
          <ac:chgData name="Cesar De la Torre" userId="f9c14db2e5fef70d" providerId="LiveId" clId="{B065CA77-0006-4363-80FF-5AC5B086BC37}" dt="2026-02-22T19:01:50.665" v="2726"/>
          <ac:cxnSpMkLst>
            <pc:docMk/>
            <pc:sldMk cId="853383716" sldId="2147483538"/>
            <ac:cxnSpMk id="34" creationId="{7D354237-5DDE-643B-3B2A-0E933C78B153}"/>
          </ac:cxnSpMkLst>
        </pc:cxnChg>
        <pc:cxnChg chg="add mod">
          <ac:chgData name="Cesar De la Torre" userId="f9c14db2e5fef70d" providerId="LiveId" clId="{B065CA77-0006-4363-80FF-5AC5B086BC37}" dt="2026-02-22T19:01:50.665" v="2726"/>
          <ac:cxnSpMkLst>
            <pc:docMk/>
            <pc:sldMk cId="853383716" sldId="2147483538"/>
            <ac:cxnSpMk id="35" creationId="{370FC463-796A-69E6-F636-BD96C2CD3D44}"/>
          </ac:cxnSpMkLst>
        </pc:cxnChg>
        <pc:cxnChg chg="del">
          <ac:chgData name="Cesar De la Torre" userId="f9c14db2e5fef70d" providerId="LiveId" clId="{B065CA77-0006-4363-80FF-5AC5B086BC37}" dt="2026-02-22T16:56:36.928" v="2646" actId="478"/>
          <ac:cxnSpMkLst>
            <pc:docMk/>
            <pc:sldMk cId="853383716" sldId="2147483538"/>
            <ac:cxnSpMk id="91" creationId="{EC5A4D09-08AD-92B2-977A-9D63BF144A18}"/>
          </ac:cxnSpMkLst>
        </pc:cxnChg>
        <pc:cxnChg chg="mod">
          <ac:chgData name="Cesar De la Torre" userId="f9c14db2e5fef70d" providerId="LiveId" clId="{B065CA77-0006-4363-80FF-5AC5B086BC37}" dt="2026-02-22T16:53:44.006" v="2610" actId="14100"/>
          <ac:cxnSpMkLst>
            <pc:docMk/>
            <pc:sldMk cId="853383716" sldId="2147483538"/>
            <ac:cxnSpMk id="92" creationId="{B734C3F4-5F69-AB3B-79A1-7E7A82563DE0}"/>
          </ac:cxnSpMkLst>
        </pc:cxnChg>
        <pc:cxnChg chg="mod">
          <ac:chgData name="Cesar De la Torre" userId="f9c14db2e5fef70d" providerId="LiveId" clId="{B065CA77-0006-4363-80FF-5AC5B086BC37}" dt="2026-02-22T16:52:30.640" v="2533" actId="14100"/>
          <ac:cxnSpMkLst>
            <pc:docMk/>
            <pc:sldMk cId="853383716" sldId="2147483538"/>
            <ac:cxnSpMk id="98" creationId="{BE4E9562-96DA-2C49-8B48-28DA821108C5}"/>
          </ac:cxnSpMkLst>
        </pc:cxnChg>
        <pc:cxnChg chg="mod">
          <ac:chgData name="Cesar De la Torre" userId="f9c14db2e5fef70d" providerId="LiveId" clId="{B065CA77-0006-4363-80FF-5AC5B086BC37}" dt="2026-02-22T16:52:27.045" v="2532" actId="14100"/>
          <ac:cxnSpMkLst>
            <pc:docMk/>
            <pc:sldMk cId="853383716" sldId="2147483538"/>
            <ac:cxnSpMk id="101" creationId="{4C2117F8-9AC2-9206-3C66-D63B1F6FE9AB}"/>
          </ac:cxnSpMkLst>
        </pc:cxnChg>
        <pc:cxnChg chg="mod">
          <ac:chgData name="Cesar De la Torre" userId="f9c14db2e5fef70d" providerId="LiveId" clId="{B065CA77-0006-4363-80FF-5AC5B086BC37}" dt="2026-02-22T16:38:14.690" v="2230" actId="1038"/>
          <ac:cxnSpMkLst>
            <pc:docMk/>
            <pc:sldMk cId="853383716" sldId="2147483538"/>
            <ac:cxnSpMk id="129" creationId="{5262D91B-3786-F9A5-E15F-C151E6F7852F}"/>
          </ac:cxnSpMkLst>
        </pc:cxnChg>
      </pc:sldChg>
      <pc:sldChg chg="addSp delSp modSp new mod">
        <pc:chgData name="Cesar De la Torre" userId="f9c14db2e5fef70d" providerId="LiveId" clId="{B065CA77-0006-4363-80FF-5AC5B086BC37}" dt="2026-02-22T17:10:58.168" v="2706" actId="1076"/>
        <pc:sldMkLst>
          <pc:docMk/>
          <pc:sldMk cId="1010408644" sldId="2147483539"/>
        </pc:sldMkLst>
        <pc:spChg chg="del">
          <ac:chgData name="Cesar De la Torre" userId="f9c14db2e5fef70d" providerId="LiveId" clId="{B065CA77-0006-4363-80FF-5AC5B086BC37}" dt="2026-02-22T16:57:58.854" v="2648" actId="478"/>
          <ac:spMkLst>
            <pc:docMk/>
            <pc:sldMk cId="1010408644" sldId="2147483539"/>
            <ac:spMk id="2" creationId="{7FB5BCF3-418E-BBCF-DB38-08BC1896D837}"/>
          </ac:spMkLst>
        </pc:spChg>
        <pc:spChg chg="del">
          <ac:chgData name="Cesar De la Torre" userId="f9c14db2e5fef70d" providerId="LiveId" clId="{B065CA77-0006-4363-80FF-5AC5B086BC37}" dt="2026-02-22T16:57:58.854" v="2648" actId="478"/>
          <ac:spMkLst>
            <pc:docMk/>
            <pc:sldMk cId="1010408644" sldId="2147483539"/>
            <ac:spMk id="3" creationId="{E65B334A-B55A-6306-9E15-E63D760C003E}"/>
          </ac:spMkLst>
        </pc:spChg>
        <pc:spChg chg="add mod">
          <ac:chgData name="Cesar De la Torre" userId="f9c14db2e5fef70d" providerId="LiveId" clId="{B065CA77-0006-4363-80FF-5AC5B086BC37}" dt="2026-02-22T17:10:58.168" v="2706" actId="1076"/>
          <ac:spMkLst>
            <pc:docMk/>
            <pc:sldMk cId="1010408644" sldId="2147483539"/>
            <ac:spMk id="6" creationId="{6CD212F5-C078-A135-E825-C44513BCB349}"/>
          </ac:spMkLst>
        </pc:spChg>
        <pc:picChg chg="add">
          <ac:chgData name="Cesar De la Torre" userId="f9c14db2e5fef70d" providerId="LiveId" clId="{B065CA77-0006-4363-80FF-5AC5B086BC37}" dt="2026-02-22T16:57:59.326" v="2649" actId="22"/>
          <ac:picMkLst>
            <pc:docMk/>
            <pc:sldMk cId="1010408644" sldId="2147483539"/>
            <ac:picMk id="5" creationId="{CC852989-5E5F-99AD-E601-201FAC3DE992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2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 3623 0 0,'-12'23'413'0'0,"6"-12"131"0"0,0 0-1 0 0,0 1 0 0 0,-6 21 0 0 0,12-33-492 0 0,0 1-1 0 0,-1 0 1 0 0,1-1 0 0 0,0 1 0 0 0,0-1 0 0 0,-1 1 0 0 0,1 0-1 0 0,0-1 1 0 0,0 1 0 0 0,0 0 0 0 0,0-1 0 0 0,0 1 0 0 0,0 0-1 0 0,0-1 1 0 0,0 1 0 0 0,0 0 0 0 0,0-1 0 0 0,1 1-1 0 0,-1 0 1 0 0,0-1 0 0 0,0 1 0 0 0,1-1 0 0 0,-1 1 0 0 0,0 0-1 0 0,0-1 1 0 0,1 1 0 0 0,-1-1 0 0 0,1 1 0 0 0,-1-1 0 0 0,1 1-1 0 0,-1-1 1 0 0,1 1 0 0 0,-1-1 0 0 0,1 0 0 0 0,-1 1 0 0 0,1-1-1 0 0,-1 0 1 0 0,1 1 0 0 0,0-1 0 0 0,-1 0 0 0 0,1 0 0 0 0,0 0-1 0 0,-1 1 1 0 0,1-1 0 0 0,-1 0 0 0 0,1 0 0 0 0,0 0-1 0 0,-1 0 1 0 0,1 0 0 0 0,0 0 0 0 0,-1 0 0 0 0,1 0 0 0 0,0 0-1 0 0,-1-1 1 0 0,1 1 0 0 0,1-1 0 0 0,1 1 109 0 0,1-1 0 0 0,-1 0 1 0 0,0-1-1 0 0,1 1 0 0 0,-1 0 1 0 0,0-1-1 0 0,0 0 0 0 0,0 0 0 0 0,3-3 1 0 0,-1 1 207 0 0,-2 0 1 0 0,1 0-1 0 0,0-1 1 0 0,4-7-1 0 0,-8 11-349 0 0,0 1-1 0 0,1-1 1 0 0,-1 1-1 0 0,1-1 1 0 0,-1 0-1 0 0,0 1 1 0 0,1-1-1 0 0,-1 0 1 0 0,0 1-1 0 0,0-1 0 0 0,0 0 1 0 0,1 1-1 0 0,-1-1 1 0 0,0 0-1 0 0,0 1 1 0 0,0-1-1 0 0,0 0 1 0 0,0 0-1 0 0,0 1 1 0 0,-1-1-1 0 0,1 0 0 0 0,0 1 1 0 0,0-1-1 0 0,0 0 1 0 0,-1 1-1 0 0,1-1 1 0 0,0 0-1 0 0,-1 1 1 0 0,1-1-1 0 0,0 0 1 0 0,-1 1-1 0 0,1-1 0 0 0,-1 1 1 0 0,1-1-1 0 0,-1 1 1 0 0,1-1-1 0 0,-1 1 1 0 0,1 0-1 0 0,-1-1 1 0 0,0 1-1 0 0,1-1 1 0 0,-1 1-1 0 0,1 0 0 0 0,-1 0 1 0 0,0-1-1 0 0,1 1 1 0 0,-1 0-1 0 0,0 0 1 0 0,0 0-1 0 0,0 0 1 0 0,-1-1-13 0 0,0 1 1 0 0,0 0 0 0 0,0 0 0 0 0,0 1 0 0 0,0-1 0 0 0,1 0 0 0 0,-1 0-1 0 0,0 1 1 0 0,0-1 0 0 0,0 1 0 0 0,1 0 0 0 0,-1-1 0 0 0,0 1-1 0 0,1 0 1 0 0,-1 0 0 0 0,0 0 0 0 0,1 0 0 0 0,-1 1 0 0 0,1-1 0 0 0,0 0-1 0 0,-1 0 1 0 0,1 1 0 0 0,0-1 0 0 0,0 1 0 0 0,0-1 0 0 0,0 1-1 0 0,0 0 1 0 0,0-1 0 0 0,0 4 0 0 0,0-3 0 0 0,0-1-1 0 0,0 1 1 0 0,0 0 0 0 0,1 0 0 0 0,-1 0 0 0 0,1 0-1 0 0,0 0 1 0 0,-1 0 0 0 0,1 0 0 0 0,0 0-1 0 0,0 0 1 0 0,0 0 0 0 0,1 0 0 0 0,-1 0-1 0 0,0 0 1 0 0,1 0 0 0 0,-1 0 0 0 0,1 0-1 0 0,-1-1 1 0 0,1 1 0 0 0,0 0 0 0 0,0 0-1 0 0,0 0 1 0 0,0-1 0 0 0,0 1 0 0 0,1-1 0 0 0,1 3-1 0 0,-2-3 3 0 0,0-1 0 0 0,0 1-1 0 0,0 0 1 0 0,0-1-1 0 0,-1 0 1 0 0,1 1 0 0 0,0-1-1 0 0,0 0 1 0 0,0 1 0 0 0,0-1-1 0 0,0 0 1 0 0,0 0-1 0 0,0 0 1 0 0,0 0 0 0 0,0 0-1 0 0,0 0 1 0 0,0 0 0 0 0,0 0-1 0 0,0 0 1 0 0,0-1-1 0 0,1 1 1 0 0,1-1 44 0 0,0-1 0 0 0,0 1 0 0 0,-1 0 0 0 0,1-1 0 0 0,-1 0 0 0 0,1 1 0 0 0,2-4 0 0 0,0 1 33 0 0,-1 0-1 0 0,0 0 0 0 0,0-1 0 0 0,-1 1 1 0 0,1-1-1 0 0,-1 0 0 0 0,3-6 0 0 0,-5 8-36 0 0,0 0 0 0 0,-1 0 0 0 0,1 1-1 0 0,0-1 1 0 0,-1 0 0 0 0,0 0 0 0 0,1 0-1 0 0,-1 0 1 0 0,0 0 0 0 0,-1 0 0 0 0,1 0-1 0 0,-1-4 1 0 0,1 6-39 0 0,-1 0-1 0 0,1 1 1 0 0,0-1-1 0 0,-1 0 1 0 0,1 1 0 0 0,0-1-1 0 0,-1 0 1 0 0,1 1-1 0 0,-1-1 1 0 0,1 1-1 0 0,-1-1 1 0 0,1 1 0 0 0,-1-1-1 0 0,1 1 1 0 0,-1-1-1 0 0,1 1 1 0 0,-1-1-1 0 0,0 1 1 0 0,1 0 0 0 0,-2-1-1 0 0,1 1-1 0 0,-1-1 0 0 0,1 1 1 0 0,0 0-1 0 0,-1 0 0 0 0,1 0 0 0 0,0 1 0 0 0,0-1 0 0 0,-1 0 0 0 0,1 0 1 0 0,0 1-1 0 0,0-1 0 0 0,-1 1 0 0 0,1-1 0 0 0,0 1 0 0 0,0-1 0 0 0,-2 2 1 0 0,0 1-81 0 0,-1 0 0 0 0,1 0 0 0 0,0 0 0 0 0,-1 0 0 0 0,1 0 0 0 0,1 1 0 0 0,-1 0 0 0 0,1-1 0 0 0,-1 1 0 0 0,-2 7 0 0 0,-4 10-5244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26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732 681 5063 0 0,'-3'5'5996'0'0,"-14"17"-4776"0"0,-3 2-551 0 0,-1-2-1 0 0,-1 0 0 0 0,-44 33 1 0 0,1 0-231 0 0,37-28-307 0 0,-105 90-412 0 0,102-92 27 0 0,-1-2 0 0 0,-49 28 0 0 0,78-50 242 0 0,-4 3 2 0 0,-1 0 0 0 0,1 0 0 0 0,-1-1-1 0 0,-10 3 1 0 0,17-6 26 0 0,0 1 0 0 0,-1-1 0 0 0,1 0 0 0 0,0 0 0 0 0,0 1 0 0 0,0-1 0 0 0,0 0 0 0 0,-1 0 0 0 0,1 0 0 0 0,0 0 0 0 0,0 0 0 0 0,-1-1 0 0 0,1 1 0 0 0,0 0 0 0 0,0 0 0 0 0,0-1 0 0 0,0 1 0 0 0,0-1 0 0 0,-1 1 0 0 0,1-1 0 0 0,0 1 0 0 0,0-1 0 0 0,0 0 0 0 0,0 0 0 0 0,0 1 0 0 0,1-1 0 0 0,-1 0 0 0 0,0 0 0 0 0,0 0 0 0 0,0 0 0 0 0,1 0-1 0 0,-1 0 1 0 0,1 0 0 0 0,-1 0 0 0 0,1 0 0 0 0,-1 0 0 0 0,1 0 0 0 0,-1-2 0 0 0,-2-13 61 0 0,1 1-1 0 0,0-1 0 0 0,1 0 0 0 0,1 0 0 0 0,2-25 1 0 0,17-82-94 0 0,-13 91 32 0 0,21-99 230 0 0,14-100 902 0 0,-39 201-1067 0 0,0-1-1 0 0,-2 1 0 0 0,-1 0 0 0 0,-2 0 0 0 0,-11-54 0 0 0,13 79-70 0 0,-7-28 102 0 0,-1 0 0 0 0,-19-43 0 0 0,25 68-90 0 0,-1 0 0 0 0,0 0 1 0 0,0 1-1 0 0,-1 0 0 0 0,0 0 1 0 0,0 0-1 0 0,0 0 0 0 0,-1 1 1 0 0,0 0-1 0 0,0 0 0 0 0,-1 0 0 0 0,0 1 1 0 0,0 0-1 0 0,0 0 0 0 0,-9-3 1 0 0,15 7-20 0 0,0 0 0 0 0,0 1-1 0 0,0-1 1 0 0,-1 0 0 0 0,1 1 0 0 0,0 0 0 0 0,-1-1 0 0 0,1 1 0 0 0,0 0 0 0 0,-1-1 0 0 0,1 1 0 0 0,-1 0 0 0 0,1 0 0 0 0,0 0 0 0 0,-1 0 0 0 0,1 1 0 0 0,-1-1 0 0 0,1 0 0 0 0,0 0 0 0 0,-1 1 0 0 0,1-1 0 0 0,0 1 0 0 0,0-1 0 0 0,-1 1 0 0 0,1 0 0 0 0,0-1 0 0 0,0 1 0 0 0,0 0 0 0 0,0 0 0 0 0,0 0 0 0 0,0 0 0 0 0,0 0 0 0 0,0 0 0 0 0,0 0 0 0 0,0 0 0 0 0,0 0 0 0 0,1 0 0 0 0,-2 2 0 0 0,1 2 3 0 0,-1-1 1 0 0,1 0 0 0 0,0 1-1 0 0,0-1 1 0 0,1 1-1 0 0,0-1 1 0 0,-1 1-1 0 0,1-1 1 0 0,1 1 0 0 0,0 7-1 0 0,7 27 1 0 0,2 0 0 0 0,17 43 1 0 0,37 74 49 0 0,-29-74-9 0 0,72 149 286 0 0,-78-173-264 0 0,13 21-11 0 0,-3-8-85 0 0,-12-20-177 0 0,-22-42-111 0 0,0 2-1171 0 0,20 45-4560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2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35 8751 0 0,'-1'-1'123'0'0,"0"0"0"0"0,0 0-1 0 0,0 0 1 0 0,1 0 0 0 0,-1 0-1 0 0,0 0 1 0 0,1 0 0 0 0,-1 0 0 0 0,1-1-1 0 0,0 1 1 0 0,-1 0 0 0 0,1 0-1 0 0,0-2 1 0 0,0 2 52 0 0,0 0 0 0 0,0 1 0 0 0,0-1 0 0 0,0 1 0 0 0,0-1 0 0 0,0 1 0 0 0,0-1 0 0 0,1 1 0 0 0,-1-1 0 0 0,0 1 0 0 0,0-1 0 0 0,1 1 0 0 0,1-2 699 0 0,-2 2-699 0 0,0-1 0 0 0,1 1 0 0 0,-1 0 0 0 0,2-1 0 0 0,18-4 3773 0 0,-3 4-4080 0 0,90 9 2697 0 0,-2 1-2402 0 0,-96-7-818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41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77 2303 0 0,'-19'-25'2057'0'0,"-6"-7"2406"0"0,23 31-4130 0 0,1-1-1 0 0,0 1 1 0 0,-1 0 0 0 0,0-1-1 0 0,1 1 1 0 0,-1 0 0 0 0,0 0-1 0 0,1 0 1 0 0,-1 0 0 0 0,0 1-1 0 0,0-1 1 0 0,0 0-1 0 0,0 1 1 0 0,0-1 0 0 0,0 1-1 0 0,-5 2 1650 0 0,12 2-1071 0 0,9 2 404 0 0,-1-3-1311 0 0,-1 0 1 0 0,1-1-1 0 0,0-1 1 0 0,0 0-1 0 0,19-2 1 0 0,64-12 279 0 0,-70 8-251 0 0,0 2 0 0 0,0 0 0 0 0,36 1 1 0 0,-60 2-99 0 0,-1 0 0 0 0,1 0 0 0 0,0 1 0 0 0,-1-1 0 0 0,1 0 0 0 0,0 1 0 0 0,-1-1 0 0 0,1 1 0 0 0,0-1 0 0 0,-1 1 1 0 0,1 0-1 0 0,-1-1 0 0 0,1 1 0 0 0,-1 0 0 0 0,1 0 0 0 0,-1 0 0 0 0,0 0 0 0 0,3 2 0 0 0,-4 0-1027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04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6 142 1839 0 0,'-5'-9'9125'0'0,"45"19"-6419"0"0,-28-5-2441 0 0,3 2 43 0 0,1-1 0 0 0,0 0 0 0 0,0-1 0 0 0,1-1 0 0 0,0-1 0 0 0,-1 0 0 0 0,30 1 0 0 0,313-18 1784 0 0,-304 10-1801 0 0,84-16-1 0 0,-85 10 14 0 0,88-5-1 0 0,5 19-51 0 0,70-5-210 0 0,-10-5 58 0 0,-137 7-40 0 0,1-3 0 0 0,90-16 0 0 0,-69 2 201 0 0,178-7 0 0 0,99-2 123 0 0,-305 13-246 0 0,-36 7 21 0 0,57-5 0 0 0,82 15 306 0 0,-106-1-349 0 0,-1-3 0 0 0,66-7 0 0 0,-19-3-30 0 0,-107 9-111 0 0,0 1 1 0 0,1-1-1 0 0,-1 0 1 0 0,0 0-1 0 0,0 0 1 0 0,0 0-1 0 0,0 0 0 0 0,0 0 1 0 0,1 0-1 0 0,-1 0 1 0 0,0 0-1 0 0,0 0 1 0 0,0 0-1 0 0,0 0 1 0 0,0 0-1 0 0,1 0 1 0 0,-1 0-1 0 0,0 0 0 0 0,0 0 1 0 0,0 0-1 0 0,0 0 1 0 0,0 0-1 0 0,0 0 1 0 0,1 0-1 0 0,-1-1 1 0 0,0 1-1 0 0,0 0 1 0 0,0 0-1 0 0,0 0 0 0 0,0 0 1 0 0,0 0-1 0 0,1 0 1 0 0,-1 0-1 0 0,0 0 1 0 0,0-1-1 0 0,0 1 1 0 0,0 0-1 0 0,0 0 1 0 0,0 0-1 0 0,0 0 0 0 0,0 0 1 0 0,0 0-1 0 0,0-1 1 0 0,0 1-1 0 0,0 0 1 0 0,0 0-1 0 0,0 0 1 0 0,0 0-1 0 0,0 0 1 0 0,0-1-1 0 0,0 1 0 0 0,0 0 1 0 0,0 0-1 0 0,0 0 1 0 0,0 0-1 0 0,0 0 1 0 0,0 0-1 0 0,0-1 1 0 0,0 1-1 0 0,0 0 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33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 5959 0 0,'0'-13'5192'0'0,"12"12"-4536"0"0,71 6 909 0 0,29 5-711 0 0,20 15-73 0 0,90 12 75 0 0,37-14-352 0 0,61 7 174 0 0,-1 22-114 0 0,-293-46-546 0 0,655 126 1186 0 0,-494-111-592 0 0,116 20-122 0 0,-200-19-366 0 0,382 65 61 0 0,-398-81-59 0 0,169-10 0 0 0,-69-3 157 0 0,92-2 379 0 0,-221 7-593 0 0,173-1 8 0 0,137-12-89 0 0,-301 11 38 0 0,0 2 1 0 0,97 10 0 0 0,-142-6-22 0 0,278-5 407 0 0,-279 2-195 0 0,16 1 391 0 0,-23 0-792 0 0,-21 1-1965 0 0,-1 1 977 0 0,-5 2-11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35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1784 1375 0 0,'-4'-11'-1093'0'0,"3"-1"5508"0"0,15 2-1233 0 0,49-25-673 0 0,-45 24-2173 0 0,0 0 0 0 0,1 1 0 0 0,0 1 0 0 0,1 1 1 0 0,0 1-1 0 0,21-4 0 0 0,416-66 234 0 0,1 47 226 0 0,-301 26-816 0 0,318-33 506 0 0,14 0 20 0 0,-191 33-506 0 0,-75 2 0 0 0,-15 4 0 0 0,114-7 0 0 0,-210 2 28 0 0,132 12 0 0 0,-137-2-20 0 0,-21-7 13 0 0,114-13-1 0 0,-4-1 3 0 0,-176 13-23 0 0,263-13 0 0 0,-87-16 262 0 0,-159 21-187 0 0,0-1-1 0 0,-1-2 1 0 0,42-20-1 0 0,-21 2 84 0 0,-2-2 1 0 0,79-61-1 0 0,-117 77-117 0 0,0 0 0 0 0,0-2-1 0 0,-2 0 1 0 0,0-1 0 0 0,24-41 0 0 0,0 1 125 0 0,21-24 155 0 0,108-165-8 0 0,-141 207-121 0 0,1 1 0 0 0,3 1 0 0 0,0 2 0 0 0,3 1 0 0 0,1 1 0 0 0,1 2 0 0 0,2 2 0 0 0,2 2 0 0 0,66-39 0 0 0,31-24-28 0 0,20-12 536 0 0,-150 101-660 0 0,0-1-1 0 0,0 2 1 0 0,0-1 0 0 0,1 0-1 0 0,-1 1 1 0 0,0 1-1 0 0,1-1 1 0 0,-1 1 0 0 0,15 0-1 0 0,-18 1-32 0 0,-1-1 0 0 0,1 0 0 0 0,-1 0-1 0 0,1 0 1 0 0,-1 0 0 0 0,1-1 0 0 0,-1 1 0 0 0,0-1 0 0 0,0 0-1 0 0,5-3 1 0 0,-5 2-8 0 0,1 1 0 0 0,0 0 0 0 0,0 0 0 0 0,-1 0 0 0 0,1 0 0 0 0,5 0 0 0 0,-8 1-94 0 0,1 1 0 0 0,-1 0 0 0 0,1 0 0 0 0,-1 0 0 0 0,0 0 0 0 0,1 0 1 0 0,-1 0-1 0 0,0 1 0 0 0,1-1 0 0 0,-1 0 0 0 0,0 1 0 0 0,1-1 0 0 0,-1 1 0 0 0,0-1 1 0 0,1 1-1 0 0,-1 0 0 0 0,0-1 0 0 0,0 1 0 0 0,0 0 0 0 0,0 0 0 0 0,0 0 1 0 0,0 0-1 0 0,1 1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7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0 7423 0 0,'-1'1'128'0'0,"0"-1"0"0"0,0 0 0 0 0,1 0 0 0 0,-1 0-1 0 0,0 1 1 0 0,0-1 0 0 0,1 0 0 0 0,-1 0-1 0 0,0 1 1 0 0,1-1 0 0 0,-1 1 0 0 0,0-1 0 0 0,1 1-1 0 0,-1-1 1 0 0,1 1 0 0 0,-1-1 0 0 0,1 1 0 0 0,-1 0-1 0 0,1-1 1 0 0,-1 1 0 0 0,1-1 0 0 0,-1 1-1 0 0,1 0 1 0 0,0 0 0 0 0,0-1 0 0 0,-1 1 0 0 0,1 0-1 0 0,0 1 1 0 0,-4 25 1392 0 0,3-21-1039 0 0,-15 125 3608 0 0,4-44-3028 0 0,-1 100 0 0 0,15-170-1811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8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45 107 3223 0 0,'-3'-12'1399'0'0,"-1"0"-1"0"0,0 0 0 0 0,0 1 1 0 0,-1-1-1 0 0,-9-12 0 0 0,3 2-1076 0 0,15 20 844 0 0,10 5-613 0 0,25 7-305 0 0,-15-3 149 0 0,81 18 475 0 0,248 62 35 0 0,-6 21-818 0 0,-242-75 63 0 0,174 34 0 0 0,-91-12 242 0 0,-131-36-215 0 0,96 21 0 0 0,-55-26-35 0 0,0-3 0 0 0,1-5 0 0 0,131-8 0 0 0,-229 2-144 0 0,56-1-1141 0 0,-53 1 768 0 0,1 0 0 0 0,0 1 1 0 0,-1-1-1 0 0,1 1 0 0 0,-1 1 1 0 0,1-1-1 0 0,-1 1 1 0 0,1-1-1 0 0,7 5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6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 3 2759 0 0,'-1'-1'11'0'0,"1"1"0"0"0,0 0 0 0 0,0 0 0 0 0,0 0 0 0 0,0 0 0 0 0,0 0 0 0 0,0 0 0 0 0,-1-1 0 0 0,1 1 0 0 0,0 0 0 0 0,0 0 0 0 0,0 0 0 0 0,0 0 0 0 0,0 0 0 0 0,-1 0 0 0 0,1 0 0 0 0,0 0 0 0 0,0 0 0 0 0,0 0 0 0 0,-1 0 0 0 0,1 0 0 0 0,0 0 0 0 0,0 0-1 0 0,0 0 1 0 0,0 0 0 0 0,-1 0 0 0 0,1 0 0 0 0,0 0 0 0 0,0 0 0 0 0,0 0 0 0 0,0 0 0 0 0,-1 0 0 0 0,1 0 0 0 0,0 0 0 0 0,0 0 0 0 0,0 0 0 0 0,0 1 0 0 0,0-1 0 0 0,-1 0 0 0 0,1 0 0 0 0,-5 10 1992 0 0,1 14 707 0 0,3-23-2863 0 0,-17 105 1548 0 0,-35 107 0 0 0,49-199-1287 0 0,-1 0-1 0 0,-1 0 0 0 0,0-1 1 0 0,-1 1-1 0 0,0-2 0 0 0,-1 1 1 0 0,-1-1-1 0 0,0 0 0 0 0,0-1 1 0 0,-1 0-1 0 0,-20 17 0 0 0,25-24-129 0 0,-20 20 139 0 0,24-23-126 0 0,0 0 1 0 0,0 1 0 0 0,0-1-1 0 0,0 0 1 0 0,0 0 0 0 0,1 0-1 0 0,-1 1 1 0 0,0-1 0 0 0,1 0-1 0 0,-1 1 1 0 0,1-1 0 0 0,-1 1-1 0 0,1-1 1 0 0,0 0 0 0 0,-1 1-1 0 0,1-1 1 0 0,0 1 0 0 0,0 2-1 0 0,3 1-877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6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17 1375 0 0,'-9'-16'7441'0'0,"19"50"-7360"0"0,-5-17 437 0 0,27 99 433 0 0,16 49 442 0 0,-43-150-1271 0 0,1-1 0 0 0,0 0-1 0 0,2 0 1 0 0,-1-1-1 0 0,1 0 1 0 0,14 17 0 0 0,-17-24-201 0 0,0 0 0 0 0,1 0 0 0 0,0 0 0 0 0,0-1 0 0 0,0 0 0 0 0,1 0 0 0 0,0 0 0 0 0,0-1 0 0 0,0 0 1 0 0,0-1-1 0 0,1 1 0 0 0,-1-1 0 0 0,14 3 0 0 0,-6-4-4068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7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29 9127 0 0,'-3'-10'148'0'0,"3"10"-58"0"0,-1-1 0 0 0,1 0 0 0 0,0 1 0 0 0,-1-1 0 0 0,1 0 0 0 0,0 0 0 0 0,0 0 0 0 0,0 1 0 0 0,-1-1 0 0 0,1 0 0 0 0,0 0 0 0 0,0 0 0 0 0,0 1 0 0 0,0-1 0 0 0,1-2 0 0 0,0 3-26 0 0,0-1 0 0 0,-1 1-1 0 0,1-1 1 0 0,0 1-1 0 0,0-1 1 0 0,0 1-1 0 0,0 0 1 0 0,0-1-1 0 0,0 1 1 0 0,0 0 0 0 0,0 0-1 0 0,0 0 1 0 0,0 0-1 0 0,0 0 1 0 0,0 0-1 0 0,0 0 1 0 0,2 0-1 0 0,182 4-1376 0 0,-163-3-2514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7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2303 0 0,'-4'28'6366'0'0,"2"-6"-5318"0"0,4 72-108 0 0,26 171 1 0 0,-25-247-868 0 0,-2-12-959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7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66 7199 0 0,'4'-5'116'0'0,"0"0"-1"0"0,0 1 0 0 0,1-1 0 0 0,-1 1 0 0 0,1 0 0 0 0,0 0 1 0 0,0 0-1 0 0,0 1 0 0 0,0 0 0 0 0,1 0 0 0 0,5-2 0 0 0,0 1 88 0 0,0 1 0 0 0,1 0 0 0 0,-1 1 0 0 0,1 0 0 0 0,11 0 0 0 0,-8 2-159 0 0,0 0-1 0 0,0 1 1 0 0,0 0-1 0 0,0 1 0 0 0,0 1 1 0 0,28 9-1 0 0,-34-9-38 0 0,-1 0 0 0 0,1 1-1 0 0,-1 0 1 0 0,1 0 0 0 0,-1 1 0 0 0,0 0-1 0 0,-1 1 1 0 0,1 0 0 0 0,-1 0 0 0 0,0 0-1 0 0,-1 1 1 0 0,8 9 0 0 0,-12-14-11 0 0,-1 0 1 0 0,1 1-1 0 0,-1-1 1 0 0,0 1 0 0 0,1-1-1 0 0,-1 1 1 0 0,0-1-1 0 0,-1 1 1 0 0,1-1-1 0 0,0 1 1 0 0,-1 0-1 0 0,1 0 1 0 0,-1-1 0 0 0,0 1-1 0 0,0 0 1 0 0,0 0-1 0 0,0-1 1 0 0,0 1-1 0 0,-1 0 1 0 0,1-1 0 0 0,-1 1-1 0 0,0 0 1 0 0,0-1-1 0 0,0 1 1 0 0,0-1-1 0 0,0 1 1 0 0,-1-1 0 0 0,1 1-1 0 0,-1-1 1 0 0,1 0-1 0 0,-1 0 1 0 0,0 0-1 0 0,0 0 1 0 0,0 0 0 0 0,0 0-1 0 0,0 0 1 0 0,0-1-1 0 0,-4 3 1 0 0,-3 1-18 0 0,0 1 0 0 0,0-2 0 0 0,0 1 0 0 0,-1-1 0 0 0,0-1 0 0 0,1 0 0 0 0,-1 0 0 0 0,0-1 0 0 0,-12 1 0 0 0,12-2 247 0 0,-1 1-1 0 0,1 0 0 0 0,0 0 0 0 0,-11 5 0 0 0,20-7-200 0 0,1 0 0 0 0,0 1-1 0 0,-1-1 1 0 0,1 0 0 0 0,0 1-1 0 0,0-1 1 0 0,-1 1 0 0 0,1-1 0 0 0,0 1-1 0 0,0-1 1 0 0,0 1 0 0 0,0-1-1 0 0,0 1 1 0 0,-1-1 0 0 0,1 1-1 0 0,0-1 1 0 0,0 1 0 0 0,0-1 0 0 0,0 0-1 0 0,0 1 1 0 0,1-1 0 0 0,-1 1-1 0 0,0-1 1 0 0,0 1 0 0 0,0-1-1 0 0,0 1 1 0 0,0-1 0 0 0,1 1-1 0 0,-1-1 1 0 0,0 1 0 0 0,0-1 0 0 0,1 0-1 0 0,-1 1 1 0 0,0-1 0 0 0,1 0-1 0 0,-1 1 1 0 0,0-1 0 0 0,1 0-1 0 0,-1 1 1 0 0,1-1 0 0 0,21 24 67 0 0,-16-17-63 0 0,10 11 8 0 0,1 0-1 0 0,0-2 1 0 0,2 0 0 0 0,-1 0-1 0 0,2-2 1 0 0,0-1-1 0 0,1 0 1 0 0,0-1-1 0 0,1-2 1 0 0,27 11-1 0 0,-24-12-260 0 0,41 12 732 0 0,-22-10-4058 0 0,-30-9-308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8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253 8 5527 0 0,'-2'-1'192'0'0,"0"0"0"0"0,-1 0-1 0 0,1 0 1 0 0,0 0 0 0 0,-1 0 0 0 0,1 1-1 0 0,-1-1 1 0 0,1 1 0 0 0,-1-1-1 0 0,1 1 1 0 0,-1 0 0 0 0,1 0-1 0 0,-1 0 1 0 0,1 1 0 0 0,-1-1-1 0 0,1 0 1 0 0,-1 1 0 0 0,-3 1-1 0 0,0-1 147 0 0,-1 1-232 0 0,0 0-1 0 0,0 0 0 0 0,0 1 1 0 0,0 0-1 0 0,1 0 0 0 0,-1 0 1 0 0,1 1-1 0 0,0 0 0 0 0,0 0 1 0 0,0 1-1 0 0,-5 5 0 0 0,2-1-62 0 0,1 0 0 0 0,1 0-1 0 0,0 1 1 0 0,0 0 0 0 0,1 0-1 0 0,-6 14 1 0 0,0 4-13 0 0,2 0 0 0 0,1 2 0 0 0,1-1 0 0 0,-6 47 1 0 0,12-64 49 0 0,0 0 0 0 0,2 0 1 0 0,-1 0-1 0 0,1 0 1 0 0,1 0-1 0 0,0-1 0 0 0,5 22 1 0 0,-4-29-62 0 0,-1 0 0 0 0,0 0 0 0 0,1 0 0 0 0,0 0 0 0 0,0 0 0 0 0,0-1 1 0 0,0 1-1 0 0,0-1 0 0 0,1 1 0 0 0,0-1 0 0 0,-1 0 0 0 0,1 0 0 0 0,0 0 0 0 0,1 0 0 0 0,-1-1 1 0 0,0 1-1 0 0,1-1 0 0 0,0 0 0 0 0,-1 0 0 0 0,1 0 0 0 0,0-1 0 0 0,0 1 0 0 0,0-1 0 0 0,0 0 1 0 0,6 1-1 0 0,-1-1 34 0 0,1 0 0 0 0,0-1 1 0 0,-1 0-1 0 0,1 0 0 0 0,0-1 0 0 0,-1-1 1 0 0,10-2-1 0 0,67-23 321 0 0,-60 18-430 0 0,42-11 1 0 0,-32 13-2034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8.7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158 14 11863 0 0,'-12'176'1512'0'0,"11"-147"-1614"0"0,-14 144 227 0 0,11-150-542 0 0,0 1 0 0 0,-2-1 0 0 0,0 0 0 0 0,-2 0 1 0 0,-12 24-1 0 0,20-45 347 0 0,-1-1 0 0 0,1 0 0 0 0,-1 1 1 0 0,0-1-1 0 0,1 0 0 0 0,-1 0 0 0 0,0 0 1 0 0,0 1-1 0 0,0-1 0 0 0,0 0 0 0 0,0 0 0 0 0,0 0 1 0 0,0 0-1 0 0,0-1 0 0 0,0 1 0 0 0,0 0 1 0 0,0 0-1 0 0,-1-1 0 0 0,1 1 0 0 0,0-1 1 0 0,0 1-1 0 0,-1-1 0 0 0,1 1 0 0 0,-1-1 1 0 0,1 0-1 0 0,0 0 0 0 0,-1 1 0 0 0,-1-1 0 0 0,1-1 52 0 0,0 0 1 0 0,1 0-1 0 0,-1 1 0 0 0,0-1 0 0 0,0 0 0 0 0,1 0 0 0 0,-1-1 0 0 0,0 1 0 0 0,1 0 0 0 0,-1 0 0 0 0,1-1 0 0 0,0 1 0 0 0,-1-1 0 0 0,1 1 0 0 0,0-1 0 0 0,0 0 0 0 0,0 0 0 0 0,0 1 0 0 0,-1-4 0 0 0,-2-4 488 0 0,0-1-1 0 0,1 0 1 0 0,-2-10 0 0 0,4 16-248 0 0,0 1 0 0 0,0-1 0 0 0,1 0 1 0 0,0 1-1 0 0,-1-1 0 0 0,1 1 0 0 0,1-1 1 0 0,-1 0-1 0 0,1 1 0 0 0,-1-1 0 0 0,1 1 1 0 0,2-5-1 0 0,-1 5-150 0 0,1 1 0 0 0,-1-1 1 0 0,1 1-1 0 0,0 0 0 0 0,0 0 0 0 0,0 0 0 0 0,0 0 1 0 0,1 0-1 0 0,-1 1 0 0 0,0 0 0 0 0,1-1 0 0 0,-1 1 1 0 0,1 1-1 0 0,0-1 0 0 0,3 0 0 0 0,13-5 16 0 0,2-2-168 0 0,1-1 0 0 0,-2-1 0 0 0,1-1 0 0 0,-1-2 1 0 0,-1 1-1 0 0,0-2 0 0 0,-1-1 0 0 0,-1-1 0 0 0,0 0 1 0 0,-1-1-1 0 0,-1-1 0 0 0,0 0 0 0 0,17-28 0 0 0,84-144-16 0 0,-117 190 104 0 0,0 0 0 0 0,0-1-1 0 0,0 1 1 0 0,0 0 0 0 0,0 0-1 0 0,0 0 1 0 0,1 0 0 0 0,-1 0 0 0 0,0-1-1 0 0,0 1 1 0 0,0 0 0 0 0,0 0-1 0 0,0 0 1 0 0,0 0 0 0 0,0 0-1 0 0,0 0 1 0 0,0 0 0 0 0,0-1-1 0 0,0 1 1 0 0,0 0 0 0 0,0 0 0 0 0,1 0-1 0 0,-1 0 1 0 0,0 0 0 0 0,0 0-1 0 0,0 0 1 0 0,0 0 0 0 0,0 0-1 0 0,0 0 1 0 0,1 0 0 0 0,-1 0-1 0 0,0 0 1 0 0,0 0 0 0 0,0 0 0 0 0,0 0-1 0 0,0 0 1 0 0,0-1 0 0 0,1 2-1 0 0,-1-1 1 0 0,0 0 0 0 0,0 0-1 0 0,0 0 1 0 0,0 0 0 0 0,0 0-1 0 0,0 0 1 0 0,1 0 0 0 0,-1 0 0 0 0,0 0-1 0 0,0 0 1 0 0,0 0 0 0 0,0 0-1 0 0,0 0 1 0 0,3 10 301 0 0,-3 13-111 0 0,-5 28-141 0 0,-8 120 92 0 0,13-146-141 0 0,1-1 0 0 0,1 1 0 0 0,1-1-1 0 0,12 47 1 0 0,-13-67 0 0 0,-1 0 0 0 0,1 0 0 0 0,-1 0 0 0 0,1 0 0 0 0,1 0 0 0 0,-1 0 0 0 0,3 3 0 0 0,-4-5-46 0 0,0-1 0 0 0,0 0 0 0 0,0 0 0 0 0,0 0 0 0 0,1 0 0 0 0,-1 0 0 0 0,0-1 0 0 0,0 1 0 0 0,1 0 0 0 0,-1 0 0 0 0,0-1 0 0 0,1 1 0 0 0,-1-1 0 0 0,0 1 0 0 0,1-1 0 0 0,-1 0 0 0 0,1 0 0 0 0,-1 1 0 0 0,0-1 0 0 0,1 0 0 0 0,-1 0 0 0 0,1 0 0 0 0,-1-1 0 0 0,1 1 0 0 0,1-1 0 0 0,9-2-502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28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8287 0 0,'-5'30'2620'0'0,"4"-24"-2373"0"0,-1 35 1051 0 0,5 77 0 0 0,-2-107-1356 0 0,0 0 0 0 0,1-1-1 0 0,0 1 1 0 0,1-1 0 0 0,0 1 0 0 0,1-1 0 0 0,0 0 0 0 0,0 0 0 0 0,1-1 0 0 0,1 1 0 0 0,0-1 0 0 0,11 14 0 0 0,-6-13-3104 0 0,1-2-1072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3.2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0,'9'14'5753'0'0,"3"11"-5155"0"0,-3 8-188 0 0,-1 0 0 0 0,-2 1-1 0 0,-1 0 1 0 0,0 66 0 0 0,-3-49-300 0 0,-2-47-221 0 0,1 7-398 0 0,-1 0 0 0 0,2-1 0 0 0,4 20 0 0 0,-4-24-702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3.5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42 9671 0 0,'-7'-7'318'0'0,"5"5"-237"0"0,1 0 0 0 0,-1 0 0 0 0,0 1 1 0 0,1-1-1 0 0,-1 1 0 0 0,0-1 0 0 0,0 1 0 0 0,-3-2 0 0 0,14 6 739 0 0,-1-1-1 0 0,1 0 1 0 0,0-1-1 0 0,10 0 1 0 0,71-4-1087 0 0,-51 0 594 0 0,72-7-184 0 0,37-2-1692 0 0,-130 12-3315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3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39 6911 0 0,'1'-1'184'0'0,"0"0"0"0"0,0 0 0 0 0,0-1 0 0 0,0 1 0 0 0,1 0 0 0 0,-1 0 0 0 0,0 0 0 0 0,0 0 0 0 0,1 0 0 0 0,-1 0 0 0 0,1 1 0 0 0,-1-1 0 0 0,1 0 0 0 0,-1 1 0 0 0,1-1 0 0 0,0 1 0 0 0,2-1 0 0 0,36-5 2229 0 0,-31 5-2743 0 0,143-4 1390 0 0,-103 5-891 0 0,68-8-1 0 0,-92 6-1297 0 0,-29 4 586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4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 1839 0 0,'-5'6'912'0'0,"0"0"-1"0"0,0 0 0 0 0,1 0 0 0 0,0 1 1 0 0,1 0-1 0 0,-1-1 0 0 0,1 1 0 0 0,-2 8 1 0 0,3-8-104 0 0,0 0 0 0 0,0 0 0 0 0,1 0 0 0 0,-1 13 0 0 0,6 8-1487 0 0,-3-25 704 0 0,1 0 0 0 0,0 0 0 0 0,0 0 0 0 0,0 0 0 0 0,0-1 0 0 0,0 1 0 0 0,0-1 0 0 0,1 1 0 0 0,-1-1 0 0 0,1 0 1 0 0,0 0-1 0 0,-1 0 0 0 0,1 0 0 0 0,0 0 0 0 0,0-1 0 0 0,1 1 0 0 0,-1-1 0 0 0,0 0 0 0 0,0 0 0 0 0,1 0 0 0 0,2 1 0 0 0,8 0 53 0 0,0 1-1 0 0,1-2 1 0 0,22 1-1 0 0,-2-4 61 0 0,0-2-1 0 0,58-12 1 0 0,7-2-1321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4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72 13903 0 0,'1'-10'347'0'0,"-1"8"-231"0"0,0 0 1 0 0,0-1-1 0 0,0 1 1 0 0,1 0-1 0 0,-1 0 0 0 0,0-1 1 0 0,1 1-1 0 0,0 0 1 0 0,1-3-1 0 0,-1 4-71 0 0,0 0 0 0 0,0 0 0 0 0,0 0 0 0 0,0 0 0 0 0,0 0 0 0 0,1 0 0 0 0,-1 1 0 0 0,0-1 0 0 0,1 0 0 0 0,-1 1 0 0 0,0-1 0 0 0,1 1-1 0 0,-1-1 1 0 0,1 1 0 0 0,-1-1 0 0 0,1 1 0 0 0,2 0 0 0 0,160-18-56 0 0,-94 13-4939 0 0,-45 3 95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5.0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82 919 0 0,'2'-3'1591'0'0,"19"-32"5614"0"0,-20 34-7131 0 0,-1-1-1 0 0,1 0 1 0 0,0 1-1 0 0,0-1 0 0 0,-1 0 1 0 0,1 0-1 0 0,-1 1 1 0 0,0-1-1 0 0,1 0 0 0 0,-1 0 1 0 0,0 0-1 0 0,0 0 1 0 0,0 1-1 0 0,0-1 0 0 0,-1 0 1 0 0,1 0-1 0 0,0 0 1 0 0,-1-2-1 0 0,0 3-40 0 0,0 0-1 0 0,0 1 1 0 0,0-1 0 0 0,0 0-1 0 0,1 1 1 0 0,-1-1 0 0 0,0 1-1 0 0,0-1 1 0 0,0 1-1 0 0,0 0 1 0 0,0-1 0 0 0,0 1-1 0 0,0 0 1 0 0,0 0 0 0 0,0 0-1 0 0,0 0 1 0 0,-1-1 0 0 0,1 1-1 0 0,0 1 1 0 0,0-1 0 0 0,0 0-1 0 0,0 0 1 0 0,0 0-1 0 0,0 1 1 0 0,0-1 0 0 0,-2 1-1 0 0,-29 11 498 0 0,30-11-478 0 0,-11 6 22 0 0,0 1 1 0 0,0 0 0 0 0,1 0 0 0 0,0 2 0 0 0,1-1 0 0 0,0 1 0 0 0,0 1-1 0 0,1 0 1 0 0,1 0 0 0 0,0 1 0 0 0,0 0 0 0 0,1 1 0 0 0,1 0-1 0 0,0 0 1 0 0,1 1 0 0 0,0-1 0 0 0,1 2 0 0 0,1-1 0 0 0,0 0 0 0 0,1 1-1 0 0,-3 25 1 0 0,6-37-63 0 0,0 1 0 0 0,0-1 0 0 0,0 1 0 0 0,1-1 0 0 0,-1 0 0 0 0,1 1 0 0 0,-1-1 0 0 0,1 0 0 0 0,0 1 0 0 0,1-1 0 0 0,-1 0 0 0 0,0 0 0 0 0,1 0-1 0 0,0 0 1 0 0,0 0 0 0 0,0 0 0 0 0,0-1 0 0 0,0 1 0 0 0,0 0 0 0 0,1-1 0 0 0,-1 0 0 0 0,1 1 0 0 0,3 1 0 0 0,0-1 20 0 0,0 0 1 0 0,0-1-1 0 0,0 1 1 0 0,1-1-1 0 0,-1 0 1 0 0,1-1-1 0 0,0 1 1 0 0,-1-1-1 0 0,1-1 1 0 0,12 0-1 0 0,122-12 374 0 0,-56 3-1093 0 0,-68 7 296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5.2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11055 0 0,'10'-13'871'0'0,"-10"13"-849"0"0,0 0 0 0 0,0 0-1 0 0,0 0 1 0 0,0 0-1 0 0,1 0 1 0 0,-1 0 0 0 0,0 0-1 0 0,0-1 1 0 0,0 1-1 0 0,0 0 1 0 0,0 0 0 0 0,1 0-1 0 0,-1 0 1 0 0,0 0-1 0 0,0 0 1 0 0,0 0-1 0 0,0 1 1 0 0,1-1 0 0 0,-1 0-1 0 0,0 0 1 0 0,0 0-1 0 0,0 0 1 0 0,0 0 0 0 0,0 0-1 0 0,1 0 1 0 0,-1 0-1 0 0,0 0 1 0 0,0 0 0 0 0,0 0-1 0 0,0 1 1 0 0,0-1-1 0 0,0 0 1 0 0,0 0-1 0 0,1 0 1 0 0,-1 0 0 0 0,0 0-1 0 0,0 0 1 0 0,0 1-1 0 0,0-1 1 0 0,0 0 0 0 0,0 0-1 0 0,0 0 1 0 0,0 0-1 0 0,0 1 1 0 0,5 29 1598 0 0,-4-16-1303 0 0,54 334-521 0 0,-54-342 78 0 0,0-4-39 0 0,-1 0-1 0 0,0 0 0 0 0,1 0 0 0 0,-1 0 1 0 0,1 0-1 0 0,0 0 0 0 0,0 0 0 0 0,-1-1 0 0 0,1 1 1 0 0,0 0-1 0 0,1 0 0 0 0,-1-1 0 0 0,2 3 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5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12895 0 0,'4'-1'242'0'0,"-1"-1"1"0"0,1 1-1 0 0,-1-1 0 0 0,1 1 0 0 0,-1 0 0 0 0,1 1 0 0 0,0-1 0 0 0,0 1 0 0 0,-1-1 0 0 0,1 1 1 0 0,0 0-1 0 0,0 1 0 0 0,0-1 0 0 0,-1 0 0 0 0,5 2 0 0 0,13 0 134 0 0,69 6-109 0 0,107 24 1 0 0,-27-4-277 0 0,-155-26 6 0 0,-1 1 1 0 0,0 0-1 0 0,20 7 0 0 0,-31-9 9 0 0,0 0 1 0 0,0 0-1 0 0,0 1 1 0 0,0-1-1 0 0,0 1 1 0 0,0 0-1 0 0,0-1 0 0 0,0 1 1 0 0,-1 0-1 0 0,1 1 1 0 0,-1-1-1 0 0,0 0 1 0 0,0 1-1 0 0,0-1 1 0 0,0 1-1 0 0,0 0 1 0 0,0 0-1 0 0,-1 0 1 0 0,1 0-1 0 0,-1 0 0 0 0,2 4 1 0 0,-3-4 38 0 0,0 0 1 0 0,0 0-1 0 0,-1 0 1 0 0,1 0-1 0 0,-1 1 1 0 0,1-1-1 0 0,-1 0 1 0 0,0-1-1 0 0,0 1 1 0 0,-1 0-1 0 0,1 0 1 0 0,0 0-1 0 0,-1-1 1 0 0,0 1-1 0 0,0 0 1 0 0,1-1-1 0 0,-1 0 1 0 0,-1 1-1 0 0,-2 2 1 0 0,2-2-26 0 0,0 0 1 0 0,0 1 0 0 0,0 0-1 0 0,0 0 1 0 0,1-1-1 0 0,0 2 1 0 0,-4 6 0 0 0,6-7-5 0 0,-1 1 1 0 0,1-1-1 0 0,0 0 1 0 0,0 1 0 0 0,0-1-1 0 0,1 0 1 0 0,0 0 0 0 0,0 1-1 0 0,0-1 1 0 0,0 0 0 0 0,0 0-1 0 0,1 0 1 0 0,0 0-1 0 0,0 0 1 0 0,2 4 0 0 0,3 3 74 0 0,-1-1 0 0 0,1 0 1 0 0,1-1-1 0 0,9 11 0 0 0,-9-13-69 0 0,-1 0 0 0 0,1 0 0 0 0,0-1 0 0 0,1 0 0 0 0,-1 0 0 0 0,1-1 0 0 0,0 0-1 0 0,1-1 1 0 0,-1 0 0 0 0,1 0 0 0 0,0-1 0 0 0,0 0 0 0 0,0-1 0 0 0,0 0 0 0 0,0-1 0 0 0,0 0 0 0 0,1 0-1 0 0,-1-1 1 0 0,0-1 0 0 0,1 0 0 0 0,-1 0 0 0 0,0-1 0 0 0,0 0 0 0 0,0 0 0 0 0,0-1 0 0 0,0-1 0 0 0,11-5 0 0 0,-5-2-1668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6.2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9 1839 0 0,'-7'-8'5656'0'0,"-14"122"1981"0"0,14-67-7658 0 0,-3 0 0 0 0,-1 0 0 0 0,-20 50 1 0 0,28-90-110 0 0,0-1 1 0 0,0 1-1 0 0,-1-1 0 0 0,-7 10 1 0 0,-4-1-3851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6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85 11519 0 0,'-7'-15'1396'0'0,"3"14"-314"0"0,3 12 314 0 0,4 67-783 0 0,16 86 1 0 0,-3-32-725 0 0,-14-98-775 0 0,-2-34 872 0 0,-1 0 0 0 0,1 0 0 0 0,0-1 0 0 0,0 1 0 0 0,0 0 0 0 0,0 0 0 0 0,0 0 0 0 0,0 0 0 0 0,0 0 0 0 0,0 0 0 0 0,0 0 0 0 0,0 0 0 0 0,0 0 0 0 0,0 0 0 0 0,0 0 0 0 0,0 0 0 0 0,0 0 0 0 0,0 0 0 0 0,-1 0 0 0 0,1 0 0 0 0,0 0 0 0 0,0 0 0 0 0,0 0 0 0 0,0 0 0 0 0,0 0 0 0 0,0 0 0 0 0,0 0 0 0 0,0 0 0 0 0,0 0 0 0 0,0 0 0 0 0,0 0 0 0 0,0 0 0 0 0,0 0 0 0 0,-1 0 0 0 0,1 0 0 0 0,0 0 0 0 0,0 0 0 0 0,0 0 0 0 0,0 0 0 0 0,0 0 0 0 0,0 0 0 0 0,0 1 0 0 0,0-1 0 0 0,0 0 0 0 0,0 0 0 0 0,0 0 0 0 0,0 0 0 0 0,0 0 0 0 0,0 0 0 0 0,0 0 0 0 0,0 0 0 0 0,0 0 0 0 0,0 0 0 0 0,0 0 0 0 0,0 0 0 0 0,-8-18-239 0 0,-3-14 131 0 0,2 0 0 0 0,1-1 0 0 0,1 0-1 0 0,-4-68 1 0 0,11 92 91 0 0,1-1 0 0 0,0 0 0 0 0,1 1-1 0 0,0-1 1 0 0,0 1 0 0 0,1-1-1 0 0,0 1 1 0 0,1 0 0 0 0,0 0 0 0 0,0 1-1 0 0,1-1 1 0 0,0 1 0 0 0,1 0 0 0 0,0 0-1 0 0,0 0 1 0 0,0 1 0 0 0,1 0 0 0 0,0 1-1 0 0,15-12 1 0 0,-11 11 83 0 0,0 0 0 0 0,1 0-1 0 0,-1 1 1 0 0,1 1 0 0 0,1 0-1 0 0,-1 0 1 0 0,1 1 0 0 0,0 1 0 0 0,0 0-1 0 0,0 1 1 0 0,0 0 0 0 0,0 1 0 0 0,0 0-1 0 0,17 2 1 0 0,-23 0 62 0 0,1 0 1 0 0,-1 1-1 0 0,0 0 0 0 0,-1 0 0 0 0,1 0 1 0 0,0 1-1 0 0,-1 0 0 0 0,1 0 1 0 0,-1 0-1 0 0,0 1 0 0 0,0 0 1 0 0,0 1-1 0 0,-1-1 0 0 0,1 1 1 0 0,8 10-1 0 0,-11-12-98 0 0,0 1 1 0 0,-1 0-1 0 0,1-1 0 0 0,-1 1 1 0 0,0 0-1 0 0,0 0 0 0 0,-1 1 1 0 0,1-1-1 0 0,-1 0 0 0 0,0 0 1 0 0,0 1-1 0 0,0-1 1 0 0,0 1-1 0 0,-1-1 0 0 0,0 1 1 0 0,0-1-1 0 0,0 1 0 0 0,0-1 1 0 0,-1 1-1 0 0,0-1 0 0 0,0 0 1 0 0,0 1-1 0 0,0-1 0 0 0,-1 0 1 0 0,1 0-1 0 0,-4 5 1 0 0,0 0-99 0 0,-1-1 1 0 0,0 1 0 0 0,0-1 0 0 0,-1-1 0 0 0,0 1 0 0 0,-1-1 0 0 0,1-1-1 0 0,-11 8 1 0 0,12-10 43 0 0,-1 1 0 0 0,1-2 0 0 0,-1 1 0 0 0,0 0 0 0 0,0-1 0 0 0,0-1 0 0 0,0 1 0 0 0,-1-1 0 0 0,1 0 0 0 0,-1-1 0 0 0,-11 2 0 0 0,18-3 40 0 0,1 0-1 0 0,-1 0 1 0 0,0 0 0 0 0,1 0 0 0 0,-1 0-1 0 0,0 0 1 0 0,1 0 0 0 0,-1 0 0 0 0,1 0-1 0 0,-1 0 1 0 0,0 0 0 0 0,1 0 0 0 0,-1 0-1 0 0,0 0 1 0 0,1-1 0 0 0,-1 1 0 0 0,1 0-1 0 0,-1 0 1 0 0,1-1 0 0 0,-1 1-1 0 0,0-1 1 0 0,1 1 0 0 0,-1 0 0 0 0,1-1-1 0 0,0 1 1 0 0,-1-1 0 0 0,1 1 0 0 0,-1-1-1 0 0,1 1 1 0 0,0-1 0 0 0,-1 1 0 0 0,1-1-1 0 0,0 0 1 0 0,-1 1 0 0 0,1-1 0 0 0,0 1-1 0 0,0-1 1 0 0,0 0 0 0 0,0 1 0 0 0,0-1-1 0 0,0 1 1 0 0,0-1 0 0 0,0 0-1 0 0,0 1 1 0 0,0-1 0 0 0,0-1 0 0 0,1 0 18 0 0,-1 1 0 0 0,1-1 1 0 0,-1 1-1 0 0,1-1 1 0 0,0 1-1 0 0,0-1 0 0 0,0 1 1 0 0,0 0-1 0 0,0-1 0 0 0,0 1 1 0 0,1 0-1 0 0,-1 0 0 0 0,0-1 1 0 0,1 1-1 0 0,-1 0 1 0 0,3-1-1 0 0,2 0 54 0 0,0 0 0 0 0,-1 1 0 0 0,1 0 0 0 0,0 0 0 0 0,0 0 0 0 0,0 1 0 0 0,0-1 0 0 0,0 1 0 0 0,0 1 0 0 0,0-1 0 0 0,0 1 0 0 0,0 0 0 0 0,0 1 0 0 0,-1-1 0 0 0,1 1 0 0 0,0 0 0 0 0,-1 1 0 0 0,7 3 0 0 0,4 3 0 0 0,-1 0 0 0 0,0 0 1 0 0,0 2-1 0 0,24 22 0 0 0,-15-8-192 0 0,24 22 458 0 0,-44-44-539 0 0,0 0 1 0 0,0 0 0 0 0,0 0 0 0 0,1-1-1 0 0,-1 1 1 0 0,1-1 0 0 0,0 0-1 0 0,0 0 1 0 0,9 2 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7.2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60 8751 0 0,'6'-13'234'0'0,"-5"11"-52"0"0,0 0 1 0 0,0-1-1 0 0,0 1 1 0 0,1 0-1 0 0,-1 0 1 0 0,1 0-1 0 0,-1 0 1 0 0,1 0-1 0 0,0 0 1 0 0,1-1-1 0 0,0 1 375 0 0,-1 1-1 0 0,0 0 1 0 0,0 0-1 0 0,0 0 1 0 0,0 1-1 0 0,1-1 1 0 0,-1 0-1 0 0,4 0 1 0 0,94-9 2561 0 0,50 6-4918 0 0,-175 14 944 0 0,0 2 0 0 0,-35 20 0 0 0,40-19 1025 0 0,-1 0 0 0 0,1 2-1 0 0,1 0 1 0 0,1 1 0 0 0,0 1 0 0 0,-19 24-1 0 0,28-30-63 0 0,0 1-1 0 0,1 0 1 0 0,1 1 0 0 0,0-1-1 0 0,0 1 1 0 0,1 1-1 0 0,1-1 1 0 0,0 1-1 0 0,1 0 1 0 0,0 0 0 0 0,-2 27-1 0 0,5-39-83 0 0,1 1 0 0 0,0-1-1 0 0,0 1 1 0 0,0-1-1 0 0,0 1 1 0 0,1-1 0 0 0,-1 1-1 0 0,1-1 1 0 0,0 1 0 0 0,-1-1-1 0 0,1 1 1 0 0,0-1-1 0 0,0 0 1 0 0,1 1 0 0 0,-1-1-1 0 0,0 0 1 0 0,1 0 0 0 0,-1 0-1 0 0,1 0 1 0 0,0 0 0 0 0,0 0-1 0 0,0-1 1 0 0,0 1-1 0 0,0 0 1 0 0,0-1 0 0 0,0 0-1 0 0,0 1 1 0 0,1-1 0 0 0,-1 0-1 0 0,0 0 1 0 0,1 0-1 0 0,-1-1 1 0 0,1 1 0 0 0,-1-1-1 0 0,1 1 1 0 0,3-1 0 0 0,10 2 221 0 0,1-1 1 0 0,0-1 0 0 0,0-1 0 0 0,24-3-1 0 0,-18 1 96 0 0,27-2-58 0 0,50-4 352 0 0,-86 9-1530 0 0,-1 0-1 0 0,25 5 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7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1 113 5527 0 0,'1'-4'821'0'0,"-1"0"0"0"0,1 0 0 0 0,0 1-1 0 0,1-1 1 0 0,-1 0 0 0 0,1 1 0 0 0,-1-1-1 0 0,1 1 1 0 0,0-1 0 0 0,0 1-1 0 0,1 0 1 0 0,-1 0 0 0 0,6-5 0 0 0,-3 4-432 0 0,0-1 0 0 0,1 2-1 0 0,-1-1 1 0 0,1 1 0 0 0,0 0 0 0 0,0 0 0 0 0,10-3 0 0 0,7 0-982 0 0,1 0-1 0 0,0 2 1 0 0,37-2-1 0 0,-41 5 924 0 0,4-2-1985 0 0,-1 2-4328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8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9215 0 0,'3'23'4298'0'0,"0"5"-3880"0"0,9 73 224 0 0,-6-54-1009 0 0,1 50 0 0 0,-10-90-964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8.9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21 3679 0 0,'-1'-1'236'0'0,"1"1"0"0"0,-1-1-1 0 0,3-16 7237 0 0,9 16-7649 0 0,36 1 402 0 0,1 1 0 0 0,-1 3 1 0 0,0 2-1 0 0,47 12 0 0 0,-84-16-225 0 0,10 2 0 0 0,1 1 0 0 0,36 15 0 0 0,-56-20-2 0 0,1 1-1 0 0,-1-1 0 0 0,0 1 1 0 0,1 0-1 0 0,-1-1 1 0 0,1 1-1 0 0,-1 0 0 0 0,0 0 1 0 0,0 0-1 0 0,1 0 0 0 0,-1 1 1 0 0,0-1-1 0 0,0 0 1 0 0,0 0-1 0 0,0 1 0 0 0,-1-1 1 0 0,1 0-1 0 0,0 1 1 0 0,0-1-1 0 0,0 3 0 0 0,-1-3-3 0 0,0 1-1 0 0,0-1 0 0 0,0 1 0 0 0,0-1 1 0 0,-1 1-1 0 0,1-1 0 0 0,0 0 1 0 0,-1 1-1 0 0,1-1 0 0 0,-1 0 0 0 0,0 1 1 0 0,1-1-1 0 0,-1 0 0 0 0,0 0 0 0 0,0 1 1 0 0,1-1-1 0 0,-3 2 0 0 0,-3 2-15 0 0,1 0 0 0 0,-1 0 0 0 0,0 0 0 0 0,-1-1 0 0 0,1 0 0 0 0,-1-1 0 0 0,-6 4 0 0 0,8-5 26 0 0,1 0-1 0 0,-1 0 1 0 0,1 0 0 0 0,0 0-1 0 0,0 1 1 0 0,0-1-1 0 0,0 1 1 0 0,-5 6-1 0 0,8-8-1 0 0,0 0-1 0 0,1 0 0 0 0,-1 0 0 0 0,1 0 0 0 0,-1 0 1 0 0,1 0-1 0 0,0 0 0 0 0,-1 0 0 0 0,1 0 1 0 0,0 0-1 0 0,0 0 0 0 0,-1 0 0 0 0,1 0 0 0 0,0 0 1 0 0,0 0-1 0 0,0 0 0 0 0,1 1 0 0 0,-1 0 0 0 0,1 0 0 0 0,0 0 0 0 0,-1 0 0 0 0,1 0-1 0 0,0 0 1 0 0,0 0 0 0 0,0-1 0 0 0,1 1 0 0 0,-1 0 0 0 0,0-1-1 0 0,3 3 1 0 0,79 67-17 0 0,-2-1 312 0 0,-80-70-286 0 0,-1 1-1 0 0,1-1 0 0 0,0 1 0 0 0,-1-1 0 0 0,1 1 1 0 0,-1 0-1 0 0,1-1 0 0 0,-1 1 0 0 0,1 0 0 0 0,-1-1 1 0 0,1 1-1 0 0,-1 0 0 0 0,0 0 0 0 0,1 0 0 0 0,-1-1 1 0 0,0 1-1 0 0,0 0 0 0 0,0 0 0 0 0,1 0 0 0 0,-1 0 1 0 0,0-1-1 0 0,0 2 0 0 0,-1-1 4 0 0,1 0 0 0 0,-1-1 0 0 0,1 1 1 0 0,0 0-1 0 0,-1-1 0 0 0,0 1 0 0 0,1-1 0 0 0,-1 1 0 0 0,1-1 0 0 0,-1 1 0 0 0,1-1 1 0 0,-1 0-1 0 0,0 1 0 0 0,1-1 0 0 0,-1 0 0 0 0,0 1 0 0 0,0-1 0 0 0,1 0 0 0 0,-2 0 1 0 0,-7 2 146 0 0,1-1 1 0 0,0 0 0 0 0,-14-1-1 0 0,14 0 34 0 0,-249 8 4134 0 0,236-8-4089 0 0,14-1-463 0 0,15-1-2910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9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0 247 7487 0 0,'30'62'2871'0'0,"-22"-43"-1571"0"0,15 26 0 0 0,-20-39-979 0 0,-3-5-217 0 0,1 1 0 0 0,0-1 0 0 0,-1 1 0 0 0,1-1 0 0 0,0 0 0 0 0,0 1 0 0 0,0-1 0 0 0,0 0 0 0 0,0 1 0 0 0,0-1 0 0 0,0 0 0 0 0,1 0 0 0 0,-1 0 0 0 0,0 0 0 0 0,1 0 0 0 0,1 1 0 0 0,-2-4 29 0 0,-1-1 0 0 0,0 1 0 0 0,0-1 0 0 0,0 1 0 0 0,0-1 0 0 0,0 1 0 0 0,-1-1 0 0 0,1 1 0 0 0,-1 0 0 0 0,-1-5 0 0 0,-16-62 116 0 0,-10-76-1 0 0,27 138-209 0 0,0 0 0 0 0,0 0 1 0 0,1-1-1 0 0,1 1 0 0 0,-1 0 0 0 0,1-1 0 0 0,0 1 0 0 0,1 0 0 0 0,-1 0 0 0 0,6-12 1 0 0,-5 15-32 0 0,0 0 0 0 0,0 0 1 0 0,0 0-1 0 0,1 0 1 0 0,0 1-1 0 0,0-1 1 0 0,0 1-1 0 0,0 0 1 0 0,0-1-1 0 0,1 2 0 0 0,-1-1 1 0 0,1 0-1 0 0,0 1 1 0 0,0-1-1 0 0,0 1 1 0 0,0 0-1 0 0,0 1 0 0 0,6-3 1 0 0,-5 3-43 0 0,0-1 0 0 0,1 1 0 0 0,-1 0 0 0 0,1 1 0 0 0,-1-1 0 0 0,1 1 0 0 0,-1 0 1 0 0,1 1-1 0 0,0-1 0 0 0,-1 1 0 0 0,1 0 0 0 0,-1 1 0 0 0,0-1 0 0 0,1 1 0 0 0,-1 0 0 0 0,0 0 0 0 0,0 1 0 0 0,0-1 0 0 0,0 1 1 0 0,-1 0-1 0 0,1 1 0 0 0,-1-1 0 0 0,0 1 0 0 0,0 0 0 0 0,0 0 0 0 0,0 0 0 0 0,-1 0 0 0 0,1 1 0 0 0,-1-1 0 0 0,0 1 0 0 0,-1 0 1 0 0,1 0-1 0 0,-1 0 0 0 0,0 0 0 0 0,0 1 0 0 0,-1-1 0 0 0,1 0 0 0 0,-1 1 0 0 0,0-1 0 0 0,-1 1 0 0 0,1-1 0 0 0,-1 1 0 0 0,0-1 1 0 0,-1 1-1 0 0,1 0 0 0 0,-1-1 0 0 0,-3 11 0 0 0,3-12 41 0 0,0-1 1 0 0,-1 0-1 0 0,1 1 1 0 0,-1-1 0 0 0,0 0-1 0 0,0 0 1 0 0,0 0-1 0 0,0 0 1 0 0,-1 0-1 0 0,1-1 1 0 0,-1 1-1 0 0,1-1 1 0 0,-1 0-1 0 0,0 1 1 0 0,0-1-1 0 0,0 0 1 0 0,0-1-1 0 0,0 1 1 0 0,-1 0-1 0 0,1-1 1 0 0,0 0-1 0 0,-1 0 1 0 0,1 0-1 0 0,-7 1 1 0 0,10-2 33 0 0,0 1-1 0 0,0-1 1 0 0,0 1 0 0 0,-1 0-1 0 0,1-1 1 0 0,0 1 0 0 0,0-1-1 0 0,0 1 1 0 0,1-1 0 0 0,-1 1-1 0 0,0 0 1 0 0,0-1 0 0 0,0 1-1 0 0,0-1 1 0 0,0 1 0 0 0,1-1-1 0 0,-1 1 1 0 0,0-1 0 0 0,0 1-1 0 0,1-1 1 0 0,-1 1 0 0 0,0-1-1 0 0,1 0 1 0 0,0 1 0 0 0,8 15 343 0 0,2-2-181 0 0,0-1 1 0 0,0 0-1 0 0,1-1 0 0 0,15 12 0 0 0,-21-19-127 0 0,0-1 0 0 0,0 1 0 0 0,1-1 0 0 0,0 0 0 0 0,0-1 0 0 0,0 1 0 0 0,0-1 0 0 0,0-1 0 0 0,1 0 0 0 0,-1 0 0 0 0,10 2 0 0 0,-15-4-236 0 0,0 0 1 0 0,0 0-1 0 0,-1 0 0 0 0,1 0 0 0 0,0-1 0 0 0,0 1 1 0 0,0 0-1 0 0,-1-1 0 0 0,1 1 0 0 0,0-1 0 0 0,-1 0 1 0 0,1 0-1 0 0,1 0 0 0 0,2-5-1075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39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0 345 2303 0 0,'21'17'6496'0'0,"-14"-12"-4776"0"0,0 1 0 0 0,0-1 0 0 0,0 0 0 0 0,13 6 0 0 0,-17-9-1633 0 0,1-1 0 0 0,-1 0 0 0 0,1 0 0 0 0,0-1 0 0 0,-1 1 0 0 0,1-1 0 0 0,-1 1 0 0 0,1-1 0 0 0,0 0-1 0 0,-1 0 1 0 0,1-1 0 0 0,0 1 0 0 0,-1-1 0 0 0,1 0 0 0 0,3-1 0 0 0,-1-1-79 0 0,0 0 0 0 0,-1 0 0 0 0,1 0 0 0 0,-1-1 0 0 0,1 0 0 0 0,-1 0 0 0 0,0 0 0 0 0,-1-1 0 0 0,1 1-1 0 0,-1-1 1 0 0,0 0 0 0 0,0-1 0 0 0,0 1 0 0 0,-1-1 0 0 0,0 1 0 0 0,0-1 0 0 0,4-10 0 0 0,0-3-97 0 0,-1-1 0 0 0,0 1 0 0 0,-2-1-1 0 0,4-29 1 0 0,-5-42 89 0 0,-1 17 0 0 0,-2 73 0 0 0,0 1 0 0 0,-1-1 0 0 0,1 1 0 0 0,0 0 0 0 0,0-1 0 0 0,0 1 0 0 0,0-1 0 0 0,0 1 0 0 0,0-1 0 0 0,0 1 0 0 0,1 0 0 0 0,-1-1 0 0 0,0 1 0 0 0,0-1 0 0 0,0 1 0 0 0,0 0 0 0 0,0-1 0 0 0,1 1 0 0 0,-1 0 0 0 0,0-1 1 0 0,0 1-1 0 0,0 0 0 0 0,1-1 0 0 0,-1 1 0 0 0,0 0 0 0 0,1-1 0 0 0,-1 1 0 0 0,0 0 0 0 0,1 0 0 0 0,-1-1 0 0 0,0 1 0 0 0,1 0 0 0 0,9 9-29 0 0,5 23-95 0 0,2 9 55 0 0,-5-7 170 0 0,3 0 0 0 0,0-1-1 0 0,3-1 1 0 0,23 35 0 0 0,-41-67-87 0 0,0 0 0 0 0,0 0 0 0 0,0 0 0 0 0,0 0 0 0 0,0 1 0 0 0,1-1 0 0 0,-1 0 1 0 0,0 0-1 0 0,0 0 0 0 0,0 0 0 0 0,0 1 0 0 0,0-1 0 0 0,0 0 0 0 0,0 0 0 0 0,0 1 0 0 0,0-1 0 0 0,1 0 0 0 0,-1 0 0 0 0,0 0 0 0 0,0 1 1 0 0,0-1-1 0 0,0 0 0 0 0,0 0 0 0 0,0 1 0 0 0,-1-1 0 0 0,1 0 0 0 0,0 0 0 0 0,0 0 0 0 0,0 1 0 0 0,0-1 0 0 0,0 0 0 0 0,0 0 0 0 0,0 0 1 0 0,0 1-1 0 0,0-1 0 0 0,-1 0 0 0 0,1 0 0 0 0,0 0 0 0 0,0 0 0 0 0,0 1 0 0 0,0-1 0 0 0,-1 0 0 0 0,1 0 0 0 0,0 0 0 0 0,0 0 0 0 0,-16 3 489 0 0,-26-5 135 0 0,35 1-533 0 0,-7 0-65 0 0,-105-3 818 0 0,107 5-776 0 0,-1 0 0 0 0,1 0 0 0 0,0 1-1 0 0,0 1 1 0 0,0 0 0 0 0,0 1-1 0 0,-16 7 1 0 0,26-10-185 0 0,1-1-1 0 0,-1 1 1 0 0,1 0-1 0 0,0 0 1 0 0,0-1-1 0 0,-1 1 1 0 0,1 0-1 0 0,0 0 1 0 0,0 0 0 0 0,0 1-1 0 0,0-1 1 0 0,0 0-1 0 0,0 0 1 0 0,1 1-1 0 0,-1-1 1 0 0,0 0-1 0 0,1 1 1 0 0,-1-1-1 0 0,0 2 1 0 0,1-2 3 0 0,0 0 0 0 0,0 0 1 0 0,0 0-1 0 0,0 0 0 0 0,0 0 0 0 0,1 0 0 0 0,-1 0 1 0 0,0 0-1 0 0,0 0 0 0 0,1 0 0 0 0,-1 0 0 0 0,1-1 1 0 0,-1 1-1 0 0,1 0 0 0 0,-1 0 0 0 0,1 0 1 0 0,-1-1-1 0 0,1 1 0 0 0,0 0 0 0 0,0-1 0 0 0,-1 1 1 0 0,1 0-1 0 0,0-1 0 0 0,0 1 0 0 0,-1-1 0 0 0,1 1 1 0 0,0-1-1 0 0,0 0 0 0 0,0 1 0 0 0,1-1 1 0 0,10 5-1971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0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5983 0 0,'21'-11'10468'0'0,"-21"12"-10246"0"0,8 23 252 0 0,-1 1 0 0 0,0 0 0 0 0,4 39 0 0 0,-1 78-406 0 0,-6-65 246 0 0,-4-71-165 0 0,1 5-967 0 0,3-23-3937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0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1 213 8287 0 0,'4'3'680'0'0,"0"0"-1"0"0,0 1 0 0 0,-1-1 0 0 0,1 1 1 0 0,-1 0-1 0 0,0 0 0 0 0,0 0 0 0 0,0 1 0 0 0,-1-1 1 0 0,4 7-1 0 0,2 3-404 0 0,12 17 484 0 0,-3-6-236 0 0,-1 0 1 0 0,-1 2 0 0 0,18 44-1 0 0,-61-112 277 0 0,19 18-746 0 0,1-1 0 0 0,1 0-1 0 0,0-1 1 0 0,-3-33 0 0 0,8 42-75 0 0,1 0 1 0 0,0 0-1 0 0,1 0 1 0 0,1-1-1 0 0,1 1 0 0 0,0 0 1 0 0,8-30-1 0 0,-9 43 6 0 0,0 0 1 0 0,1-1-1 0 0,-1 1 0 0 0,0 0 0 0 0,1 0 1 0 0,0 0-1 0 0,0 0 0 0 0,0 1 0 0 0,0-1 0 0 0,0 0 1 0 0,1 1-1 0 0,-1-1 0 0 0,6-3 0 0 0,-6 5 11 0 0,-1 0 0 0 0,1 1 0 0 0,-1-1 0 0 0,1 1 0 0 0,0 0 0 0 0,-1-1 0 0 0,1 1 0 0 0,0 0 0 0 0,-1 0 0 0 0,1 0 0 0 0,0 0 0 0 0,-1 0 0 0 0,1 0 0 0 0,0 0 0 0 0,-1 1 0 0 0,1-1 0 0 0,0 1 0 0 0,-1-1 0 0 0,1 1 0 0 0,-1 0 0 0 0,1-1-1 0 0,-1 1 1 0 0,1 0 0 0 0,-1 0 0 0 0,0 0 0 0 0,1 0 0 0 0,-1 0 0 0 0,0 0 0 0 0,2 3 0 0 0,9 9-17 0 0,-1 1-1 0 0,0 1 1 0 0,-1 0-1 0 0,0 1 1 0 0,-1-1 0 0 0,6 19-1 0 0,8 9 87 0 0,-8-14 41 0 0,2-1-1 0 0,1-1 1 0 0,33 39-1 0 0,-43-58-6 0 0,0 0 0 0 0,0 0-1 0 0,1-1 1 0 0,1 0 0 0 0,17 11-1 0 0,-21-15 13 0 0,1 0 1 0 0,-1-1-1 0 0,0 0 0 0 0,1 0 0 0 0,-1 0 0 0 0,1-1 1 0 0,-1 1-1 0 0,1-2 0 0 0,0 1 0 0 0,13-1 0 0 0,-15-1-26 0 0,0 1-1 0 0,0-1 1 0 0,0 0-1 0 0,0-1 0 0 0,-1 1 1 0 0,1-1-1 0 0,0 0 1 0 0,-1 0-1 0 0,1 0 1 0 0,-1-1-1 0 0,0 1 1 0 0,0-1-1 0 0,6-5 1 0 0,-4 2-28 0 0,-1 1 1 0 0,0-1 0 0 0,-1 0 0 0 0,0 0 0 0 0,0-1 0 0 0,0 1 0 0 0,-1-1 0 0 0,4-8 0 0 0,0-5-5 0 0,-2 0 0 0 0,0 0 0 0 0,-1 0 0 0 0,-2 0 0 0 0,2-35-1 0 0,-4 15-243 0 0,-2 1-1 0 0,-1-1 0 0 0,-11-45 1 0 0,14 82-805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1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327 18 8287 0 0,'0'-1'147'0'0,"0"0"0"0"0,-1 0 0 0 0,0 0 0 0 0,1 0 0 0 0,-1 0 0 0 0,1 0 0 0 0,-1 0 0 0 0,0 1-1 0 0,0-1 1 0 0,0 0 0 0 0,0 0 0 0 0,1 0 0 0 0,-1 1 0 0 0,0-1 0 0 0,0 0 0 0 0,0 1 0 0 0,0-1-1 0 0,-1 1 1 0 0,1 0 0 0 0,0-1 0 0 0,0 1 0 0 0,0 0 0 0 0,0-1 0 0 0,0 1 0 0 0,0 0 0 0 0,-1 0 0 0 0,1 0-1 0 0,0 0 1 0 0,0 0 0 0 0,0 0 0 0 0,0 0 0 0 0,-1 1 0 0 0,1-1 0 0 0,0 0 0 0 0,0 1 0 0 0,0-1-1 0 0,0 1 1 0 0,-2 0 0 0 0,-7 3 138 0 0,0 1 0 0 0,1 0-1 0 0,-13 8 1 0 0,13-7-402 0 0,-8 4-20 0 0,0 1 0 0 0,0 0 0 0 0,1 1 0 0 0,1 1 0 0 0,0 1 0 0 0,-17 19 0 0 0,32-32 136 0 0,-1 0 0 0 0,0-1 0 0 0,1 1 0 0 0,-1 0 0 0 0,1 0 0 0 0,0 0-1 0 0,-1-1 1 0 0,1 1 0 0 0,-1 0 0 0 0,1 0 0 0 0,0 0 0 0 0,0 0 0 0 0,0 0-1 0 0,0 0 1 0 0,-1 0 0 0 0,1 0 0 0 0,0 0 0 0 0,1 0 0 0 0,-1-1 0 0 0,0 1 0 0 0,0 0-1 0 0,0 0 1 0 0,0 0 0 0 0,1 0 0 0 0,-1 0 0 0 0,0 0 0 0 0,1 0 0 0 0,-1-1 0 0 0,1 1-1 0 0,-1 0 1 0 0,1 0 0 0 0,-1 0 0 0 0,1-1 0 0 0,1 2 0 0 0,3 2 84 0 0,-1 0-1 0 0,1-1 1 0 0,0 1 0 0 0,10 4-1 0 0,7 5 304 0 0,-18-10-305 0 0,11 9 373 0 0,-1 0 0 0 0,20 22 0 0 0,-32-32-395 0 0,1 1 0 0 0,-1 0 0 0 0,0 0 1 0 0,1 0-1 0 0,-2 0 0 0 0,1 1 0 0 0,0-1 0 0 0,0 0 0 0 0,-1 1 0 0 0,0-1 0 0 0,0 1 0 0 0,0-1 0 0 0,0 1 0 0 0,0 0 0 0 0,-1-1 0 0 0,0 1 0 0 0,0 0 0 0 0,0-1 0 0 0,-1 8 0 0 0,1-9-24 0 0,-1 1-1 0 0,0-1 0 0 0,0 0 1 0 0,0 0-1 0 0,0 0 0 0 0,0 0 1 0 0,0 0-1 0 0,-1-1 1 0 0,1 1-1 0 0,0 0 0 0 0,-1 0 1 0 0,0-1-1 0 0,1 1 0 0 0,-1-1 1 0 0,0 1-1 0 0,-4 1 1 0 0,2-1 35 0 0,-1 0 1 0 0,1 0 0 0 0,-1-1 0 0 0,1 1 0 0 0,-1-1-1 0 0,0 0 1 0 0,-7 0 0 0 0,-3 0 110 0 0,0-1 1 0 0,0-1-1 0 0,0-1 0 0 0,-17-3 1 0 0,-15-8 104 0 0,44 13-294 0 0,0-1 0 0 0,0 0-1 0 0,0-1 1 0 0,1 1 0 0 0,-1 0 0 0 0,0-1-1 0 0,1 0 1 0 0,-1 1 0 0 0,1-1-1 0 0,0 0 1 0 0,0 0 0 0 0,0 0-1 0 0,-4-5 1 0 0,7 7-98 0 0,-1 0-1 0 0,0-1 1 0 0,0 1-1 0 0,1 0 1 0 0,-1-1-1 0 0,0 1 1 0 0,1-1-1 0 0,-1 1 1 0 0,0 0-1 0 0,1 0 1 0 0,-1-1-1 0 0,1 1 1 0 0,-1 0-1 0 0,0 0 1 0 0,1-1-1 0 0,-1 1 0 0 0,1 0 1 0 0,-1 0-1 0 0,1 0 1 0 0,-1 0-1 0 0,0 0 1 0 0,1 0-1 0 0,-1 0 1 0 0,1 0-1 0 0,-1 0 1 0 0,1 0-1 0 0,-1 0 1 0 0,1 0-1 0 0,-1 0 1 0 0,1 0-1 0 0,-1 0 1 0 0,1 0-1 0 0,10-1-3126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1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8751 0 0,'1'-1'49'0'0,"-1"1"0"0"0,0-1 0 0 0,1 1 0 0 0,-1-1-1 0 0,1 1 1 0 0,-1 0 0 0 0,0-1 0 0 0,1 1-1 0 0,-1 0 1 0 0,1-1 0 0 0,-1 1 0 0 0,1 0 0 0 0,-1 0-1 0 0,1-1 1 0 0,-1 1 0 0 0,1 0 0 0 0,0 0 0 0 0,-1 0-1 0 0,1 0 1 0 0,-1 0 0 0 0,1 0 0 0 0,-1 0-1 0 0,1 0 1 0 0,-1 0 0 0 0,1 0 0 0 0,0 0 0 0 0,-1 0-1 0 0,2 0 1 0 0,3 17 4250 0 0,-4-12-3379 0 0,4 19 395 0 0,59 246 1392 0 0,-74-289-5173 0 0,-26-35-1 0 0,26 41-2856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1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0 115 11055 0 0,'8'-6'428'0'0,"-1"0"-1"0"0,1 0 0 0 0,-1 0 1 0 0,1 1-1 0 0,1 1 0 0 0,-1-1 1 0 0,1 1-1 0 0,0 1 0 0 0,0-1 1 0 0,0 2-1 0 0,17-4 0 0 0,52-13 1359 0 0,125-14 0 0 0,-162 29-2203 0 0,0 3-1 0 0,0 1 0 0 0,0 2 1 0 0,81 14-1 0 0,-103-12-5978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2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6 328 5063 0 0,'-1'2'448'0'0,"0"0"0"0"0,0 0 0 0 0,1-1-1 0 0,-1 1 1 0 0,1 0 0 0 0,-1 0-1 0 0,1 0 1 0 0,0 0 0 0 0,0 0-1 0 0,-1 0 1 0 0,2 0 0 0 0,-1 0 0 0 0,0 0-1 0 0,0 0 1 0 0,1 0 0 0 0,-1 0-1 0 0,1 0 1 0 0,-1 0 0 0 0,1 0-1 0 0,0 0 1 0 0,1 3 0 0 0,0-2-138 0 0,0 1 0 0 0,0 0 0 0 0,1-1 0 0 0,-1 1 0 0 0,1-1 0 0 0,0 0 1 0 0,0 0-1 0 0,0 0 0 0 0,4 3 0 0 0,-2-3-173 0 0,0 0 0 0 0,1-1 0 0 0,-1 0 0 0 0,0 0-1 0 0,1 0 1 0 0,0 0 0 0 0,0-1 0 0 0,-1 0 0 0 0,1-1 0 0 0,0 1 0 0 0,0-1 0 0 0,0 0 0 0 0,0 0 0 0 0,-1-1 0 0 0,1 0-1 0 0,11-2 1 0 0,-3-1-23 0 0,0-1-1 0 0,0 0 1 0 0,-1 0-1 0 0,1-1 0 0 0,19-13 1 0 0,-11 4-68 0 0,0-2 1 0 0,-2 0-1 0 0,1-1 1 0 0,-2 0-1 0 0,-1-2 1 0 0,0-1-1 0 0,19-29 1 0 0,-32 42-28 0 0,0-1 1 0 0,0 0-1 0 0,-1 0 0 0 0,-1 0 1 0 0,1-1-1 0 0,-1 1 1 0 0,-1-1-1 0 0,0 0 1 0 0,0 0-1 0 0,0-16 0 0 0,-2 23-11 0 0,0-1-1 0 0,0 1 0 0 0,0 0 1 0 0,0-1-1 0 0,-1 1 0 0 0,0 0 1 0 0,1-1-1 0 0,-1 1 0 0 0,0 0 0 0 0,-1 0 1 0 0,1-1-1 0 0,-1 1 0 0 0,1 0 1 0 0,-1 1-1 0 0,0-1 0 0 0,0 0 1 0 0,0 0-1 0 0,0 1 0 0 0,-1-1 1 0 0,1 1-1 0 0,-1 0 0 0 0,1 0 0 0 0,-1 0 1 0 0,0 0-1 0 0,0 0 0 0 0,0 0 1 0 0,0 1-1 0 0,0 0 0 0 0,0-1 1 0 0,0 1-1 0 0,0 0 0 0 0,-1 1 1 0 0,1-1-1 0 0,-5 0 0 0 0,-2 0-31 0 0,1 1-1 0 0,-1 1 1 0 0,1-1 0 0 0,-1 2-1 0 0,1-1 1 0 0,0 1 0 0 0,0 1-1 0 0,-1-1 1 0 0,-15 8 0 0 0,-8 6-245 0 0,-36 22 1 0 0,53-28 74 0 0,0 0-1 0 0,1 2 0 0 0,0 0 1 0 0,0 0-1 0 0,-16 20 1 0 0,23-23-1255 0 0,1 0 0 0 0,0 1 0 0 0,-5 11 1 0 0,3-1-4626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2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0 250 2759 0 0,'29'1'-772'0'0,"-25"0"1888"0"0,1 0-1 0 0,0 0 0 0 0,-1 0 0 0 0,0 0 0 0 0,1 1 0 0 0,-1 0 0 0 0,0 0 0 0 0,1 0 0 0 0,-1 0 0 0 0,0 1 1 0 0,6 5-1 0 0,37 35 777 0 0,-34-30-1486 0 0,1 0 0 0 0,0-1 1 0 0,28 19-1 0 0,-42-31-403 0 0,0 0 0 0 0,0 0 0 0 0,0 0 1 0 0,0 0-1 0 0,1 0 0 0 0,-1 1 0 0 0,0-1 0 0 0,0 0 1 0 0,0 0-1 0 0,0 0 0 0 0,0 0 0 0 0,0 0 0 0 0,0 0 1 0 0,1 0-1 0 0,-1 0 0 0 0,0 0 0 0 0,0 0 0 0 0,0 0 1 0 0,0 0-1 0 0,0 0 0 0 0,0 0 0 0 0,1 0 0 0 0,-1 0 1 0 0,0 0-1 0 0,0 0 0 0 0,0 0 0 0 0,0 0 0 0 0,0 0 1 0 0,0 0-1 0 0,0 0 0 0 0,1 0 0 0 0,-1-1 0 0 0,0 1 1 0 0,0 0-1 0 0,0 0 0 0 0,0 0 0 0 0,0 0 0 0 0,0 0 1 0 0,0 0-1 0 0,0 0 0 0 0,0 0 0 0 0,0 0 0 0 0,1 0 1 0 0,-1-1-1 0 0,0 1 0 0 0,0 0 0 0 0,0 0 0 0 0,0 0 1 0 0,0-9 107 0 0,-5-11 35 0 0,5 19-143 0 0,-8-21-17 0 0,-1 0-1 0 0,-22-37 1 0 0,21 42-55 0 0,1 0 0 0 0,0-1 0 0 0,2 1 1 0 0,0-2-1 0 0,-6-24 0 0 0,11 36 56 0 0,1 0 0 0 0,0 0 0 0 0,1 0-1 0 0,-1 0 1 0 0,1 0 0 0 0,1 1 0 0 0,1-15-1 0 0,-1 19 3 0 0,0-1 0 0 0,0 0-1 0 0,0 1 1 0 0,0-1-1 0 0,1 1 1 0 0,-1-1 0 0 0,1 1-1 0 0,-1 0 1 0 0,1 0-1 0 0,0 0 1 0 0,0 0 0 0 0,0 0-1 0 0,0 0 1 0 0,0 0-1 0 0,0 1 1 0 0,1-1 0 0 0,-1 1-1 0 0,1-1 1 0 0,-1 1-1 0 0,1 0 1 0 0,-1 0 0 0 0,4-1-1 0 0,5-1-15 0 0,-1 1-1 0 0,1 0 1 0 0,0 1 0 0 0,0 0-1 0 0,0 1 1 0 0,-1 0-1 0 0,1 0 1 0 0,0 1-1 0 0,0 1 1 0 0,0 0 0 0 0,-1 0-1 0 0,1 1 1 0 0,-1 0-1 0 0,0 1 1 0 0,0 1-1 0 0,11 5 1 0 0,-14-6 30 0 0,0 1 0 0 0,0-1 0 0 0,0 1 0 0 0,0 1 0 0 0,-1-1 0 0 0,0 1 0 0 0,0 0 1 0 0,-1 1-1 0 0,8 10 0 0 0,-10-12 4 0 0,0 0 1 0 0,0 1-1 0 0,-1 0 1 0 0,0-1-1 0 0,0 1 1 0 0,0 0-1 0 0,0 0 1 0 0,-1 0-1 0 0,0 1 1 0 0,-1-1-1 0 0,1 0 1 0 0,-1 0-1 0 0,-1 11 1 0 0,1-15 27 0 0,0 0 1 0 0,-1 0-1 0 0,1 0 1 0 0,-1 0-1 0 0,1 0 1 0 0,-1 0-1 0 0,1 0 1 0 0,-1-1-1 0 0,0 1 1 0 0,0 0-1 0 0,0 0 1 0 0,0-1-1 0 0,0 1 1 0 0,-1-1-1 0 0,1 1 1 0 0,0-1-1 0 0,-1 1 1 0 0,1-1-1 0 0,-1 0 1 0 0,1 1-1 0 0,-1-1 1 0 0,0 0-1 0 0,-2 1 1 0 0,38 14 1228 0 0,54 28-2 0 0,27 13-1554 0 0,-96-52-2141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2.7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12439 0 0,'4'10'3817'0'0,"7"26"-2488"0"0,17 124-777 0 0,5 22-303 0 0,-28-163-182 0 0,-5-18-66 0 0,0-1 1 0 0,1 1 0 0 0,-1 0 0 0 0,0-1 0 0 0,0 1-1 0 0,0-1 1 0 0,0 1 0 0 0,1-1 0 0 0,-1 1 0 0 0,0 0-1 0 0,0-1 1 0 0,1 1 0 0 0,-1-1 0 0 0,1 1 0 0 0,-1-1 0 0 0,0 0-1 0 0,1 1 1 0 0,-1-1 0 0 0,1 1 0 0 0,-1-1 0 0 0,1 0-1 0 0,-1 1 1 0 0,1-1 0 0 0,-1 0 0 0 0,1 1 0 0 0,-1-1-1 0 0,2 0 1 0 0,-1-3-97 0 0,-1 0 1 0 0,1 0-1 0 0,-1 0 0 0 0,0 0 0 0 0,0 0 1 0 0,0 0-1 0 0,0 0 0 0 0,0 0 0 0 0,-2-5 1 0 0,2 6 48 0 0,-6-31-1961 0 0,2 13 207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3.0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6447 0 0,'3'-2'420'0'0,"0"0"0"0"0,0 1 0 0 0,1-1 0 0 0,-1 1 0 0 0,0 0 0 0 0,1 0 0 0 0,-1 0 0 0 0,0 0 0 0 0,1 1 0 0 0,-1-1 0 0 0,1 1 0 0 0,-1 0 0 0 0,1 0 0 0 0,-1 0 0 0 0,6 1 0 0 0,9 2 2294 0 0,31 8 0 0 0,-25-4-2936 0 0,10 0 572 0 0,1 0 1 0 0,-1-3 0 0 0,60 2 0 0 0,-78-7-347 0 0,1 0 0 0 0,-1-1 0 0 0,1-1 0 0 0,-1 0 0 0 0,0-1-1 0 0,-1 0 1 0 0,1-2 0 0 0,-1 0 0 0 0,29-16 0 0 0,-24 15-7 0 0,-19 7 21 0 0,0 0 0 0 0,-1 0 0 0 0,1 0 0 0 0,0 0 0 0 0,-1 0 0 0 0,1 0 0 0 0,-1 0 0 0 0,1 0 0 0 0,0 0 0 0 0,-1 1 0 0 0,1-1 0 0 0,-1 0 0 0 0,1 1 0 0 0,0-1 0 0 0,-1 0 0 0 0,1 1 0 0 0,-1-1 0 0 0,1 0 0 0 0,0 2 0 0 0,0 1 72 0 0,1 0 0 0 0,-1-1 0 0 0,0 2 0 0 0,1-1 0 0 0,-1 0 0 0 0,-1 0 0 0 0,1 0-1 0 0,0 0 1 0 0,-1 6 0 0 0,4 36 528 0 0,-3 57-1 0 0,-2-69-515 0 0,1 0 0 0 0,2-1 0 0 0,1 1-1 0 0,9 39 1 0 0,0-45-93 0 0,-12-27-101 0 0,0 1 1 0 0,0 0-1 0 0,1-1 1 0 0,-1 1-1 0 0,1 0 1 0 0,-1-1-1 0 0,1 1 1 0 0,-1 0-1 0 0,1-1 1 0 0,-1 1-1 0 0,1-1 1 0 0,-1 1-1 0 0,1-1 1 0 0,0 1-1 0 0,-1-1 1 0 0,1 0 0 0 0,0 1-1 0 0,-1-1 1 0 0,1 0-1 0 0,0 1 1 0 0,0-1-1 0 0,-1 0 1 0 0,1 0-1 0 0,0 0 1 0 0,0 0-1 0 0,-1 0 1 0 0,1 0-1 0 0,0 0 1 0 0,0 0-1 0 0,-1 0 1 0 0,1 0-1 0 0,0 0 1 0 0,0 0-1 0 0,1-1 1 0 0,3-4-2188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3.2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3679 0 0,'1'1'181'0'0,"-1"-1"0"0"0,1 1-1 0 0,0-1 1 0 0,-1 1-1 0 0,1 0 1 0 0,-1-1 0 0 0,1 1-1 0 0,-1 0 1 0 0,1-1 0 0 0,-1 1-1 0 0,1 0 1 0 0,-1 0-1 0 0,0-1 1 0 0,1 1 0 0 0,-1 0-1 0 0,0 0 1 0 0,0 0-1 0 0,1 0 1 0 0,-1-1 0 0 0,0 1-1 0 0,0 0 1 0 0,0 1-1 0 0,3 30 8967 0 0,-2-21-7640 0 0,3 20-935 0 0,2-1 1 0 0,0 0-1 0 0,2 0 0 0 0,15 35 1 0 0,-12-45-677 0 0,-11-19 13 0 0,0-1 1 0 0,1 1-1 0 0,-1-1 1 0 0,0 1-1 0 0,1-1 0 0 0,-1 1 1 0 0,0-1-1 0 0,1 1 1 0 0,-1-1-1 0 0,1 0 1 0 0,-1 1-1 0 0,1-1 1 0 0,-1 0-1 0 0,0 1 1 0 0,1-1-1 0 0,-1 0 1 0 0,1 0-1 0 0,0 1 1 0 0,-1-1-1 0 0,1 0 1 0 0,-1 0-1 0 0,1 0 1 0 0,-1 0-1 0 0,1 0 1 0 0,-1 0-1 0 0,1 0 0 0 0,0 0 1 0 0,-1 0-1 0 0,1 0 1 0 0,-1 0-1 0 0,1 0 1 0 0,-1 0-1 0 0,1 0 1 0 0,-1-1-1 0 0,1 1 1 0 0,0 0-1 0 0,5-4-1429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3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0 268 10591 0 0,'0'0'106'0'0,"1"0"0"0"0,-1 0 0 0 0,1 0-1 0 0,-1 0 1 0 0,1 0 0 0 0,-1 0 0 0 0,1 0-1 0 0,-1 0 1 0 0,0 1 0 0 0,1-1 0 0 0,-1 0-1 0 0,1 0 1 0 0,-1 0 0 0 0,0 1 0 0 0,1-1-1 0 0,-1 0 1 0 0,0 0 0 0 0,1 1 0 0 0,-1-1-1 0 0,0 0 1 0 0,1 1 0 0 0,-1-1 0 0 0,0 0-1 0 0,0 1 1 0 0,1-1 0 0 0,-1 1 0 0 0,0-1-1 0 0,0 0 1 0 0,0 1 0 0 0,1-1 0 0 0,-1 1-1 0 0,0-1 1 0 0,0 1 0 0 0,0-1 0 0 0,0 1-1 0 0,0-1 1 0 0,0 0 0 0 0,0 1 0 0 0,0 0-1 0 0,6 30 5106 0 0,-4-19-4249 0 0,14 51 371 0 0,8 40-1180 0 0,-22-92-922 0 0,-5-20 304 0 0,-2-19 138 0 0,4-5 414 0 0,2 0 0 0 0,1 1 0 0 0,2-1 0 0 0,1 1 0 0 0,1 0 0 0 0,2 0 0 0 0,13-35 0 0 0,-18 60-107 0 0,1-1 1 0 0,0 1-1 0 0,0 0 0 0 0,1 0 1 0 0,0 0-1 0 0,0 0 0 0 0,0 1 0 0 0,1 0 1 0 0,0 0-1 0 0,0 1 0 0 0,7-6 0 0 0,-11 9 9 0 0,1 1-1 0 0,-1-1 0 0 0,1 0 0 0 0,-1 1 0 0 0,1 0 0 0 0,-1-1 0 0 0,1 1 1 0 0,0 0-1 0 0,0 1 0 0 0,0-1 0 0 0,-1 0 0 0 0,1 1 0 0 0,0-1 0 0 0,0 1 1 0 0,0 0-1 0 0,0 0 0 0 0,0 0 0 0 0,0 1 0 0 0,0-1 0 0 0,0 1 0 0 0,0-1 1 0 0,-1 1-1 0 0,1 0 0 0 0,0 0 0 0 0,0 0 0 0 0,-1 1 0 0 0,1-1 0 0 0,-1 0 0 0 0,1 1 1 0 0,-1 0-1 0 0,0 0 0 0 0,1 0 0 0 0,2 3 0 0 0,4 7 35 0 0,0 1-1 0 0,-1 0 0 0 0,0 0 1 0 0,-1 0-1 0 0,-1 1 1 0 0,0 0-1 0 0,6 21 1 0 0,16 37 405 0 0,-20-56-296 0 0,1 0 0 0 0,0-1 0 0 0,1-1-1 0 0,1 1 1 0 0,15 15 0 0 0,-21-25-88 0 0,-1 0 0 0 0,1-1 0 0 0,0 0 0 0 0,1 0 0 0 0,-1 0 0 0 0,1-1 0 0 0,-1 0 0 0 0,1 0 1 0 0,0 0-1 0 0,0-1 0 0 0,1 1 0 0 0,-1-2 0 0 0,0 1 0 0 0,1-1 0 0 0,-1 0 0 0 0,1 0 0 0 0,10 0 0 0 0,-14-2-21 0 0,1 1 0 0 0,0-1 1 0 0,-1 0-1 0 0,1 0 0 0 0,-1-1 0 0 0,0 1 0 0 0,1-1 0 0 0,-1 1 0 0 0,0-1 1 0 0,0 0-1 0 0,0 0 0 0 0,0 0 0 0 0,0-1 0 0 0,0 1 0 0 0,-1-1 1 0 0,1 0-1 0 0,-1 1 0 0 0,0-1 0 0 0,0 0 0 0 0,0 0 0 0 0,0-1 0 0 0,2-3 1 0 0,3-8 41 0 0,-1-1 1 0 0,0 0 0 0 0,6-23 0 0 0,-11 32-54 0 0,8-22 24 0 0,-2-1 0 0 0,-2 0 0 0 0,0 0 0 0 0,-2 0 0 0 0,-2 0 0 0 0,0 0 0 0 0,-6-42 0 0 0,0 53-59 0 0,4 16-117 0 0,4 14-154 0 0,-2-7-175 0 0,0 0 1 0 0,1 1-1 0 0,-1-1 0 0 0,1 0 1 0 0,0 0-1 0 0,0 0 1 0 0,1 0-1 0 0,0 0 0 0 0,-1 0 1 0 0,5 4-1 0 0,4 1-2071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4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1 6911 0 0,'-10'17'11299'0'0,"-23"44"-9123"0"0,-4 7-2140 0 0,36-66-21 0 0,-52 102 270 0 0,48-92-268 0 0,1 0-1 0 0,0 0 1 0 0,0 1 0 0 0,2-1 0 0 0,-1 1-1 0 0,0 24 1 0 0,2-33-3 0 0,1-1 0 0 0,0 0-1 0 0,0 0 1 0 0,0 1 0 0 0,1-1 0 0 0,-1 0-1 0 0,1 0 1 0 0,0 1 0 0 0,0-1 0 0 0,0 0-1 0 0,0 0 1 0 0,1 0 0 0 0,-1 0 0 0 0,1 0-1 0 0,-1-1 1 0 0,1 1 0 0 0,0 0 0 0 0,0-1-1 0 0,1 1 1 0 0,-1-1 0 0 0,0 0 0 0 0,1 0-1 0 0,-1 0 1 0 0,1 0 0 0 0,0 0 0 0 0,0 0-1 0 0,0-1 1 0 0,0 1 0 0 0,0-1-1 0 0,0 0 1 0 0,0 0 0 0 0,0 0 0 0 0,0 0-1 0 0,0-1 1 0 0,1 1 0 0 0,-1-1 0 0 0,5 0-1 0 0,3 0 55 0 0,1 0-1 0 0,-1-2 1 0 0,1 1-1 0 0,-1-1 1 0 0,0-1-1 0 0,0 0 1 0 0,0 0-1 0 0,-1-1 1 0 0,17-9 0 0 0,-9 4-27 0 0,-1-2 1 0 0,26-19-1 0 0,-37 25-10 0 0,-1 1-1 0 0,0-1 1 0 0,-1 1-1 0 0,1-1 1 0 0,-1-1-1 0 0,0 1 1 0 0,0-1-1 0 0,0 1 1 0 0,-1-1-1 0 0,0 0 1 0 0,4-10-1 0 0,-6 14-7 0 0,-1 1-1 0 0,0-1 0 0 0,1 0 1 0 0,-1 1-1 0 0,0-1 1 0 0,0 0-1 0 0,0 1 1 0 0,0-1-1 0 0,0 0 0 0 0,0 1 1 0 0,0-1-1 0 0,-1-3 1 0 0,0 5 3 0 0,1-1 0 0 0,0 1 0 0 0,-1-1 0 0 0,1 0 0 0 0,0 1 0 0 0,-1-1 0 0 0,1 1 0 0 0,-1-1 0 0 0,1 1 1 0 0,-1-1-1 0 0,1 1 0 0 0,-1-1 0 0 0,0 1 0 0 0,1-1 0 0 0,-1 1 0 0 0,1 0 0 0 0,-1-1 0 0 0,0 1 0 0 0,1 0 0 0 0,-3-1 0 0 0,1 1 1 0 0,-1 0 0 0 0,0 0 0 0 0,0 0 0 0 0,1 0 0 0 0,-1 1 0 0 0,0-1 0 0 0,1 1 0 0 0,-1 0 0 0 0,0-1 0 0 0,1 1-1 0 0,-1 0 1 0 0,1 1 0 0 0,-4 1 0 0 0,-64 31-2717 0 0,52-25-4924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7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48 950 919 0 0,'-1'0'175'0'0,"-1"0"0"0"0,1 1 0 0 0,0-1 0 0 0,0 1 0 0 0,-1-1 0 0 0,1 1 0 0 0,0-1 0 0 0,0 1 0 0 0,0 0 0 0 0,0 0 0 0 0,0 0 0 0 0,0 0 0 0 0,0-1 0 0 0,0 1 0 0 0,0 1 0 0 0,0-1 0 0 0,1 0 0 0 0,-1 0 0 0 0,0 0 0 0 0,1 0 0 0 0,-1 0 0 0 0,0 2 0 0 0,-11 30 2602 0 0,11-29-3155 0 0,-2 3 457 0 0,1 2 0 0 0,0-1 0 0 0,0 0 0 0 0,1 0 0 0 0,0 0 0 0 0,0 13 0 0 0,1-19-76 0 0,0 0-1 0 0,1 0 1 0 0,-1 0-1 0 0,0 0 1 0 0,1 0-1 0 0,-1 0 1 0 0,1 0-1 0 0,0 0 1 0 0,0 0-1 0 0,0 0 1 0 0,0 0-1 0 0,0-1 1 0 0,0 1-1 0 0,0 0 0 0 0,0-1 1 0 0,1 1-1 0 0,-1-1 1 0 0,1 1-1 0 0,-1-1 1 0 0,1 0-1 0 0,0 1 1 0 0,-1-1-1 0 0,1 0 1 0 0,0 0-1 0 0,0 0 1 0 0,0-1-1 0 0,-1 1 1 0 0,1 0-1 0 0,0-1 0 0 0,0 1 1 0 0,3 0-1 0 0,19 1 286 0 0,-1-1 0 0 0,1 0 0 0 0,46-6 0 0 0,24 0 796 0 0,9 7-579 0 0,140-14 0 0 0,-17 0-462 0 0,23-2-12 0 0,-142-1-31 0 0,141 0 0 0 0,-164 13 63 0 0,140-23 0 0 0,-85 10 403 0 0,225 4 0 0 0,-339 11-468 0 0,165 8 2 0 0,-6 0 0 0 0,-140-9 0 0 0,0-1 0 0 0,52-10 0 0 0,-23 1 235 0 0,141-2 0 0 0,74 21-103 0 0,-246-7-150 0 0,164 21 17 0 0,-143-13 16 0 0,1-2 1 0 0,1-4-1 0 0,77-4 0 0 0,100-16 139 0 0,117-13 102 0 0,213-8 271 0 0,-496 36-510 0 0,99 0-4 0 0,97-4-16 0 0,533-30 3 0 0,-534 49 0 0 0,51 0 0 0 0,383-19 64 0 0,-406-2-64 0 0,-1 0 0 0 0,-65 9 0 0 0,172-1 0 0 0,-230-5 0 0 0,170 2 0 0 0,177 24 0 0 0,-41-21 0 0 0,-109-3 0 0 0,-48 21 0 0 0,37 1 0 0 0,126-35 0 0 0,-94 19 112 0 0,-2 36 0 0 0,-33-20-112 0 0,-84-8 0 0 0,77-5 0 0 0,-159-6 0 0 0,114-19 73 0 0,-65 1-7 0 0,-100 13 46 0 0,339 3 64 0 0,-202 9-110 0 0,5 1-15 0 0,143-16-51 0 0,-313 2 0 0 0,97-8 24 0 0,92-3 16 0 0,-198 16 28 0 0,195-29 0 0 0,-164 12 601 0 0,-19 4-108 0 0,-111 13-552 0 0,1 0 1 0 0,-1 0 0 0 0,1-1-1 0 0,-1 0 1 0 0,0 0 0 0 0,0 0-1 0 0,1-1 1 0 0,-2 1 0 0 0,1-1-1 0 0,0 0 1 0 0,7-7 0 0 0,-9 8 27 0 0,-1-1 0 0 0,0 0 0 0 0,0 0 0 0 0,0 0 0 0 0,0 0 0 0 0,0 0 0 0 0,0 0 1 0 0,-1 0-1 0 0,0-1 0 0 0,1 1 0 0 0,-1-1 0 0 0,-1 1 0 0 0,1-1 0 0 0,0 1 1 0 0,-1-1-1 0 0,0 1 0 0 0,1-1 0 0 0,-2 1 0 0 0,1-7 0 0 0,-6-24 268 0 0,-1-1-1 0 0,-14-39 1 0 0,-7-31-51 0 0,1-115-33 0 0,-7-28 922 0 0,34 248-1157 0 0,-10-33 812 0 0,10 31-909 0 0,-1 1 1 0 0,0-1 0 0 0,0 1-1 0 0,1 0 1 0 0,-1-1 0 0 0,0 1-1 0 0,0 0 1 0 0,0 0 0 0 0,0 0-1 0 0,0 0 1 0 0,-2-2 0 0 0,-8 3-4583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48.1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48 8751 0 0,'2'-11'833'0'0,"-1"8"-601"0"0,-1 0 0 0 0,1 0 0 0 0,0 0 0 0 0,0 0 0 0 0,0 0 0 0 0,0 0 0 0 0,1 0 0 0 0,-1 0 1 0 0,4-4-1 0 0,-5 7-197 0 0,0-1 1 0 0,1 1-1 0 0,-1 0 1 0 0,0 0-1 0 0,0 0 1 0 0,0-1 0 0 0,1 1-1 0 0,-1 0 1 0 0,0 0-1 0 0,0 0 1 0 0,1 0-1 0 0,-1 0 1 0 0,0 0-1 0 0,0 0 1 0 0,1 0 0 0 0,-1-1-1 0 0,0 1 1 0 0,0 0-1 0 0,1 0 1 0 0,-1 0-1 0 0,0 0 1 0 0,0 0-1 0 0,1 0 1 0 0,-1 0 0 0 0,0 1-1 0 0,0-1 1 0 0,1 0-1 0 0,-1 0 1 0 0,0 0-1 0 0,0 0 1 0 0,1 0-1 0 0,-1 0 1 0 0,0 0 0 0 0,0 1-1 0 0,1-1 1 0 0,-1 0-1 0 0,8 11 352 0 0,0 15-355 0 0,-3 4-55 0 0,-1 0-1 0 0,-2 0 1 0 0,-1 45-1 0 0,-16 93 37 0 0,6-76-6 0 0,-16 235 195 0 0,16-185-3955 0 0,5-53-542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31.9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44 919 0 0,'-7'-7'2431'0'0,"-7"-8"3382"0"0,3 11-4761 0 0,38-2-558 0 0,-6 2-311 0 0,0 0 0 0 0,0 2 1 0 0,0 0-1 0 0,36 3 0 0 0,85 14 87 0 0,-63-5 154 0 0,-53-6-319 0 0,0 1 0 0 0,0 1 1 0 0,44 17-1 0 0,69 40 37 0 0,-87-39 56 0 0,-32-15-115 0 0,0 0 0 0 0,-1 1 0 0 0,0 1 0 0 0,0 1 0 0 0,-1 0 0 0 0,0 2-1 0 0,17 17 1 0 0,159 207 486 0 0,-159-191-530 0 0,-6-6 4 0 0,-2 1 0 0 0,31 62-1 0 0,-30-53 55 0 0,3-1 0 0 0,52 64 0 0 0,-60-88-67 0 0,5 8-7 0 0,-7-4 41 0 0,2-2 0 0 0,0-1 0 0 0,2 0 0 0 0,32 26 0 0 0,-47-44-44 0 0,-2 1-1 0 0,1 1 0 0 0,-2-1 1 0 0,1 1-1 0 0,8 18 0 0 0,-11-19-2 0 0,0-1-1 0 0,1 1 1 0 0,0-1-1 0 0,1 0 0 0 0,0-1 1 0 0,0 1-1 0 0,1-1 1 0 0,12 10-1 0 0,-9-8 6 0 0,0 0-1 0 0,-1 2 0 0 0,-1-1 1 0 0,1 1-1 0 0,-2 0 0 0 0,0 1 1 0 0,0 0-1 0 0,10 25 0 0 0,44 87-157 0 0,-50-104 74 0 0,0-2 1 0 0,2 0 0 0 0,31 35 0 0 0,-40-49-327 0 0,0 0 1 0 0,1 0 0 0 0,0-1-1 0 0,8 5 1 0 0,2 0-4431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27.6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0 182 5063 0 0,'4'-5'294'0'0,"0"0"1"0"0,0 0-1 0 0,1 0 0 0 0,-1 0 0 0 0,1 1 0 0 0,0 0 0 0 0,1 0 0 0 0,-1 0 0 0 0,1 1 0 0 0,-1 0 0 0 0,1 0 0 0 0,0 0 0 0 0,0 1 0 0 0,7-3 0 0 0,46-12 85 0 0,82-14 0 0 0,64 1-48 0 0,-83 14-203 0 0,12 0-136 0 0,231 4-1 0 0,134 41-26 0 0,167-2 3 0 0,2-36 0 0 0,251 10 111 0 0,-373 4 6 0 0,-259-7 1447 0 0,-284 2-1616 0 0,0 0 0 0 0,0 0 0 0 0,0 0 0 0 0,0 0-1 0 0,0 1 1 0 0,0-1 0 0 0,0 1 0 0 0,0-1 0 0 0,-1 1 0 0 0,1 0-1 0 0,0 1 1 0 0,0-1 0 0 0,-1 0 0 0 0,4 3 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30.9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17 61 5903 0 0,'-1'0'16'0'0,"1"0"-1"0"0,-1 0 0 0 0,0 0 0 0 0,1 0 1 0 0,-1 0-1 0 0,1 0 0 0 0,-1 0 0 0 0,0 0 1 0 0,1 0-1 0 0,-1 1 0 0 0,1-1 0 0 0,-1 0 0 0 0,1 0 1 0 0,-1 0-1 0 0,0 1 0 0 0,1-1 0 0 0,-1 0 1 0 0,1 1-1 0 0,-1-1 0 0 0,1 0 0 0 0,-1 1 1 0 0,1-1-1 0 0,0 1 0 0 0,-1-1 0 0 0,1 1 0 0 0,-1-1 1 0 0,1 1-1 0 0,0-1 0 0 0,0 1 0 0 0,-1-1 1 0 0,1 1-1 0 0,0-1 0 0 0,0 1 0 0 0,-1 0 1 0 0,1-1-1 0 0,0 1 0 0 0,0-1 0 0 0,0 1 0 0 0,0 0 1 0 0,0-1-1 0 0,0 1 0 0 0,0 0 0 0 0,0 0-14 0 0,1 1 0 0 0,-1-1 0 0 0,1 0 0 0 0,-1 0 0 0 0,1-1 0 0 0,-1 1 0 0 0,1 0 0 0 0,-1 0 0 0 0,1 0 0 0 0,0 0 0 0 0,-1 0 0 0 0,1 0-1 0 0,0-1 1 0 0,0 1 0 0 0,0 0 0 0 0,0-1 0 0 0,0 1 0 0 0,-1-1 0 0 0,1 1 0 0 0,0-1 0 0 0,0 1 0 0 0,0-1 0 0 0,0 0 0 0 0,1 1 0 0 0,-1-1-1 0 0,1 0 1 0 0,40 4 596 0 0,0-2 0 0 0,1-2 0 0 0,42-6 0 0 0,-21 2-75 0 0,174-14-12 0 0,117-4 190 0 0,-62 2-600 0 0,8-1 40 0 0,-107 14 186 0 0,150 3 556 0 0,72 12 78 0 0,-232-7-500 0 0,121-4 232 0 0,-28-1-148 0 0,-42 3-136 0 0,127 8-128 0 0,-35-8-152 0 0,-309 0-128 0 0,-10 1 2 0 0,-1-1-1 0 0,-1 1 1 0 0,1 0 0 0 0,-1 0 0 0 0,1 0 0 0 0,-1 1 0 0 0,0 0-1 0 0,8 2 1 0 0,-14 1 39 0 0,-8 0 18 0 0,-9 2 17 0 0,-541 79 48 0 0,310-54-88 0 0,-478 31-48 0 0,614-58-27 0 0,-134 5-46 0 0,-662-2-571 0 0,780-12 342 0 0,-1 5-1 0 0,-166 22 0 0 0,256-16 184 0 0,-1 2-1 0 0,1 1 1 0 0,1 2-1 0 0,-51 22 1 0 0,56-15 12 0 0,0 1 0 0 0,-38 30 0 0 0,15-10 29 0 0,26-23 281 0 0,25-14-141 0 0,-1 0-1 0 0,1 1 0 0 0,0 0 0 0 0,0 1 1 0 0,0-1-1 0 0,-5 5 0 0 0,10-8-45 0 0,-1 1 0 0 0,1 0 0 0 0,0-1-1 0 0,0 1 1 0 0,0-1 0 0 0,0 1 0 0 0,-1-1-1 0 0,1 1 1 0 0,0 0 0 0 0,0-1 0 0 0,0 1-1 0 0,0-1 1 0 0,0 1 0 0 0,1 0 0 0 0,-1-1-1 0 0,0 1 1 0 0,0-1 0 0 0,0 1 0 0 0,0-1-1 0 0,1 1 1 0 0,-1-1 0 0 0,0 1 0 0 0,0 0-1 0 0,1 0 1 0 0,11 18 37 0 0,-5-8 12 0 0,-5-6-48 0 0,-1 1-1 0 0,1-1 0 0 0,-1 0 1 0 0,0 1-1 0 0,-1-1 0 0 0,1 10 1 0 0,-2-12 9 0 0,1 0 0 0 0,0 0 1 0 0,0 0-1 0 0,0 0 0 0 0,1 0 1 0 0,-1 1-1 0 0,1-1 0 0 0,-1 0 0 0 0,1-1 1 0 0,0 1-1 0 0,0 0 0 0 0,1 0 1 0 0,-1 0-1 0 0,0 0 0 0 0,1-1 1 0 0,0 1-1 0 0,-1-1 0 0 0,1 1 1 0 0,0-1-1 0 0,1 0 0 0 0,3 4 1 0 0,0-3 32 0 0,0 0 1 0 0,0 0 0 0 0,0 0 0 0 0,0-1 0 0 0,1 0-1 0 0,-1 0 1 0 0,1-1 0 0 0,-1 0 0 0 0,1 0-1 0 0,0 0 1 0 0,12-1 0 0 0,10-1 85 0 0,40-8-1 0 0,-57 7-80 0 0,104-9 263 0 0,154 3 0 0 0,35-2-289 0 0,-41 4 132 0 0,-69 5-81 0 0,96 2 26 0 0,8-1-78 0 0,-66-2 79 0 0,86-6 149 0 0,-61-8 163 0 0,-24 1-192 0 0,-125 4-193 0 0,-33 2 952 0 0,134 2 1 0 0,-204 7-1112 0 0,15 2-66 0 0,0-1 0 0 0,1-1 1 0 0,-1-1-1 0 0,0 0 0 0 0,41-10 0 0 0,-62 11 198 0 0,0 0 1 0 0,1 0-1 0 0,-1 0 1 0 0,0 0-1 0 0,0 0 1 0 0,0 0-1 0 0,1 0 1 0 0,-1 0-1 0 0,0 0 0 0 0,0 0 1 0 0,1 0-1 0 0,-1 0 1 0 0,0 0-1 0 0,0 0 1 0 0,0 0-1 0 0,0 0 1 0 0,1 0-1 0 0,-1 0 1 0 0,0 0-1 0 0,0-1 0 0 0,0 1 1 0 0,1 0-1 0 0,-1 0 1 0 0,0 0-1 0 0,0 0 1 0 0,0 0-1 0 0,0-1 1 0 0,0 1-1 0 0,1 0 1 0 0,-1 0-1 0 0,0 0 1 0 0,0 0-1 0 0,0-1 0 0 0,0 1 1 0 0,0 0-1 0 0,0 0 1 0 0,0 0-1 0 0,0-1 1 0 0,0 1-1 0 0,0 0 1 0 0,0 0-1 0 0,0 0 1 0 0,0-1-1 0 0,0 1 0 0 0,0 0 1 0 0,0 0-1 0 0,0 0 1 0 0,0-1-1 0 0,0 1 1 0 0,0 0-1 0 0,-13-6 71 0 0,-20 0-14 0 0,-357-25-38 0 0,-6-2 28 0 0,288 20-60 0 0,-625-54-174 0 0,-24 84-894 0 0,671-12 1026 0 0,21-2-49 0 0,-55 2-322 0 0,-216 36 0 0 0,304-34 398 0 0,-62 14-216 0 0,-1-4 0 0 0,-106 5 0 0 0,164-22 240 0 0,-64-11 0 0 0,61 6 0 0 0,-43 0 0 0 0,80 5 0 0 0,-48 2-111 0 0,46-2 95 0 0,1 1 1 0 0,0 0 0 0 0,-1 0 0 0 0,1 0-1 0 0,0 1 1 0 0,0-1 0 0 0,0 1 0 0 0,0 0 0 0 0,-5 3-1 0 0,9-5 8 0 0,-1 0-1 0 0,1 1 1 0 0,0-1 0 0 0,0 0-1 0 0,0 0 1 0 0,0 0-1 0 0,0 0 1 0 0,0 0-1 0 0,0 0 1 0 0,0 1 0 0 0,0-1-1 0 0,-1 0 1 0 0,1 0-1 0 0,0 0 1 0 0,0 0-1 0 0,0 0 1 0 0,0 1 0 0 0,0-1-1 0 0,0 0 1 0 0,0 0-1 0 0,0 0 1 0 0,0 0-1 0 0,0 0 1 0 0,0 1 0 0 0,0-1-1 0 0,0 0 1 0 0,0 0-1 0 0,0 0 1 0 0,0 0-1 0 0,0 0 1 0 0,0 1 0 0 0,1-1-1 0 0,-1 0 1 0 0,0 0-1 0 0,0 0 1 0 0,0 0-1 0 0,0 0 1 0 0,0 1 0 0 0,0-1-1 0 0,0 0 1 0 0,0 0-1 0 0,0 0 1 0 0,1 0-1 0 0,8 7-131 0 0,11 1 74 0 0,-20-8 65 0 0,20 6-26 0 0,38 7 1 0 0,-20-6 25 0 0,49 7-20 0 0,1-3 0 0 0,142-1 0 0 0,-38-4 20 0 0,146-4 229 0 0,-244-4-80 0 0,200 16 266 0 0,-119-2-273 0 0,-7-1-78 0 0,-62-2 113 0 0,0-5 0 0 0,109-10 0 0 0,107-10 394 0 0,-182 12-440 0 0,-10-3-38 0 0,154 1 264 0 0,-39 0-93 0 0,-160 1-196 0 0,-78 4-62 0 0,19 0 164 0 0,-1 0 0 0 0,43 5 0 0 0,-46 0-169 0 0,1-1 0 0 0,35 2 0 0 0,-58-5 5 0 0,1 0-1 0 0,-1 0 1 0 0,0 0 0 0 0,1 0-1 0 0,-1 0 1 0 0,0 0-1 0 0,1 0 1 0 0,-1 0 0 0 0,0 0-1 0 0,1 0 1 0 0,-1 0-1 0 0,0 0 1 0 0,1 0 0 0 0,-1 0-1 0 0,0 0 1 0 0,1 0-1 0 0,-1-1 1 0 0,0 1 0 0 0,0 0-1 0 0,1 0 1 0 0,-1 0-1 0 0,0 0 1 0 0,0-1 0 0 0,1 1-1 0 0,-1 0 1 0 0,0 0-1 0 0,0-1 1 0 0,1 1 0 0 0,-1 0-1 0 0,0 0 1 0 0,0-1-1 0 0,0 1 1 0 0,0 0 0 0 0,0-1-1 0 0,1 1 1 0 0,-1 0-1 0 0,0-1 1 0 0,0 1 0 0 0,0 0-1 0 0,0-1 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33.56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177 178 6911 0 0,'1'-2'162'0'0,"0"0"1"0"0,0 0-1 0 0,0 1 0 0 0,0-1 0 0 0,1 0 0 0 0,-1 1 0 0 0,1-1 0 0 0,-1 0 0 0 0,1 1 0 0 0,0 0 0 0 0,0-1 0 0 0,-1 1 0 0 0,1 0 1 0 0,0 0-1 0 0,0 0 0 0 0,4-1 0 0 0,1 0 425 0 0,-1 1 0 0 0,1 0 0 0 0,0 0 1 0 0,7 0-1 0 0,0 0-1119 0 0,409-35 534 0 0,349 1 1228 0 0,-419 37-658 0 0,76-2 440 0 0,-238-4-582 0 0,73-3-243 0 0,-1-23 132 0 0,-195 11-97 0 0,-18 4 76 0 0,-50 15-294 0 0,0 0 0 0 0,1 0 0 0 0,-1 0 0 0 0,0 0 0 0 0,1 0 0 0 0,-1 0 0 0 0,0 0 0 0 0,1 0 0 0 0,-1 0 0 0 0,0 0 0 0 0,1 1 0 0 0,-1-1 0 0 0,0 0 0 0 0,0 0 0 0 0,1 0 0 0 0,-1 1 0 0 0,0-1 0 0 0,0 0 0 0 0,1 0 0 0 0,-1 0 0 0 0,0 1 0 0 0,0-1 0 0 0,0 0 0 0 0,1 1 0 0 0,-1-1 0 0 0,0 0 0 0 0,0 0 0 0 0,0 1 0 0 0,0-1 0 0 0,0 0 0 0 0,0 1 0 0 0,1-1 0 0 0,-1 0 0 0 0,0 1 0 0 0,0-1 0 0 0,0 0 0 0 0,0 1 0 0 0,0-1 0 0 0,0 0 0 0 0,0 1 0 0 0,-1-1 0 0 0,1 0 0 0 0,0 1 0 0 0,0-1 0 0 0,0 0 0 0 0,0 0 0 0 0,0 1 0 0 0,-1-1 0 0 0,-4 23 61 0 0,4-18-46 0 0,-80 329 45 0 0,78-327-81 0 0,2 0 35 0 0,-1-1 1 0 0,0 0 0 0 0,0 0 0 0 0,0-1 0 0 0,-1 1 0 0 0,-4 6 0 0 0,5-10-9 0 0,1 0 0 0 0,-1 0 1 0 0,0-1-1 0 0,0 1 0 0 0,0-1 0 0 0,0 0 1 0 0,0 1-1 0 0,0-1 0 0 0,0 0 1 0 0,0 0-1 0 0,0 0 0 0 0,0-1 1 0 0,-1 1-1 0 0,1 0 0 0 0,0-1 0 0 0,0 1 1 0 0,-1-1-1 0 0,1 0 0 0 0,0 0 1 0 0,-4 0-1 0 0,-67-6 179 0 0,53 3-170 0 0,1 1-1 0 0,-34 1 1 0 0,-360 66 256 0 0,342-51 309 0 0,-5 2 175 0 0,-122 19-2726 0 0,-181-24 1906 0 0,266-12 55 0 0,-109 6 26 0 0,-153-4 24 0 0,71-8-44 0 0,118 5 0 0 0,88 0-62 0 0,0 5-1 0 0,-124 18 0 0 0,218-22-228 0 0,14-3 210 0 0,18-4 65 0 0,570-72 328 0 0,-198 10-488 0 0,-176 25 88 0 0,-117 29-783 0 0,-94 15 701 0 0,0 0 1 0 0,0 1-1 0 0,-1 1 0 0 0,1 0 1 0 0,0 1-1 0 0,17 5 1 0 0,-15-2-469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40.54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0 193 1375 0 0,'23'-16'5477'0'0,"-17"14"-5135"0"0,-1 0 0 0 0,1 0-1 0 0,-1 0 1 0 0,1 1 0 0 0,9-1 0 0 0,3 1-197 0 0,0 1 0 0 0,20 2 0 0 0,-28-1 900 0 0,-2 0-1026 0 0,61 5 649 0 0,2-3 1 0 0,106-9-1 0 0,-97-4-552 0 0,-2 0 242 0 0,1 2 1 0 0,84 4-1 0 0,432 5 707 0 0,-517-8-963 0 0,135-30 1 0 0,-90 12-33 0 0,-43 15 62 0 0,110-1 1 0 0,-61 6 82 0 0,158 6 96 0 0,-199 2-195 0 0,1-5-21 0 0,161-25 0 0 0,-126 11 304 0 0,-35 12 702 0 0,-89 4-1086 0 0,1 0 0 0 0,-1-1-1 0 0,0 1 1 0 0,0 0 0 0 0,0 0 0 0 0,0 0 0 0 0,0 0-1 0 0,1 0 1 0 0,-1 0 0 0 0,0 0 0 0 0,0 0-1 0 0,0 0 1 0 0,0 0 0 0 0,1 0 0 0 0,-1 0-1 0 0,0 0 1 0 0,0 0 0 0 0,0 0 0 0 0,0 0-1 0 0,1 0 1 0 0,-1 1 0 0 0,0-1 0 0 0,0 0-1 0 0,0 0 1 0 0,0 0 0 0 0,0 0 0 0 0,0 0-1 0 0,1 0 1 0 0,-1 0 0 0 0,0 0 0 0 0,0 1-1 0 0,0-1 1 0 0,0 0 0 0 0,0 0 0 0 0,0 0-1 0 0,0 0 1 0 0,0 0 0 0 0,0 0 0 0 0,1 1-1 0 0,-1-1 1 0 0,0 0 0 0 0,0 0 0 0 0,0 0-1 0 0,0 0 1 0 0,0 1 0 0 0,0-1 0 0 0,0 0-1 0 0,0 0 1 0 0,0 0 0 0 0,0 0 0 0 0,0 1 0 0 0,0-1-1 0 0,0 0 1 0 0,0 0 0 0 0,0 0 0 0 0,-1 0-1 0 0,1 0 1 0 0,0 1 0 0 0,0-1 0 0 0,0 0-1 0 0,0 0 1 0 0,0 0 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22T20:27:42.0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27 15824,'4151'0'0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43.51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57 7135 0 0,'0'-2'36'0'0,"0"1"0"0"0,0 0-1 0 0,0 0 1 0 0,1 0-1 0 0,-1 0 1 0 0,0 0-1 0 0,1-1 1 0 0,-1 1-1 0 0,1 0 1 0 0,-1 0 0 0 0,1 0-1 0 0,0 0 1 0 0,-1 0-1 0 0,1 0 1 0 0,0 1-1 0 0,0-1 1 0 0,0 0-1 0 0,0 0 1 0 0,-1 0 0 0 0,1 1-1 0 0,2-2 1 0 0,26-11 166 0 0,-13 7 919 0 0,-12 4-698 0 0,0 1 1 0 0,0 0-1 0 0,1 0 0 0 0,-1 0 1 0 0,0 0-1 0 0,0 1 1 0 0,0 0-1 0 0,1 0 0 0 0,4 0 1 0 0,46 7-839 0 0,-31-3 850 0 0,62 5-355 0 0,0-5 0 0 0,151-10 0 0 0,263 1-69 0 0,-320 22 140 0 0,-7-1-113 0 0,-136-15-9 0 0,0-1-1 0 0,64-9 1 0 0,41-11 740 0 0,152-2 0 0 0,-247 21-731 0 0,133-1 47 0 0,-135 4-80 0 0,0 2 0 0 0,44 9 1 0 0,-54-6 40 0 0,0-1 0 0 0,0-2 1 0 0,1-2-1 0 0,-1-1 0 0 0,69-7 0 0 0,-59-1-2 0 0,-8 1 87 0 0,0 2 0 0 0,72 1 1 0 0,-95 3-122 0 0,-11 0-78 0 0,0-1 1 0 0,1 1-1 0 0,-1 0 1 0 0,1 0-1 0 0,-1 1 1 0 0,1-1 0 0 0,-1 1-1 0 0,1-1 1 0 0,-1 1-1 0 0,4 2 1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7:53.85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0 508 6911 0 0,'1'-1'105'0'0,"0"0"-1"0"0,0 0 1 0 0,0 1-1 0 0,0-1 0 0 0,0 0 1 0 0,0 0-1 0 0,0 1 0 0 0,0-1 1 0 0,0 1-1 0 0,0-1 1 0 0,1 1-1 0 0,-1-1 0 0 0,0 1 1 0 0,0 0-1 0 0,0-1 1 0 0,1 1-1 0 0,-1 0 0 0 0,0 0 1 0 0,2 0-1 0 0,0 0-59 0 0,0-1-1 0 0,-1 1 1 0 0,1-1-1 0 0,-1 0 0 0 0,1 1 1 0 0,-1-1-1 0 0,1-1 1 0 0,3-1-1 0 0,-6 3-27 0 0,1 0 0 0 0,-1 0 0 0 0,0 0-1 0 0,0-1 1 0 0,1 1 0 0 0,-1 0 0 0 0,0 0-1 0 0,0 0 1 0 0,1-1 0 0 0,-1 1-1 0 0,0 0 1 0 0,0 0 0 0 0,0 0 0 0 0,1-1-1 0 0,-1 1 1 0 0,0 0 0 0 0,-3-9 1299 0 0,12 11-845 0 0,47 6 1198 0 0,104 2 0 0 0,1 0-1153 0 0,-57 4-437 0 0,161 13 364 0 0,-158-19 38 0 0,193 40-1 0 0,-50-4-457 0 0,-181-35-26 0 0,162 18 389 0 0,-175-23-135 0 0,1-3 0 0 0,63-7 0 0 0,292-4 42 0 0,-266 11 30 0 0,64 9 9 0 0,-119-4 17 0 0,120-6 0 0 0,153-11 100 0 0,-59 5-280 0 0,-96 2-73 0 0,-112 4 133 0 0,165-20 1 0 0,-26 1 328 0 0,-162 16-405 0 0,135-23 0 0 0,-123 11-9 0 0,121-6 0 0 0,-178 19-101 0 0,24 0 29 0 0,-1-3 1 0 0,69-15 0 0 0,-83 16 443 0 0,-32 4-475 0 0,0 0 0 0 0,-1-1-1 0 0,1 1 1 0 0,-1-1 0 0 0,1 0-1 0 0,-1 0 1 0 0,0-1 0 0 0,1 0-1 0 0,5-2 1 0 0,-11 3-36 0 0,1 1 1 0 0,-1-1 0 0 0,0 1-1 0 0,0-1 1 0 0,1 1 0 0 0,-1-1-1 0 0,0 1 1 0 0,0-1-1 0 0,0 1 1 0 0,0-1 0 0 0,0 1-1 0 0,0-1 1 0 0,1 0-1 0 0,-1 1 1 0 0,-1-1 0 0 0,1 1-1 0 0,0-1 1 0 0,0 1 0 0 0,0-1-1 0 0,0 1 1 0 0,0-1-1 0 0,0 1 1 0 0,0-1 0 0 0,-1 1-1 0 0,1-1 1 0 0,0 1 0 0 0,-1-2-1 0 0,-10-18 88 0 0,6 11-37 0 0,-3-12-23 0 0,0 0-1 0 0,2 0 1 0 0,0-1-1 0 0,1 0 0 0 0,1 0 1 0 0,-1-43-1 0 0,5 60-37 0 0,0 0 0 0 0,-1-1-1 0 0,1 1 1 0 0,-1 0 0 0 0,0 0 0 0 0,-1-1-1 0 0,1 1 1 0 0,-1 0 0 0 0,0 0 0 0 0,0 0-1 0 0,0 1 1 0 0,-1-1 0 0 0,0 1 0 0 0,0-1 0 0 0,0 1-1 0 0,-1 0 1 0 0,1 0 0 0 0,-1 0 0 0 0,0 0-1 0 0,0 1 1 0 0,0 0 0 0 0,0 0 0 0 0,-1 0-1 0 0,1 0 1 0 0,-1 0 0 0 0,0 1 0 0 0,0 0-1 0 0,-7-2 1 0 0,-27-8-58 0 0,-1 2 0 0 0,-1 2 0 0 0,-71-6 0 0 0,66 9 43 0 0,-160-2-67 0 0,6 1 46 0 0,110-2-281 0 0,0 3 1 0 0,-113 11-1 0 0,-132-4 391 0 0,264-4-74 0 0,-142 1 56 0 0,-78-3-241 0 0,10 4 202 0 0,-2 0-194 0 0,108 1 123 0 0,114 1 61 0 0,-1-2-1 0 0,-66-9 1 0 0,-188-17 68 0 0,-6-1-76 0 0,315 26 6 0 0,-60-10 0 0 0,-1 3 0 0 0,-126 1 0 0 0,-45 8-70 0 0,-9 0 76 0 0,174 4-6 0 0,-150 6 0 0 0,169-12-6 0 0,19 0-6 0 0,0 1 1 0 0,-1 2-1 0 0,1 1 1 0 0,-51 11-1 0 0,39 0-596 0 0,37-12 221 0 0,10-2 309 0 0,-1 0 0 0 0,1 0 1 0 0,0 0-1 0 0,0 0 0 0 0,0 0 1 0 0,0 1-1 0 0,-1-1 0 0 0,1 0 1 0 0,0 1-1 0 0,0-1 1 0 0,0 1-1 0 0,0-1 0 0 0,0 1 1 0 0,0-1-1 0 0,0 1 0 0 0,0 0 1 0 0,0-1-1 0 0,0 1 0 0 0,0 0 1 0 0,0 0-1 0 0,1 0 1 0 0,-2 1-1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8.3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14 4175 0 0,'-1'-12'132'0'0,"-3"11"129"0"0,-8 18 274 0 0,6-8-447 0 0,2-3 34 0 0,3-5-49 0 0,0 0 0 0 0,1 0 0 0 0,-1 0-1 0 0,0 0 1 0 0,1 1 0 0 0,-1-1 0 0 0,1 0-1 0 0,-1 0 1 0 0,1 0 0 0 0,0 0-1 0 0,0 1 1 0 0,-1-1 0 0 0,1 0 0 0 0,0 0-1 0 0,0 1 1 0 0,0-1 0 0 0,0 0 0 0 0,1 2-1 0 0,-5 12 397 0 0,4-14-439 0 0,-1-1 0 0 0,1 1 1 0 0,0-1-1 0 0,-1 1 0 0 0,1-1 0 0 0,0 1 1 0 0,0 0-1 0 0,0-1 0 0 0,-1 1 1 0 0,1 0-1 0 0,0-1 0 0 0,0 1 1 0 0,0-1-1 0 0,0 1 0 0 0,0 0 1 0 0,0-1-1 0 0,0 1 0 0 0,1 0 1 0 0,-1-1-1 0 0,0 1 0 0 0,0-1 0 0 0,0 1 1 0 0,1 0-1 0 0,-1-1 0 0 0,0 1 1 0 0,0-1-1 0 0,1 1 0 0 0,-1-1 1 0 0,1 1-1 0 0,-1-1 0 0 0,0 1 1 0 0,1-1-1 0 0,-1 1 0 0 0,1-1 1 0 0,-1 1-1 0 0,1-1 0 0 0,-1 0 1 0 0,1 1-1 0 0,0-1 0 0 0,-1 0 0 0 0,1 0 1 0 0,-1 1-1 0 0,1-1 0 0 0,0 0 1 0 0,0 0-1 0 0,7 3 172 0 0,1 0-1 0 0,0 0 1 0 0,0-1 0 0 0,-1 0-1 0 0,1-1 1 0 0,0 0-1 0 0,11 0 1 0 0,4 1-6 0 0,20 3-89 0 0,1-2 0 0 0,62-4-1 0 0,-103 0-230 0 0,1 1-1 0 0,-1 0 1 0 0,1 0-1 0 0,-1 0 1 0 0,1 0-1 0 0,-1 1 1 0 0,0-1-1 0 0,1 1 1 0 0,-1 0-1 0 0,0 1 1 0 0,1-1-1 0 0,6 4 1 0 0,-5-1-506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6:49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 2303 0 0,'-4'1'200'0'0,"-2"1"-200"0"0,2 0 0 0 0,-1 1 0 0 0,3 0 320 0 0,0 0 16 0 0,1 0 8 0 0,-1-3 0 0 0,2 2-240 0 0,-1-2-40 0 0,-1 0-64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43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166 28 5527 0 0,'-6'-4'158'0'0,"4"3"0"0"0,0 1 1 0 0,0-1 0 0 0,0 0-1 0 0,0 0 1 0 0,0 0 0 0 0,0-1-1 0 0,1 1 1 0 0,-1 0 0 0 0,1-1-1 0 0,-1 1 1 0 0,1-1 0 0 0,-1 1-1 0 0,1-1 1 0 0,0 0 0 0 0,-2-3-1 0 0,28 14 753 0 0,-12 0-550 0 0,0 0-1 0 0,0 1 1 0 0,-1 1 0 0 0,0 0-1 0 0,-1 1 1 0 0,17 22-1 0 0,-15-17-20 0 0,1-2-1 0 0,0 1 0 0 0,21 16 0 0 0,-14-16-72 0 0,0-1-59 0 0,0 2 0 0 0,36 38 0 0 0,19 21 117 0 0,-66-68-65 0 0,-7-6 177 0 0,-5-5 346 0 0,2 3-689 0 0,-25-18 386 0 0,15 18-456 0 0,1 1 0 0 0,-1 1 0 0 0,1-1 0 0 0,-1 2 0 0 0,1-1 0 0 0,-13 6 0 0 0,-53 28 145 0 0,70-33-168 0 0,-38 20 308 0 0,2 3 0 0 0,0 1 0 0 0,2 2-1 0 0,1 1 1 0 0,2 2 0 0 0,-53 60 0 0 0,88-91-269 0 0,-19 24 747 0 0,19-23-882 0 0,0-1-1 0 0,0 1 1 0 0,0-1 0 0 0,0 1-1 0 0,0 0 1 0 0,0-1 0 0 0,1 1-1 0 0,-1 0 1 0 0,1-1 0 0 0,-1 1-1 0 0,1 0 1 0 0,0 0 0 0 0,-1 0-1 0 0,1 3 1 0 0,1-5 62 0 0,-1 1 0 0 0,0-1 1 0 0,1 1-1 0 0,-1-1 0 0 0,0 0 0 0 0,1 1 0 0 0,-1-1 1 0 0,1 0-1 0 0,-1 1 0 0 0,1-1 0 0 0,-1 0 0 0 0,1 1 1 0 0,-1-1-1 0 0,1 0 0 0 0,-1 0 0 0 0,1 0 1 0 0,-1 1-1 0 0,1-1 0 0 0,-1 0 0 0 0,1 0 0 0 0,-1 0 1 0 0,1 0-1 0 0,-1 0 0 0 0,1 0 0 0 0,0 0 0 0 0,-1 0 1 0 0,2-1-1 0 0,17-1-394 0 0,-16 1 220 0 0,10-1-176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3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1659 180 9871 0 0,'-132'-27'1333'0'0,"44"6"-1086"0"0,29 9 98 0 0,1 3 0 0 0,-1 3-1 0 0,-103 1 1 0 0,102 10-219 0 0,1 3-1 0 0,-1 2 1 0 0,2 2-1 0 0,0 4 1 0 0,-58 22-1 0 0,89-26-131 0 0,-1 1 0 0 0,1 2 0 0 0,1 0 0 0 0,1 2 0 0 0,0 1-1 0 0,-33 30 1 0 0,2 7-6 0 0,-64 79-1 0 0,90-97 102 0 0,1 1 0 0 0,2 1 0 0 0,2 1-1 0 0,-39 86 1 0 0,37-63-37 0 0,-33 90 318 0 0,51-127-303 0 0,2 1 0 0 0,1 0 1 0 0,-6 54-1 0 0,10-44 65 0 0,2 0 0 0 0,2 1 0 0 0,7 47 1 0 0,-4-60-49 0 0,0 0 1 0 0,2 0 0 0 0,1-1 0 0 0,1 0-1 0 0,21 39 1 0 0,-9-23-79 0 0,-12-21 1 0 0,1-1 1 0 0,0 0-1 0 0,1 0 0 0 0,1-1 0 0 0,1-1 1 0 0,1 0-1 0 0,17 17 0 0 0,132 96 12 0 0,-130-106-10 0 0,1-1-1 0 0,1-3 1 0 0,44 19 0 0 0,95 24 131 0 0,-148-55-42 0 0,0-2-1 0 0,0 0 0 0 0,1-2 0 0 0,50 0 0 0 0,263-36 2944 0 0,-197 8-4572 0 0,-105 17 1545 0 0,0-2 0 0 0,-1-2 0 0 0,0-1 1 0 0,43-23-1 0 0,-27 8 92 0 0,-1-3 0 0 0,50-38 0 0 0,-71 45-68 0 0,0-1 1 0 0,-2-1-1 0 0,-1-2 0 0 0,28-34 1 0 0,-33 33 11 0 0,-1 3 97 0 0,-1-1 1 0 0,-2 0-1 0 0,28-55 1 0 0,-42 72-121 0 0,48-118 117 0 0,-47 110-133 0 0,-1 0-1 0 0,-1 0 1 0 0,-1-1-1 0 0,0 1 1 0 0,0-27 0 0 0,-19-174 278 0 0,7 135-272 0 0,4 41 35 0 0,-1 0 1 0 0,-3 1-1 0 0,-1 0 0 0 0,-2 1 0 0 0,-2 0 0 0 0,-1 1 0 0 0,-3 0 0 0 0,-27-46 1 0 0,22 52 30 0 0,-1 2 0 0 0,-2 0 0 0 0,-1 2 0 0 0,-2 1 0 0 0,0 1 0 0 0,-53-37 0 0 0,32 30-113 0 0,-2 3 0 0 0,-1 1 0 0 0,-98-39 0 0 0,131 63-210 0 0,-1 0 0 0 0,0 2 0 0 0,0 0 0 0 0,0 1 0 0 0,-36-1 0 0 0,-13 7-5472 0 0,35 1-91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4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 8983 0 0,'-2'0'90'0'0,"0"0"-1"0"0,0 0 0 0 0,0 1 1 0 0,0-1-1 0 0,0 1 0 0 0,0-1 0 0 0,0 1 1 0 0,1 0-1 0 0,-1 0 0 0 0,0 0 1 0 0,1 0-1 0 0,-1 0 0 0 0,0 0 0 0 0,1 0 1 0 0,-1 1-1 0 0,1-1 0 0 0,0 1 1 0 0,-1-1-1 0 0,1 1 0 0 0,0-1 0 0 0,0 1 1 0 0,0 0-1 0 0,0-1 0 0 0,0 1 1 0 0,0 0-1 0 0,1 0 0 0 0,-1 0 0 0 0,1 0 1 0 0,-1-1-1 0 0,1 4 0 0 0,-44 389 2813 0 0,31 1-2482 0 0,12-324-378 0 0,14 533 594 0 0,-6-543-1081 0 0,-4 0 0 0 0,-5 84-1 0 0,0-136-39 0 0,0 4-2074 0 0,3-9 1667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5.2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1081 0 7831 0 0,'-4'1'421'0'0,"1"-1"-1"0"0,-1 1 1 0 0,0 0-1 0 0,1 1 1 0 0,-1-1-1 0 0,1 0 1 0 0,0 1-1 0 0,-1 0 1 0 0,1 0-1 0 0,-5 4 0 0 0,-29 25 2 0 0,-17 25-97 0 0,2 3-1 0 0,-47 72 1 0 0,70-92-282 0 0,-273 429 229 0 0,238-364-168 0 0,-93 112 0 0 0,-66 51-1586 0 0,221-263 1296 0 0,0-3 13 0 0,1 1 0 0 0,0 0 0 0 0,-1 0 1 0 0,1-1-1 0 0,-1 1 0 0 0,1-1 0 0 0,-1 1 0 0 0,-3 1 0 0 0,4-4-507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5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 1839 0 0,'-16'12'7072'0'0,"11"-5"-5894"0"0,4-5-946 0 0,-1 0 0 0 0,1 0-1 0 0,0 0 1 0 0,1 0 0 0 0,-1 0 0 0 0,0 0 0 0 0,0 0-1 0 0,1 0 1 0 0,-1 3 0 0 0,1-2-201 0 0,0 0 0 0 0,0 0 0 0 0,0 0 0 0 0,1 0 0 0 0,-1 1 0 0 0,1-1 0 0 0,0 0 0 0 0,0 0 0 0 0,0 0 0 0 0,0 0 0 0 0,0-1 0 0 0,1 1 0 0 0,-1 0 0 0 0,1 0 0 0 0,3 3 0 0 0,33 50 238 0 0,46 89-1 0 0,19 68 262 0 0,16 31 57 0 0,-90-193-403 0 0,1 0 0 0 0,60 71 0 0 0,-60-89-174 0 0,9 3-20 0 0,-19-21-109 0 0,25 12-285 0 0,-33-20-120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36.3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79 11663 0 0,'-2'0'90'0'0,"0"0"0"0"0,1 0 0 0 0,-1 0 0 0 0,0 0 0 0 0,1-1 0 0 0,-1 1-1 0 0,1 0 1 0 0,-1-1 0 0 0,0 1 0 0 0,1-1 0 0 0,-1 0 0 0 0,1 1 0 0 0,-1-1 0 0 0,1 0 0 0 0,-1 0-1 0 0,1 0 1 0 0,-2-2 0 0 0,2 3-77 0 0,1-1-1 0 0,0 1 1 0 0,0-1 0 0 0,-1 1-1 0 0,1 0 1 0 0,0-1-1 0 0,0 1 1 0 0,0-1 0 0 0,0 1-1 0 0,0-1 1 0 0,0 1-1 0 0,0-1 1 0 0,0 1 0 0 0,0 0-1 0 0,0-1 1 0 0,0 1-1 0 0,0-1 1 0 0,0 1 0 0 0,0-1-1 0 0,0 1 1 0 0,0-1-1 0 0,0 1 1 0 0,1-1 0 0 0,0-1-5 0 0,-1 1 0 0 0,1 0 0 0 0,0 0 0 0 0,0 0 1 0 0,0 0-1 0 0,0 0 0 0 0,0 0 0 0 0,1 0 0 0 0,-1 0 1 0 0,0 0-1 0 0,2-1 0 0 0,11-4 71 0 0,1 0 0 0 0,-1 1 0 0 0,1 0 0 0 0,1 2-1 0 0,-1-1 1 0 0,1 2 0 0 0,-1 0 0 0 0,27 0 0 0 0,113 8 242 0 0,-135-5-271 0 0,139 11 497 0 0,137 4-18 0 0,339-25-515 0 0,-458-12-4508 0 0,-90 8-394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4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13 6447 0 0,'-1'0'71'0'0,"0"0"0"0"0,0 0 0 0 0,0 0 0 0 0,0 0 0 0 0,0 0 0 0 0,0 0 0 0 0,0 1 0 0 0,1-1 0 0 0,-1 0-1 0 0,0 0 1 0 0,0 1 0 0 0,0-1 0 0 0,0 0 0 0 0,0 1 0 0 0,1-1 0 0 0,-1 1 0 0 0,0-1 0 0 0,0 1 0 0 0,1 0-1 0 0,-1-1 1 0 0,0 1 0 0 0,0 0 0 0 0,-6 22 488 0 0,6-19-709 0 0,-13 93 898 0 0,-5 165 0 0 0,17-203-399 0 0,12 109 0 0 0,-6-140-301 0 0,1 0 0 0 0,1-1-1 0 0,2 0 1 0 0,0 0 0 0 0,2-1 0 0 0,15 28-1 0 0,-22-48-33 0 0,0-1 0 0 0,1 1 0 0 0,-1-1-1 0 0,1 0 1 0 0,0 0 0 0 0,1 0-1 0 0,-1-1 1 0 0,1 1 0 0 0,0-1 0 0 0,0 0-1 0 0,0 0 1 0 0,0-1 0 0 0,1 0-1 0 0,0 0 1 0 0,-1 0 0 0 0,1-1 0 0 0,0 1-1 0 0,1-1 1 0 0,-1-1 0 0 0,0 1 0 0 0,0-1-1 0 0,1 0 1 0 0,-1-1 0 0 0,8 1-1 0 0,-6-2 38 0 0,0 0 0 0 0,1 0-1 0 0,-1-1 1 0 0,0 1-1 0 0,0-2 1 0 0,0 1-1 0 0,0-1 1 0 0,-1-1 0 0 0,1 1-1 0 0,-1-1 1 0 0,0-1-1 0 0,0 1 1 0 0,0-1-1 0 0,0 0 1 0 0,-1-1 0 0 0,0 1-1 0 0,0-1 1 0 0,6-8-1 0 0,11-18 226 0 0,-2-1 0 0 0,-1-1 0 0 0,-1-1 0 0 0,-2-1 0 0 0,16-49 0 0 0,-26 62-244 0 0,-1-1 0 0 0,-1 0-1 0 0,-1-1 1 0 0,-1 1 0 0 0,0-31-1 0 0,-4 8 38 0 0,-13-83 0 0 0,9 98 21 0 0,-2 1-1 0 0,-12-33 0 0 0,14 48-44 0 0,-1 0 0 0 0,-1 1-1 0 0,-1 0 1 0 0,0 1 0 0 0,-19-25-1 0 0,27 38-79 0 0,0 1 0 0 0,-1-1-1 0 0,1 1 1 0 0,0-1 0 0 0,0 1-1 0 0,0-1 1 0 0,-1 1 0 0 0,1-1 0 0 0,0 1-1 0 0,-1 0 1 0 0,1-1 0 0 0,0 1-1 0 0,-1 0 1 0 0,1-1 0 0 0,-1 1-1 0 0,1 0 1 0 0,0-1 0 0 0,-1 1 0 0 0,1 0-1 0 0,-1 0 1 0 0,1 0 0 0 0,-1-1-1 0 0,1 1 1 0 0,-1 0 0 0 0,1 0-1 0 0,-1 0 1 0 0,1 0 0 0 0,-1 0-1 0 0,1 0 1 0 0,-1 0 0 0 0,1 0 0 0 0,-1 0-1 0 0,1 0 1 0 0,-1 0 0 0 0,1 0-1 0 0,-1 0 1 0 0,1 1 0 0 0,-1-1-1 0 0,1 0 1 0 0,-1 0 0 0 0,1 0 0 0 0,-1 1-1 0 0,1-1 1 0 0,-1 1 0 0 0,0 0-322 0 0,0 1 0 0 0,0 0 0 0 0,0 0 0 0 0,0 0 0 0 0,1 0 0 0 0,-1 0 1 0 0,1 0-1 0 0,-1 0 0 0 0,1 4 0 0 0,-2 6-3822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42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350 45 5583 0 0,'0'-1'179'0'0,"1"0"0"0"0,0 0 0 0 0,0-1-1 0 0,-1 1 1 0 0,1 0 0 0 0,-1-1 0 0 0,1 1-1 0 0,-1-1 1 0 0,0 1 0 0 0,1-1 0 0 0,-1 1-1 0 0,0-1 1 0 0,0 1 0 0 0,0-1 0 0 0,0 1-1 0 0,0 0 1 0 0,0-1 0 0 0,-1 1 0 0 0,1-1-1 0 0,0 1 1 0 0,-2-3 0 0 0,1 3-77 0 0,0 0 1 0 0,0 0-1 0 0,0 0 0 0 0,0 0 1 0 0,0 1-1 0 0,0-1 0 0 0,0 0 1 0 0,0 0-1 0 0,0 1 1 0 0,-1-1-1 0 0,1 1 0 0 0,0-1 1 0 0,-1 1-1 0 0,1-1 1 0 0,0 1-1 0 0,-1 0 0 0 0,1 0 1 0 0,-2 0-1 0 0,-5-1 42 0 0,1 2 1 0 0,-1-1-1 0 0,1 1 0 0 0,0 0 0 0 0,-1 0 1 0 0,1 1-1 0 0,-8 3 0 0 0,-19 10-116 0 0,1 2 0 0 0,0 1 0 0 0,2 2 0 0 0,0 1 0 0 0,-38 34 0 0 0,66-53-34 0 0,0 1-1 0 0,0 0 1 0 0,0 0-1 0 0,1 0 1 0 0,-1 0-1 0 0,1 0 0 0 0,0 0 1 0 0,0 1-1 0 0,0-1 1 0 0,-2 4-1 0 0,4-5 5 0 0,-1-1 0 0 0,1 1-1 0 0,0-1 1 0 0,0 1 0 0 0,0-1-1 0 0,-1 0 1 0 0,1 1 0 0 0,1-1-1 0 0,-1 1 1 0 0,0-1 0 0 0,0 1-1 0 0,0-1 1 0 0,1 1 0 0 0,-1-1-1 0 0,1 0 1 0 0,-1 1 0 0 0,1-1 0 0 0,0 0-1 0 0,-1 1 1 0 0,1-1 0 0 0,0 0-1 0 0,0 0 1 0 0,0 0 0 0 0,0 0-1 0 0,0 0 1 0 0,0 0 0 0 0,0 0-1 0 0,0 0 1 0 0,1 0 0 0 0,0 1-1 0 0,79 53-35 0 0,61 47-52 0 0,-128-91 85 0 0,34 29 93 0 0,-45-36-63 0 0,0-1 0 0 0,0 0 1 0 0,0 1-1 0 0,0-1 0 0 0,-1 1 1 0 0,1 0-1 0 0,-1 0 1 0 0,0 0-1 0 0,0 0 0 0 0,2 8 1 0 0,-4-9 21 0 0,0 0 1 0 0,0 0 0 0 0,-1 0 0 0 0,1 0 0 0 0,-1 0 0 0 0,1 0-1 0 0,-1 0 1 0 0,0-1 0 0 0,0 1 0 0 0,0 0 0 0 0,-1-1-1 0 0,1 1 1 0 0,-1 0 0 0 0,1-1 0 0 0,-1 0 0 0 0,0 1 0 0 0,0-1-1 0 0,0 0 1 0 0,0 0 0 0 0,-3 2 0 0 0,-7 7 309 0 0,-1-1 0 0 0,-16 10 0 0 0,28-19-331 0 0,-14 9 205 0 0,-1 0-1 0 0,0-1 1 0 0,-27 10 0 0 0,24-10-211 0 0,0 0 0 0 0,1 1 0 0 0,-29 21 0 0 0,26-17-238 0 0,17-12-614 0 0,12-11-1938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43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31 307 4143 0 0,'-1'1'165'0'0,"1"0"1"0"0,-1 1-1 0 0,1-1 0 0 0,0 0 0 0 0,0 1 0 0 0,0-1 0 0 0,0 1 0 0 0,0-1 0 0 0,0 0 0 0 0,0 1 0 0 0,0-1 0 0 0,1 1 0 0 0,-1-1 0 0 0,0 0 0 0 0,1 1 0 0 0,-1-1 0 0 0,1 0 0 0 0,-1 1 0 0 0,1-1 0 0 0,0 0 0 0 0,0 0 0 0 0,0 0 0 0 0,-1 0 0 0 0,3 2 0 0 0,1 2 152 0 0,-1-1 0 0 0,1 0 0 0 0,1 1 0 0 0,7 5 0 0 0,-8-7-241 0 0,0-1 0 0 0,0 0 0 0 0,0 1 0 0 0,0-1 0 0 0,0-1 0 0 0,0 1 0 0 0,0 0 0 0 0,1-1-1 0 0,-1 0 1 0 0,1 0 0 0 0,-1-1 0 0 0,1 1 0 0 0,-1-1 0 0 0,1 0 0 0 0,-1 0 0 0 0,7-1 0 0 0,-5 0 10 0 0,-1-1 1 0 0,1 0-1 0 0,-1 0 1 0 0,1 0-1 0 0,-1-1 1 0 0,0 0-1 0 0,0 0 1 0 0,0 0-1 0 0,0 0 1 0 0,0-1-1 0 0,4-5 1 0 0,4-5 202 0 0,-1 0-1 0 0,0-1 1 0 0,-1 0 0 0 0,-1-1 0 0 0,0-1 0 0 0,12-29 0 0 0,-13 26-98 0 0,-1 0 1 0 0,10-38 0 0 0,-17 52-182 0 0,1 1 0 0 0,-2-1 0 0 0,1 0 0 0 0,-1 1 0 0 0,1-1 0 0 0,-2 0 0 0 0,1 0 0 0 0,-1 1 1 0 0,0-1-1 0 0,0 0 0 0 0,0 1 0 0 0,-1-1 0 0 0,1 1 0 0 0,-2 0 0 0 0,1-1 0 0 0,-3-4 0 0 0,4 9-11 0 0,0 0 0 0 0,0-1 0 0 0,0 1 0 0 0,0 0 0 0 0,0 0 0 0 0,0 0-1 0 0,0 0 1 0 0,0 0 0 0 0,0 0 0 0 0,-1 0 0 0 0,1 1 0 0 0,0-1 0 0 0,0 0 0 0 0,-1 1 0 0 0,1-1-1 0 0,-1 1 1 0 0,1-1 0 0 0,-1 1 0 0 0,1 0 0 0 0,-3-1 0 0 0,1 1-26 0 0,-1 0 1 0 0,1 1 0 0 0,0-1-1 0 0,0 1 1 0 0,-1-1-1 0 0,1 1 1 0 0,0 0 0 0 0,0 1-1 0 0,-4 1 1 0 0,-3 3-90 0 0,-1 0 0 0 0,1 1 0 0 0,0 0 0 0 0,-9 9 1 0 0,-3 4 35 0 0,1 1 0 0 0,2 1 1 0 0,0 1-1 0 0,1 0 0 0 0,1 1 1 0 0,-18 37-1 0 0,27-45 112 0 0,0 0-1 0 0,1 0 0 0 0,1 1 1 0 0,1 0-1 0 0,0 0 0 0 0,2 0 1 0 0,0 1-1 0 0,0-1 0 0 0,2 1 1 0 0,0 0-1 0 0,3 32 0 0 0,-1-45 18 0 0,-1 0 0 0 0,1-1 0 0 0,0 1-1 0 0,1 0 1 0 0,-1-1 0 0 0,1 1-1 0 0,0-1 1 0 0,0 1 0 0 0,0-1 0 0 0,1 0-1 0 0,-1 0 1 0 0,1 0 0 0 0,0 0 0 0 0,0-1-1 0 0,1 1 1 0 0,-1-1 0 0 0,1 0 0 0 0,-1 0-1 0 0,1 0 1 0 0,0 0 0 0 0,0 0 0 0 0,1-1-1 0 0,-1 0 1 0 0,0 0 0 0 0,1 0 0 0 0,-1-1-1 0 0,1 1 1 0 0,0-1 0 0 0,-1 0-1 0 0,10 1 1 0 0,-2-2 8 0 0,0 1-1 0 0,0-2 0 0 0,0 1 1 0 0,-1-2-1 0 0,1 0 1 0 0,0 0-1 0 0,-1-1 1 0 0,0 0-1 0 0,1-1 0 0 0,-1 0 1 0 0,17-10-1 0 0,8-8-53 0 0,44-34-1 0 0,-33 19-5247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7:43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3 548 7367 0 0,'0'1'144'0'0,"1"0"1"0"0,-1 0-1 0 0,1 0 0 0 0,-1 0 0 0 0,1 0 0 0 0,0 0 0 0 0,0 0 0 0 0,-1 0 0 0 0,1-1 0 0 0,0 1 0 0 0,0 0 1 0 0,0-1-1 0 0,0 1 0 0 0,0 0 0 0 0,0-1 0 0 0,0 1 0 0 0,1 0 0 0 0,21 9 306 0 0,-21-9-439 0 0,0 0 1 0 0,0 0 0 0 0,0-1 0 0 0,0 1 0 0 0,0 0 0 0 0,0-1 0 0 0,0 0 0 0 0,0 0 0 0 0,0 1 0 0 0,1-1 0 0 0,-1 0 0 0 0,0-1 0 0 0,0 1 0 0 0,3-1 0 0 0,-5 1 15 0 0,1 0 0 0 0,-1 0-1 0 0,0 0 1 0 0,1-1 0 0 0,-1 1 0 0 0,1 0 0 0 0,-1 0 0 0 0,0-1-1 0 0,1 1 1 0 0,-1 0 0 0 0,1-1 0 0 0,-1 1 0 0 0,0 0-1 0 0,0-1 1 0 0,1 1 0 0 0,-1-1 0 0 0,0 1 0 0 0,0-1-1 0 0,1 1 1 0 0,-1 0 0 0 0,0-1 0 0 0,0 0 0 0 0,0 0 84 0 0,0-1-1 0 0,0 1 1 0 0,0 0 0 0 0,0 0 0 0 0,0-1 0 0 0,0 1 0 0 0,-1 0 0 0 0,1 0 0 0 0,0 0 0 0 0,-1 0 0 0 0,1 0 0 0 0,-1-1-1 0 0,0 0 1 0 0,-12-21 496 0 0,1 0-1 0 0,1-1 1 0 0,1 0-1 0 0,2 0 1 0 0,-11-48-1 0 0,17 61-571 0 0,0-1 0 0 0,2 1 0 0 0,-1-1 0 0 0,1 1 0 0 0,1-1 0 0 0,0 1 0 0 0,1-1-1 0 0,0 1 1 0 0,1-1 0 0 0,0 1 0 0 0,0 0 0 0 0,1 0 0 0 0,1 1 0 0 0,0-1 0 0 0,10-14 0 0 0,-6 11 61 0 0,0 1 0 0 0,1 0 0 0 0,1 1 0 0 0,0 0 0 0 0,1 0 0 0 0,0 1 0 0 0,1 1 0 0 0,0 0 0 0 0,0 0 0 0 0,17-7 0 0 0,-18 11-635 0 0,0 1-1 0 0,1 0 0 0 0,-1 1 1 0 0,20-4-1 0 0,-9 4-336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6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14 312 4607 0 0,'-3'4'509'0'0,"1"1"-389"0"0,-1-16 447 0 0,1 7 810 0 0,1 6-508 0 0,-2 14 2145 0 0,6 10-1566 0 0,-2-25-1369 0 0,-1 0 0 0 0,0 0 0 0 0,0-1 0 0 0,1 1 0 0 0,-1 0 0 0 0,1 0 1 0 0,-1 0-1 0 0,0-1 0 0 0,1 1 0 0 0,0 0 0 0 0,-1-1 0 0 0,1 1 0 0 0,-1 0 0 0 0,1-1 0 0 0,0 1 0 0 0,-1-1 0 0 0,1 1 0 0 0,0-1 0 0 0,0 1 1 0 0,0-1-1 0 0,-1 0 0 0 0,1 1 0 0 0,0-1 0 0 0,0 0 0 0 0,0 0 0 0 0,0 1 0 0 0,-1-1 0 0 0,1 0 0 0 0,1 0 0 0 0,134-12 2510 0 0,-23 1-1935 0 0,-73 8-609 0 0,0-3 1 0 0,-1-1 0 0 0,0-2-1 0 0,67-24 1 0 0,-65 21-17 0 0,0 3 0 0 0,0 1 0 0 0,1 3 0 0 0,48-2 0 0 0,79-10 39 0 0,-54-7-49 0 0,91-13 26 0 0,234-19 28 0 0,-428 55-71 0 0,273-18 58 0 0,0 0 51 0 0,-142 6 35 0 0,-6 2 26 0 0,-128 10-156 0 0,0-1-1 0 0,0 0 1 0 0,-1-1-1 0 0,1 0 1 0 0,0 0 0 0 0,-1-1-1 0 0,0 1 1 0 0,11-8-1 0 0,-19 11-14 0 0,0 0 1 0 0,0-1-1 0 0,0 1 0 0 0,0 0 1 0 0,0 0-1 0 0,0 0 0 0 0,0-1 0 0 0,1 1 1 0 0,-1 0-1 0 0,0 0 0 0 0,0 0 0 0 0,0-1 1 0 0,0 1-1 0 0,0 0 0 0 0,0 0 0 0 0,0-1 1 0 0,0 1-1 0 0,0 0 0 0 0,0 0 1 0 0,0-1-1 0 0,0 1 0 0 0,0 0 0 0 0,-1 0 1 0 0,1 0-1 0 0,0-1 0 0 0,0 1 0 0 0,0 0 1 0 0,0 0-1 0 0,0-1 0 0 0,0 1 0 0 0,0 0 1 0 0,-1 0-1 0 0,1 0 0 0 0,0 0 1 0 0,0-1-1 0 0,0 1 0 0 0,0 0 0 0 0,-1 0 1 0 0,1 0-1 0 0,0 0 0 0 0,0 0 0 0 0,-1 0 1 0 0,1-1-1 0 0,0 1 0 0 0,0 0 0 0 0,0 0 1 0 0,-1 0-1 0 0,1 0 0 0 0,0 0 0 0 0,0 0 1 0 0,-1 0-1 0 0,1 0 0 0 0,0 0 1 0 0,-1 0-1 0 0,-11-4-7 0 0,9 3-102 0 0,-1 1-1 0 0,1-1 0 0 0,-1 1 0 0 0,0 0 1 0 0,1 0-1 0 0,-1 0 0 0 0,0 1 1 0 0,1-1-1 0 0,-1 1 0 0 0,1 0 0 0 0,-1 0 1 0 0,1 0-1 0 0,0 0 0 0 0,-1 1 1 0 0,1-1-1 0 0,-6 5 0 0 0,2-2-523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7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56 7887 0 0,'-1'-1'142'0'0,"0"0"0"0"0,0 0 0 0 0,1 0 0 0 0,-1 0-1 0 0,0 0 1 0 0,1 0 0 0 0,-1 0 0 0 0,1 0 0 0 0,-1 0 0 0 0,1-1-1 0 0,0 1 1 0 0,-1 0 0 0 0,1 0 0 0 0,0 0 0 0 0,0-1 0 0 0,0 1-1 0 0,0 0 1 0 0,0 0 0 0 0,0-1 0 0 0,0 1 0 0 0,0 0 0 0 0,0 0-1 0 0,1-1 1 0 0,-1 1 0 0 0,0 0 0 0 0,1 0 0 0 0,-1 0-1 0 0,1 0 1 0 0,0 0 0 0 0,-1 0 0 0 0,1 0 0 0 0,0 0 0 0 0,1-2-1 0 0,-1 2-4 0 0,0 0-1 0 0,0 0 1 0 0,0-1-1 0 0,0 1 0 0 0,0 0 1 0 0,1 0-1 0 0,-1 0 1 0 0,0 0-1 0 0,1 0 0 0 0,-1 0 1 0 0,1 1-1 0 0,-1-1 1 0 0,1 0-1 0 0,0 1 0 0 0,-1-1 1 0 0,1 1-1 0 0,-1 0 1 0 0,1 0-1 0 0,0-1 0 0 0,-1 1 1 0 0,1 0-1 0 0,0 0 0 0 0,-1 0 1 0 0,3 1-1 0 0,101 30 564 0 0,213 32 0 0 0,-294-60-668 0 0,1 1 0 0 0,-1 0 0 0 0,40 14 0 0 0,-64-18-27 0 0,0 0-1 0 0,1 0 0 0 0,-1 0 0 0 0,0 0 1 0 0,0 0-1 0 0,0 0 0 0 0,0 0 1 0 0,1 0-1 0 0,-1 0 0 0 0,0 0 0 0 0,0 0 1 0 0,0 0-1 0 0,0 0 0 0 0,1 0 1 0 0,-1 0-1 0 0,0 1 0 0 0,0-1 1 0 0,0 0-1 0 0,0 0 0 0 0,1 0 0 0 0,-1 0 1 0 0,0 0-1 0 0,0 0 0 0 0,0 0 1 0 0,0 0-1 0 0,0 1 0 0 0,0-1 1 0 0,0 0-1 0 0,1 0 0 0 0,-1 0 0 0 0,0 0 1 0 0,0 0-1 0 0,0 1 0 0 0,0-1 1 0 0,0 0-1 0 0,0 0 0 0 0,0 0 1 0 0,0 0-1 0 0,0 1 0 0 0,0-1 0 0 0,0 0 1 0 0,0 0-1 0 0,0 0 0 0 0,0 1 1 0 0,0-1-1 0 0,0 0 0 0 0,0 0 0 0 0,0 0 1 0 0,0 0-1 0 0,0 1 0 0 0,0-1 1 0 0,0 0-1 0 0,0 0 0 0 0,0 0 1 0 0,0 0-1 0 0,-1 0 0 0 0,1 1 0 0 0,0-1 1 0 0,0 0-1 0 0,0 0 0 0 0,0 0 1 0 0,0 0-1 0 0,0 0 0 0 0,-1 1 1 0 0,-17 5 60 0 0,-27 1 14 0 0,33-7-62 0 0,-1 0-1 0 0,1 2 1 0 0,-1-1-1 0 0,1 2 1 0 0,-1-1-1 0 0,1 2 1 0 0,0 0-1 0 0,0 0 1 0 0,-15 8-1 0 0,-3 4 13 0 0,0 2-1 0 0,-34 26 1 0 0,-193 138 511 0 0,235-168-443 0 0,12-7-57 0 0,0 0 0 0 0,-15 14 0 0 0,25-22-50 0 0,0 1 0 0 0,0 0-1 0 0,0-1 1 0 0,0 1-1 0 0,0 0 1 0 0,0-1 0 0 0,0 1-1 0 0,0 0 1 0 0,0 0 0 0 0,0-1-1 0 0,0 1 1 0 0,0 0 0 0 0,0-1-1 0 0,0 1 1 0 0,0 0 0 0 0,-1 0-1 0 0,1-1 1 0 0,0 1 0 0 0,0 0-1 0 0,0 0 1 0 0,-1 0 0 0 0,1-1-1 0 0,0 1 1 0 0,0 0 0 0 0,0 0-1 0 0,-1 0 1 0 0,1-1 0 0 0,0 1-1 0 0,0 0 1 0 0,-1 0 0 0 0,1 0-1 0 0,0 0 1 0 0,-1 0 0 0 0,1 0-1 0 0,0 0 1 0 0,0 0 0 0 0,-1-1-1 0 0,1 1 1 0 0,0 0-1 0 0,-1 0 1 0 0,1 0 0 0 0,0 0-1 0 0,0 1 1 0 0,-1-1 0 0 0,1 0-1 0 0,0 0 1 0 0,-1 0 0 0 0,1 0-1 0 0,0 0 1 0 0,0 0 0 0 0,-1 0-1 0 0,1 0 1 0 0,0 1 0 0 0,0-1-1 0 0,-1 0 1 0 0,1 0 0 0 0,0 0-1 0 0,0 1 1 0 0,-1-1 0 0 0,1 0-1 0 0,0 0 1 0 0,0 0 0 0 0,0 1-1 0 0,0-1 1 0 0,-1 0 0 0 0,1 0-1 0 0,0 1 1 0 0,0-1 0 0 0,0 1-1 0 0,-2-9-889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2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37 109 2303 0 0,'-29'-22'10052'0'0,"21"11"-7976"0"0,12 10-739 0 0,-3 1-1126 0 0,1 0 1 0 0,0 0-1 0 0,-1 0 0 0 0,1-1 1 0 0,-1 1-1 0 0,1-1 0 0 0,-1 1 1 0 0,1-1-1 0 0,-1 1 1 0 0,1-1-1 0 0,-1 0 0 0 0,0 0 1 0 0,1 1-1 0 0,-1-1 0 0 0,0 0 1 0 0,1 0-1 0 0,1-3 1 0 0,0 0-68 0 0,0-1 1 0 0,1 1-1 0 0,0-1 1 0 0,0 1-1 0 0,0 0 1 0 0,0 0-1 0 0,0 1 1 0 0,1-1 0 0 0,0 1-1 0 0,0 0 1 0 0,0 0-1 0 0,0 1 1 0 0,0-1-1 0 0,0 1 1 0 0,1 0 0 0 0,-1 1-1 0 0,1-1 1 0 0,0 1-1 0 0,-1 0 1 0 0,11 0-1 0 0,-1 0-61 0 0,0 1-1 0 0,0 1 0 0 0,0 0 1 0 0,0 1-1 0 0,0 1 0 0 0,23 7 0 0 0,-22-5 54 0 0,-10-4-99 0 0,0 1 0 0 0,0-1 0 0 0,0 1 0 0 0,-1 0 0 0 0,1 1 0 0 0,-1-1 0 0 0,1 1 0 0 0,-1 0 0 0 0,0 1-1 0 0,0-1 1 0 0,-1 1 0 0 0,1 0 0 0 0,-1 0 0 0 0,1 0 0 0 0,3 6 0 0 0,-3-3-17 0 0,-1 0 0 0 0,0 0 0 0 0,0 0 0 0 0,0 1 0 0 0,-1-1 0 0 0,0 1 0 0 0,-1 0 0 0 0,0 0 0 0 0,0-1 0 0 0,1 16 0 0 0,-2-18-8 0 0,-1 1 0 0 0,-1-1 0 0 0,1 0 0 0 0,-1 1 0 0 0,0-1 1 0 0,0 0-1 0 0,0 0 0 0 0,-1 1 0 0 0,0-1 0 0 0,0 0 0 0 0,0 0 0 0 0,-1-1 0 0 0,1 1 0 0 0,-1 0 0 0 0,0-1 0 0 0,-1 0 0 0 0,-3 5 0 0 0,-1-1 5 0 0,0 0 0 0 0,-1-1 0 0 0,1 0 0 0 0,-1 0 0 0 0,-1-1 0 0 0,1 0 0 0 0,-12 4 0 0 0,18-8-17 0 0,-1-1-1 0 0,1 1 1 0 0,-1-1 0 0 0,1 0 0 0 0,-1 0 0 0 0,1 0 0 0 0,-1-1-1 0 0,0 1 1 0 0,1-1 0 0 0,-1 0 0 0 0,1 0 0 0 0,-1 0-1 0 0,0 0 1 0 0,1-1 0 0 0,-1 0 0 0 0,0 1 0 0 0,1-1 0 0 0,-1-1-1 0 0,1 1 1 0 0,0 0 0 0 0,-1-1 0 0 0,1 0 0 0 0,0 0-1 0 0,0 0 1 0 0,-4-3 0 0 0,6 4-1 0 0,0 1 1 0 0,0-1-1 0 0,0 0 0 0 0,0 0 0 0 0,0 0 1 0 0,0-1-1 0 0,0 1 0 0 0,0 0 0 0 0,0 0 1 0 0,0 0-1 0 0,1-1 0 0 0,-1 1 0 0 0,1 0 0 0 0,-1-1 1 0 0,1 1-1 0 0,-1-1 0 0 0,1 1 0 0 0,0 0 1 0 0,0-4-1 0 0,0 4-8 0 0,0 0 1 0 0,1 0-1 0 0,-1 0 1 0 0,0 0-1 0 0,1-1 1 0 0,0 1-1 0 0,-1 0 1 0 0,1 0-1 0 0,0 0 1 0 0,-1 0-1 0 0,1 0 1 0 0,0 1-1 0 0,0-1 1 0 0,0 0-1 0 0,0 0 1 0 0,0 0-1 0 0,0 1 1 0 0,1-2-1 0 0,4-1-40 0 0,-1 1 1 0 0,1-1-1 0 0,0 1 0 0 0,0 0 0 0 0,0 1 0 0 0,0-1 0 0 0,11 0 0 0 0,-5 2 15 0 0,0 0 0 0 0,1 1 0 0 0,-1 1 0 0 0,0 0 0 0 0,0 0 0 0 0,-1 1 0 0 0,1 1 0 0 0,0 0 0 0 0,-1 1 0 0 0,0 0 0 0 0,0 0 0 0 0,-1 1 0 0 0,17 12 0 0 0,-13-8 18 0 0,-1 1 1 0 0,1 1-1 0 0,-2 0 1 0 0,0 0-1 0 0,0 1 1 0 0,-1 1-1 0 0,-1 0 1 0 0,16 30-1 0 0,-24-41 21 0 0,-1-1 0 0 0,0 1 0 0 0,1 0 0 0 0,-1 0 1 0 0,0 0-1 0 0,-1-1 0 0 0,1 1 0 0 0,-1 0 0 0 0,1 0 0 0 0,-1 0 0 0 0,0 0 0 0 0,0 0 0 0 0,0 0 0 0 0,0 1 0 0 0,-1-1 1 0 0,1-1-1 0 0,-1 1 0 0 0,0 0 0 0 0,-1 3 0 0 0,0-2 17 0 0,0-1 0 0 0,0 1 1 0 0,-1-1-1 0 0,1 0 0 0 0,-1 0 0 0 0,0 0 0 0 0,1 0 1 0 0,-2 0-1 0 0,1-1 0 0 0,0 1 0 0 0,0-1 1 0 0,-7 3-1 0 0,-2 1 115 0 0,-1-1 0 0 0,0 0 0 0 0,0-1 1 0 0,-1 0-1 0 0,1-1 0 0 0,-1-1 0 0 0,-18 2 0 0 0,17-3 38 0 0,-57 1 566 0 0,64-2-644 0 0,0 0 0 0 0,-1-1-1 0 0,1 0 1 0 0,0-1-1 0 0,0 0 1 0 0,-10-3-1 0 0,17 4-93 0 0,1 1 0 0 0,-1 0 0 0 0,0 0 0 0 0,0 0 0 0 0,1-1 0 0 0,-1 1 0 0 0,0 0 0 0 0,0-1 0 0 0,1 1 0 0 0,-1-1 0 0 0,0 1 0 0 0,1-1 0 0 0,-1 1 0 0 0,0-1 0 0 0,1 1 0 0 0,-1-1 0 0 0,1 0 0 0 0,-1 1 0 0 0,1-1 0 0 0,0 0 0 0 0,-1 1 0 0 0,1-1 0 0 0,-1 0 1 0 0,1 1-1 0 0,0-1 0 0 0,-1-1 0 0 0,2 1-18 0 0,-1 0 0 0 0,1 0 0 0 0,-1 0 0 0 0,1 1 0 0 0,-1-1 0 0 0,1 0 1 0 0,0 0-1 0 0,-1 1 0 0 0,1-1 0 0 0,0 0 0 0 0,-1 1 0 0 0,1-1 1 0 0,0 1-1 0 0,0-1 0 0 0,0 1 0 0 0,0-1 0 0 0,0 1 0 0 0,0-1 1 0 0,48-13-2347 0 0,-48 13 2174 0 0,21-3-1697 0 0,-1-2-76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3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4143 0 0,'2'2'6820'0'0,"0"8"-3455"0"0,2 29-814 0 0,13 202 1740 0 0,-17-240-4287 0 0,1 12 55 0 0,0 0 1 0 0,0 0-1 0 0,1 0 1 0 0,8 23-1 0 0,-10-37-155 0 0,0-2-316 0 0,0 1 0 0 0,0-1 0 0 0,0 1 0 0 0,0-1 0 0 0,0 1 0 0 0,0-1 0 0 0,0 1 0 0 0,-2-4 0 0 0,-12-24-7028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3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64 12119 0 0,'-1'-1'101'0'0,"1"1"-1"0"0,-1-1 1 0 0,1 0-1 0 0,0 0 1 0 0,-1 1-1 0 0,1-1 1 0 0,0 0-1 0 0,0 0 1 0 0,-1 1-1 0 0,1-1 1 0 0,0 0-1 0 0,0 0 1 0 0,0 0-1 0 0,0 1 1 0 0,0-1-1 0 0,0 0 1 0 0,0 0-1 0 0,0 0 0 0 0,0 1 1 0 0,1-1-1 0 0,-1 0 1 0 0,0 0-1 0 0,0 1 1 0 0,1-1-1 0 0,0-1 1 0 0,0 0 121 0 0,1 0 0 0 0,-1 0 1 0 0,1 1-1 0 0,-1-1 0 0 0,1 0 1 0 0,0 1-1 0 0,0-1 0 0 0,4-1 1 0 0,2-1 176 0 0,-1 0 1 0 0,2 0-1 0 0,-1 1 0 0 0,9-2 1 0 0,-7 3-312 0 0,-1 0 0 0 0,1 1 0 0 0,0 0 0 0 0,0 1 0 0 0,-1 0 0 0 0,1 1 0 0 0,0 0 0 0 0,0 1 0 0 0,-1 0 0 0 0,1 0 0 0 0,-1 1 0 0 0,12 4 0 0 0,-17-5-77 0 0,1 0 0 0 0,-1 0 0 0 0,0 1-1 0 0,-1-1 1 0 0,1 1 0 0 0,0 0-1 0 0,-1 0 1 0 0,1 0 0 0 0,-1 0 0 0 0,0 1-1 0 0,0-1 1 0 0,3 6 0 0 0,-4-5-1 0 0,-1-1 0 0 0,0 0 0 0 0,1 1 0 0 0,-1-1 0 0 0,0 1 0 0 0,-1 0 0 0 0,1-1 0 0 0,-1 1 0 0 0,1 0 0 0 0,-1-1 0 0 0,0 1 0 0 0,-1 0 0 0 0,1-1 0 0 0,0 1 0 0 0,-1 0 0 0 0,0-1 0 0 0,-2 6 0 0 0,0-2-11 0 0,0 1 0 0 0,0-1 0 0 0,-1 0 0 0 0,0 0 0 0 0,0 0 1 0 0,-1-1-1 0 0,0 1 0 0 0,0-1 0 0 0,-1 0 0 0 0,1 0 0 0 0,-1-1 0 0 0,-1 0 0 0 0,1 0 0 0 0,-1 0 1 0 0,0-1-1 0 0,0 0 0 0 0,0 0 0 0 0,0-1 0 0 0,-1 0 0 0 0,-12 3 0 0 0,29 1-67 0 0,13 5 76 0 0,-4-2 62 0 0,28 22-132 0 0,68 62 0 0 0,-108-89-1544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3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9671 0 0,'1'33'6406'0'0,"2"-1"-4352"0"0,1 33-979 0 0,-4-43-759 0 0,1 0 1 0 0,5 32-1 0 0,6-14-2376 0 0,-10-34 892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4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 12119 0 0,'1'-1'109'0'0,"0"-1"0"0"0,-1 1 0 0 0,1-1 0 0 0,0 0 0 0 0,0 1 0 0 0,0 0 0 0 0,0-1 0 0 0,0 1 0 0 0,0-1 0 0 0,0 1 0 0 0,1 0 0 0 0,-1 0 0 0 0,0 0-1 0 0,1 0 1 0 0,-1 0 0 0 0,1 0 0 0 0,3-1 0 0 0,-2 0 147 0 0,1 1-1 0 0,0 0 1 0 0,0 0-1 0 0,0 0 1 0 0,0 1 0 0 0,0 0-1 0 0,7-1 1 0 0,2 2 262 0 0,0 1 1 0 0,0 0 0 0 0,25 8-1 0 0,-25-6-340 0 0,-1 1 0 0 0,1 1 0 0 0,-1 0 0 0 0,0 1 0 0 0,0 0 0 0 0,-1 1 0 0 0,18 15 0 0 0,-22-16-86 0 0,0 0-1 0 0,0 0 0 0 0,-1 0 0 0 0,1 1 0 0 0,-2-1 1 0 0,1 2-1 0 0,-1-1 0 0 0,-1 0 0 0 0,1 1 0 0 0,-2 0 1 0 0,6 16-1 0 0,-8-21-57 0 0,0 0 1 0 0,-1 0-1 0 0,1 0 0 0 0,-1 0 1 0 0,0 0-1 0 0,0 0 0 0 0,-1 1 1 0 0,1-1-1 0 0,-1 0 0 0 0,0 0 1 0 0,0 0-1 0 0,0 0 0 0 0,0 0 1 0 0,-1 0-1 0 0,1 0 0 0 0,-4 4 1 0 0,2-3 0 0 0,-1 0 1 0 0,0 0-1 0 0,0-1 0 0 0,0 1 1 0 0,-1-1-1 0 0,0 0 1 0 0,1 0-1 0 0,-2-1 0 0 0,1 1 1 0 0,-6 2-1 0 0,1-1 4 0 0,0-1-1 0 0,0 0 1 0 0,0 0-1 0 0,0-1 0 0 0,-1 0 1 0 0,0-1-1 0 0,1-1 1 0 0,-1 1-1 0 0,0-2 1 0 0,1 1-1 0 0,-1-2 1 0 0,-15-1-1 0 0,-1-7 87 0 0,26 9-226 0 0,0-1 1 0 0,0 1 0 0 0,0-1-1 0 0,0 1 1 0 0,0-1-1 0 0,0 1 1 0 0,0-1 0 0 0,1 0-1 0 0,-1 0 1 0 0,0 1-1 0 0,0-1 1 0 0,1 0-1 0 0,-1 0 1 0 0,0 0 0 0 0,1 0-1 0 0,-1 0 1 0 0,1 1-1 0 0,-1-1 1 0 0,1 0 0 0 0,-1-1-1 0 0,1 1 1 0 0,0 0-1 0 0,-1-1 1 0 0,2-2-1079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4.8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2759 0 0,'0'7'11254'0'0,"-1"8"-6877"0"0,-2 42-3144 0 0,0 44 225 0 0,0-53-1318 0 0,3 1 1 0 0,6 60-1 0 0,-5-103-677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5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43 919 0 0,'18'-18'10559'0'0,"-13"16"-9385"0"0,28-11 2671 0 0,-19 10-3412 0 0,-1 0 0 0 0,1 2 1 0 0,14-1-1 0 0,-12 1-129 0 0,0 2 1 0 0,0 0 0 0 0,0 1-1 0 0,0 1 1 0 0,19 5-1 0 0,-29-6-247 0 0,1 0 0 0 0,-1 1 0 0 0,0-1 0 0 0,0 1 0 0 0,0 0 0 0 0,0 0-1 0 0,-1 1 1 0 0,1 0 0 0 0,-1 0 0 0 0,0 0 0 0 0,0 1 0 0 0,0 0 0 0 0,0 0-1 0 0,-1 0 1 0 0,4 6 0 0 0,-7-9-44 0 0,0 1-1 0 0,0-1 1 0 0,-1 1 0 0 0,1-1-1 0 0,-1 1 1 0 0,0 0 0 0 0,1-1-1 0 0,-1 1 1 0 0,0 0-1 0 0,0-1 1 0 0,-1 1 0 0 0,1-1-1 0 0,-1 1 1 0 0,1 0-1 0 0,-1-1 1 0 0,0 1 0 0 0,0-1-1 0 0,0 0 1 0 0,0 1 0 0 0,0-1-1 0 0,0 0 1 0 0,-1 1-1 0 0,1-1 1 0 0,-1 0 0 0 0,0 0-1 0 0,-2 2 1 0 0,-4 5 10 0 0,0-1 1 0 0,0 0 0 0 0,-1 0-1 0 0,-14 9 1 0 0,7-6 9 0 0,-1-1 0 0 0,-21 10 0 0 0,34-18-28 0 0,0 0 1 0 0,-1 0-1 0 0,0-1 1 0 0,0 1-1 0 0,1-1 1 0 0,-1 0-1 0 0,0 0 1 0 0,0 0-1 0 0,0-1 1 0 0,0 0-1 0 0,0 0 1 0 0,0 0-1 0 0,0-1 1 0 0,-5 0-1 0 0,10 0-65 0 0,-1 1 1 0 0,1 0-1 0 0,0 0 0 0 0,-1 0 0 0 0,1 0 0 0 0,0 0 0 0 0,-1 0 1 0 0,1 0-1 0 0,0-1 0 0 0,-1 1 0 0 0,1 0 0 0 0,0 0 0 0 0,0 0 1 0 0,-1-1-1 0 0,1 1 0 0 0,0 0 0 0 0,0 0 0 0 0,0-1 1 0 0,-1 1-1 0 0,1 0 0 0 0,0-1 0 0 0,0 1 0 0 0,0 0 0 0 0,0-1 1 0 0,0 1-1 0 0,-1 0 0 0 0,1-1 0 0 0,0 1 0 0 0,0 0 0 0 0,0-1 1 0 0,0 1-1 0 0,0 0 0 0 0,0-1 0 0 0,0 1 0 0 0,0-1 1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5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49 8287 0 0,'-17'91'8490'0'0,"-11"124"-4541"0"0,28-204-3840 0 0,5-30 82 0 0,3-33 70 0 0,0-38-257 0 0,-7 58-7 0 0,2 0 0 0 0,1 1-1 0 0,12-46 1 0 0,-16 75-2 0 0,1 0 0 0 0,-1 1 0 0 0,1-1-1 0 0,-1 0 1 0 0,1 1 0 0 0,0-1 0 0 0,0 1 0 0 0,-1-1 0 0 0,1 1 0 0 0,0-1 0 0 0,0 1 0 0 0,1 0 0 0 0,-1-1-1 0 0,0 1 1 0 0,0 0 0 0 0,1 0 0 0 0,-1 0 0 0 0,0 0 0 0 0,1 0 0 0 0,-1 0 0 0 0,1 0 0 0 0,-1 0 0 0 0,1 1-1 0 0,0-1 1 0 0,1 0 0 0 0,-1 1 3 0 0,0 0-1 0 0,0 1 1 0 0,0-1 0 0 0,0 0-1 0 0,0 1 1 0 0,0 0-1 0 0,0-1 1 0 0,0 1 0 0 0,-1 0-1 0 0,1 0 1 0 0,0 0-1 0 0,0 0 1 0 0,-1 0 0 0 0,1 0-1 0 0,-1 0 1 0 0,1 1-1 0 0,-1-1 1 0 0,1 1 0 0 0,-1-1-1 0 0,0 1 1 0 0,2 2 0 0 0,15 21 224 0 0,-1 2 0 0 0,0 0 1 0 0,-3 0-1 0 0,0 2 1 0 0,14 43-1 0 0,-26-67-200 0 0,0 0 1 0 0,-1 0-1 0 0,0 0 0 0 0,0 0 1 0 0,0 1-1 0 0,-1-1 0 0 0,1 7 1 0 0,-2-11 3 0 0,1 1 1 0 0,0-1 0 0 0,-1 0 0 0 0,1 1-1 0 0,-1-1 1 0 0,0 0 0 0 0,1 1-1 0 0,-1-1 1 0 0,0 0 0 0 0,0 1 0 0 0,0-1-1 0 0,0 0 1 0 0,0 0 0 0 0,0 0-1 0 0,0 0 1 0 0,0 0 0 0 0,0 0 0 0 0,-1 0-1 0 0,1-1 1 0 0,0 1 0 0 0,-1 0-1 0 0,1-1 1 0 0,0 1 0 0 0,-1-1 0 0 0,1 1-1 0 0,-1-1 1 0 0,1 0 0 0 0,-1 1-1 0 0,-2-1 1 0 0,-27 6 267 0 0,-16 2 1159 0 0,-56 18 0 0 0,150-38-4082 0 0,-31 6 1003 0 0,1 0-63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6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84 10591 0 0,'2'2'358'0'0,"0"0"0"0"0,0 0-1 0 0,0 0 1 0 0,0 0-1 0 0,-1 0 1 0 0,1 1 0 0 0,-1-1-1 0 0,1 1 1 0 0,-1-1-1 0 0,0 1 1 0 0,0-1-1 0 0,1 5 1 0 0,8 38 3023 0 0,-7-30-3288 0 0,3 13 531 0 0,-1 0-1 0 0,0 0 1 0 0,-3 1 0 0 0,0 0 0 0 0,-4 39-1 0 0,3-68-617 0 0,-1 0-1 0 0,0 1 0 0 0,0-1 0 0 0,0 0 0 0 0,0 0 0 0 0,0 1 0 0 0,0-1 0 0 0,0 0 0 0 0,0 0 0 0 0,0 1 0 0 0,0-1 0 0 0,0 0 0 0 0,0 0 0 0 0,-1 0 0 0 0,1 1 0 0 0,0-1 0 0 0,0 0 0 0 0,0 0 0 0 0,0 0 0 0 0,0 1 0 0 0,0-1 0 0 0,0 0 0 0 0,-1 0 1 0 0,1 0-1 0 0,0 1 0 0 0,0-1 0 0 0,0 0 0 0 0,0 0 0 0 0,-1 0 0 0 0,1 0 0 0 0,0 0 0 0 0,0 1 0 0 0,0-1 0 0 0,-1 0 0 0 0,1 0 0 0 0,-6-7 117 0 0,-3-13 17 0 0,9 19-135 0 0,-6-16 17 0 0,2-1 0 0 0,0 1 0 0 0,1-1-1 0 0,0 0 1 0 0,2-1 0 0 0,0 1 0 0 0,1 0 0 0 0,1 0-1 0 0,5-30 1 0 0,-3 35-26 0 0,0-1 1 0 0,1 1-1 0 0,0-1 0 0 0,1 1 1 0 0,10-20-1 0 0,-13 29 3 0 0,0 0-1 0 0,0 0 1 0 0,1 1 0 0 0,0-1-1 0 0,-1 1 1 0 0,1-1 0 0 0,1 1 0 0 0,-1 0-1 0 0,0 0 1 0 0,1 0 0 0 0,-1 1-1 0 0,1-1 1 0 0,0 1 0 0 0,0 0-1 0 0,0 0 1 0 0,0 0 0 0 0,0 1 0 0 0,0-1-1 0 0,1 1 1 0 0,-1 0 0 0 0,7-1-1 0 0,-9 2-2 0 0,-1 0-1 0 0,1 0 0 0 0,-1 0 0 0 0,1 0 0 0 0,-1 1 0 0 0,1-1 0 0 0,-1 0 0 0 0,1 1 0 0 0,-1-1 0 0 0,1 1 1 0 0,-1-1-1 0 0,0 1 0 0 0,1 0 0 0 0,-1 0 0 0 0,0-1 0 0 0,1 1 0 0 0,-1 0 0 0 0,0 0 0 0 0,0 0 0 0 0,2 2 1 0 0,-1 0 2 0 0,-1 0 1 0 0,1-1 0 0 0,0 1-1 0 0,-1 0 1 0 0,0 0 0 0 0,1 1-1 0 0,-1-1 1 0 0,0 0 0 0 0,0 4 0 0 0,1 4 3 0 0,-1 0 1 0 0,-1 0 0 0 0,1 0 0 0 0,-3 19 0 0 0,-1-8-4 0 0,-1 1-1 0 0,-6 21 1 0 0,8-37 10 0 0,0 0 0 0 0,-1 0 0 0 0,0-1 1 0 0,0 1-1 0 0,0-1 0 0 0,-1 0 0 0 0,1 0 0 0 0,-2 0 0 0 0,1-1 1 0 0,-9 10-1 0 0,16-16 100 0 0,0 0 0 0 0,0 0-1 0 0,0 0 1 0 0,0 0 0 0 0,0 1 0 0 0,0-1 0 0 0,0 1 0 0 0,0 0 0 0 0,1 0 0 0 0,-1 0 0 0 0,0 0-1 0 0,0 1 1 0 0,0-1 0 0 0,0 1 0 0 0,0 0 0 0 0,0 0 0 0 0,4 2 0 0 0,2-1-97 0 0,-1 2 1 0 0,0-1 0 0 0,0 1 0 0 0,0 0-1 0 0,0 1 1 0 0,13 10 0 0 0,16 19-903 0 0,-13-10-3794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6.4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10591 0 0,'3'3'790'0'0,"0"1"0"0"0,0 0 0 0 0,-1 0 0 0 0,0 0-1 0 0,0 0 1 0 0,0 1 0 0 0,0-1 0 0 0,-1 0 0 0 0,2 6 0 0 0,8 45 1233 0 0,-9-41-1633 0 0,1 0-127 0 0,4 22-51 0 0,-2 1 0 0 0,-1 0 1 0 0,-1 55-1 0 0,-6-80-3488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6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13327 0 0,'0'-13'841'0'0,"0"12"-768"0"0,0-1 0 0 0,0 1 1 0 0,0-1-1 0 0,0 1 0 0 0,0 0 1 0 0,1-1-1 0 0,-1 1 0 0 0,0-1 1 0 0,1 1-1 0 0,-1 0 0 0 0,0-1 0 0 0,1 1 1 0 0,0 0-1 0 0,-1 0 0 0 0,1 0 1 0 0,0-1-1 0 0,0 1 0 0 0,-1 0 1 0 0,1 0-1 0 0,0 0 0 0 0,0 0 1 0 0,0 0-1 0 0,0 0 0 0 0,1 0 1 0 0,-1 1-1 0 0,0-1 0 0 0,2-1 1 0 0,10-5 383 0 0,1 1-1 0 0,0 0 1 0 0,0 1 0 0 0,0 0 0 0 0,1 1 0 0 0,17-3 0 0 0,-17 6-417 0 0,1 0-1 0 0,-1 0 1 0 0,1 2 0 0 0,-1 0-1 0 0,1 0 1 0 0,-1 2-1 0 0,0 0 1 0 0,1 1 0 0 0,23 9-1 0 0,-24-7 24 0 0,-1 0 0 0 0,-1 1 0 0 0,1 0 0 0 0,-1 1 0 0 0,0 1 0 0 0,14 12-1 0 0,-7-3 733 0 0,-1 1-1 0 0,27 37 0 0 0,-40-48-382 0 0,1 0 1 0 0,0 0-1 0 0,0 0 1 0 0,0-1-1 0 0,12 8 1 0 0,-17-13-359 0 0,0-1 1 0 0,0 0-1 0 0,0 0 1 0 0,1 1-1 0 0,-1-1 1 0 0,0-1-1 0 0,1 1 1 0 0,-1 0-1 0 0,1 0 0 0 0,-1-1 1 0 0,1 0-1 0 0,0 1 1 0 0,-1-1-1 0 0,1 0 1 0 0,-1 0-1 0 0,1-1 1 0 0,-1 1-1 0 0,1 0 0 0 0,0-1 1 0 0,-1 0-1 0 0,1 1 1 0 0,-1-1-1 0 0,0 0 1 0 0,1 0-1 0 0,-1 0 1 0 0,3-3-1 0 0,10-6-119 0 0,-2-2 0 0 0,0 0-1 0 0,0 0 1 0 0,-1-1 0 0 0,0-1-1 0 0,-1 0 1 0 0,15-26 0 0 0,24-28-696 0 0,-71 127 1999 0 0,-132 319 0 0 0,133-338-4468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7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81 11975 0 0,'-5'18'5715'0'0,"-9"28"-3530"0"0,-23 78-253 0 0,-20 69 4 0 0,53-177-1738 0 0,1-7-83 0 0,1 0-1 0 0,0 0 1 0 0,0 0-1 0 0,0 0 1 0 0,1 0 0 0 0,1 1-1 0 0,0 10 1 0 0,0-19-106 0 0,0-1-1 0 0,0 0 1 0 0,0 1 0 0 0,0-1 0 0 0,0 1-1 0 0,0-1 1 0 0,0 1 0 0 0,0-1 0 0 0,1 0-1 0 0,-1 1 1 0 0,0-1 0 0 0,0 1 0 0 0,0-1 0 0 0,0 0-1 0 0,1 1 1 0 0,-1-1 0 0 0,0 0 0 0 0,0 1-1 0 0,1-1 1 0 0,-1 0 0 0 0,0 1 0 0 0,0-1-1 0 0,1 0 1 0 0,-1 0 0 0 0,0 1 0 0 0,1-1 0 0 0,-1 0-1 0 0,1 0 1 0 0,-1 0 0 0 0,0 1 0 0 0,1-1-1 0 0,-1 0 1 0 0,0 0 0 0 0,1 0 0 0 0,0 0-1 0 0,13-9 82 0 0,8-21-98 0 0,-2-9-244 0 0,-2-2 0 0 0,-1-1 1 0 0,-2 0-1 0 0,10-50 0 0 0,-11 42-118 0 0,1 0 1 0 0,32-70-1 0 0,-44 114 376 0 0,0 1-1 0 0,0-1 1 0 0,1 1-1 0 0,-1 0 1 0 0,1 0 0 0 0,0 0-1 0 0,7-7 1 0 0,-9 11 10 0 0,-1 0 0 0 0,0 1 1 0 0,1-1-1 0 0,-1 0 1 0 0,1 0-1 0 0,-1 1 1 0 0,0-1-1 0 0,1 0 0 0 0,0 1 1 0 0,-1 0-1 0 0,1-1 1 0 0,-1 1-1 0 0,1 0 0 0 0,-1 0 1 0 0,1 0-1 0 0,0 0 1 0 0,-1 0-1 0 0,1 0 0 0 0,-1 0 1 0 0,1 1-1 0 0,0-1 1 0 0,-1 0-1 0 0,1 1 0 0 0,-1-1 1 0 0,1 1-1 0 0,-1 0 1 0 0,0 0-1 0 0,1-1 0 0 0,-1 1 1 0 0,0 0-1 0 0,1 0 1 0 0,-1 0-1 0 0,0 0 0 0 0,2 3 1 0 0,7 6 122 0 0,-1 0-1 0 0,0 1 1 0 0,-1 0 0 0 0,13 23 0 0 0,22 54 524 0 0,-17-30-179 0 0,-14-34-338 0 0,4 5-16 0 0,-2 0 0 0 0,-1 1 1 0 0,-1 1-1 0 0,10 43 0 0 0,-22-73-123 0 0,1 0-1 0 0,-1 0 1 0 0,0 0-1 0 0,0 0 1 0 0,1 0-1 0 0,-1 1 1 0 0,0-1-1 0 0,0 0 1 0 0,0 0-1 0 0,0 0 0 0 0,-1 0 1 0 0,1 0-1 0 0,0 0 1 0 0,0 0-1 0 0,-1 0 1 0 0,1 0-1 0 0,0 0 1 0 0,-1 0-1 0 0,1 0 1 0 0,-1 0-1 0 0,0 0 0 0 0,1-1 1 0 0,-1 1-1 0 0,1 0 1 0 0,-1 0-1 0 0,0 0 1 0 0,0-1-1 0 0,0 1 1 0 0,1 0-1 0 0,-1-1 1 0 0,0 1-1 0 0,0-1 0 0 0,0 1 1 0 0,0-1-1 0 0,0 1 1 0 0,0-1-1 0 0,0 0 1 0 0,0 0-1 0 0,0 1 1 0 0,0-1-1 0 0,0 0 1 0 0,-1 0-1 0 0,-6 0 40 0 0,1 0 1 0 0,-1 0-1 0 0,1-1 0 0 0,0 0 0 0 0,-8-2 1 0 0,5 1-20 0 0,-73-14 163 0 0,20 2 96 0 0,0 4 0 0 0,-96-4 0 0 0,142 15-48 0 0,22 0-308 0 0,29 1-546 0 0,27-4-2503 0 0,-20 0-3780 0 0,-10-1-579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7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1 177 15751 0 0,'0'-1'56'0'0,"1"1"0"0"0,-1-1 1 0 0,0 1-1 0 0,1-1 0 0 0,-1 1 0 0 0,1-1 0 0 0,-1 1 0 0 0,1-1 0 0 0,-1 1 0 0 0,1 0 1 0 0,-1-1-1 0 0,1 1 0 0 0,-1 0 0 0 0,1 0 0 0 0,0-1 0 0 0,-1 1 0 0 0,1 0 0 0 0,-1 0 1 0 0,1 0-1 0 0,0 0 0 0 0,-1 0 0 0 0,1 0 0 0 0,0 0 0 0 0,-1 0 0 0 0,1 0 0 0 0,-1 0 1 0 0,2 0-1 0 0,0 1 65 0 0,-1-1 1 0 0,0 1 0 0 0,1 0 0 0 0,-1 0 0 0 0,0 0-1 0 0,0 0 1 0 0,1 0 0 0 0,-1 0 0 0 0,0 0-1 0 0,0 0 1 0 0,1 2 0 0 0,4 7 572 0 0,0 0 0 0 0,8 17-1 0 0,-9-17-413 0 0,55 132 2978 0 0,-19-38-2086 0 0,-31-88-1006 0 0,-7-14-132 0 0,-6-11-55 0 0,-56-154-1403 0 0,54 142 1355 0 0,0 0 0 0 0,1 0 0 0 0,1 0 0 0 0,1 0 0 0 0,1-1 0 0 0,2-22 0 0 0,0 36 33 0 0,0 0 0 0 0,1 0-1 0 0,0 0 1 0 0,0 0 0 0 0,1 0-1 0 0,0 0 1 0 0,0 1 0 0 0,1-1-1 0 0,0 1 1 0 0,1 0 0 0 0,-1 0 0 0 0,1 1-1 0 0,1-1 1 0 0,8-7 0 0 0,-9 9 17 0 0,-1 1 1 0 0,1 0-1 0 0,0 1 1 0 0,0-1 0 0 0,1 1-1 0 0,-1 0 1 0 0,1 1 0 0 0,-1-1-1 0 0,1 1 1 0 0,0 0-1 0 0,0 0 1 0 0,0 1 0 0 0,0 0-1 0 0,0 0 1 0 0,0 0-1 0 0,1 1 1 0 0,-1 0 0 0 0,0 0-1 0 0,0 0 1 0 0,6 2-1 0 0,-6-1 51 0 0,-1 1-1 0 0,0 0 0 0 0,0 0 0 0 0,-1 0 0 0 0,1 0 0 0 0,0 1 1 0 0,-1 0-1 0 0,1 0 0 0 0,-1 0 0 0 0,0 0 0 0 0,0 1 0 0 0,0 0 0 0 0,-1 0 1 0 0,1 0-1 0 0,-1 0 0 0 0,0 0 0 0 0,0 1 0 0 0,0-1 0 0 0,-1 1 0 0 0,1 0 1 0 0,-1 0-1 0 0,2 8 0 0 0,-2-8 47 0 0,-1 1 0 0 0,0-1 0 0 0,0 0 0 0 0,0 0 0 0 0,-1 0 0 0 0,1 1 0 0 0,-1-1 0 0 0,-1 0 0 0 0,1 1 0 0 0,-1-1 0 0 0,0 0 0 0 0,0 0 0 0 0,0 1 0 0 0,-1-1 0 0 0,1 0 0 0 0,-1 0 0 0 0,-1-1 0 0 0,1 1 0 0 0,-1 0 0 0 0,0-1 0 0 0,0 1 0 0 0,-6 6 0 0 0,1-3 37 0 0,-1-1-1 0 0,0 0 0 0 0,0 0 1 0 0,-1-1-1 0 0,0 0 1 0 0,0-1-1 0 0,-12 5 0 0 0,16-7-53 0 0,0-1-1 0 0,0 0 0 0 0,0 0 1 0 0,0-1-1 0 0,0 0 0 0 0,-1 0 1 0 0,1 0-1 0 0,0-1 0 0 0,-1 0 1 0 0,1 0-1 0 0,0-1 0 0 0,0 1 0 0 0,-1-1 1 0 0,-8-3-1 0 0,14 3-69 0 0,0 1 0 0 0,0 0 0 0 0,0-1 0 0 0,0 1 0 0 0,0 0 0 0 0,0-1 0 0 0,0 1 0 0 0,0-1 0 0 0,0 1 0 0 0,1-1 0 0 0,-1 0 0 0 0,0 1 0 0 0,0-1 0 0 0,1 0 0 0 0,-1 0-1 0 0,0 1 1 0 0,1-1 0 0 0,-1 0 0 0 0,1 0 0 0 0,-1 0 0 0 0,1 0 0 0 0,-1 0 0 0 0,1 0 0 0 0,0 0 0 0 0,0 0 0 0 0,-1 0 0 0 0,1 0 0 0 0,0 0 0 0 0,0 0 0 0 0,0 0 0 0 0,0 0 0 0 0,0 0 0 0 0,0 0 0 0 0,0 0 0 0 0,0 0 0 0 0,0 0 0 0 0,1 0 0 0 0,-1 0 0 0 0,0 0 0 0 0,1 0 0 0 0,-1 1-1 0 0,1-1 1 0 0,-1 0 0 0 0,1 0 0 0 0,-1 0 0 0 0,1 0 0 0 0,0 0 0 0 0,0 0 0 0 0,4-6-579 0 0,0 1 0 0 0,1 0 0 0 0,-1 1-1 0 0,14-10 1 0 0,0 0-2186 0 0,2 1-5060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8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8751 0 0,'2'3'510'0'0,"1"-1"-1"0"0,-1 1 0 0 0,0 0 0 0 0,1 0 0 0 0,-1 0 0 0 0,-1 0 1 0 0,1 0-1 0 0,0 0 0 0 0,2 6 0 0 0,10 37 7268 0 0,-8-24-7697 0 0,20 64 2588 0 0,19 115 0 0 0,-43-188-2611 0 0,-2-8-132 0 0,0 1 0 0 0,1-1 0 0 0,0 0-1 0 0,1 0 1 0 0,-1 1 0 0 0,1-1 0 0 0,0 0 0 0 0,0 0 0 0 0,0 0 0 0 0,4 4 0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8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191 26 3679 0 0,'-21'-26'11171'0'0,"18"26"-10593"0"0,-24 3 8311 0 0,11 2-10223 0 0,11-3 1407 0 0,1-1 0 0 0,0 1 0 0 0,0 1 0 0 0,0-1 0 0 0,0 1 0 0 0,0 0 0 0 0,0 0 0 0 0,1 0 0 0 0,-1 0 0 0 0,1 0 0 0 0,0 1 0 0 0,0 0 0 0 0,0-1 0 0 0,0 1 0 0 0,1 0 0 0 0,0 1 0 0 0,-1-1 0 0 0,2 0 0 0 0,-1 1 0 0 0,0-1 0 0 0,1 1 0 0 0,0-1 0 0 0,0 1 0 0 0,0 0 0 0 0,1-1 0 0 0,-1 1 0 0 0,2 9 0 0 0,-1-4 55 0 0,1 1 1 0 0,0-1-1 0 0,1 0 0 0 0,0 0 1 0 0,1 0-1 0 0,0 0 0 0 0,1 0 1 0 0,0-1-1 0 0,0 1 0 0 0,1-1 1 0 0,11 16-1 0 0,23 22-155 0 0,-23-29 7 0 0,-2 1-1 0 0,19 28 1 0 0,-32-46 32 0 0,0 1 0 0 0,0-1 0 0 0,-1 0 0 0 0,1 0 0 0 0,0 1 0 0 0,-1-1 0 0 0,1 0 0 0 0,-1 1 0 0 0,1-1 0 0 0,-1 0 0 0 0,0 1-1 0 0,0-1 1 0 0,0 1 0 0 0,1-1 0 0 0,-1 1 0 0 0,0-1 0 0 0,-1 1 0 0 0,1-1 0 0 0,0 0 0 0 0,0 1 0 0 0,-1-1 0 0 0,1 1 0 0 0,-1-1 0 0 0,0 2 0 0 0,0-1 29 0 0,-1-1 1 0 0,1 0-1 0 0,-1 1 0 0 0,1-1 1 0 0,-1 0-1 0 0,0 0 1 0 0,1 0-1 0 0,-1 0 1 0 0,0 0-1 0 0,0-1 0 0 0,1 1 1 0 0,-1 0-1 0 0,0-1 1 0 0,0 0-1 0 0,-3 1 0 0 0,-5 0 105 0 0,1 0-1 0 0,0-1 0 0 0,-1-1 1 0 0,1 1-1 0 0,-1-1 0 0 0,-11-3 1 0 0,12 1-26 0 0,0 0 1 0 0,1 0 0 0 0,-1-1 0 0 0,-12-6 0 0 0,-2-9-1922 0 0,21 16 684 0 0,-1 1 0 0 0,1-1 0 0 0,0 0 0 0 0,0 0 0 0 0,0 0 0 0 0,-1-5 0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09.4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49 250 2303 0 0,'-3'-53'-872'0'0,"2"-28"5314"0"0,-2-7 1900 0 0,-1 61-4404 0 0,4 27-1919 0 0,0 0 0 0 0,0 0 1 0 0,0 0-1 0 0,0 0 0 0 0,0 0 1 0 0,0 0-1 0 0,0 0 0 0 0,0 0 1 0 0,0 0-1 0 0,0 0 0 0 0,0 0 1 0 0,0 1-1 0 0,0-1 0 0 0,0 0 1 0 0,0 0-1 0 0,0 0 0 0 0,-1 0 1 0 0,1 0-1 0 0,0 0 0 0 0,0 0 1 0 0,0 0-1 0 0,0 0 0 0 0,0 0 1 0 0,0 0-1 0 0,0 0 0 0 0,0 0 1 0 0,0 0-1 0 0,0 0 0 0 0,0 0 1 0 0,0 0-1 0 0,0 0 0 0 0,0 0 1 0 0,-1 0-1 0 0,1 0 0 0 0,0 0 1 0 0,0 0-1 0 0,0 0 0 0 0,0 0 1 0 0,0 0-1 0 0,0 0 0 0 0,0 0 1 0 0,0 0-1 0 0,0 0 0 0 0,0 0 1 0 0,0 0-1 0 0,0 0 0 0 0,0 0 1 0 0,0 0-1 0 0,-1 0 0 0 0,1 0 1 0 0,0 0-1 0 0,0 0 0 0 0,0-1 1 0 0,0 1-1 0 0,0 0 0 0 0,0 0 1 0 0,0 0-1 0 0,0 0 0 0 0,0 0 1 0 0,0 0-1 0 0,0 0 0 0 0,0 0 1 0 0,0 0-1 0 0,0 0 0 0 0,0 0 1 0 0,-3 16 632 0 0,2 69 207 0 0,20 166 1 0 0,-2-66-45 0 0,-10-18 413 0 0,-30 332 0 0 0,-26 186 1838 0 0,48-499-1924 0 0,38 313 1 0 0,-27-435-1015 0 0,0 2-37 0 0,-2 0 0 0 0,-1 86 0 0 0,-12-116-182 0 0,5-35-36 0 0,0-1 0 0 0,0 1 0 0 0,0 0 0 0 0,-1 0 1 0 0,1 0-1 0 0,0-1 0 0 0,0 1 0 0 0,0 0 0 0 0,-1 0 0 0 0,1-1 0 0 0,0 1 0 0 0,-1 0 0 0 0,1-1 1 0 0,-1 1-1 0 0,1 0 0 0 0,-1-1 0 0 0,1 1 0 0 0,-1 0 0 0 0,0-1 0 0 0,1 1 0 0 0,-1-1 0 0 0,1 1 1 0 0,-1-1-1 0 0,0 0 0 0 0,0 1 0 0 0,1-1 0 0 0,-1 0 0 0 0,0 1 0 0 0,0-1 0 0 0,1 0 0 0 0,-1 0 1 0 0,0 0-1 0 0,0 0 0 0 0,1 1 0 0 0,-1-1 0 0 0,0 0 0 0 0,0-1 0 0 0,0 1 0 0 0,0 0 1 0 0,-5-3-1660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10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34 5063 0 0,'-24'-13'-902'0'0,"-4"1"4278"0"0,23 11-2492 0 0,1-1 1 0 0,-1 1 0 0 0,1 0 0 0 0,-1 0-1 0 0,1 0 1 0 0,-1 0 0 0 0,0 1-1 0 0,1 0 1 0 0,-1 0 0 0 0,-5 1 0 0 0,34 12 1125 0 0,29 5-1713 0 0,1-2 0 0 0,0-2-1 0 0,57 7 1 0 0,171 9 23 0 0,-243-26-224 0 0,379 13 632 0 0,-190-11-419 0 0,197 5 9 0 0,-229-7-237 0 0,159-9 121 0 0,-203 1-96 0 0,53-13 143 0 0,-69 3 147 0 0,-132 13-365 0 0,-1 1 0 0 0,1 0 1 0 0,-1 0-1 0 0,1 0 0 0 0,0 0 0 0 0,-1 0 0 0 0,1 1 0 0 0,-1 0 0 0 0,1-1 1 0 0,-1 1-1 0 0,1 1 0 0 0,5 2 0 0 0,-7-3-9 0 0,-1 1 1 0 0,1-1-1 0 0,-1 1 1 0 0,0 0 0 0 0,1-1-1 0 0,-1 1 1 0 0,0 0-1 0 0,0 0 1 0 0,0 0-1 0 0,0 0 1 0 0,-1 0-1 0 0,1 0 1 0 0,0 0-1 0 0,-1 0 1 0 0,0 0-1 0 0,1 0 1 0 0,-1 0-1 0 0,0 0 1 0 0,0 0-1 0 0,0 0 1 0 0,0 0-1 0 0,0 1 1 0 0,-1 1-1 0 0,-28 307 1434 0 0,-8 93-1194 0 0,8-12 147 0 0,-21 480 402 0 0,57-678-542 0 0,-5-170-606 0 0,2 0 0 0 0,1-1 0 0 0,0 1 0 0 0,2-1 0 0 0,19 44-1 0 0,-16-49-2183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11.2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118 841 15983 0 0,'-23'-7'562'0'0,"-28"-9"315"0"0,46 14-576 0 0,1 1 1 0 0,0-1-1 0 0,-1 0 1 0 0,1-1-1 0 0,0 1 1 0 0,0-1-1 0 0,1 0 1 0 0,-5-4-1 0 0,7 7-263 0 0,1 0-1 0 0,0-1 0 0 0,0 1 0 0 0,0 0 1 0 0,-1 0-1 0 0,1 0 0 0 0,0-1 1 0 0,0 1-1 0 0,0 0 0 0 0,0 0 1 0 0,0-1-1 0 0,-1 1 0 0 0,1 0 0 0 0,0 0 1 0 0,0-1-1 0 0,0 1 0 0 0,0 0 1 0 0,0 0-1 0 0,0-1 0 0 0,0 1 1 0 0,0 0-1 0 0,0 0 0 0 0,0-1 1 0 0,0 1-1 0 0,0 0 0 0 0,0-1 0 0 0,0 1 1 0 0,0 0-1 0 0,0 0 0 0 0,1-1 1 0 0,-1 1-1 0 0,0 0 0 0 0,0 0 1 0 0,0-1-1 0 0,1 1 0 0 0,10-6 597 0 0,19 2-130 0 0,-28 4-385 0 0,214-6 713 0 0,-78 5-765 0 0,384-39 364 0 0,-431 31-369 0 0,226-27 195 0 0,30-3 102 0 0,-181 23 332 0 0,229 8 1 0 0,-301 14-482 0 0,86 3 253 0 0,-180-9-456 0 0,0 0 0 0 0,0 0-1 0 0,0 0 1 0 0,0 0 0 0 0,0 0-1 0 0,0 0 1 0 0,1 0 0 0 0,-1 0 0 0 0,0 0-1 0 0,0 0 1 0 0,0 0 0 0 0,0 0 0 0 0,0 0-1 0 0,0 0 1 0 0,1 0 0 0 0,-1 0-1 0 0,0 0 1 0 0,0 0 0 0 0,0 0 0 0 0,0 0-1 0 0,0 0 1 0 0,0-1 0 0 0,0 1-1 0 0,0 0 1 0 0,1 0 0 0 0,-1 0 0 0 0,0 0-1 0 0,0 0 1 0 0,0 0 0 0 0,0 0 0 0 0,0 0-1 0 0,0-1 1 0 0,0 1 0 0 0,0 0-1 0 0,0 0 1 0 0,0 0 0 0 0,0 0 0 0 0,0 0-1 0 0,0 0 1 0 0,0 0 0 0 0,0-1 0 0 0,0 1-1 0 0,0 0 1 0 0,0 0 0 0 0,0 0-1 0 0,0 0 1 0 0,0 0 0 0 0,0 0 0 0 0,0-1-1 0 0,0 1 1 0 0,0 0 0 0 0,0 0 0 0 0,0 0-1 0 0,0 0 1 0 0,-7-10 249 0 0,-10-6 62 0 0,-3 1-221 0 0,13 10-57 0 0,-1 0 0 0 0,1-1 1 0 0,0 0-1 0 0,-8-10 1 0 0,14 14-32 0 0,0 0 0 0 0,1-1 0 0 0,-1 1 0 0 0,1 0 0 0 0,-1-1 0 0 0,1 1 0 0 0,0 0 0 0 0,0-1 0 0 0,0 1 0 0 0,1 0 0 0 0,-1-1 0 0 0,0 1 0 0 0,1 0 0 0 0,0-1 0 0 0,-1 1 0 0 0,1 0 0 0 0,1-3 0 0 0,4-20 50 0 0,-9-25-92 0 0,-13-79 0 0 0,0 17-60 0 0,8-30-2451 0 0,7 94 1215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15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8 111 9471 0 0,'-1'0'188'0'0,"1"-1"1"0"0,-1 1-1 0 0,1-1 0 0 0,-1 1 0 0 0,1 0 0 0 0,-1-1 0 0 0,1 1 0 0 0,-1-1 0 0 0,1 1 0 0 0,0-1 0 0 0,-1 1 1 0 0,1-1-1 0 0,0 1 0 0 0,-1-1 0 0 0,1 0 0 0 0,0 1 0 0 0,0-1 0 0 0,-1 1 0 0 0,1-1 0 0 0,0-1 0 0 0,15-3 3252 0 0,-12 5-3671 0 0,46-8 1444 0 0,1 3-1 0 0,51 1 1 0 0,-56 4-711 0 0,1-3 1 0 0,81-14-1 0 0,-42-6-154 0 0,47-9-601 0 0,-114 31-500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16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24 5983 0 0,'-5'-24'9055'0'0,"19"28"-8190"0"0,9 5-275 0 0,0 2 0 0 0,0 1-1 0 0,21 15 1 0 0,33 18 245 0 0,-29-23-484 0 0,-17-8-45 0 0,50 30 1 0 0,-79-43-305 0 0,0 1 1 0 0,0-1 0 0 0,0 1-1 0 0,0-1 1 0 0,0 1 0 0 0,0 0 0 0 0,-1-1-1 0 0,1 1 1 0 0,0 0 0 0 0,-1 0-1 0 0,0 0 1 0 0,1 0 0 0 0,-1 1 0 0 0,2 3-1 0 0,-3-4 19 0 0,0-1 0 0 0,0 0 0 0 0,0 1-1 0 0,0-1 1 0 0,-1 1 0 0 0,1-1-1 0 0,0 1 1 0 0,0-1 0 0 0,-1 0 0 0 0,1 1-1 0 0,-1-1 1 0 0,0 0 0 0 0,1 1 0 0 0,-1-1-1 0 0,0 0 1 0 0,0 0 0 0 0,1 0 0 0 0,-1 0-1 0 0,0 1 1 0 0,0-1 0 0 0,0 0 0 0 0,0-1-1 0 0,-1 1 1 0 0,1 0 0 0 0,-2 1 0 0 0,-30 24 577 0 0,24-18-391 0 0,0 0 1 0 0,0-1 0 0 0,-1-1 0 0 0,-19 11 0 0 0,13-9-2 0 0,-17 8 84 0 0,32-15-309 0 0,0-1 1 0 0,-1 1-1 0 0,1-1 1 0 0,0 0-1 0 0,-1 1 1 0 0,1-1 0 0 0,-1 0-1 0 0,1 0 1 0 0,0 0-1 0 0,-1 0 1 0 0,1 0-1 0 0,-1 0 1 0 0,1 0-1 0 0,-1 0 1 0 0,1 0 0 0 0,0-1-1 0 0,-1 1 1 0 0,-1-2-1 0 0,19 0-3230 0 0,-3 1 1530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5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451 882 5063 0 0,'-27'1'4828'0'0,"17"0"-3714"0"0,0-1-1 0 0,1 0 0 0 0,-1-1 1 0 0,0 0-1 0 0,-11-2 0 0 0,18 2-1088 0 0,0-1-1 0 0,0 1 1 0 0,0 0 0 0 0,-1-1-1 0 0,1 0 1 0 0,0 0-1 0 0,1 0 1 0 0,-1 0-1 0 0,0 0 1 0 0,1 0-1 0 0,-1-1 1 0 0,1 1 0 0 0,0-1-1 0 0,0 0 1 0 0,0 0-1 0 0,0 1 1 0 0,0-1-1 0 0,-2-6 1 0 0,-7-18 467 0 0,0-2 0 0 0,2 0 0 0 0,1 0 1 0 0,2 0-1 0 0,1-1 0 0 0,1 0 0 0 0,0-36 0 0 0,4 51-487 0 0,0 0-1 0 0,1 0 1 0 0,1-1-1 0 0,0 1 1 0 0,2 1 0 0 0,-1-1-1 0 0,2 0 1 0 0,0 1-1 0 0,0 0 1 0 0,1 0-1 0 0,1 0 1 0 0,1 1 0 0 0,0 0-1 0 0,0 0 1 0 0,1 1-1 0 0,1 1 1 0 0,0-1-1 0 0,1 1 1 0 0,0 1 0 0 0,0 0-1 0 0,1 0 1 0 0,0 2-1 0 0,1-1 1 0 0,0 1-1 0 0,1 1 1 0 0,-1 1 0 0 0,30-11-1 0 0,-36 15-9 0 0,1 0 0 0 0,-1 0-1 0 0,1 0 1 0 0,0 1 0 0 0,0 0-1 0 0,0 1 1 0 0,0 0 0 0 0,0 0-1 0 0,0 0 1 0 0,0 1 0 0 0,-1 0-1 0 0,1 1 1 0 0,0 0 0 0 0,-1 0-1 0 0,1 1 1 0 0,-1-1 0 0 0,1 2-1 0 0,-1-1 1 0 0,0 1 0 0 0,-1 0-1 0 0,1 1 1 0 0,-1-1 0 0 0,1 1-1 0 0,-2 0 1 0 0,8 8 0 0 0,2 8 28 0 0,0 1 0 0 0,-1 0 0 0 0,-2 1 0 0 0,0 1 0 0 0,14 42 0 0 0,-22-44 249 0 0,-6-15-106 0 0,-5-12-92 0 0,6 3-74 0 0,1 0 0 0 0,-1 1 0 0 0,0-1 0 0 0,1 0 0 0 0,0 1 0 0 0,-1-1 0 0 0,1 0 0 0 0,0 0 0 0 0,0 0 0 0 0,0 0 0 0 0,0 1 0 0 0,0-1 0 0 0,0 0 0 0 0,1-3 0 0 0,8-28 0 0 0,-8 30 0 0 0,8-29-45 0 0,1 0 0 0 0,2 1 0 0 0,2 1 0 0 0,20-37 0 0 0,-26 55 31 0 0,0 1-1 0 0,1-1 1 0 0,0 1 0 0 0,1 1-1 0 0,0-1 1 0 0,0 2-1 0 0,1-1 1 0 0,1 2 0 0 0,-1-1-1 0 0,1 2 1 0 0,1 0 0 0 0,19-9-1 0 0,11 1 56 0 0,0 3 1 0 0,0 1-1 0 0,69-8 0 0 0,-29 5-18 0 0,-61 11-16 0 0,0 1 0 0 0,-1 1 0 0 0,1 0-1 0 0,0 2 1 0 0,-1 0 0 0 0,1 2 0 0 0,0 0 0 0 0,26 8 0 0 0,-34-7-2 0 0,0 1 1 0 0,0 0 0 0 0,0 1 0 0 0,-1 0 0 0 0,0 1 0 0 0,0 1 0 0 0,0 0 0 0 0,-1 1 0 0 0,-1 0 0 0 0,1 0 0 0 0,-1 2 0 0 0,18 21 0 0 0,-22-21 37 0 0,-1 0 1 0 0,0 1-1 0 0,-1-1 1 0 0,0 1-1 0 0,-1 0 1 0 0,0 0-1 0 0,-1 0 1 0 0,-1 1-1 0 0,0-1 1 0 0,0 1-1 0 0,-1 0 1 0 0,-2 22-1 0 0,1-35-41 0 0,0 0 0 0 0,0-1-1 0 0,0 1 1 0 0,0 0 0 0 0,-1 0-1 0 0,1-1 1 0 0,0 1 0 0 0,0 0-1 0 0,0 0 1 0 0,-1 0 0 0 0,1-1-1 0 0,0 1 1 0 0,0 0 0 0 0,-1 0-1 0 0,1 0 1 0 0,0 0 0 0 0,0 0 0 0 0,-1-1-1 0 0,1 1 1 0 0,0 0 0 0 0,0 0-1 0 0,-1 0 1 0 0,1 0 0 0 0,0 0-1 0 0,-1 0 1 0 0,1 0 0 0 0,0 0-1 0 0,0 0 1 0 0,-1 0 0 0 0,1 0-1 0 0,0 0 1 0 0,-1 0 0 0 0,1 0-1 0 0,0 1 1 0 0,0-1 0 0 0,-1 0 0 0 0,1 0-1 0 0,0 0 1 0 0,0 0 0 0 0,-1 0-1 0 0,1 1 1 0 0,0-1 0 0 0,0 0-1 0 0,-1 0 1 0 0,1 0 0 0 0,0 1-1 0 0,0-1 1 0 0,0 0 0 0 0,0 0-1 0 0,-1 1 1 0 0,1-1 0 0 0,0 0-1 0 0,0 0 1 0 0,0 1 0 0 0,0-1 0 0 0,0 0-1 0 0,0 0 1 0 0,0 1 0 0 0,0-1-1 0 0,0 0 1 0 0,0 1 0 0 0,0-1-1 0 0,0 0 1 0 0,0 1 0 0 0,0-1-1 0 0,0 0 1 0 0,0 0 0 0 0,0 1-1 0 0,0-1 1 0 0,-1-1-6 0 0,-1 0-1 0 0,1 0 1 0 0,0-1 0 0 0,0 1-1 0 0,0 0 1 0 0,0-1 0 0 0,0 1-1 0 0,0-1 1 0 0,0 0 0 0 0,1 1-1 0 0,-1-1 1 0 0,0-2-1 0 0,1 1-1 0 0,0 1-1 0 0,1-1 1 0 0,-1 1-1 0 0,1-1 1 0 0,-1 1-1 0 0,1-1 1 0 0,0 1-1 0 0,0 0 1 0 0,0-1-1 0 0,0 1 1 0 0,1 0-1 0 0,-1 0 1 0 0,1-1-1 0 0,-1 1 1 0 0,4-3-1 0 0,31-29-78 0 0,-28 28 74 0 0,9-9-5 0 0,0 2 0 0 0,0 0-1 0 0,2 1 1 0 0,-1 0-1 0 0,26-10 1 0 0,-36 19 11 0 0,0 0-1 0 0,0 0 1 0 0,1 1 0 0 0,-1 0 0 0 0,1 0 0 0 0,0 1 0 0 0,-1 0 0 0 0,1 1-1 0 0,0 0 1 0 0,0 0 0 0 0,-1 1 0 0 0,1 0 0 0 0,0 0 0 0 0,-1 1-1 0 0,17 6 1 0 0,-13-3 62 0 0,1 2 0 0 0,-1 0 0 0 0,0 0 0 0 0,-1 1 1 0 0,0 0-1 0 0,0 1 0 0 0,-1 1 0 0 0,0-1 0 0 0,-1 2 0 0 0,0-1 0 0 0,0 1 0 0 0,10 19 0 0 0,2 6 221 0 0,-2 1 0 0 0,27 75 0 0 0,-34-78-186 0 0,-1 1-1 0 0,-2 0 1 0 0,-2 1 0 0 0,-1 0-1 0 0,-1 0 1 0 0,-3 0 0 0 0,-1 1-1 0 0,-1-1 1 0 0,-2 1-1 0 0,-9 48 1 0 0,7-65-118 0 0,2-1 0 0 0,0 0 0 0 0,1 1-1 0 0,1 19 1 0 0,1-28-56 0 0,1 1-1 0 0,0 0 0 0 0,1 0 1 0 0,0-1-1 0 0,1 0 0 0 0,0 1 1 0 0,10 18-1 0 0,114 228-301 0 0,-85-167 320 0 0,-22-48 64 0 0,-2 1 0 0 0,-2 1 0 0 0,-2 1 0 0 0,11 59 0 0 0,12 66 115 0 0,10 76 130 0 0,-46-227-117 0 0,-2 0 1 0 0,0-1-1 0 0,-1 1 0 0 0,-1 0 1 0 0,-1-1-1 0 0,-1 0 0 0 0,-1 0 0 0 0,0 0 1 0 0,-10 22-1 0 0,-11 18-18 0 0,-49 80-1 0 0,61-114-87 0 0,-45 63 31 0 0,-4 7 196 0 0,56-82-255 0 0,1 0 0 0 0,0 0-1 0 0,0 0 1 0 0,2 1-1 0 0,-6 23 1 0 0,9-10-1100 0 0,2-24 1063 0 0,-1 0 0 0 0,0-1 1 0 0,0 1-1 0 0,0-1 0 0 0,0 1 0 0 0,0 0 0 0 0,-1-1 1 0 0,1 1-1 0 0,-1-1 0 0 0,0 1 0 0 0,0-1 0 0 0,1 1 1 0 0,-1-1-1 0 0,-2 3 0 0 0,-9 14 510 0 0,-2 0 0 0 0,0-1 0 0 0,-1-1 0 0 0,-1 0 0 0 0,-30 26 0 0 0,7-13 172 0 0,-68 42 0 0 0,58-45-519 0 0,0-1 0 0 0,-2-3 0 0 0,0-2 0 0 0,-2-3 0 0 0,0-1 0 0 0,0-3 0 0 0,-2-2 0 0 0,-65 5 0 0 0,-59-5-24 0 0,-225-13 0 0 0,356 1 51 0 0,32 1-16 0 0,-1-1 1 0 0,1-1-1 0 0,-1-1 0 0 0,1 0 0 0 0,-21-5 1 0 0,35 5-209 0 0,0 1 1 0 0,-1 0 0 0 0,1 0 0 0 0,0-1-1 0 0,0 1 1 0 0,0-1 0 0 0,0 0 0 0 0,0 1-1 0 0,0-1 1 0 0,0 0 0 0 0,1 0-1 0 0,-1 0 1 0 0,0 0 0 0 0,1-1 0 0 0,0 1-1 0 0,0 0 1 0 0,-2-5 0 0 0,-1-4 391 0 0,0-1 0 0 0,-3-19 0 0 0,1 7-951 0 0,5 20 589 0 0,-6-25-381 0 0,-1 1 0 0 0,-2 0-1 0 0,0 0 1 0 0,-23-40 0 0 0,29 61 408 0 0,0 1 1 0 0,-1-1-1 0 0,0 1 1 0 0,0 0 0 0 0,0 1-1 0 0,0-1 1 0 0,-1 1-1 0 0,0 0 1 0 0,0 0-1 0 0,-1 1 1 0 0,1 0 0 0 0,-1 0-1 0 0,0 0 1 0 0,0 1-1 0 0,0 0 1 0 0,0 1 0 0 0,-1-1-1 0 0,1 1 1 0 0,-1 1-1 0 0,1 0 1 0 0,-1 0 0 0 0,-13 0-1 0 0,4 2 198 0 0,0 1 0 0 0,1 1 0 0 0,0 0-1 0 0,-1 1 1 0 0,1 1 0 0 0,1 1 0 0 0,-24 11 0 0 0,-37 12 131 0 0,74-28-318 0 0,0-1 0 0 0,0 0 0 0 0,-1 1 0 0 0,1-1 0 0 0,0 0 0 0 0,0 0 0 0 0,-1-1 0 0 0,1 1 0 0 0,0 0 0 0 0,0-1 0 0 0,-1 1 0 0 0,1-1-1 0 0,0 0 1 0 0,0 0 0 0 0,0 1 0 0 0,0-1 0 0 0,0-1 0 0 0,0 1 0 0 0,0 0 0 0 0,0 0 0 0 0,0-1 0 0 0,1 1 0 0 0,-1-1 0 0 0,-2-3 0 0 0,-4-4-187 0 0,0-2 1 0 0,1 1-1 0 0,-9-16 1 0 0,4 5-48 0 0,-77-123-1091 0 0,-32-50 651 0 0,109 177 753 0 0,1 0-1 0 0,1-1 1 0 0,-12-26-1 0 0,19 37-53 0 0,1-1-1 0 0,0 1 1 0 0,0-1-1 0 0,1 1 1 0 0,0-1-1 0 0,0 1 1 0 0,1-1-1 0 0,0 0 1 0 0,0 0-1 0 0,1 1 1 0 0,0-1 0 0 0,2-10-1 0 0,10-38-168 0 0,-4 0 1 0 0,5-78-1 0 0,-12-114-977 0 0,-4 174 788 0 0,4-136-172 0 0,4 181 781 0 0,-6 29-251 0 0,0-1 0 0 0,0 1 0 0 0,0 0 0 0 0,0 0 0 0 0,0-1 0 0 0,1 1 0 0 0,-1 0 0 0 0,0 0 0 0 0,0-1 0 0 0,0 1 0 0 0,0 0 0 0 0,1 0 0 0 0,-1 0 0 0 0,0-1 0 0 0,0 1 0 0 0,0 0 0 0 0,1 0 0 0 0,-1 0 0 0 0,0 0 0 0 0,0-1 0 0 0,1 1 0 0 0,-1 0 0 0 0,0 0 0 0 0,0 0 0 0 0,1 0 0 0 0,-1 0 0 0 0,0 0 0 0 0,0 0 0 0 0,1 0 0 0 0,-1 0 0 0 0,10 11 625 0 0,19 33-349 0 0,4 9-207 0 0,-40-66-142 0 0,-50-83-355 0 0,56 92 412 0 0,-46-106 217 0 0,41 94-166 0 0,1-1 1 0 0,0 0-1 0 0,2 0 0 0 0,-4-32 0 0 0,7 47-40 0 0,0 1 0 0 0,0-1 0 0 0,0 0 0 0 0,0 1 0 0 0,0-1 0 0 0,1 0 0 0 0,-1 1 0 0 0,0-1 0 0 0,1 1 0 0 0,0-1 0 0 0,-1 0 0 0 0,1 1 0 0 0,0-1 0 0 0,-1 1 0 0 0,1-1 0 0 0,0 1 0 0 0,0 0 0 0 0,0-1 0 0 0,0 1 0 0 0,1 0 0 0 0,0-2 0 0 0,1 2-24 0 0,1-1 0 0 0,-1 0 0 0 0,0 1-1 0 0,0-1 1 0 0,1 1 0 0 0,-1 0 0 0 0,0 0-1 0 0,1 0 1 0 0,4 0 0 0 0,19-2-114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7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4607 0 0,'10'39'10055'0'0,"-1"49"-7599"0"0,-7-65-1143 0 0,4 59 342 0 0,9 73 240 0 0,-10-128-2348 0 0,1 1-1 0 0,0-1 1 0 0,17 40-1 0 0,-13-43-6786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8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281 32 9327 0 0,'-1'-2'397'0'0,"0"0"-1"0"0,0 0 0 0 0,0 0 0 0 0,-1 0 0 0 0,1 1 0 0 0,-1-1 0 0 0,1 0 1 0 0,-1 1-1 0 0,0-1 0 0 0,0 1 0 0 0,0 0 0 0 0,0-1 0 0 0,0 1 1 0 0,0 0-1 0 0,-3-1 0 0 0,0 0-190 0 0,1 1 0 0 0,0 0 1 0 0,-1 0-1 0 0,1 1 0 0 0,-1-1 1 0 0,0 1-1 0 0,-5 0 0 0 0,-6 2-251 0 0,1 1 0 0 0,0 0 0 0 0,-22 7-1 0 0,33-9 46 0 0,-56 20-33 0 0,54-18 29 0 0,0 0 0 0 0,0 0 0 0 0,0 0 0 0 0,1 1 1 0 0,-1 0-1 0 0,1 0 0 0 0,-7 6 0 0 0,11-8 11 0 0,0-1-1 0 0,0 0 0 0 0,0 1 1 0 0,0-1-1 0 0,0 1 0 0 0,1-1 1 0 0,-1 1-1 0 0,0-1 0 0 0,1 1 1 0 0,-1 0-1 0 0,1-1 0 0 0,-1 1 1 0 0,1 0-1 0 0,0-1 1 0 0,0 1-1 0 0,0 0 0 0 0,0 0 1 0 0,0-1-1 0 0,0 1 0 0 0,0 0 1 0 0,1-1-1 0 0,-1 1 0 0 0,0 0 1 0 0,1-1-1 0 0,0 1 0 0 0,-1 0 1 0 0,1-1-1 0 0,0 1 1 0 0,0-1-1 0 0,1 2 0 0 0,4 5 53 0 0,0 0 0 0 0,0 0 0 0 0,1-1 0 0 0,9 8 0 0 0,-4-3-17 0 0,21 20 95 0 0,4 3-1 0 0,40 52 0 0 0,-68-76-23 0 0,-1 1 1 0 0,0 0 0 0 0,0 1 0 0 0,-1-1-1 0 0,-1 2 1 0 0,0-1 0 0 0,-1 0 0 0 0,-1 1-1 0 0,4 18 1 0 0,-7-30-64 0 0,-1-1-1 0 0,0 1 0 0 0,0 0 1 0 0,0-1-1 0 0,0 1 1 0 0,0 0-1 0 0,0-1 0 0 0,0 1 1 0 0,0 0-1 0 0,-1 0 0 0 0,1-1 1 0 0,-1 1-1 0 0,1-1 1 0 0,-1 1-1 0 0,0 0 0 0 0,1-1 1 0 0,-1 1-1 0 0,0-1 1 0 0,0 0-1 0 0,0 1 0 0 0,0-1 1 0 0,-2 2-1 0 0,1-1 32 0 0,-1 0 0 0 0,1-1 0 0 0,-1 1 0 0 0,0-1 0 0 0,0 1 0 0 0,0-1-1 0 0,0 0 1 0 0,0 0 0 0 0,0 0 0 0 0,0-1 0 0 0,-4 1 0 0 0,-9 1 182 0 0,1-2 0 0 0,-1 0 0 0 0,-27-4-1 0 0,40 4-252 0 0,-17-2 137 0 0,0-1-1 0 0,-29-9 1 0 0,109 14-5036 0 0,-40 0 3010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8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7831 0 0,'-1'1'152'0'0,"0"0"0"0"0,0 0-1 0 0,0 0 1 0 0,1 0 0 0 0,-1 1-1 0 0,0-1 1 0 0,1 0 0 0 0,-1 1-1 0 0,1-1 1 0 0,-1 1 0 0 0,1-1-1 0 0,-1 0 1 0 0,1 1 0 0 0,0 2-1 0 0,-2 30 3960 0 0,1-15-2902 0 0,-15 92 230 0 0,-8 93 3059 0 0,22-169-3841 0 0,1 1 0 0 0,2-1 0 0 0,10 62 0 0 0,-10-89-1033 0 0,1 0-1 0 0,-1 0 1 0 0,2 0-1 0 0,-1-1 1 0 0,1 1-1 0 0,1-1 0 0 0,-1 1 1 0 0,1-1-1 0 0,8 12 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9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75 16383 0 0,'0'0'16'0'0,"0"1"-1"0"0,0-1 1 0 0,0 0 0 0 0,0 0-1 0 0,-1 0 1 0 0,1 0-1 0 0,0 0 1 0 0,0 0-1 0 0,0 0 1 0 0,0 0 0 0 0,0 1-1 0 0,0-1 1 0 0,0 0-1 0 0,0 0 1 0 0,-1 0-1 0 0,1 0 1 0 0,0 0 0 0 0,0 0-1 0 0,0 0 1 0 0,0 0-1 0 0,0 0 1 0 0,0 0 0 0 0,-1 0-1 0 0,1 0 1 0 0,0 0-1 0 0,0 0 1 0 0,0 0-1 0 0,0 0 1 0 0,0 0 0 0 0,-1 0-1 0 0,1 0 1 0 0,0 0-1 0 0,0 0 1 0 0,0 0-1 0 0,0 0 1 0 0,0 0 0 0 0,0 0-1 0 0,-1 0 1 0 0,1 0-1 0 0,0 0 1 0 0,0 0 0 0 0,0 0-1 0 0,0-1 1 0 0,0 1-1 0 0,0 0 1 0 0,0 0-1 0 0,0 0 1 0 0,-1 0 0 0 0,1 0-1 0 0,0 0 1 0 0,0 0-1 0 0,0 0 1 0 0,0-1-1 0 0,0 1 1 0 0,0 0 0 0 0,0 0-1 0 0,0 0 1 0 0,0 0-1 0 0,0 0 1 0 0,0-1-1 0 0,0 1 1 0 0,8-9 579 0 0,15-12 204 0 0,-14 15-582 0 0,-1 1 0 0 0,1 0 0 0 0,0 0-1 0 0,0 1 1 0 0,1 0 0 0 0,-1 1 0 0 0,1 0 0 0 0,0 0-1 0 0,0 1 1 0 0,0 1 0 0 0,0-1 0 0 0,0 2 0 0 0,0-1-1 0 0,0 1 1 0 0,19 3 0 0 0,-19-1-544 0 0,0 0 0 0 0,0 1 0 0 0,0 0 0 0 0,0 1 0 0 0,0 0 0 0 0,-1 0 0 0 0,0 1 0 0 0,0 0 0 0 0,15 12 0 0 0,-10-5-1920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9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90 15407 0 0,'-1'3'147'0'0,"0"-1"0"0"0,0 1 0 0 0,1-1 1 0 0,-1 1-1 0 0,1 0 0 0 0,0-1 0 0 0,-1 1 0 0 0,1 0 0 0 0,0-1 0 0 0,1 1 0 0 0,-1 0 0 0 0,0-1 0 0 0,1 1 0 0 0,0-1 0 0 0,-1 1 0 0 0,1-1 1 0 0,0 1-1 0 0,0-1 0 0 0,0 1 0 0 0,1-1 0 0 0,-1 0 0 0 0,1 0 0 0 0,-1 1 0 0 0,1-1 0 0 0,3 3 0 0 0,-1-1-13 0 0,-1 0 1 0 0,1-1-1 0 0,0 0 0 0 0,0 0 0 0 0,1 0 1 0 0,-1 0-1 0 0,0 0 0 0 0,1-1 0 0 0,0 0 1 0 0,-1 0-1 0 0,1 0 0 0 0,0-1 0 0 0,0 0 1 0 0,0 0-1 0 0,0 0 0 0 0,0 0 0 0 0,1-1 0 0 0,-1 0 1 0 0,0 0-1 0 0,0 0 0 0 0,0-1 0 0 0,0 1 1 0 0,0-1-1 0 0,0 0 0 0 0,10-4 0 0 0,-11 4-131 0 0,1-1-1 0 0,-1 1 0 0 0,1-1 0 0 0,-1 0 0 0 0,0 0 1 0 0,0-1-1 0 0,0 1 0 0 0,0-1 0 0 0,0 0 1 0 0,-1 0-1 0 0,1 0 0 0 0,-1-1 0 0 0,1 1 0 0 0,-1-1 1 0 0,0 1-1 0 0,-1-1 0 0 0,1 0 0 0 0,-1 0 1 0 0,0-1-1 0 0,0 1 0 0 0,0 0 0 0 0,0-1 1 0 0,-1 1-1 0 0,1-1 0 0 0,-1 1 0 0 0,-1-1 0 0 0,1 0 1 0 0,0-6-1 0 0,-2 8-37 0 0,1 0 1 0 0,0-1-1 0 0,-1 1 1 0 0,0 0-1 0 0,0 0 1 0 0,0-1-1 0 0,0 1 1 0 0,0 0-1 0 0,-1 0 1 0 0,1 0-1 0 0,-1 0 1 0 0,0 0-1 0 0,0 1 1 0 0,0-1-1 0 0,0 1 1 0 0,-1-1-1 0 0,1 1 1 0 0,-5-4-1 0 0,2 3-12 0 0,0 0-1 0 0,0 0 0 0 0,0 0 0 0 0,0 1 1 0 0,0 0-1 0 0,-1 0 0 0 0,1 1 1 0 0,-1-1-1 0 0,1 1 0 0 0,-11-1 1 0 0,9 2 13 0 0,0 0 0 0 0,0 0 1 0 0,0 1-1 0 0,0-1 1 0 0,0 2-1 0 0,0-1 0 0 0,1 1 1 0 0,-13 4-1 0 0,15-4 35 0 0,0 0 0 0 0,1-1-1 0 0,-1 1 1 0 0,1 1 0 0 0,0-1 0 0 0,0 0-1 0 0,-1 1 1 0 0,2 0 0 0 0,-1 0 0 0 0,0-1-1 0 0,0 2 1 0 0,1-1 0 0 0,0 0 0 0 0,0 0-1 0 0,-3 6 1 0 0,4-6-127 0 0,1 0-1 0 0,-1 1 1 0 0,1-1-1 0 0,-1 1 1 0 0,1-1-1 0 0,0 0 0 0 0,0 1 1 0 0,1-1-1 0 0,-1 1 1 0 0,1-1-1 0 0,0 0 1 0 0,-1 1-1 0 0,2-1 1 0 0,-1 0-1 0 0,0 0 1 0 0,1 1-1 0 0,-1-1 1 0 0,1 0-1 0 0,0-1 1 0 0,0 1-1 0 0,0 0 0 0 0,0 0 1 0 0,0-1-1 0 0,1 1 1 0 0,-1-1-1 0 0,1 0 1 0 0,0 0-1 0 0,0 0 1 0 0,4 2-1 0 0,10 5-1561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9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24 15343 0 0,'0'-1'134'0'0,"1"0"0"0"0,-1 0 0 0 0,1 0 0 0 0,-1 0 0 0 0,0 0-1 0 0,1 1 1 0 0,-1-1 0 0 0,0 0 0 0 0,0 0 0 0 0,1 0 0 0 0,-1 0 0 0 0,0 0-1 0 0,0 0 1 0 0,0 0 0 0 0,0 0 0 0 0,0 0 0 0 0,0 0 0 0 0,-1 0 0 0 0,1 0-1 0 0,-1-2 1 0 0,1 3-79 0 0,-1-1 0 0 0,1 1 0 0 0,-1 0-1 0 0,0 0 1 0 0,1 0 0 0 0,-1-1 0 0 0,1 1-1 0 0,-1 0 1 0 0,1 0 0 0 0,-1 0 0 0 0,0 0 0 0 0,1 0-1 0 0,-1 0 1 0 0,1 0 0 0 0,-1 1 0 0 0,1-1-1 0 0,-1 0 1 0 0,0 0 0 0 0,1 0 0 0 0,-1 0-1 0 0,1 1 1 0 0,-1-1 0 0 0,1 0 0 0 0,-1 1-1 0 0,1-1 1 0 0,-1 0 0 0 0,1 1 0 0 0,0-1 0 0 0,-1 0-1 0 0,1 1 1 0 0,-1-1 0 0 0,1 1 0 0 0,0-1-1 0 0,-1 1 1 0 0,1 0 0 0 0,-7 7 91 0 0,0-1 0 0 0,1 1 0 0 0,0 1 1 0 0,0-1-1 0 0,1 1 0 0 0,0 0 0 0 0,-4 13 1 0 0,7-17-74 0 0,0 0 1 0 0,0 0 0 0 0,1 0 0 0 0,0 0 0 0 0,0 0 0 0 0,0 1 0 0 0,1-1-1 0 0,-1 0 1 0 0,1 0 0 0 0,0 1 0 0 0,1-1 0 0 0,0 0 0 0 0,-1 0 0 0 0,2 0-1 0 0,-1 0 1 0 0,2 6 0 0 0,-1-8-57 0 0,0 0-1 0 0,1 0 0 0 0,-1-1 1 0 0,0 1-1 0 0,1 0 0 0 0,-1-1 1 0 0,1 1-1 0 0,0-1 0 0 0,0 0 1 0 0,0 0-1 0 0,0 0 1 0 0,0-1-1 0 0,1 1 0 0 0,-1-1 1 0 0,0 1-1 0 0,1-1 0 0 0,-1 0 1 0 0,1-1-1 0 0,-1 1 1 0 0,1 0-1 0 0,-1-1 0 0 0,7 0 1 0 0,39-1-1279 0 0,-8-6-3382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29.9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18287 0 0,'0'1'97'0'0,"-1"1"-1"0"0,1-1 1 0 0,-1 0 0 0 0,1 0-1 0 0,0 0 1 0 0,0 1-1 0 0,0-1 1 0 0,0 0 0 0 0,-1 0-1 0 0,2 1 1 0 0,-1-1-1 0 0,0 0 1 0 0,0 0 0 0 0,0 1-1 0 0,1-1 1 0 0,-1 0-1 0 0,0 0 1 0 0,1 0 0 0 0,-1 1-1 0 0,2 1 1 0 0,2 11-126 0 0,-2 38 930 0 0,-2-1 0 0 0,-2 1 1 0 0,-11 66-1 0 0,12-108-853 0 0,-3 49-34 0 0,29-86-2438 0 0,-17 18 2418 0 0,1 1 0 0 0,-1 1 1 0 0,1 0-1 0 0,1 0 0 0 0,-1 0 1 0 0,1 1-1 0 0,0 1 0 0 0,19-8 1 0 0,10-1-46 0 0,42-9 0 0 0,-79 23 48 0 0,72-18-2465 0 0,-65 17 1209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2:30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5983 0 0,'2'10'10663'0'0,"2"4"-7903"0"0,0-5-2125 0 0,2 0 0 0 0,-1 0 0 0 0,1 0 0 0 0,0-1 0 0 0,1 1 1 0 0,0-2-1 0 0,15 14 0 0 0,19 11-1236 0 0,3-4-4682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5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34 1839 0 0,'-9'-14'838'0'0,"8"12"-85"0"0,0 0 1 0 0,0 0-1 0 0,0 0 1 0 0,-6-7 3013 0 0,4 6-3014 0 0,3 28 1347 0 0,1 19-604 0 0,-6 71 0 0 0,0-43-729 0 0,-1 222 514 0 0,6-293-1320 0 0,1 18 141 0 0,-1-19-174 0 0,0 1 1 0 0,0-1-1 0 0,0 0 0 0 0,0 0 1 0 0,0 1-1 0 0,0-1 0 0 0,0 0 1 0 0,0 1-1 0 0,0-1 0 0 0,0 0 1 0 0,0 1-1 0 0,0-1 0 0 0,0 0 1 0 0,0 1-1 0 0,0-1 0 0 0,0 0 1 0 0,0 0-1 0 0,1 1 0 0 0,-1-1 1 0 0,0 0-1 0 0,0 0 0 0 0,0 1 1 0 0,0-1-1 0 0,0 0 0 0 0,1 0 1 0 0,-1 1-1 0 0,0-1 0 0 0,0 0 1 0 0,1 0-1 0 0,-1 0 0 0 0,0 1 1 0 0,0-1-1 0 0,1 0 0 0 0,-1 0 1 0 0,0 0-1 0 0,0 0 0 0 0,1 0 1 0 0,-1 1-1 0 0,0-1 0 0 0,1 0 1 0 0,-1 0-1 0 0,0 0 0 0 0,1 0 1 0 0,-1 0-1 0 0,0 0 0 0 0,0 0 1 0 0,1 0-1 0 0,-1 0 0 0 0,0 0 1 0 0,1 0-1 0 0,-1-1 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6.2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16 919 0 0,'0'9'12150'0'0,"7"37"-10100"0"0,-4-32-1900 0 0,1 1-1 0 0,0-1 1 0 0,1-1 0 0 0,0 1-1 0 0,2-1 1 0 0,-1 0-1 0 0,1 0 1 0 0,1-1-1 0 0,0 0 1 0 0,17 18 0 0 0,-24-30-140 0 0,0 1 1 0 0,0 0 0 0 0,0-1-1 0 0,0 1 1 0 0,0 0 0 0 0,0-1-1 0 0,0 0 1 0 0,1 1 0 0 0,-1-1-1 0 0,0 0 1 0 0,0 1 0 0 0,0-1-1 0 0,1 0 1 0 0,-1 0 0 0 0,0 0-1 0 0,0 0 1 0 0,0 0 0 0 0,1-1-1 0 0,-1 1 1 0 0,0 0 0 0 0,0 0-1 0 0,0-1 1 0 0,1 1 0 0 0,-1-1-1 0 0,0 1 1 0 0,0-1 0 0 0,0 1-1 0 0,0-1 1 0 0,0 0 0 0 0,0 0-1 0 0,0 1 1 0 0,1-3 0 0 0,6-3 34 0 0,0-2 0 0 0,14-14 1 0 0,-12 11-12 0 0,2-3 10 0 0,-1 0-1 0 0,0-1 0 0 0,-1 0 1 0 0,-1 0-1 0 0,0-1 1 0 0,-1-1-1 0 0,8-22 0 0 0,-8 20 174 0 0,1 0 21 0 0,-9 33-836 0 0,-6 47 875 0 0,2 0 0 0 0,3 0 0 0 0,3 0 0 0 0,18 113 1 0 0,-19-168-322 0 0,6 28 202 0 0,-6-32-186 0 0,-1 0 0 0 0,1 0-1 0 0,0 0 1 0 0,-1 0 0 0 0,1 0-1 0 0,0 0 1 0 0,0 0 0 0 0,1 0 0 0 0,-1-1-1 0 0,0 1 1 0 0,1 0 0 0 0,2 2-1 0 0,8 0-3707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6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296 93 7367 0 0,'1'-4'341'0'0,"0"1"0"0"0,0 0-1 0 0,0 0 1 0 0,0 0 0 0 0,0 0 0 0 0,1 0-1 0 0,0 1 1 0 0,2-5 0 0 0,8-17 195 0 0,-11 23-442 0 0,-1 0 0 0 0,0-1 1 0 0,1 1-1 0 0,-1 0 0 0 0,0 0 0 0 0,0 0 0 0 0,0-1 1 0 0,1 1-1 0 0,-1 0 0 0 0,-1 0 0 0 0,1 0 0 0 0,0-1 1 0 0,0 1-1 0 0,0 0 0 0 0,-1 0 0 0 0,1 0 0 0 0,0 0 1 0 0,-1 0-1 0 0,1-1 0 0 0,-1 1 0 0 0,1 0 0 0 0,-1 0 1 0 0,0 0-1 0 0,0 0 0 0 0,-1-1 0 0 0,1 1-18 0 0,-1 0-1 0 0,0 0 1 0 0,0 1 0 0 0,1-1-1 0 0,-1 0 1 0 0,0 1-1 0 0,0-1 1 0 0,0 1 0 0 0,0 0-1 0 0,1 0 1 0 0,-1 0-1 0 0,0 0 1 0 0,0 0 0 0 0,-3 0-1 0 0,-6 2 99 0 0,1 1 1 0 0,-1-1-1 0 0,1 2 0 0 0,-15 5 1 0 0,7 0 76 0 0,0 0 0 0 0,1 1 0 0 0,1 1 0 0 0,0 1 0 0 0,0 0 0 0 0,-16 17 0 0 0,22-20-70 0 0,1 1 0 0 0,1 0 1 0 0,0 0-1 0 0,0 1 0 0 0,1 0 0 0 0,0 1 0 0 0,1-1 1 0 0,0 1-1 0 0,1 0 0 0 0,-4 16 0 0 0,8-24-154 0 0,0-1-1 0 0,1 1 1 0 0,0 0-1 0 0,0-1 1 0 0,0 1 0 0 0,0-1-1 0 0,0 1 1 0 0,1 0-1 0 0,-1-1 1 0 0,1 1-1 0 0,0-1 1 0 0,0 1-1 0 0,1-1 1 0 0,-1 0-1 0 0,1 0 1 0 0,-1 1 0 0 0,1-1-1 0 0,0 0 1 0 0,0 0-1 0 0,0 0 1 0 0,1-1-1 0 0,-1 1 1 0 0,1-1-1 0 0,-1 1 1 0 0,1-1 0 0 0,0 0-1 0 0,0 0 1 0 0,5 3-1 0 0,1 0 45 0 0,0 0 0 0 0,1-1 0 0 0,-1 0 0 0 0,1 0 0 0 0,0-1 0 0 0,0 0-1 0 0,0-1 1 0 0,18 2 0 0 0,-23-5-95 0 0,0 1-1 0 0,-1 0 0 0 0,1-1 1 0 0,0 0-1 0 0,-1 0 1 0 0,1 0-1 0 0,-1-1 0 0 0,5-2 1 0 0,-4 2-18 0 0,0 0 1 0 0,0 1-1 0 0,1-1 1 0 0,-1 1-1 0 0,0 0 1 0 0,8 0-1 0 0,20 3-1702 0 0,-31-1 1323 0 0,0-1 1 0 0,-1 1-1 0 0,1 0 0 0 0,0-1 1 0 0,-1 1-1 0 0,1 0 1 0 0,-1 0-1 0 0,1 0 1 0 0,-1 0-1 0 0,2 2 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7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74 6447 0 0,'-14'52'5723'0'0,"4"-5"-4194"0"0,3 1 0 0 0,2 0-1 0 0,1 0 1 0 0,6 80 0 0 0,4-103-1327 0 0,1-13-103 0 0,-7-11-96 0 0,0-1 0 0 0,0 0 0 0 0,0 0 0 0 0,0 0 0 0 0,0 1 0 0 0,1-1 0 0 0,-1 0 0 0 0,0 0 0 0 0,0 0 0 0 0,0 0 0 0 0,1 1-1 0 0,-1-1 1 0 0,0 0 0 0 0,0 0 0 0 0,0 0 0 0 0,1 0 0 0 0,-1 0 0 0 0,0 0 0 0 0,0 0 0 0 0,1 0 0 0 0,-1 0 0 0 0,0 0 0 0 0,0 0 0 0 0,1 0-1 0 0,-1 0 1 0 0,0 0 0 0 0,0 0 0 0 0,0 0 0 0 0,1 0 0 0 0,-1 0 0 0 0,0 0 0 0 0,0 0 0 0 0,1 0 0 0 0,-1 0 0 0 0,0 0 0 0 0,1-1-6 0 0,0 0 0 0 0,0 0 1 0 0,-1 0-1 0 0,1 0 0 0 0,0 0 1 0 0,-1-1-1 0 0,1 1 0 0 0,-1 0 1 0 0,0 0-1 0 0,1 0 0 0 0,-1 0 1 0 0,0-1-1 0 0,0 1 1 0 0,1 0-1 0 0,-1 0 0 0 0,0-3 1 0 0,-1-24-254 0 0,0 22 167 0 0,-1-37-345 0 0,-1-1 135 0 0,2-1 0 0 0,6-57 0 0 0,-4 91 277 0 0,1 0 0 0 0,0-1 0 0 0,1 1 0 0 0,0 1 0 0 0,0-1 0 0 0,1 0 0 0 0,1 1 0 0 0,0 0 1 0 0,0 0-1 0 0,1 0 0 0 0,0 0 0 0 0,1 1 0 0 0,0 0 0 0 0,10-10 0 0 0,-14 16 24 0 0,1 0 0 0 0,0 0 0 0 0,0 0 0 0 0,0 1 0 0 0,0-1 0 0 0,0 1 0 0 0,0 0 0 0 0,0 0 0 0 0,1 0 0 0 0,-1 1 0 0 0,1 0 0 0 0,0 0 0 0 0,8-1-1 0 0,-10 2 18 0 0,1 0 0 0 0,-1 0 0 0 0,0 0 0 0 0,1 1 0 0 0,-1 0 0 0 0,0-1 0 0 0,0 1 0 0 0,1 1 0 0 0,-1-1 0 0 0,0 0-1 0 0,0 1 1 0 0,0-1 0 0 0,0 1 0 0 0,-1 0 0 0 0,1 0 0 0 0,0 0 0 0 0,-1 1 0 0 0,1-1 0 0 0,2 5 0 0 0,-1-3 36 0 0,0 0 1 0 0,-1 1 0 0 0,0 0 0 0 0,0 0 0 0 0,-1 0 0 0 0,1 0 0 0 0,-1 0 0 0 0,0 0 0 0 0,0 1 0 0 0,-1-1 0 0 0,0 1 0 0 0,1 7 0 0 0,-2-11-38 0 0,0 1 1 0 0,0-1 0 0 0,0 0 0 0 0,0 0-1 0 0,-1 0 1 0 0,1 1 0 0 0,-1-1-1 0 0,1 0 1 0 0,-1 0 0 0 0,0 0 0 0 0,0 0-1 0 0,0 0 1 0 0,0 0 0 0 0,0 0 0 0 0,0 0-1 0 0,-1-1 1 0 0,1 1 0 0 0,-1 0 0 0 0,1-1-1 0 0,-1 1 1 0 0,0-1 0 0 0,1 1-1 0 0,-1-1 1 0 0,0 0 0 0 0,0 0 0 0 0,0 0-1 0 0,0 0 1 0 0,0 0 0 0 0,0 0 0 0 0,0-1-1 0 0,0 1 1 0 0,0-1 0 0 0,-4 1 0 0 0,0 1-48 0 0,-1-1 0 0 0,1-1 0 0 0,0 1 0 0 0,-1-1 1 0 0,1 0-1 0 0,-1 0 0 0 0,1-1 0 0 0,-1 0 0 0 0,-11-3 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49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1 2303 0 0,'-9'0'869'0'0,"0"0"-1"0"0,0 1 1 0 0,0 0-1 0 0,0 0 0 0 0,0 1 1 0 0,0 0-1 0 0,1 1 1 0 0,-1-1-1 0 0,-13 8 0 0 0,7-4-1320 0 0,6-3 663 0 0,-31 13 1128 0 0,38-14-1180 0 0,-1-1-1 0 0,1 0 1 0 0,-1 1 0 0 0,1 0 0 0 0,-1-1 0 0 0,1 1 0 0 0,0 0 0 0 0,0 0 0 0 0,0 0 0 0 0,0 0-1 0 0,-2 5 1 0 0,3-6-127 0 0,1 0 1 0 0,0 0-1 0 0,0 0 0 0 0,0 0 0 0 0,0 0 0 0 0,0 0 0 0 0,0 0 0 0 0,0 0 0 0 0,0 0 0 0 0,0 0 0 0 0,1-1 1 0 0,-1 1-1 0 0,0 0 0 0 0,1 0 0 0 0,-1 0 0 0 0,0 0 0 0 0,1 0 0 0 0,-1 0 0 0 0,1 0 0 0 0,0-1 1 0 0,-1 1-1 0 0,1 0 0 0 0,0 0 0 0 0,-1-1 0 0 0,1 1 0 0 0,0 0 0 0 0,0-1 0 0 0,-1 1 0 0 0,3 0 1 0 0,29 19-30 0 0,-26-17 38 0 0,6 4-41 0 0,35 22 0 0 0,-44-27 0 0 0,-1 0 0 0 0,1 0 0 0 0,-1 0 0 0 0,0 0 0 0 0,0 0 0 0 0,0 1 0 0 0,0-1 0 0 0,0 1 0 0 0,0 0 0 0 0,0-1 0 0 0,-1 1 0 0 0,0 0 0 0 0,3 6 0 0 0,-4-8 0 0 0,0 1 0 0 0,0-1 0 0 0,1 1 0 0 0,-1 0-1 0 0,0-1 1 0 0,-1 1 0 0 0,1-1 0 0 0,0 1 0 0 0,0-1 0 0 0,-1 1-1 0 0,1-1 1 0 0,0 1 0 0 0,-1-1 0 0 0,0 0 0 0 0,1 1-1 0 0,-1-1 1 0 0,0 0 0 0 0,0 1 0 0 0,0-1 0 0 0,-1 2 0 0 0,-1 0 17 0 0,0-1 0 0 0,0 0 0 0 0,0 0 0 0 0,0 0 0 0 0,0 0 0 0 0,0 0 1 0 0,0 0-1 0 0,-6 1 0 0 0,-3 1 122 0 0,0-1 1 0 0,0-1-1 0 0,0 0 1 0 0,-14 1-1 0 0,-1-6 588 0 0,18-1-1452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0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1 213 10535 0 0,'0'1'118'0'0,"0"1"100"0"0,-1 1 1 0 0,1-1-1 0 0,0 1 1 0 0,0-1-1 0 0,1 1 1 0 0,-1-1-1 0 0,1 1 0 0 0,-1-1 1 0 0,1 1-1 0 0,0-1 1 0 0,-1 0-1 0 0,1 1 0 0 0,0-1 1 0 0,1 0-1 0 0,-1 0 1 0 0,0 0-1 0 0,3 3 1 0 0,-4-5-166 0 0,1 0 0 0 0,-1 0 0 0 0,0 0 0 0 0,1 0 0 0 0,-1-1 0 0 0,0 1 0 0 0,1 0 1 0 0,-1 0-1 0 0,0 0 0 0 0,1-1 0 0 0,-1 1 0 0 0,0 0 0 0 0,0 0 0 0 0,1-1 0 0 0,-1 1 1 0 0,0 0-1 0 0,0-1 0 0 0,0 1 0 0 0,1 0 0 0 0,-1-1 0 0 0,0 1 0 0 0,0 0 0 0 0,0-1 1 0 0,0 1-1 0 0,0 0 0 0 0,0-1 0 0 0,0 1 0 0 0,0 0 0 0 0,0-1 0 0 0,0 1 0 0 0,0 0 1 0 0,0-1-1 0 0,0 0 0 0 0,3-15 137 0 0,-4-22-89 0 0,-1 17 24 0 0,2-1 0 0 0,3-31 1 0 0,-2 48-50 0 0,0 0 0 0 0,0 0 1 0 0,0 0-1 0 0,0 0 1 0 0,1 0-1 0 0,0 0 1 0 0,0 0-1 0 0,0 1 0 0 0,1-1 1 0 0,-1 1-1 0 0,1 0 1 0 0,0 0-1 0 0,0 0 1 0 0,1 0-1 0 0,6-6 1 0 0,-6 7-68 0 0,1 1 1 0 0,0-1 0 0 0,0 1-1 0 0,0 0 1 0 0,1 0 0 0 0,-1 0-1 0 0,0 1 1 0 0,1 0 0 0 0,-1 0-1 0 0,1 0 1 0 0,-1 1 0 0 0,7 0-1 0 0,11 1-42 0 0,33 4-1 0 0,-51-5 26 0 0,33 9-2417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0.4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10135 0 0,'-4'37'1932'0'0,"3"-30"-1468"0"0,0 0 0 0 0,0 0 1 0 0,1 0-1 0 0,0 0 1 0 0,0 0-1 0 0,1 0 1 0 0,2 13-1 0 0,-3-19-440 0 0,0-1 0 0 0,0 0 0 0 0,0 1 0 0 0,0-1 0 0 0,0 0 0 0 0,0 1 0 0 0,1-1 0 0 0,-1 0 0 0 0,0 1 0 0 0,0-1 0 0 0,0 0 0 0 0,0 1 0 0 0,1-1 0 0 0,-1 0 0 0 0,0 0 0 0 0,0 1 1 0 0,1-1-1 0 0,-1 0 0 0 0,0 0 0 0 0,0 0 0 0 0,1 1 0 0 0,-1-1 0 0 0,0 0 0 0 0,1 0 0 0 0,-1 0 0 0 0,0 0 0 0 0,1 0 0 0 0,-1 1 0 0 0,0-1 0 0 0,1 0 0 0 0,-1 0 0 0 0,0 0 0 0 0,1 0 0 0 0,-1 0 0 0 0,0 0 0 0 0,1 0 0 0 0,-1 0 0 0 0,1 0 0 0 0,12-11 216 0 0,7-21-178 0 0,-19 31-57 0 0,17-36 86 0 0,-17 35-86 0 0,0 1 0 0 0,0 0 0 0 0,0-1 0 0 0,0 1 0 0 0,0 0 0 0 0,1-1 0 0 0,-1 1 0 0 0,0 0 1 0 0,1 0-1 0 0,-1 0 0 0 0,1 0 0 0 0,-1 0 0 0 0,1 1 0 0 0,-1-1 0 0 0,1 0 0 0 0,0 1 0 0 0,0-1 0 0 0,-1 1 0 0 0,1 0 0 0 0,3-1 0 0 0,11 1-1 0 0,4-1-303 0 0,-7 2-4235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1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15 2759 0 0,'-54'-4'4921'0'0,"44"4"-4028"0"0,0-1 0 0 0,0 1 0 0 0,0-2 0 0 0,-17-3 0 0 0,86 10 2553 0 0,12 3-2139 0 0,130-1 0 0 0,73-21-300 0 0,-140 5-717 0 0,1464 18 405 0 0,-1455 3-662 0 0,93 5-7 0 0,-164-14 76 0 0,91-10-1 0 0,-122 3-25 0 0,-65 2-3124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2.5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183 1 7367 0 0,'-1'0'61'0'0,"1"0"0"0"0,-1 1-1 0 0,0-1 1 0 0,1 0 0 0 0,-1 1-1 0 0,1-1 1 0 0,-1 0 0 0 0,0 1-1 0 0,1-1 1 0 0,-1 1 0 0 0,1-1-1 0 0,-1 1 1 0 0,1-1 0 0 0,0 1-1 0 0,-1-1 1 0 0,1 1 0 0 0,-1-1-1 0 0,1 1 1 0 0,0 0 0 0 0,0-1-1 0 0,-1 1 1 0 0,1 0 0 0 0,-8 21 1487 0 0,5-11-1044 0 0,-35 91 845 0 0,4 2 0 0 0,5 2-1 0 0,-26 182 1 0 0,52-266-1303 0 0,1-1 0 0 0,2 35 1 0 0,1-46-181 0 0,0 0 1 0 0,1 0 0 0 0,0 1 0 0 0,1-1 0 0 0,0 0 0 0 0,0-1-1 0 0,7 14 1 0 0,-2-9-439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3.3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50 7831 0 0,'-27'-22'767'0'0,"3"3"3009"0"0,23 19-3765 0 0,1 0 0 0 0,0 0 0 0 0,0 0 0 0 0,0 0 0 0 0,0 0 0 0 0,0 0 1 0 0,0 0-1 0 0,0 0 0 0 0,0-1 0 0 0,0 1 0 0 0,0 0 0 0 0,0 0 0 0 0,0 0 0 0 0,0 0 0 0 0,0 0 0 0 0,-1 0 0 0 0,1 0 1 0 0,0 0-1 0 0,0-1 0 0 0,0 1 0 0 0,0 0 0 0 0,0 0 0 0 0,0 0 0 0 0,0 0 0 0 0,0 0 0 0 0,0 0 0 0 0,1 0 0 0 0,-1-1 0 0 0,0 1 1 0 0,0 0-1 0 0,0 0 0 0 0,0 0 0 0 0,0 0 0 0 0,0 0 0 0 0,0 0 0 0 0,0 0 0 0 0,0 0 0 0 0,0 0 0 0 0,0-1 0 0 0,0 1 1 0 0,0 0-1 0 0,0 0 0 0 0,0 0 0 0 0,1 0 0 0 0,-1 0 0 0 0,0 0 0 0 0,0 0 0 0 0,0 0 0 0 0,0 0 0 0 0,0 0 0 0 0,0 0 0 0 0,10-3 370 0 0,10 2 129 0 0,233 20 905 0 0,-40 1-1405 0 0,194-13 210 0 0,189 10 139 0 0,-403-4-290 0 0,423 15 3 0 0,-174-22 99 0 0,-431-6-164 0 0,-6-1 5 0 0,-1 1 1 0 0,1-1 0 0 0,0 1 0 0 0,0 1 0 0 0,-1-1 0 0 0,1 1 0 0 0,0-1 0 0 0,-1 1 0 0 0,1 1 0 0 0,5 1 0 0 0,-10-3 6 0 0,0 0 1 0 0,0 0-1 0 0,0 0 1 0 0,0 1-1 0 0,0-1 1 0 0,0 0-1 0 0,0 0 1 0 0,0 0-1 0 0,0 0 1 0 0,0 0-1 0 0,0 0 1 0 0,0 0-1 0 0,0 1 1 0 0,0-1-1 0 0,0 0 1 0 0,0 0 0 0 0,0 0-1 0 0,0 0 1 0 0,0 0-1 0 0,0 0 1 0 0,0 0-1 0 0,0 1 1 0 0,0-1-1 0 0,0 0 1 0 0,0 0-1 0 0,0 0 1 0 0,0 0-1 0 0,0 0 1 0 0,0 0-1 0 0,0 0 1 0 0,-1 0-1 0 0,1 1 1 0 0,0-1-1 0 0,0 0 1 0 0,0 0-1 0 0,0 0 1 0 0,0 0-1 0 0,0 0 1 0 0,0 0-1 0 0,0 0 1 0 0,-1 0-1 0 0,1 0 1 0 0,0 0-1 0 0,0 0 1 0 0,0 0-1 0 0,0 0 1 0 0,0 0-1 0 0,0 0 1 0 0,-1 0-1 0 0,1 0 1 0 0,0 0-1 0 0,0 0 1 0 0,0 0-1 0 0,0 0 1 0 0,0 0-1 0 0,0 0 1 0 0,0 0-1 0 0,-1 0 1 0 0,1 0-1 0 0,0 0 1 0 0,0 0-1 0 0,0 0 1 0 0,0-1-1 0 0,0 1 1 0 0,-4 1 547 0 0,8 3-445 0 0,-3-1-120 0 0,0 1-1 0 0,-1-1 1 0 0,1 1 0 0 0,-1-1-1 0 0,0 8 1 0 0,0-11 2 0 0,-10 231 606 0 0,1-58-482 0 0,8-62-935 0 0,21 187 0 0 0,-17-272-5443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4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 7775 0 0,'-1'0'26'0'0,"0"-1"-1"0"0,-1 1 0 0 0,1 1 1 0 0,0-1-1 0 0,0 0 0 0 0,-1 0 1 0 0,1 0-1 0 0,0 1 1 0 0,0-1-1 0 0,0 0 0 0 0,0 1 1 0 0,-1-1-1 0 0,1 1 0 0 0,0 0 1 0 0,0-1-1 0 0,0 1 0 0 0,0 0 1 0 0,0-1-1 0 0,0 1 0 0 0,0 0 1 0 0,1 0-1 0 0,-1 0 0 0 0,0 0 1 0 0,0 0-1 0 0,1 0 0 0 0,-1 0 1 0 0,1 0-1 0 0,-1 0 1 0 0,1 1-1 0 0,-1-1 0 0 0,1 0 1 0 0,-1 2-1 0 0,0-1-22 0 0,-5 12 238 0 0,1 0-1 0 0,0 0 0 0 0,1 0 1 0 0,0 0-1 0 0,2 1 0 0 0,-1-1 1 0 0,1 24-1 0 0,7 107 2656 0 0,-2-101-2468 0 0,-6 839 4797 0 0,-10-715-5400 0 0,-4 119 414 0 0,22-96-6505 0 0,-2-159 716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5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5 5983 0 0,'-2'-1'389'0'0,"-1"0"0"0"0,0 0 0 0 0,1 1 0 0 0,-1-1 0 0 0,1 1 0 0 0,-1 0 0 0 0,0 0-1 0 0,1 0 1 0 0,-1 0 0 0 0,0 0 0 0 0,1 0 0 0 0,-1 1 0 0 0,0-1 0 0 0,1 1 0 0 0,-1 0-1 0 0,1 0 1 0 0,-1 0 0 0 0,1 0 0 0 0,-3 2 0 0 0,3-2-278 0 0,1 0 0 0 0,-1 1-1 0 0,1-1 1 0 0,-1 1 0 0 0,1-1 0 0 0,0 1 0 0 0,0-1-1 0 0,0 1 1 0 0,0 0 0 0 0,0 0 0 0 0,0 0 0 0 0,0-1-1 0 0,1 1 1 0 0,-1 0 0 0 0,1 0 0 0 0,-1 0 0 0 0,1 0-1 0 0,0 0 1 0 0,-1 0 0 0 0,1 0 0 0 0,0 0 0 0 0,1 0-1 0 0,-1 0 1 0 0,0 0 0 0 0,1 3 0 0 0,3 8 55 0 0,-1 0 0 0 0,2-1 0 0 0,0 0 0 0 0,0 0 0 0 0,2 0 0 0 0,-1 0 0 0 0,1-1 0 0 0,1 0 0 0 0,0-1 0 0 0,0 0 0 0 0,1 0 0 0 0,0-1-1 0 0,1 0 1 0 0,0 0 0 0 0,1-1 0 0 0,14 9 0 0 0,-1-3-60 0 0,1 0 0 0 0,0-2 1 0 0,0 0-1 0 0,2-2 0 0 0,-1-1 0 0 0,48 9 0 0 0,-26-10-76 0 0,0-3 1 0 0,0-2-1 0 0,1-1 1 0 0,52-7-1 0 0,196-33 34 0 0,-143 15-9 0 0,222-22 2 0 0,79-11 142 0 0,-222 26-8 0 0,131-19 114 0 0,-140 21 235 0 0,-20 4 930 0 0,-191 23-1355 0 0,-1-1-1 0 0,1-1 1 0 0,-1 0 0 0 0,0-1-1 0 0,0-1 1 0 0,16-7 0 0 0,-27 12-182 0 0,-1 0 0 0 0,0-1 1 0 0,1 1-1 0 0,-1-1 0 0 0,1 1 1 0 0,-1 0-1 0 0,0-1 0 0 0,1 1 0 0 0,-1-1 1 0 0,0 1-1 0 0,1-1 0 0 0,-1 1 1 0 0,0-1-1 0 0,0 1 0 0 0,1-1 0 0 0,-1 1 1 0 0,0-1-1 0 0,0 1 0 0 0,0-1 1 0 0,0 0-1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5.7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0 11743 0 0,'-2'2'66'0'0,"0"0"1"0"0,1 0-1 0 0,-1 0 0 0 0,1 0 0 0 0,0 0 0 0 0,-1 0 0 0 0,1 1 0 0 0,0-1 0 0 0,0 0 1 0 0,1 1-1 0 0,-1-1 0 0 0,0 0 0 0 0,1 1 0 0 0,0-1 0 0 0,-1 1 0 0 0,1-1 0 0 0,0 1 0 0 0,0 2 1 0 0,-1 7 167 0 0,-98 984 4843 0 0,97-930-4806 0 0,1-29-14 0 0,1 61-30 0 0,1-52-131 0 0,1 40-72 0 0,-2-47 19 0 0,0 68-766 0 0,-1-34-134 0 0,-2-18-57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58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 4775 0 0,'0'-3'168'0'0,"0"1"0"0"0,0 0 0 0 0,0-1-1 0 0,1 1 1 0 0,-1 0 0 0 0,1 0 0 0 0,-1-1-1 0 0,1 1 1 0 0,0 0 0 0 0,0 0 0 0 0,0 0-1 0 0,0 0 1 0 0,2-2 0 0 0,-3 4-90 0 0,0-1-1 0 0,0 1 1 0 0,1 0 0 0 0,-1 0 0 0 0,0-1-1 0 0,1 1 1 0 0,-1 0 0 0 0,0 0 0 0 0,1 0 0 0 0,-1-1-1 0 0,0 1 1 0 0,1 0 0 0 0,-1 0 0 0 0,0 0-1 0 0,1 0 1 0 0,-1 0 0 0 0,0 0 0 0 0,1 0 0 0 0,-1 0-1 0 0,0 0 1 0 0,1 0 0 0 0,-1 0 0 0 0,1 0-1 0 0,-1 0 1 0 0,0 0 0 0 0,1 0 0 0 0,-1 0 0 0 0,1 0-1 0 0,0 1 24 0 0,0 0 0 0 0,0 0 0 0 0,0-1 0 0 0,0 1 0 0 0,0 0 0 0 0,0 0 0 0 0,-1 0 0 0 0,1 0 0 0 0,0 0 0 0 0,0 0 0 0 0,-1 1 0 0 0,1-1 0 0 0,0 1 0 0 0,42 101 4141 0 0,-24-54-3540 0 0,49 87-1 0 0,-56-118-1589 0 0,0-4-335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4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21 1375 0 0,'6'-19'9394'0'0,"1"17"-6326"0"0,-6 3-3009 0 0,1 14 1148 0 0,-3 15 59 0 0,-12 58 0 0 0,8-59-833 0 0,-4 61 0 0 0,9-60-319 0 0,-1-18-108 0 0,0 0-1 0 0,1 0 0 0 0,1 0 1 0 0,0 1-1 0 0,6 21 0 0 0,-7-34-102 0 0,0-1-1 0 0,0 1 1 0 0,0-1-1 0 0,0 1 0 0 0,0 0 1 0 0,0-1-1 0 0,0 1 1 0 0,0 0-1 0 0,0-1 1 0 0,0 1-1 0 0,1 0 1 0 0,-1-1-1 0 0,0 1 1 0 0,0 0-1 0 0,0-1 1 0 0,1 1-1 0 0,-1 0 0 0 0,0-1 1 0 0,0 1-1 0 0,1 0 1 0 0,-1 0-1 0 0,0 0 1 0 0,1-1-1 0 0,-1 1 1 0 0,0 0-1 0 0,0 0 1 0 0,1 0-1 0 0,-1-1 0 0 0,1 1 1 0 0,-1 0-1 0 0,0 0 1 0 0,1 0-1 0 0,-1 0 1 0 0,0 0-1 0 0,1 0 1 0 0,-1 0-1 0 0,0 0 1 0 0,1 0-1 0 0,-1 0 0 0 0,1 0 1 0 0,-1 0-1 0 0,0 0 1 0 0,1 0-1 0 0,-1 0 1 0 0,0 0-1 0 0,1 1 1 0 0,-1-1-1 0 0,0 0 1 0 0,1 0-1 0 0,-1 0 0 0 0,0 1 1 0 0,1-1-1 0 0,-1 0 1 0 0,0 0-1 0 0,0 1 1 0 0,1-1-1 0 0,-1 0 1 0 0,0 0-1 0 0,0 1 1 0 0,1-1-1 0 0,-1 0 0 0 0,0 1 1 0 0,0-1-1 0 0,0 0 1 0 0,0 1-1 0 0,0-1 1 0 0,1 0-1 0 0,-1 1 1 0 0,1-5-1149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5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39 6847 0 0,'0'-1'117'0'0,"-1"1"0"0"0,1-1 0 0 0,0 0 0 0 0,-1 0-1 0 0,1 0 1 0 0,0 1 0 0 0,0-1 0 0 0,-1 0-1 0 0,1 0 1 0 0,0 0 0 0 0,0 0 0 0 0,0 0 0 0 0,0 1-1 0 0,0-1 1 0 0,0 0 0 0 0,0 0 0 0 0,0 0-1 0 0,1 0 1 0 0,-1 0 0 0 0,0 1 0 0 0,0-1 0 0 0,1 0-1 0 0,-1 0 1 0 0,0 0 0 0 0,1 1 0 0 0,0-2-1 0 0,1 0-19 0 0,-1 1 0 0 0,0 0 0 0 0,1 0 0 0 0,-1 0 0 0 0,1 0 0 0 0,0 0 0 0 0,-1 0 0 0 0,1 0 0 0 0,0 1 0 0 0,0-1 0 0 0,-1 1 0 0 0,3-1 0 0 0,1 0 36 0 0,0 0 1 0 0,0 0 0 0 0,0 1 0 0 0,-1 0 0 0 0,1 0 0 0 0,0 0 0 0 0,0 0 0 0 0,0 1-1 0 0,6 1 1 0 0,-4 1-4 0 0,-1 0 0 0 0,1 1 0 0 0,-1-1-1 0 0,0 1 1 0 0,0 0 0 0 0,0 1 0 0 0,0-1 0 0 0,-1 1-1 0 0,0 0 1 0 0,6 8 0 0 0,-10-12-98 0 0,1 1-1 0 0,-1 0 1 0 0,0 0 0 0 0,0 0-1 0 0,0 0 1 0 0,0 0 0 0 0,0 0-1 0 0,0 0 1 0 0,-1 0 0 0 0,1 0 0 0 0,-1 0-1 0 0,1 0 1 0 0,-1 0 0 0 0,0 1-1 0 0,0-1 1 0 0,0 0 0 0 0,0 0-1 0 0,0 1 1 0 0,0-1 0 0 0,0 0-1 0 0,-1 0 1 0 0,1 0 0 0 0,-1 0 0 0 0,0 0-1 0 0,0 0 1 0 0,0 0 0 0 0,0 0-1 0 0,0 0 1 0 0,0 0 0 0 0,0 0-1 0 0,-1 0 1 0 0,1-1 0 0 0,0 1-1 0 0,-1 0 1 0 0,0-1 0 0 0,1 1 0 0 0,-3 0-1 0 0,-4 4 120 0 0,0 0 0 0 0,0-1 0 0 0,0 0-1 0 0,-1 0 1 0 0,0-1 0 0 0,0 0 0 0 0,0-1-1 0 0,0 0 1 0 0,-1 0 0 0 0,1-1 0 0 0,-1-1-1 0 0,-12 2 1 0 0,32-6-2381 0 0,-4 3 452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6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25 107 919 0 0,'-11'9'4867'0'0,"10"-8"-4326"0"0,0 0 0 0 0,0 1 0 0 0,1-1-1 0 0,-1 0 1 0 0,-1 3 0 0 0,2-2-219 0 0,-1 0 0 0 0,0 0 0 0 0,1-1 0 0 0,0 1-1 0 0,-1 0 1 0 0,1 0 0 0 0,0 0 0 0 0,0 0 0 0 0,0 0 0 0 0,0 0 0 0 0,1 2 0 0 0,-1-3-250 0 0,0 0 0 0 0,0 0 0 0 0,0 0-1 0 0,1 0 1 0 0,-1-1 0 0 0,1 1 0 0 0,-1 0 0 0 0,0 0 0 0 0,1 0 0 0 0,-1 0 0 0 0,1-1-1 0 0,0 1 1 0 0,-1 0 0 0 0,1-1 0 0 0,-1 1 0 0 0,1 0 0 0 0,0-1 0 0 0,0 1 0 0 0,-1-1-1 0 0,1 1 1 0 0,1 0 0 0 0,0-1-5 0 0,-1 0-1 0 0,0 0 1 0 0,1 1 0 0 0,-1-1-1 0 0,1 0 1 0 0,-1 0-1 0 0,1-1 1 0 0,-1 1 0 0 0,0 0-1 0 0,1 0 1 0 0,-1-1-1 0 0,1 1 1 0 0,-1 0 0 0 0,0-1-1 0 0,1 0 1 0 0,-1 1-1 0 0,0-1 1 0 0,2-1 0 0 0,32-17 71 0 0,-14 8-143 0 0,34-24 0 0 0,-50 31-26 0 0,-1 0-1 0 0,1 1 0 0 0,-1-1 0 0 0,0-1 1 0 0,0 1-1 0 0,0-1 0 0 0,-1 1 0 0 0,0-1 1 0 0,1 0-1 0 0,-2 0 0 0 0,1-1 0 0 0,2-6 1 0 0,-4 11 17 0 0,-1 0 0 0 0,0 0 0 0 0,1 0 0 0 0,-1 0 0 0 0,0 0 0 0 0,1 0 0 0 0,-1 0 0 0 0,0 0 0 0 0,0 0 0 0 0,0 0 0 0 0,0 0 0 0 0,0 0 0 0 0,0 0 0 0 0,0 0 0 0 0,-1 0 0 0 0,1 0 0 0 0,0 0 0 0 0,0 0 0 0 0,-1 0 0 0 0,1 0 0 0 0,-1 0 0 0 0,1 0 0 0 0,-1 0 0 0 0,0-1 1 0 0,0 2-2 0 0,0-1 0 0 0,0 0 0 0 0,0 1 0 0 0,0 0 0 0 0,0-1 1 0 0,0 1-1 0 0,-1 0 0 0 0,1-1 0 0 0,0 1 0 0 0,0 0 0 0 0,0 0 0 0 0,0 0 1 0 0,-1 0-1 0 0,1 0 0 0 0,0 0 0 0 0,0 0 0 0 0,-2 1 0 0 0,-6 1-53 0 0,1 1 1 0 0,-1 0-1 0 0,-15 8 0 0 0,10-4 113 0 0,0 1 0 0 0,1 0 1 0 0,1 1-1 0 0,-1 0 1 0 0,-13 13-1 0 0,23-18 19 0 0,-1-1 1 0 0,0 1-1 0 0,1 0 0 0 0,0 0 1 0 0,0 0-1 0 0,0 0 0 0 0,1 1 1 0 0,-1-1-1 0 0,1 1 0 0 0,0 0 1 0 0,0-1-1 0 0,1 1 0 0 0,-1 0 0 0 0,1 0 1 0 0,0 0-1 0 0,1 0 0 0 0,-1 0 1 0 0,1 0-1 0 0,0 9 0 0 0,1-11-44 0 0,0-1 0 0 0,0 1-1 0 0,0-1 1 0 0,0 0-1 0 0,0 1 1 0 0,1-1 0 0 0,-1 0-1 0 0,1 0 1 0 0,-1 0 0 0 0,1 0-1 0 0,0 0 1 0 0,0 0 0 0 0,0-1-1 0 0,0 1 1 0 0,0-1 0 0 0,0 1-1 0 0,1-1 1 0 0,-1 0-1 0 0,4 2 1 0 0,6 2 87 0 0,0 0-1 0 0,18 4 0 0 0,-30-9-106 0 0,26 6-1382 0 0,-1-1 0 0 0,1-2 0 0 0,49 2 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6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5 153 4607 0 0,'-5'16'7384'0'0,"5"-12"-6712"0"0,0-3-589 0 0,0 0 0 0 0,0 0 0 0 0,0 0 0 0 0,0 0 0 0 0,0 0 0 0 0,0 0 0 0 0,1 0 0 0 0,-1 1 0 0 0,0-1 0 0 0,0 0 0 0 0,1 0 0 0 0,-1 0 0 0 0,1 0 0 0 0,-1 0 0 0 0,1 0 0 0 0,0 1 0 0 0,0-2-54 0 0,0-1-1 0 0,-1 1 1 0 0,1 0-1 0 0,0-1 1 0 0,-1 1 0 0 0,1 0-1 0 0,-1-1 1 0 0,1 1 0 0 0,-1-1-1 0 0,1 1 1 0 0,-1-1-1 0 0,1 0 1 0 0,-1 1 0 0 0,0-1-1 0 0,1 1 1 0 0,-1-1 0 0 0,0 0-1 0 0,1 1 1 0 0,-1-1-1 0 0,0 0 1 0 0,0 0 0 0 0,8-17 242 0 0,9-39-494 0 0,-10 33 581 0 0,13-33 1 0 0,-20 55-289 0 0,1 1 0 0 0,0 0 0 0 0,0-1 0 0 0,-1 1-1 0 0,1 0 1 0 0,0-1 0 0 0,0 1 0 0 0,0 0 0 0 0,1 0 0 0 0,-1 0 0 0 0,0 0 0 0 0,0 0 0 0 0,0 0 0 0 0,1 0 0 0 0,-1 0 0 0 0,1 1 0 0 0,-1-1 0 0 0,0 0 0 0 0,1 1 0 0 0,-1-1 0 0 0,3 1 0 0 0,1-1-135 0 0,0 0 0 0 0,0 1 1 0 0,0 0-1 0 0,1 1 0 0 0,4 0 0 0 0,11 0-2708 0 0,-13-1 1190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7.7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53 9127 0 0,'1'4'253'0'0,"-1"0"-1"0"0,1 0 0 0 0,-1 0 0 0 0,0 0 1 0 0,0 0-1 0 0,-1 1 0 0 0,1-1 0 0 0,-1 0 1 0 0,-2 6-1 0 0,0 7 219 0 0,-17 319 4562 0 0,15-358-5383 0 0,2 14 231 0 0,1 0 0 0 0,1 0 0 0 0,-1 0 0 0 0,0-14 0 0 0,6-21-696 0 0,2 0 1 0 0,22-81 0 0 0,-1 43-1171 0 0,-24 72 1749 0 0,1 1 0 0 0,0-1 0 0 0,1 1-1 0 0,0 0 1 0 0,0 0 0 0 0,12-13-1 0 0,-16 20 248 0 0,0 0 0 0 0,0-1 0 0 0,0 1 0 0 0,0 0 0 0 0,0 0-1 0 0,1 0 1 0 0,-1 0 0 0 0,1 0 0 0 0,-1 1 0 0 0,0-1 0 0 0,1 0 0 0 0,-1 1-1 0 0,1-1 1 0 0,-1 1 0 0 0,1-1 0 0 0,0 1 0 0 0,-1 0 0 0 0,1-1-1 0 0,-1 1 1 0 0,4 0 0 0 0,-4 1 42 0 0,1-1-1 0 0,-1 1 1 0 0,1 0-1 0 0,-1-1 1 0 0,0 1 0 0 0,1 0-1 0 0,-1 0 1 0 0,0 0-1 0 0,0 0 1 0 0,0 0-1 0 0,0 0 1 0 0,0 0 0 0 0,0 0-1 0 0,0 1 1 0 0,0-1-1 0 0,0 0 1 0 0,1 3-1 0 0,1 3 270 0 0,0 0-1 0 0,-1 0 1 0 0,1 1-1 0 0,-1-1 0 0 0,-1 1 1 0 0,0 0-1 0 0,1 9 1 0 0,-2-14-199 0 0,1 20 982 0 0,-4 45 1 0 0,3-63-1023 0 0,-1 0 1 0 0,0 1 0 0 0,0-1 0 0 0,0 0-1 0 0,-1 0 1 0 0,1 0 0 0 0,-1 0 0 0 0,-1 0 0 0 0,1-1-1 0 0,-1 1 1 0 0,0 0 0 0 0,0-1 0 0 0,0 0-1 0 0,-7 7 1 0 0,10-10-82 0 0,-1-1 0 0 0,1 1-1 0 0,-1-1 1 0 0,0 1 0 0 0,1-1-1 0 0,-1 1 1 0 0,0-1 0 0 0,0 1-1 0 0,1-1 1 0 0,-1 0 0 0 0,0 1 0 0 0,0-1-1 0 0,0 0 1 0 0,0 0 0 0 0,1 1-1 0 0,-1-1 1 0 0,0 0 0 0 0,0 0-1 0 0,0 0 1 0 0,0 0 0 0 0,0 0-1 0 0,1 0 1 0 0,-1-1 0 0 0,0 1-1 0 0,0 0 1 0 0,0 0 0 0 0,0-1 0 0 0,1 1-1 0 0,-1 0 1 0 0,0-1 0 0 0,0 1-1 0 0,1-1 1 0 0,-1 1 0 0 0,0-1-1 0 0,1 1 1 0 0,-1-1 0 0 0,0 1-1 0 0,1-1 1 0 0,-1 0 0 0 0,1 1 0 0 0,-1-1-1 0 0,1 0 1 0 0,-1-1 0 0 0,0 1-270 0 0,0-1 0 0 0,0 0 0 0 0,0 0 0 0 0,1 1 0 0 0,-1-1 0 0 0,0 0 0 0 0,1 0 0 0 0,0 0 0 0 0,-1 0 0 0 0,1 1 1 0 0,0-1-1 0 0,0 0 0 0 0,0 0 0 0 0,0 0 0 0 0,1 0 0 0 0,-1 0 0 0 0,0 0 0 0 0,2-3 0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8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7367 0 0,'3'48'6654'0'0,"0"28"-5884"0"0,-10 23 1028 0 0,1-29-631 0 0,3 1 1 0 0,8 94-1 0 0,2-135-967 0 0,-7-29-354 0 0,1 0-1 0 0,-1 0 1 0 0,0 0 0 0 0,1 0-1 0 0,-1 0 1 0 0,1 0-1 0 0,-1 0 1 0 0,1 0-1 0 0,0 0 1 0 0,-1-1-1 0 0,1 1 1 0 0,0 0-1 0 0,-1 0 1 0 0,1-1-1 0 0,0 1 1 0 0,0 0-1 0 0,0-1 1 0 0,0 1-1 0 0,0-1 1 0 0,0 1-1 0 0,0-1 1 0 0,0 0 0 0 0,0 1-1 0 0,0-1 1 0 0,0 0-1 0 0,1 1 1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8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31 134 8751 0 0,'19'1'4767'0'0,"-9"-2"-4723"0"0,0 0 1 0 0,-1-1-1 0 0,1-1 0 0 0,0 0 0 0 0,-1 0 1 0 0,0-1-1 0 0,0 0 0 0 0,0 0 1 0 0,0-1-1 0 0,-1 0 0 0 0,0-1 1 0 0,0 0-1 0 0,0 0 0 0 0,0-1 0 0 0,-1 0 1 0 0,0 0-1 0 0,8-11 0 0 0,-14 16-55 0 0,0 1 0 0 0,0-1-1 0 0,0 1 1 0 0,-1-1 0 0 0,1 1 0 0 0,0-1-1 0 0,-1 0 1 0 0,1 1 0 0 0,-1-1 0 0 0,1 0-1 0 0,-1 0 1 0 0,0 1 0 0 0,0-1-1 0 0,0 0 1 0 0,0 0 0 0 0,0 1 0 0 0,0-1-1 0 0,-1-3 1 0 0,1 5 11 0 0,0-1-1 0 0,0 1 1 0 0,-1-1-1 0 0,1 1 1 0 0,0-1-1 0 0,-1 1 1 0 0,1-1-1 0 0,0 1 1 0 0,-1 0-1 0 0,1-1 1 0 0,-1 1-1 0 0,1 0 0 0 0,-1-1 1 0 0,1 1-1 0 0,-1 0 1 0 0,1 0-1 0 0,-1-1 1 0 0,1 1-1 0 0,-1 0 1 0 0,1 0-1 0 0,-1 0 1 0 0,0 0-1 0 0,-1-1 6 0 0,1 1 0 0 0,-1 1-1 0 0,0-1 1 0 0,0 0 0 0 0,1 0-1 0 0,-1 1 1 0 0,0-1 0 0 0,1 0-1 0 0,-1 1 1 0 0,-2 1 0 0 0,-13 6 156 0 0,0 0 1 0 0,0 2-1 0 0,1 0 1 0 0,-26 20-1 0 0,34-23 97 0 0,0 1 0 0 0,0-1 0 0 0,1 1 0 0 0,0 0 0 0 0,1 1 0 0 0,-1-1-1 0 0,2 2 1 0 0,-1-1 0 0 0,-7 19 0 0 0,12-26-194 0 0,0 0 0 0 0,1-1-1 0 0,-1 1 1 0 0,0 0 0 0 0,1 0-1 0 0,0-1 1 0 0,-1 1 0 0 0,1 0 0 0 0,0 0-1 0 0,0 0 1 0 0,0-1 0 0 0,0 1-1 0 0,0 0 1 0 0,1 0 0 0 0,-1 0-1 0 0,1-1 1 0 0,-1 1 0 0 0,1 0-1 0 0,-1 0 1 0 0,1-1 0 0 0,0 1 0 0 0,1 1-1 0 0,0-1-23 0 0,-1 0 0 0 0,1-1 1 0 0,0 0-1 0 0,0 1 0 0 0,0-1 0 0 0,0 0 0 0 0,0 0 0 0 0,0 0 0 0 0,0 0 0 0 0,0 0 0 0 0,1-1 0 0 0,-1 1 0 0 0,0-1 0 0 0,0 1 1 0 0,3-1-1 0 0,9 1-108 0 0,0-1 0 0 0,0-1 0 0 0,0 0 0 0 0,20-4 0 0 0,-18 1-1277 0 0,0 0-1 0 0,24-9 1 0 0,-20 3-4338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8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 1 5983 0 0,'-5'5'9583'0'0,"-20"25"-8539"0"0,-23 21-302 0 0,38-43-641 0 0,1 1 0 0 0,0 0 1 0 0,1 1-1 0 0,0 0 0 0 0,1 0 0 0 0,-12 21 1 0 0,19-30-167 0 0,-1 0 0 0 0,1 0 0 0 0,0 0 0 0 0,-1 0 0 0 0,1 0 0 0 0,0 1 0 0 0,0-1 0 0 0,0 0 1 0 0,0 0-1 0 0,0 0 0 0 0,0 0 0 0 0,0 0 0 0 0,1 2 0 0 0,-1-3-39 0 0,0 0 1 0 0,0 1-1 0 0,0-1 0 0 0,0 1 0 0 0,1-1 1 0 0,-1 0-1 0 0,0 1 0 0 0,0-1 1 0 0,0 0-1 0 0,1 1 0 0 0,-1-1 0 0 0,0 0 1 0 0,1 1-1 0 0,-1-1 0 0 0,0 0 0 0 0,1 0 1 0 0,-1 1-1 0 0,0-1 0 0 0,1 0 0 0 0,-1 0 1 0 0,0 0-1 0 0,1 0 0 0 0,-1 1 0 0 0,1-1 1 0 0,-1 0-1 0 0,1 0 0 0 0,-1 0 0 0 0,0 0 1 0 0,1 0-1 0 0,-1 0 0 0 0,1 0 0 0 0,-1 0 1 0 0,0 0-1 0 0,1 0 0 0 0,-1 0 0 0 0,1 0 1 0 0,0-1-1 0 0,2 0-1019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8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 4607 0 0,'2'-3'341'0'0,"-1"0"0"0"0,1 1-1 0 0,-1-1 1 0 0,1 0 0 0 0,0 0-1 0 0,0 1 1 0 0,0-1 0 0 0,0 1 0 0 0,0 0-1 0 0,1-1 1 0 0,-1 1 0 0 0,5-2-1 0 0,-4 2-182 0 0,0 0 0 0 0,1 1 0 0 0,-1-1 0 0 0,1 1 0 0 0,0 0 0 0 0,-1 0 0 0 0,1 0 1 0 0,0 1-1 0 0,-1-1 0 0 0,1 1 0 0 0,0 0 0 0 0,0 0 0 0 0,-1 0 0 0 0,1 1 0 0 0,0-1 0 0 0,0 1 0 0 0,-1 0 0 0 0,1 0 0 0 0,-1 0 0 0 0,1 0 0 0 0,-1 1 0 0 0,1-1 0 0 0,-1 1 0 0 0,0 0 0 0 0,1 0 0 0 0,2 3 0 0 0,13 12 868 0 0,0 1 0 0 0,22 28 0 0 0,-10-7-2252 0 0,-11-14-2310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9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5063 0 0,'-1'23'9502'0'0,"-1"84"-5278"0"0,2-89-3895 0 0,-1-10-240 0 0,1 0 0 0 0,1 1 0 0 0,-1-1 0 0 0,3 10 0 0 0,-3-18-139 0 0,0 0-1 0 0,0 0 1 0 0,0 0 0 0 0,0 0-1 0 0,0 0 1 0 0,0 1 0 0 0,0-1-1 0 0,0 0 1 0 0,0 0 0 0 0,0 0-1 0 0,0 0 1 0 0,0 0 0 0 0,4 2-1612 0 0,-4-3 1611 0 0,0 1 1 0 0,3-6-2777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9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30 5527 0 0,'-5'-9'240'0'0,"-8"-10"7600"0"0,13 18-7328 0 0,2 2-512 0 0,-1 2 0 0 0,2 2-304 0 0,0-2-104 0 0,1 2-16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19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6911 0 0,'0'10'6076'0'0,"0"11"-3591"0"0,-1 36-1150 0 0,-2-5-425 0 0,3 1-1 0 0,10 86 0 0 0,-9-132-1271 0 0,1 1 0 0 0,0-1 0 0 0,0 1-1 0 0,4 10 1 0 0,-5-16 175 0 0,0 0-1 0 0,0 0 1 0 0,0 0 0 0 0,1 0-1 0 0,-1 0 1 0 0,0 0-1 0 0,1 0 1 0 0,-1 0-1 0 0,1-1 1 0 0,0 1 0 0 0,-1-1-1 0 0,1 1 1 0 0,0-1-1 0 0,0 1 1 0 0,0-1 0 0 0,0 0-1 0 0,0 0 1 0 0,3 1-1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0.0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8751 0 0,'5'-7'7587'0'0,"6"2"-5098"0"0,17 0-2967 0 0,-21 5 1570 0 0,8-2-575 0 0,-1 1 0 0 0,24 1 0 0 0,7 4-2575 0 0,-26-1 787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0.3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0 16271 0 0,'0'0'37'0'0,"0"0"0"0"0,0 0 1 0 0,0 0-1 0 0,-1 0 0 0 0,1 0 0 0 0,0 0 0 0 0,0 0 0 0 0,0 0 0 0 0,-1 0 0 0 0,1 0 1 0 0,0 0-1 0 0,0 0 0 0 0,-1 0 0 0 0,1 0 0 0 0,0 1 0 0 0,0-1 0 0 0,0 0 0 0 0,0 0 1 0 0,-1 0-1 0 0,1 0 0 0 0,0 0 0 0 0,0 0 0 0 0,0 0 0 0 0,0 1 0 0 0,-1-1 0 0 0,1 0 1 0 0,0 0-1 0 0,0 0 0 0 0,0 1 0 0 0,0-1 0 0 0,0 0 0 0 0,0 0 0 0 0,0 0 0 0 0,-1 0 1 0 0,1 1-1 0 0,0-1 0 0 0,0 0 0 0 0,0 0 0 0 0,0 1 0 0 0,0-1 0 0 0,0 0 0 0 0,0 0 0 0 0,0 0 1 0 0,0 1-1 0 0,0-1 0 0 0,0 0 0 0 0,0 0 0 0 0,1 1 0 0 0,7 14 650 0 0,17 11-545 0 0,-21-24-118 0 0,0 0-1 0 0,-1 0 1 0 0,1 0 0 0 0,0 0-1 0 0,0-1 1 0 0,0 0 0 0 0,0 0-1 0 0,0 0 1 0 0,0 0-1 0 0,0-1 1 0 0,0 0 0 0 0,0 1-1 0 0,1-2 1 0 0,-1 1-1 0 0,5-1 1 0 0,5-2-84 0 0,1-1 1 0 0,-1 0-1 0 0,14-6 1 0 0,24-7-1313 0 0,-52 17 1370 0 0,0 0-1 0 0,0 0 0 0 0,0 0 0 0 0,0 0 1 0 0,0 0-1 0 0,0 0 0 0 0,0 0 0 0 0,0 0 1 0 0,0 0-1 0 0,0 0 0 0 0,0 0 1 0 0,0 0-1 0 0,1-1 0 0 0,-1 1 0 0 0,0 0 1 0 0,0 0-1 0 0,0 0 0 0 0,0 0 1 0 0,0 0-1 0 0,0 1 0 0 0,0-1 0 0 0,0 0 1 0 0,0 0-1 0 0,1 0 0 0 0,-1 0 0 0 0,0 0 1 0 0,0 0-1 0 0,0 0 0 0 0,0 0 1 0 0,0 0-1 0 0,0 0 0 0 0,0 0 0 0 0,0 0 1 0 0,0 0-1 0 0,0 0 0 0 0,0 0 1 0 0,0 0-1 0 0,0 0 0 0 0,0 0 0 0 0,1 0 1 0 0,-1 1-1 0 0,0-1 0 0 0,0 0 1 0 0,0 0-1 0 0,0 0 0 0 0,0 0 0 0 0,0 0 1 0 0,0 0-1 0 0,0 0 0 0 0,0 0 0 0 0,0 0 1 0 0,0 0-1 0 0,0 0 0 0 0,0 1 1 0 0,0-1-1 0 0,0 0 0 0 0,0 0 0 0 0,0 0 1 0 0,0 0-1 0 0,0 0 0 0 0,0 0 1 0 0,0 0-1 0 0,0 0 0 0 0,0 0 0 0 0,0 0 1 0 0,-1 1-1 0 0,1-1 0 0 0,-6 9 134 0 0,-11 9 416 0 0,16-17-525 0 0,-19 19 511 0 0,-121 115 1855 0 0,126-122-2250 0 0,-10 8-65 0 0,0 1 0 0 0,1 2 0 0 0,1 0 0 0 0,-28 39 0 0 0,43-47-1042 0 0,1 0-57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1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91 3223 0 0,'1'-4'429'0'0,"0"0"0"0"0,0 0 0 0 0,0 0-1 0 0,-1 0 1 0 0,1 0 0 0 0,-1 1-1 0 0,0-1 1 0 0,0 0 0 0 0,-1 0-1 0 0,1 0 1 0 0,-1 0 0 0 0,0 0 0 0 0,0 0-1 0 0,0 1 1 0 0,-3-7 0 0 0,3 8-359 0 0,0 1 1 0 0,0-1 0 0 0,0 1 0 0 0,0-1 0 0 0,0 1 0 0 0,0 0-1 0 0,0 0 1 0 0,0-1 0 0 0,-1 1 0 0 0,1 0 0 0 0,-1 0 0 0 0,1 0-1 0 0,-1 0 1 0 0,1 1 0 0 0,-1-1 0 0 0,1 0 0 0 0,-1 1 0 0 0,0-1-1 0 0,1 1 1 0 0,-1-1 0 0 0,0 1 0 0 0,0 0 0 0 0,1 0 0 0 0,-1 0-1 0 0,0 0 1 0 0,0 0 0 0 0,1 0 0 0 0,-1 0 0 0 0,0 0 0 0 0,1 1-1 0 0,-1-1 1 0 0,0 1 0 0 0,1-1 0 0 0,-1 1 0 0 0,0 0-1 0 0,-1 1 1 0 0,-6 2 235 0 0,0 2 0 0 0,0-1 1 0 0,1 1-1 0 0,0 0 0 0 0,0 1 0 0 0,-13 14 0 0 0,2 1 495 0 0,-19 28-1 0 0,25-31-382 0 0,2-1 0 0 0,0 2 0 0 0,1-1 0 0 0,1 2 0 0 0,1-1-1 0 0,-6 23 1 0 0,12-32-417 0 0,0-1-1 0 0,0 1 0 0 0,1-1 1 0 0,0 1-1 0 0,1 0 0 0 0,2 14 0 0 0,-2-19 82 0 0,2 1 0 0 0,-1-1 0 0 0,1 1 0 0 0,0-1 0 0 0,0 0 0 0 0,1 0 0 0 0,-1 0 0 0 0,2 0 0 0 0,-1 0 0 0 0,0-1 0 0 0,6 7 0 0 0,-4-7-50 0 0,0 0 0 0 0,0-1 0 0 0,1 1 0 0 0,0-1 0 0 0,0 0 0 0 0,0 0-1 0 0,0-1 1 0 0,1 0 0 0 0,-1 0 0 0 0,1 0 0 0 0,0-1 0 0 0,0 0 0 0 0,0 0 0 0 0,0-1 0 0 0,0 0 0 0 0,0 0 0 0 0,0-1 0 0 0,1 0 0 0 0,-1 0 0 0 0,11-2 0 0 0,0 0-43 0 0,0-1 0 0 0,0-1 0 0 0,0-1 0 0 0,-1 0 0 0 0,1-1 0 0 0,31-17 1 0 0,-40 18-77 0 0,0-1 1 0 0,0 0 0 0 0,13-11-1 0 0,-20 15 57 0 0,0 1 0 0 0,-1-1 0 0 0,1 1 0 0 0,0-1-1 0 0,-1 0 1 0 0,1 0 0 0 0,-1 0 0 0 0,0 0 0 0 0,1 0-1 0 0,-1 0 1 0 0,0 0 0 0 0,0 0 0 0 0,0 0-1 0 0,-1 0 1 0 0,1-1 0 0 0,0 1 0 0 0,-1 0 0 0 0,0-1-1 0 0,1 1 1 0 0,-1 0 0 0 0,0-1 0 0 0,-1-3 0 0 0,1 4 19 0 0,-1 1 0 0 0,0-1 0 0 0,0 1 0 0 0,0-1 0 0 0,-1 1 0 0 0,1-1 0 0 0,0 1 0 0 0,0 0 0 0 0,-1 0 0 0 0,1 0 0 0 0,-1 0 0 0 0,1 0 0 0 0,-1 0 0 0 0,1 0 0 0 0,-1 0 0 0 0,1 0 0 0 0,-1 1 0 0 0,0-1 0 0 0,0 1 0 0 0,1-1 0 0 0,-1 1 0 0 0,0 0 0 0 0,0 0 0 0 0,-2 0 0 0 0,-46-1-2 0 0,47 1 2 0 0,-1 1 18 0 0,-74 7 261 0 0,71-7-221 0 0,1 1 0 0 0,-1 0 0 0 0,0 0-1 0 0,1 0 1 0 0,-1 1 0 0 0,1 0-1 0 0,0 0 1 0 0,0 1 0 0 0,-6 4 0 0 0,11-8-44 0 0,1 0 0 0 0,-1 0 1 0 0,1 1-1 0 0,-1-1 1 0 0,0 0-1 0 0,1 1 1 0 0,-1-1-1 0 0,1 1 1 0 0,0-1-1 0 0,-1 1 1 0 0,1-1-1 0 0,-1 1 0 0 0,1-1 1 0 0,0 1-1 0 0,-1-1 1 0 0,1 1-1 0 0,0-1 1 0 0,0 1-1 0 0,-1 0 1 0 0,1-1-1 0 0,0 1 1 0 0,0-1-1 0 0,0 1 0 0 0,0 0 1 0 0,0-1-1 0 0,0 1 1 0 0,0 0-1 0 0,0-1 1 0 0,0 1-1 0 0,0-1 1 0 0,0 1-1 0 0,0 0 1 0 0,0 0-1 0 0,1 0-21 0 0,0 0 0 0 0,1 0-1 0 0,-1 0 1 0 0,0 0 0 0 0,0-1 0 0 0,0 1-1 0 0,1 0 1 0 0,-1-1 0 0 0,0 1 0 0 0,1-1-1 0 0,-1 1 1 0 0,0-1 0 0 0,3 1 0 0 0,47 4-1067 0 0,-21-6-1062 0 0,53-10 1 0 0,-54 5 432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1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1 13071 0 0,'-2'2'295'0'0,"0"1"0"0"0,0-1 1 0 0,0 1-1 0 0,0 0 0 0 0,0-1 0 0 0,0 1 0 0 0,1 0 0 0 0,-1 0 0 0 0,1 0 0 0 0,0 0 0 0 0,0 1 0 0 0,0-1 0 0 0,1 0 0 0 0,-1 0 0 0 0,1 1 0 0 0,-1 2 0 0 0,1 0-265 0 0,0 0 1 0 0,0 0-1 0 0,0 0 0 0 0,0 0 0 0 0,1 0 0 0 0,0 0 0 0 0,0-1 0 0 0,4 9 0 0 0,-5-12 62 0 0,1-1-1 0 0,0 1 1 0 0,0-1 0 0 0,-1 1 0 0 0,1-1-1 0 0,0 0 1 0 0,0 1 0 0 0,1-1 0 0 0,-1 0-1 0 0,0 0 1 0 0,0 0 0 0 0,1 0 0 0 0,-1 0 0 0 0,0 0-1 0 0,1 0 1 0 0,-1 0 0 0 0,1 0 0 0 0,-1-1-1 0 0,1 1 1 0 0,1 0 0 0 0,0-1-24 0 0,1 1 1 0 0,-1-1-1 0 0,0 0 1 0 0,0 0-1 0 0,0 0 1 0 0,1 0-1 0 0,-1-1 1 0 0,0 1-1 0 0,0-1 1 0 0,3-1-1 0 0,1 0-57 0 0,0-1 0 0 0,0 0 0 0 0,0 0 0 0 0,-1-1 1 0 0,0 1-1 0 0,0-1 0 0 0,0-1 0 0 0,9-8 0 0 0,-10 8-106 0 0,0-1 0 0 0,0-1-1 0 0,-1 1 1 0 0,1-1 0 0 0,5-12 0 0 0,-10 18 78 0 0,1-1 0 0 0,-1 1 0 0 0,1 0 1 0 0,-1 0-1 0 0,0-1 0 0 0,0 1 0 0 0,1 0 0 0 0,-1-1 0 0 0,0 1 0 0 0,0-1 0 0 0,0 1 0 0 0,0 0 1 0 0,-1-1-1 0 0,1 1 0 0 0,0 0 0 0 0,0-1 0 0 0,-1 0 0 0 0,0 1 12 0 0,0 0-1 0 0,0 0 1 0 0,0 0-1 0 0,1 0 1 0 0,-1 0 0 0 0,0 1-1 0 0,0-1 1 0 0,0 0-1 0 0,0 1 1 0 0,-1-1-1 0 0,1 1 1 0 0,0-1-1 0 0,0 1 1 0 0,0 0 0 0 0,0-1-1 0 0,-1 1 1 0 0,1 0-1 0 0,0 0 1 0 0,0 0-1 0 0,0-1 1 0 0,-1 1-1 0 0,1 1 1 0 0,-1-1 0 0 0,-6 1-35 0 0,-1 1 0 0 0,2 1 0 0 0,-1-1 0 0 0,0 1 0 0 0,0 1 0 0 0,1-1 0 0 0,0 1 0 0 0,0 1 0 0 0,0-1 0 0 0,0 1 0 0 0,-10 11 0 0 0,15-15 27 0 0,1 0 0 0 0,0 0 0 0 0,0 0 0 0 0,0 0 0 0 0,-1 1 0 0 0,1-1 0 0 0,1 1 0 0 0,-1-1 0 0 0,0 0 0 0 0,0 1 0 0 0,0 0 0 0 0,1-1 0 0 0,-1 1 0 0 0,1-1 0 0 0,-1 1 0 0 0,1 0 0 0 0,0-1 0 0 0,0 1 0 0 0,-1 0 0 0 0,1-1 0 0 0,1 4 0 0 0,-1-4-46 0 0,1 1 1 0 0,0-1-1 0 0,0 0 1 0 0,-1 1-1 0 0,1-1 1 0 0,0 0-1 0 0,0 0 1 0 0,0 0-1 0 0,1 0 0 0 0,-1 0 1 0 0,0 0-1 0 0,0 0 1 0 0,1 0-1 0 0,-1 0 1 0 0,0 0-1 0 0,1-1 1 0 0,-1 1-1 0 0,1 0 1 0 0,-1-1-1 0 0,0 0 0 0 0,1 1 1 0 0,0-1-1 0 0,-1 0 1 0 0,2 1-1 0 0,5 0-506 0 0,0 0 0 0 0,0-1-1 0 0,0 0 1 0 0,14-1 0 0 0,-2-2-657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1.7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78 11343 0 0,'5'6'566'0'0,"-1"0"0"0"0,1 0-1 0 0,-1 1 1 0 0,-1 0 0 0 0,1 0 0 0 0,-1 0-1 0 0,0 0 1 0 0,3 13 0 0 0,2 7 666 0 0,-5-20-853 0 0,-1-1 0 0 0,1 1 0 0 0,0-1 1 0 0,0 0-1 0 0,0 0 0 0 0,7 8 0 0 0,-9-13-322 0 0,0 1-1 0 0,0-1 1 0 0,0 0 0 0 0,0-1 0 0 0,1 1 0 0 0,-1 0-1 0 0,0 0 1 0 0,1 0 0 0 0,-1-1 0 0 0,0 1 0 0 0,1 0-1 0 0,-1-1 1 0 0,1 0 0 0 0,-1 1 0 0 0,1-1 0 0 0,-1 0-1 0 0,1 0 1 0 0,-1 1 0 0 0,1-1 0 0 0,-1 0 0 0 0,1-1 0 0 0,-1 1-1 0 0,1 0 1 0 0,-1 0 0 0 0,1-1 0 0 0,-1 1 0 0 0,1-1-1 0 0,-1 1 1 0 0,0-1 0 0 0,1 1 0 0 0,-1-1 0 0 0,0 0-1 0 0,1 0 1 0 0,-1 0 0 0 0,2-1 0 0 0,3-3-75 0 0,-1 0 1 0 0,1 0 0 0 0,-1-1-1 0 0,0 1 1 0 0,-1-1-1 0 0,1 0 1 0 0,-1 0 0 0 0,0-1-1 0 0,-1 1 1 0 0,1-1-1 0 0,-1 0 1 0 0,0 0 0 0 0,-1 0-1 0 0,3-12 1 0 0,-4 15-29 0 0,0-1 1 0 0,0 0-1 0 0,-1 0 1 0 0,1 0 0 0 0,-1 0-1 0 0,0 0 1 0 0,0 0 0 0 0,-1 0-1 0 0,1 0 1 0 0,-1 0-1 0 0,0 0 1 0 0,-1 0 0 0 0,1 1-1 0 0,-1-1 1 0 0,0 0-1 0 0,0 1 1 0 0,0-1 0 0 0,-1 1-1 0 0,0 0 1 0 0,0 0-1 0 0,0 0 1 0 0,-6-6 0 0 0,6 8 21 0 0,1 0 1 0 0,0 0-1 0 0,-1 1 1 0 0,0 0-1 0 0,1-1 1 0 0,-1 1-1 0 0,0 0 1 0 0,1 0-1 0 0,-1 0 1 0 0,0 1 0 0 0,0-1-1 0 0,0 1 1 0 0,0-1-1 0 0,0 1 1 0 0,0 0-1 0 0,0 0 1 0 0,0 1-1 0 0,0-1 1 0 0,0 0 0 0 0,1 1-1 0 0,-1 0 1 0 0,0 0-1 0 0,0 0 1 0 0,0 0-1 0 0,1 0 1 0 0,-1 0-1 0 0,1 1 1 0 0,-1-1 0 0 0,1 1-1 0 0,-1 0 1 0 0,-3 3-1 0 0,1-1 7 0 0,1 0-1 0 0,-1 0 0 0 0,1 1 1 0 0,0 0-1 0 0,0-1 0 0 0,1 1 1 0 0,0 0-1 0 0,-1 1 1 0 0,2-1-1 0 0,-1 1 0 0 0,0-1 1 0 0,1 1-1 0 0,0 0 0 0 0,-1 9 1 0 0,3-12-90 0 0,0-1 0 0 0,0 1 0 0 0,0-1-1 0 0,1 0 1 0 0,0 1 0 0 0,-1-1 0 0 0,1 0 0 0 0,0 0 0 0 0,0 1 0 0 0,0-1 0 0 0,0 0 0 0 0,0 0 0 0 0,1 0 0 0 0,-1 0-1 0 0,1 0 1 0 0,-1 0 0 0 0,1-1 0 0 0,0 1 0 0 0,0 0 0 0 0,-1-1 0 0 0,1 0 0 0 0,0 1 0 0 0,0-1 0 0 0,1 0-1 0 0,-1 0 1 0 0,0 0 0 0 0,0 0 0 0 0,0 0 0 0 0,1 0 0 0 0,-1-1 0 0 0,1 1 0 0 0,-1-1 0 0 0,4 0 0 0 0,10 2-1851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2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118 163 6847 0 0,'7'-12'439'0'0,"-2"0"-1"0"0,1-1 0 0 0,-2 0 0 0 0,6-25 0 0 0,-9 36-270 0 0,0-1 0 0 0,-1 1 0 0 0,0-1 0 0 0,1 1 0 0 0,-1-1-1 0 0,0 1 1 0 0,0-1 0 0 0,-1 0 0 0 0,1 1 0 0 0,0-1 0 0 0,-1 1-1 0 0,1-1 1 0 0,-1 1 0 0 0,0-1 0 0 0,0 1 0 0 0,0 0 0 0 0,0-1-1 0 0,-1 1 1 0 0,1 0 0 0 0,-1 0 0 0 0,1 0 0 0 0,-1 0 0 0 0,1 0-1 0 0,-1 0 1 0 0,0 0 0 0 0,0 1 0 0 0,0-1 0 0 0,0 1-1 0 0,0-1 1 0 0,-1 1 0 0 0,1 0 0 0 0,0 0 0 0 0,-5-2 0 0 0,2 3-19 0 0,0-1 1 0 0,0 1-1 0 0,0 0 1 0 0,0 0-1 0 0,0 1 1 0 0,0-1-1 0 0,0 1 1 0 0,1 0-1 0 0,-1 1 1 0 0,0-1-1 0 0,0 1 1 0 0,1 0-1 0 0,-1 0 1 0 0,1 0-1 0 0,0 0 1 0 0,-1 1-1 0 0,1 0 1 0 0,0 0-1 0 0,1 0 1 0 0,-1 1-1 0 0,0-1 1 0 0,-5 8-1 0 0,9-10-144 0 0,0-1 0 0 0,0 1 0 0 0,-1 0 0 0 0,1 0 0 0 0,0-1 0 0 0,0 1 0 0 0,0 0 0 0 0,0 0 0 0 0,0-1 0 0 0,0 1 0 0 0,0 0 0 0 0,0 0 0 0 0,0-1 0 0 0,0 1-1 0 0,1 0 1 0 0,-1 0 0 0 0,0-1 0 0 0,0 1 0 0 0,1 0 0 0 0,-1-1 0 0 0,1 1 0 0 0,-1 0 0 0 0,0-1 0 0 0,1 1 0 0 0,-1-1 0 0 0,1 1 0 0 0,0 0 0 0 0,20 16 21 0 0,-9-8 1 0 0,0 1 88 0 0,-1 2-1 0 0,0-1 0 0 0,-1 2 1 0 0,0-1-1 0 0,-1 1 1 0 0,0 1-1 0 0,-1 0 0 0 0,-1 0 1 0 0,11 29-1 0 0,-11-27 28 0 0,-2-4 104 0 0,0 1 0 0 0,6 26 0 0 0,1 7 201 0 0,-2 1 0 0 0,-3 1 0 0 0,4 74 0 0 0,-12-104-353 0 0,1 7 67 0 0,-4 29 1 0 0,3-47-142 0 0,0-1 0 0 0,-1 0 0 0 0,1 0 0 0 0,-1 0 1 0 0,0 0-1 0 0,-1 0 0 0 0,1 0 0 0 0,-1-1 0 0 0,0 1 1 0 0,-4 4-1 0 0,6-9-27 0 0,0 0 0 0 0,0 0 1 0 0,1 0-1 0 0,-1 0 0 0 0,0 0 1 0 0,0 0-1 0 0,0 0 0 0 0,0-1 1 0 0,0 1-1 0 0,0 0 0 0 0,0-1 0 0 0,0 1 1 0 0,0-1-1 0 0,0 1 0 0 0,0-1 1 0 0,-1 1-1 0 0,1-1 0 0 0,0 0 1 0 0,0 0-1 0 0,0 0 0 0 0,-1 0 1 0 0,1 1-1 0 0,0-1 0 0 0,0-1 0 0 0,0 1 1 0 0,-1 0-1 0 0,1 0 0 0 0,0 0 1 0 0,0-1-1 0 0,0 1 0 0 0,-1-1 1 0 0,1 1-1 0 0,0-1 0 0 0,0 1 0 0 0,0-1 1 0 0,0 1-1 0 0,0-1 0 0 0,0 0 1 0 0,0 0-1 0 0,0 1 0 0 0,-1-3 1 0 0,-1 0-275 0 0,0-1 0 0 0,0 1 0 0 0,0-1 0 0 0,1 0 1 0 0,0 1-1 0 0,-1-1 0 0 0,1 0 0 0 0,1-1 0 0 0,-4-7 1 0 0,2-6-2093 0 0,-3-35 0 0 0,5 28 373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22.7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0 10135 0 0,'-1'2'131'0'0,"-1"-1"-1"0"0,1 1 0 0 0,-1 0 1 0 0,1 0-1 0 0,0-1 0 0 0,-1 1 0 0 0,1 0 1 0 0,0 0-1 0 0,0 0 0 0 0,1 1 1 0 0,-1-1-1 0 0,0 0 0 0 0,0 3 1 0 0,-5 35 2530 0 0,3-14-1331 0 0,-40 235 1032 0 0,35-192-1679 0 0,3 128 0 0 0,6-179-342 0 0,0-1-1 0 0,1 0 0 0 0,1 0 1 0 0,1 0-1 0 0,0-1 0 0 0,13 33 1 0 0,-15-45-319 0 0,0 0 1 0 0,0-1-1 0 0,0 1 1 0 0,0 0-1 0 0,1 0 1 0 0,-1-1-1 0 0,1 0 1 0 0,0 1-1 0 0,0-1 1 0 0,0 0-1 0 0,1 0 1 0 0,-1-1-1 0 0,1 1 1 0 0,0-1-1 0 0,-1 0 1 0 0,1 0-1 0 0,0 0 1 0 0,0 0-1 0 0,0-1 1 0 0,0 1-1 0 0,1-1 1 0 0,-1 0-1 0 0,0 0 1 0 0,1-1-1 0 0,-1 1 1 0 0,0-1-1 0 0,1 0 1 0 0,-1 0-1 0 0,0-1 1 0 0,1 1-1 0 0,-1-1 1 0 0,5-1-1 0 0,0-1-185 0 0,0 0 0 0 0,0-1 0 0 0,-1 0 0 0 0,1-1 0 0 0,-1 0 0 0 0,0 0-1 0 0,-1-1 1 0 0,1 0 0 0 0,-1 0 0 0 0,0 0 0 0 0,-1-1 0 0 0,1 0 0 0 0,-1-1-1 0 0,-1 1 1 0 0,8-14 0 0 0,-1 2-428 0 0,-2-1-1 0 0,0 0 0 0 0,-1-1 1 0 0,-1 0-1 0 0,7-33 1 0 0,-14 51 519 0 0,1-3-130 0 0,-1-1 0 0 0,0 1 1 0 0,0-1-1 0 0,-1 0 0 0 0,1-8 1 0 0,-1 15 226 0 0,-1-1 1 0 0,1 0 0 0 0,0 0-1 0 0,0 0 1 0 0,0 0 0 0 0,0 0-1 0 0,-1 0 1 0 0,1 0 0 0 0,-1 0 0 0 0,1 1-1 0 0,0-1 1 0 0,-1 0 0 0 0,1 0-1 0 0,-1 0 1 0 0,0 1 0 0 0,1-1-1 0 0,-1 0 1 0 0,0 1 0 0 0,1-1 0 0 0,-1 1-1 0 0,0-1 1 0 0,0 0 0 0 0,1 1-1 0 0,-1 0 1 0 0,0-1 0 0 0,0 1-1 0 0,0-1 1 0 0,0 1 0 0 0,0 0-1 0 0,0 0 1 0 0,1 0 0 0 0,-1-1 0 0 0,0 1-1 0 0,0 0 1 0 0,0 0 0 0 0,0 0-1 0 0,0 0 1 0 0,0 0 0 0 0,0 1-1 0 0,0-1 1 0 0,0 0 0 0 0,0 0 0 0 0,0 1-1 0 0,1-1 1 0 0,-3 1 0 0 0,-2 1 201 0 0,0 0 0 0 0,-1 0 0 0 0,1 0 0 0 0,0 1 1 0 0,0-1-1 0 0,1 1 0 0 0,-1 1 0 0 0,0-1 0 0 0,1 1 1 0 0,0-1-1 0 0,0 1 0 0 0,0 1 0 0 0,0-1 0 0 0,1 0 1 0 0,0 1-1 0 0,0 0 0 0 0,0-1 0 0 0,0 1 0 0 0,1 0 1 0 0,0 1-1 0 0,0-1 0 0 0,0 0 0 0 0,-1 7 0 0 0,2-6-40 0 0,-1 1 0 0 0,1 0 1 0 0,1 0-1 0 0,-1-1 0 0 0,1 1 0 0 0,1 0 0 0 0,-1 0 0 0 0,1 0 0 0 0,0-1 0 0 0,1 1 0 0 0,-1 0 0 0 0,1-1 0 0 0,1 0 0 0 0,-1 1 0 0 0,1-1 0 0 0,0 0 0 0 0,1 0 0 0 0,6 10 0 0 0,5 1 169 0 0,-12-14-152 0 0,9 5-68 0 0,35 25-9 0 0,-25-20-62 0 0,19 3-236 0 0,-19-11-99 0 0,-16-4 134 0 0,37 1-1270 0 0,-6-6-4455 0 0,-3-5-2135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7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538 162 5239 0 0,'-4'-11'5659'0'0,"-4"-13"-4270"0"0,4 13-1083 0 0,0 1 0 0 0,-1-1 0 0 0,0 1-1 0 0,-1 0 1 0 0,-6-9 0 0 0,8 15-306 0 0,1 0 0 0 0,-1 0-1 0 0,0 0 1 0 0,0 1 0 0 0,-1-1 0 0 0,1 1 0 0 0,-1 0-1 0 0,1 0 1 0 0,-1 0 0 0 0,0 1 0 0 0,0 0 0 0 0,-8-3-1 0 0,2 2-30 0 0,0 0-1 0 0,0 1 0 0 0,0 0 0 0 0,0 1 1 0 0,0 1-1 0 0,0-1 0 0 0,0 1 1 0 0,0 1-1 0 0,-1 0 0 0 0,1 1 0 0 0,1 0 1 0 0,-1 1-1 0 0,0 0 0 0 0,0 1 0 0 0,1 0 1 0 0,0 0-1 0 0,0 1 0 0 0,0 0 1 0 0,1 1-1 0 0,-1 0 0 0 0,1 1 0 0 0,1 0 1 0 0,-1 0-1 0 0,1 1 0 0 0,0 0 0 0 0,1 0 1 0 0,0 1-1 0 0,-6 10 0 0 0,-4 9 36 0 0,2 0 1 0 0,0 1-1 0 0,2 1 0 0 0,2 0 0 0 0,-12 44 0 0 0,12-24 19 0 0,1 1-1 0 0,-4 83 0 0 0,12-99 71 0 0,2 1-1 0 0,5 36 0 0 0,-4-58 18 0 0,1-1-1 0 0,1 1 1 0 0,1-1-1 0 0,0 1 1 0 0,0-1-1 0 0,1 0 1 0 0,1 0-1 0 0,8 13 1 0 0,-10-21-37 0 0,0-1-1 0 0,0 1 1 0 0,0-1-1 0 0,1 0 1 0 0,-1 0 0 0 0,1-1-1 0 0,0 1 1 0 0,0-1 0 0 0,0 0-1 0 0,1 0 1 0 0,-1-1-1 0 0,1 0 1 0 0,8 3 0 0 0,3 0 156 0 0,1-1 0 0 0,0-1 0 0 0,21 2 0 0 0,-18-5-548 0 0,0 0 0 0 0,0-1-1 0 0,0-2 1 0 0,22-5-1 0 0,19-1-435 0 0,-49 7 179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8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216 100 6559 0 0,'-8'0'74'0'0,"1"0"0"0"0,0 1-1 0 0,0 0 1 0 0,0 0-1 0 0,0 1 1 0 0,-1 0 0 0 0,2 0-1 0 0,-1 0 1 0 0,0 1-1 0 0,0 0 1 0 0,1 1 0 0 0,0-1-1 0 0,0 1 1 0 0,0 1 0 0 0,-9 7-1 0 0,9-6 5 0 0,-1 1-1 0 0,1 1 1 0 0,1-1-1 0 0,-1 1 1 0 0,1 0-1 0 0,1 0 1 0 0,-1 0-1 0 0,2 1 1 0 0,-1-1 0 0 0,1 1-1 0 0,-3 11 1 0 0,4-9 36 0 0,0 0 1 0 0,0 0 0 0 0,1 0-1 0 0,1 0 1 0 0,0 1 0 0 0,0-1 0 0 0,1 0-1 0 0,1 0 1 0 0,3 16 0 0 0,-2-19 25 0 0,-1 0 1 0 0,1 0-1 0 0,0 0 1 0 0,1-1-1 0 0,0 1 1 0 0,0-1 0 0 0,1 0-1 0 0,0 0 1 0 0,0 0-1 0 0,1-1 1 0 0,-1 0-1 0 0,14 11 1 0 0,-16-15-86 0 0,0 1-1 0 0,1-1 1 0 0,-1-1-1 0 0,0 1 1 0 0,1 0-1 0 0,0-1 1 0 0,-1 1 0 0 0,1-1-1 0 0,0 0 1 0 0,0-1-1 0 0,0 1 1 0 0,0 0-1 0 0,-1-1 1 0 0,1 0 0 0 0,0 0-1 0 0,0 0 1 0 0,0-1-1 0 0,0 1 1 0 0,0-1-1 0 0,0 0 1 0 0,-1 0 0 0 0,1 0-1 0 0,4-3 1 0 0,-1 1 40 0 0,-1 0 1 0 0,0 0-1 0 0,0-1 0 0 0,0 0 1 0 0,0-1-1 0 0,-1 1 1 0 0,0-1-1 0 0,0 0 0 0 0,0-1 1 0 0,-1 1-1 0 0,8-12 1 0 0,0-4 9 0 0,-2-1 0 0 0,0 0 0 0 0,-1-1 1 0 0,-1 0-1 0 0,-2 0 0 0 0,0-1 0 0 0,-1 1 1 0 0,-1-1-1 0 0,-2-1 0 0 0,0 1 0 0 0,-2 0 0 0 0,0 0 1 0 0,-6-34-1 0 0,6 54-101 0 0,0 1 0 0 0,-1-1-1 0 0,0 1 1 0 0,0 0 0 0 0,0-1 0 0 0,0 1 0 0 0,0 0 0 0 0,0 0 0 0 0,-1-1-1 0 0,0 1 1 0 0,0 0 0 0 0,0 1 0 0 0,0-1 0 0 0,0 0 0 0 0,0 0 0 0 0,-4-2-1 0 0,4 3-8 0 0,-1 1 0 0 0,0-1 0 0 0,1 1 0 0 0,-1 0 0 0 0,0 0 0 0 0,0 0 0 0 0,0 0-1 0 0,0 1 1 0 0,0-1 0 0 0,0 1 0 0 0,0 0 0 0 0,-1-1 0 0 0,1 1 0 0 0,0 1-1 0 0,0-1 1 0 0,0 0 0 0 0,0 1 0 0 0,-4 1 0 0 0,-10 2-77 0 0,1 1 1 0 0,0 1-1 0 0,1 0 1 0 0,0 2-1 0 0,0-1 1 0 0,0 2-1 0 0,1 0 1 0 0,-23 19-1 0 0,29-21 42 0 0,-1 0-1 0 0,1 1 1 0 0,0 1-1 0 0,1-1 1 0 0,0 1 0 0 0,1 0-1 0 0,0 1 1 0 0,0 0-1 0 0,0 0 1 0 0,2 0-1 0 0,-1 0 1 0 0,1 1-1 0 0,-5 21 1 0 0,9-29-91 0 0,-1 0 0 0 0,1 0 0 0 0,0 0 0 0 0,0-1-1 0 0,0 1 1 0 0,0 0 0 0 0,0 0 0 0 0,1 0 0 0 0,-1 0 0 0 0,1 0 0 0 0,0-1 0 0 0,-1 1 0 0 0,1 0-1 0 0,2 2 1 0 0,5 7-4341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9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9383 0 0,'19'51'1352'0'0,"-9"-24"-1131"0"0,-1 0 1 0 0,7 34-1 0 0,-15-53-176 0 0,7 49 492 0 0,-8-53-417 0 0,0-1-1 0 0,0 1 1 0 0,0 0-1 0 0,0 0 1 0 0,-1 0-1 0 0,0 0 1 0 0,0 0-1 0 0,0 0 1 0 0,0 0-1 0 0,-1-1 1 0 0,-3 8-1 0 0,3-11-59 0 0,2-5 26 0 0,1-16 126 0 0,6-26 62 0 0,-3 29-274 0 0,1 0 0 0 0,1 1 0 0 0,0 0 0 0 0,13-22 0 0 0,-16 32 0 0 0,1 0 0 0 0,1 1 0 0 0,-1 0 0 0 0,1 0 0 0 0,0 0 0 0 0,1 0 0 0 0,-1 1 0 0 0,1 0 0 0 0,0 0 0 0 0,0 1 0 0 0,1-1 0 0 0,13-5 0 0 0,-19 9 0 0 0,0 1 0 0 0,0-1 0 0 0,0 1 0 0 0,0 0 0 0 0,0 0 0 0 0,0-1 0 0 0,0 1 0 0 0,0 0 0 0 0,0 0 0 0 0,0 0 0 0 0,0 0 0 0 0,0 0 0 0 0,0 0 0 0 0,0 1 0 0 0,0-1 0 0 0,0 0 0 0 0,0 0 0 0 0,0 1 0 0 0,0-1 0 0 0,0 1 0 0 0,0-1 0 0 0,0 1 0 0 0,1 0 0 0 0,0 1 0 0 0,0 0 0 0 0,0 0 0 0 0,0 0 0 0 0,0 1 0 0 0,0-1 0 0 0,-1 0 0 0 0,1 1 0 0 0,1 4 0 0 0,2 4 0 0 0,-1 0 0 0 0,0 1 0 0 0,2 12 0 0 0,17 73 111 0 0,9 37 66 0 0,-28-110-284 0 0,-3-12-77 0 0,1 0 1 0 0,1 0-1 0 0,0 0 0 0 0,8 21 1 0 0,-10-32 51 0 0,-1 0 1 0 0,1 0-1 0 0,0 0 1 0 0,-1 0-1 0 0,1 0 0 0 0,0 0 1 0 0,-1-1-1 0 0,1 1 1 0 0,0 0-1 0 0,0-1 1 0 0,0 1-1 0 0,0 0 0 0 0,0-1 1 0 0,0 1-1 0 0,1 0 1 0 0,0-1-627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9.4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4143 0 0,'-1'4'597'0'0,"0"1"1"0"0,0-1-1 0 0,1 1 0 0 0,-1-1 0 0 0,1 0 0 0 0,0 1 0 0 0,0-1 0 0 0,1 1 0 0 0,1 6 0 0 0,-1 5-393 0 0,14 295 1152 0 0,9 135-159 0 0,-22-430-1338 0 0,-1 0 1 0 0,0 0-1 0 0,-2 0 0 0 0,0 0 0 0 0,-1 0 0 0 0,0 0 0 0 0,-6 19 1 0 0,8-35 50 0 0,0 1 1 0 0,0-1-1 0 0,0 1 1 0 0,0-1-1 0 0,0 1 1 0 0,-1-1-1 0 0,1 0 1 0 0,0 1 0 0 0,0-1-1 0 0,0 1 1 0 0,-1-1-1 0 0,1 1 1 0 0,0-1-1 0 0,-1 0 1 0 0,1 1-1 0 0,0-1 1 0 0,-1 1-1 0 0,1-1 1 0 0,0 0-1 0 0,-1 0 1 0 0,1 1 0 0 0,-1-1-1 0 0,1 0 1 0 0,-1 0-1 0 0,1 1 1 0 0,0-1-1 0 0,-1 0 1 0 0,1 0-1 0 0,-1 0 1 0 0,0 0-1 0 0,-2 0-698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09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1 121 9383 0 0,'1'0'49'0'0,"55"0"2631"0"0,95-11-1 0 0,-138 9-2722 0 0,157-32 1790 0 0,-147 27-2148 0 0,35-15-1 0 0,-44 14-777 0 0,1 1 1 0 0,-1-2-1 0 0,16-12 1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0.2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1 268 11919 0 0,'6'1'155'0'0,"1"-1"0"0"0,0 0 0 0 0,-1 0 0 0 0,1 0 0 0 0,-1-1 1 0 0,1 0-1 0 0,-1-1 0 0 0,1 0 0 0 0,-1 0 0 0 0,10-4 0 0 0,-4 2 99 0 0,7-2-167 0 0,-1-1-1 0 0,0-1 0 0 0,0-1 0 0 0,-1 0 1 0 0,0-1-1 0 0,26-21 0 0 0,-37 26-59 0 0,0-1-1 0 0,-1 1 1 0 0,1-1 0 0 0,-1 0-1 0 0,-1-1 1 0 0,1 1-1 0 0,-1-1 1 0 0,5-11 0 0 0,-7 13 31 0 0,0 0 0 0 0,-1 0 0 0 0,1-1 0 0 0,-1 1 0 0 0,-1 0 0 0 0,1 0 0 0 0,-1-1 0 0 0,0 1 0 0 0,0 0 0 0 0,0-1 0 0 0,-1 1 0 0 0,0 0 0 0 0,-2-11 0 0 0,2 15-59 0 0,1 0 0 0 0,0 0 1 0 0,-1 0-1 0 0,1 0 0 0 0,0 0 0 0 0,-1 0 0 0 0,1 0 0 0 0,-1 0 0 0 0,0 0 0 0 0,1 0 0 0 0,-1 1 1 0 0,0-1-1 0 0,1 0 0 0 0,-1 0 0 0 0,0 0 0 0 0,0 1 0 0 0,0-1 0 0 0,0 0 0 0 0,0 1 0 0 0,0-1 0 0 0,0 1 1 0 0,0-1-1 0 0,0 1 0 0 0,0-1 0 0 0,-1 1 0 0 0,-1 0-8 0 0,1 0 0 0 0,0 0 0 0 0,0 0-1 0 0,0 0 1 0 0,0 1 0 0 0,-1-1 0 0 0,1 1 0 0 0,0-1 0 0 0,0 1 0 0 0,0 0 0 0 0,0 0-1 0 0,-2 1 1 0 0,-5 3-30 0 0,1 1 1 0 0,-1 0-1 0 0,1 1 0 0 0,-9 8 0 0 0,9-6 66 0 0,0-1 0 0 0,1 1 0 0 0,-1 0 1 0 0,2 1-1 0 0,-1 0 0 0 0,2 0 0 0 0,-1 0 0 0 0,-4 14 0 0 0,7-17-4 0 0,1 1-1 0 0,0 0 1 0 0,1-1 0 0 0,0 1-1 0 0,0 0 1 0 0,1 0 0 0 0,-1 0-1 0 0,2-1 1 0 0,-1 1 0 0 0,1 0 0 0 0,0 0-1 0 0,1 0 1 0 0,2 7 0 0 0,0-4 136 0 0,-1-1 1 0 0,1-1-1 0 0,1 1 1 0 0,0-1-1 0 0,0 1 1 0 0,1-1-1 0 0,0-1 1 0 0,9 10-1 0 0,-11-13-98 0 0,1-1-1 0 0,0 1 0 0 0,0-1 0 0 0,0 0 1 0 0,0-1-1 0 0,1 1 0 0 0,-1-1 1 0 0,1 0-1 0 0,0-1 0 0 0,0 1 0 0 0,0-1 1 0 0,0 0-1 0 0,1-1 0 0 0,9 2 1 0 0,2-1-309 0 0,0-1 1 0 0,0-1 0 0 0,0 0 0 0 0,0-2-1 0 0,0 0 1 0 0,0 0 0 0 0,-1-2 0 0 0,1 0 0 0 0,-1-1-1 0 0,0-1 1 0 0,18-9 0 0 0,-19 7-488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0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5 12119 0 0,'0'0'18'0'0,"1"-1"1"0"0,-1 1-1 0 0,1 0 0 0 0,-1-1 0 0 0,0 1 0 0 0,1 0 0 0 0,-1-1 0 0 0,0 1 1 0 0,1 0-1 0 0,-1 0 0 0 0,1-1 0 0 0,-1 1 0 0 0,1 0 0 0 0,-1 0 0 0 0,1 0 1 0 0,-1 0-1 0 0,1-1 0 0 0,-1 1 0 0 0,1 0 0 0 0,-1 0 0 0 0,1 0 0 0 0,-1 0 1 0 0,1 0-1 0 0,-1 0 0 0 0,1 0 0 0 0,-1 1 0 0 0,1-1 0 0 0,-1 0 0 0 0,1 0 1 0 0,-1 0-1 0 0,1 0 0 0 0,-1 1 0 0 0,1-1 0 0 0,-1 0 0 0 0,0 0 0 0 0,1 1 1 0 0,-1-1-1 0 0,1 0 0 0 0,-1 1 0 0 0,0-1 0 0 0,1 1 0 0 0,0 0 8 0 0,-1 0-1 0 0,1-1 0 0 0,-1 1 0 0 0,0 0 0 0 0,1 0 0 0 0,-1 0 1 0 0,0 0-1 0 0,1-1 0 0 0,-1 1 0 0 0,0 0 0 0 0,0 0 1 0 0,0 0-1 0 0,0 0 0 0 0,0 0 0 0 0,0 0 0 0 0,0 0 1 0 0,0-1-1 0 0,0 1 0 0 0,0 0 0 0 0,-1 0 0 0 0,1 0 1 0 0,0 0-1 0 0,-1 0 0 0 0,0 1 0 0 0,-7 10 72 0 0,-2 1 0 0 0,0-1 0 0 0,-22 21 0 0 0,-16 19 219 0 0,24-17 96 0 0,-36 71 0 0 0,18-28-249 0 0,42-77-224 0 0,-1 0-1 0 0,0 0 1 0 0,1 0-1 0 0,-1 0 1 0 0,0 0 0 0 0,1-1-1 0 0,-1 1 1 0 0,0 0 0 0 0,0 0-1 0 0,0 0 1 0 0,1-1 0 0 0,-1 1-1 0 0,0 0 1 0 0,0-1 0 0 0,0 1-1 0 0,0-1 1 0 0,0 1-1 0 0,-1-1 1 0 0,1 0 0 0 0,0 1-1 0 0,0-1 1 0 0,0 0 0 0 0,0 0-1 0 0,0 0 1 0 0,0 1 0 0 0,-1-1-1 0 0,1 0 1 0 0,0-1-1 0 0,0 1 1 0 0,0 0 0 0 0,0 0-1 0 0,0 0 1 0 0,0-1 0 0 0,0 1-1 0 0,-1-1 1 0 0,1 1 0 0 0,0-1-1 0 0,0 1 1 0 0,0-1-1 0 0,0 1 1 0 0,1-1 0 0 0,-1 0-1 0 0,-1 0 1 0 0,-3-4-517 0 0,-1 0 1 0 0,2 1-1 0 0,-1-1 1 0 0,0-1-1 0 0,-7-11 1 0 0,5 5-341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0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7711 0 0,'1'-3'132'0'0,"1"-1"-1"0"0,-1 0 0 0 0,1 0 0 0 0,0 1 0 0 0,0-1 1 0 0,0 1-1 0 0,1 0 0 0 0,4-5 0 0 0,-6 6 4 0 0,1 1 0 0 0,0 0 0 0 0,0-1-1 0 0,0 1 1 0 0,0 0 0 0 0,0 0 0 0 0,0 0-1 0 0,0 1 1 0 0,0-1 0 0 0,0 0 0 0 0,1 1-1 0 0,-1-1 1 0 0,0 1 0 0 0,0 0 0 0 0,0 0-1 0 0,1 0 1 0 0,2 0 0 0 0,-2-1 94 0 0,1 1-231 0 0,10 10 2127 0 0,30 22-1804 0 0,-33-24-13 0 0,-3 3-52 0 0,24 33-28 0 0,-24-33-4 0 0,2 2 7 0 0,27 41 28 0 0,-27-41 11 0 0,-2 0 2 0 0,26 37-12 0 0,-25-37-49 0 0,34 34 166 0 0,-23-29-223 0 0,-6-7-137 0 0,-9-6-29 0 0,1 0-1 0 0,1 0 1 0 0,-1-1 0 0 0,1 0 0 0 0,0 0 0 0 0,8 4 0 0 0,-13-7-232 0 0,7-1-1410 0 0,25-2 894 0 0,-33 3 711 0 0,-1-1 0 0 0,0 0 0 0 0,1 0 0 0 0,-1 0 0 0 0,1 0 0 0 0,-1 0-1 0 0,0 0 1 0 0,1-1 0 0 0,-1 1 0 0 0,1 0 0 0 0,-1 0 0 0 0,0 0 0 0 0,1 0 0 0 0,-1 0-1 0 0,0-1 1 0 0,1 1 0 0 0,-1 0 0 0 0,1 0 0 0 0,-1 0 0 0 0,0-1 0 0 0,0 1 0 0 0,1 0-1 0 0,-1-1 1 0 0,0 1 0 0 0,1 0 0 0 0,-1-1 0 0 0,0 1 0 0 0,0 0 0 0 0,0-1 0 0 0,1 1-1 0 0,-1-1 1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1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54 10823 0 0,'-1'-12'562'0'0,"0"10"-504"0"0,0 0 0 0 0,1 0 0 0 0,-1 0 0 0 0,1 0 0 0 0,0-1 0 0 0,0 1 0 0 0,0 0 0 0 0,0 0 0 0 0,0 0 0 0 0,0-1 0 0 0,0 1 1 0 0,1 0-1 0 0,-1 0 0 0 0,1 0 0 0 0,-1 0 0 0 0,1 0 0 0 0,2-4 0 0 0,4 33 239 0 0,-4-15-225 0 0,-3-9 39 0 0,2 10 162 0 0,11 69 425 0 0,-1-2 20 0 0,3 10 2 0 0,2-2-98 0 0,2-3-132 0 0,1-11-127 0 0,-8-33-262 0 0,-8-31 65 0 0,0 2-210 0 0,16 34-55 0 0,-15-34-12 0 0,-6-7-2042 0 0,1-4 2116 0 0,0-1 1 0 0,-1 1-1 0 0,1-1 0 0 0,0 0 0 0 0,0 1 0 0 0,-1-1 0 0 0,1 1 1 0 0,0-1-1 0 0,-1 0 0 0 0,1 1 0 0 0,-1-1 0 0 0,1 0 1 0 0,0 0-1 0 0,-1 1 0 0 0,1-1 0 0 0,-1 0 0 0 0,1 0 0 0 0,0 0 1 0 0,-1 1-1 0 0,1-1 0 0 0,-1 0 0 0 0,1 0 0 0 0,-1 0 1 0 0,1 0-1 0 0,-1 0 0 0 0,-16-10-1226 0 0,12 6 728 0 0,-4-4-421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1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10 223 11919 0 0,'-4'-15'317'0'0,"3"11"-91"0"0,-1 0 0 0 0,1 0 0 0 0,1 0 0 0 0,-1 0 0 0 0,1 0 0 0 0,-1-7 0 0 0,1 9-184 0 0,1 1-1 0 0,-1 0 0 0 0,1-1 0 0 0,-1 1 0 0 0,1 0 1 0 0,-1-1-1 0 0,1 1 0 0 0,0 0 0 0 0,-1 0 0 0 0,1-1 1 0 0,0 1-1 0 0,0 0 0 0 0,0 0 0 0 0,0 0 0 0 0,0 0 1 0 0,0 0-1 0 0,0 0 0 0 0,0 0 0 0 0,1 1 0 0 0,-1-1 1 0 0,0 0-1 0 0,0 1 0 0 0,3-2 0 0 0,18-6 358 0 0,0 2 0 0 0,39-8 0 0 0,5-1 404 0 0,297-66 114 0 0,-295 67-1848 0 0,-28 7-415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6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543 76 5007 0 0,'-2'-1'196'0'0,"0"0"-1"0"0,0 0 0 0 0,1 0 0 0 0,-1 0 1 0 0,0-1-1 0 0,0 1 0 0 0,0 0 0 0 0,1-1 1 0 0,-1 1-1 0 0,1-1 0 0 0,-1 0 0 0 0,1 0 1 0 0,-2-3-1 0 0,-4-3 554 0 0,2 4-385 0 0,0 0 0 0 0,-1 0-1 0 0,0 0 1 0 0,0 1 0 0 0,0 0 0 0 0,0 0 0 0 0,0 0 0 0 0,-1 1-1 0 0,-12-3 1 0 0,3 2-290 0 0,1 0 0 0 0,0 1 0 0 0,-21 0-1 0 0,23 2-14 0 0,1 1 0 0 0,-1 1 0 0 0,1-1-1 0 0,-1 2 1 0 0,1 0 0 0 0,0 0 0 0 0,0 1-1 0 0,0 1 1 0 0,1 0 0 0 0,-1 0 0 0 0,1 1 0 0 0,-12 9-1 0 0,9-4 38 0 0,-1 1-1 0 0,2 0 1 0 0,0 1-1 0 0,0 1 1 0 0,1 0-1 0 0,1 0 1 0 0,-17 28-1 0 0,18-25-8 0 0,1 0 1 0 0,0 0-1 0 0,1 1 0 0 0,1 0 0 0 0,1 1 0 0 0,0-1 1 0 0,2 1-1 0 0,0 0 0 0 0,1 0 0 0 0,1 1 0 0 0,0-1 0 0 0,3 27 1 0 0,8-15 309 0 0,-8-30-192 0 0,5 7-151 0 0,18 22-33 0 0,-8-15 22 0 0,25 15-33 0 0,-14-15-10 0 0,-19-12-4 0 0,3 2 22 0 0,0 0 1 0 0,0-1-1 0 0,1-1 1 0 0,-1 0-1 0 0,1 0 1 0 0,20 2 0 0 0,-22-6 17 0 0,0 1 0 0 0,-1-1 1 0 0,1 0-1 0 0,-1-1 1 0 0,1 0-1 0 0,-1-1 0 0 0,0 0 1 0 0,0 0-1 0 0,0-1 1 0 0,0 0-1 0 0,0-1 0 0 0,-1 0 1 0 0,0 0-1 0 0,0-1 0 0 0,0 0 1 0 0,13-13-1 0 0,-19 16-29 0 0,5-4 51 0 0,0 0-1 0 0,-1-1 0 0 0,0 0 0 0 0,0-1 1 0 0,-1 1-1 0 0,5-12 0 0 0,-9 18-50 0 0,1-1-1 0 0,-1 1 1 0 0,0-1-1 0 0,-1 1 1 0 0,1-1-1 0 0,0 0 1 0 0,-1 1-1 0 0,1-4 1 0 0,-2 4-1 0 0,1 0 1 0 0,-1 0 0 0 0,0 0 0 0 0,1 0 0 0 0,-1 0 0 0 0,0 0-1 0 0,0 0 1 0 0,-1 1 0 0 0,-1-3 0 0 0,1 0-6 0 0,-25-37-73 0 0,25 38 72 0 0,0 0 1 0 0,0 0-1 0 0,0 0 0 0 0,0 1 0 0 0,-1-1 0 0 0,1 0 1 0 0,-1 1-1 0 0,1 0 0 0 0,-1 0 0 0 0,0 0 0 0 0,0 0 1 0 0,0 0-1 0 0,-1 0 0 0 0,1 1 0 0 0,0-1 0 0 0,0 1 1 0 0,-1 0-1 0 0,1 0 0 0 0,-4 0 0 0 0,-9-2-3 0 0,1 2 0 0 0,-1 0 0 0 0,-17 0-1 0 0,20 2-3 0 0,12-2-26 0 0,1 1-1 0 0,-1 0 1 0 0,1 0-1 0 0,-1 0 1 0 0,1 0-1 0 0,0 0 1 0 0,-1 0-1 0 0,1 0 1 0 0,-1 0-1 0 0,1 0 1 0 0,-1 0-1 0 0,1 0 1 0 0,-1 0-1 0 0,1 0 1 0 0,0 0-1 0 0,-1 1 1 0 0,1-1-1 0 0,-1 0 1 0 0,1 0-1 0 0,0 0 1 0 0,-1 1-1 0 0,1-1 1 0 0,-1 0-1 0 0,1 0 1 0 0,0 1-1 0 0,-1-1 1 0 0,1 0-1 0 0,0 1 1 0 0,0-1-1 0 0,-1 0 1 0 0,1 1-1 0 0,0-1 1 0 0,0 0-1 0 0,-1 1 1 0 0,1-1-1 0 0,0 1 1 0 0,0-1-1 0 0,0 1 1 0 0,0-1-1 0 0,0 0 1 0 0,0 1-1 0 0,0-1 1 0 0,0 1-1 0 0,0-1 1 0 0,0 1-1 0 0,0-1 1 0 0,0 1-1 0 0,0-1 1 0 0,0 1-1 0 0,1 0-349 0 0,-1 0-1 0 0,1 1 0 0 0,0-1 0 0 0,-1 0 0 0 0,1 0 0 0 0,0 0 0 0 0,0 1 0 0 0,0-1 0 0 0,0 0 0 0 0,0 0 0 0 0,0-1 1 0 0,0 1-1 0 0,1 0 0 0 0,-1 0 0 0 0,0 0 0 0 0,2 0 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7.6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109 181 919 0 0,'-3'5'917'0'0,"1"-1"-1"0"0,-1 1 1 0 0,1 0-1 0 0,0 0 1 0 0,-1 5-1 0 0,0 4-587 0 0,1 0 0 0 0,0 0 0 0 0,1 0 0 0 0,1 18-1 0 0,0-24 169 0 0,4-1-231 0 0,11 24 4 0 0,-11-23 1810 0 0,6-8-1801 0 0,32 1-14 0 0,-39-2-215 0 0,-1 1 0 0 0,0-1-1 0 0,1 0 1 0 0,-1 1-1 0 0,0-1 1 0 0,0 0-1 0 0,1 0 1 0 0,-1-1 0 0 0,0 1-1 0 0,0 0 1 0 0,0-1-1 0 0,-1 1 1 0 0,1-1 0 0 0,0 0-1 0 0,0 1 1 0 0,-1-1-1 0 0,1 0 1 0 0,-1 0 0 0 0,0 0-1 0 0,0 0 1 0 0,1 0-1 0 0,-1-1 1 0 0,1-3 0 0 0,2-1 91 0 0,8-16-3 0 0,-1 0 0 0 0,0 0 0 0 0,-2-2 0 0 0,0 1 0 0 0,8-47 0 0 0,-16 65-101 0 0,0 0 0 0 0,-1 1 0 0 0,0-1 0 0 0,0 0 0 0 0,0 0 0 0 0,-1 1 0 0 0,0-1 0 0 0,0 0 0 0 0,0 1-1 0 0,-1-1 1 0 0,-3-7 0 0 0,4 10-29 0 0,-1 0 0 0 0,1 0-1 0 0,-1 0 1 0 0,0 1 0 0 0,0-1 0 0 0,0 1-1 0 0,0-1 1 0 0,-1 1 0 0 0,1 0 0 0 0,0 0-1 0 0,-1 0 1 0 0,0 0 0 0 0,1 0 0 0 0,-1 1-1 0 0,0-1 1 0 0,0 1 0 0 0,0 0 0 0 0,0 0-1 0 0,0 0 1 0 0,0 0 0 0 0,-6 0 0 0 0,2-1-33 0 0,-1 1 1 0 0,1 1 0 0 0,-1 0 0 0 0,1 0-1 0 0,0 0 1 0 0,-1 1 0 0 0,1 0-1 0 0,0 0 1 0 0,0 1 0 0 0,0 0 0 0 0,0 0-1 0 0,0 1 1 0 0,0 0 0 0 0,0 0 0 0 0,1 0-1 0 0,-1 1 1 0 0,1 0 0 0 0,0 1 0 0 0,1-1-1 0 0,-1 1 1 0 0,1 0 0 0 0,-1 0-1 0 0,1 1 1 0 0,1-1 0 0 0,-1 1 0 0 0,1 0-1 0 0,0 1 1 0 0,1-1 0 0 0,-6 14 0 0 0,5-11-26 0 0,0 1 1 0 0,1 0 0 0 0,0 0-1 0 0,1 0 1 0 0,0 0 0 0 0,0 0-1 0 0,1 0 1 0 0,1 1 0 0 0,0-1-1 0 0,2 18 1 0 0,-2-20-13 0 0,0-3-1 0 0,1-1 0 0 0,-1 0 0 0 0,1 0 0 0 0,0 0-1 0 0,0 0 1 0 0,3 6 0 0 0,5 16-910 0 0,-7-19-277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8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15 7367 0 0,'-3'8'538'0'0,"-1"0"0"0"0,2 1 0 0 0,-1-1 0 0 0,1 0 0 0 0,1 1 0 0 0,0 0 0 0 0,0-1 0 0 0,0 15 0 0 0,-1 7-716 0 0,-21 84 118 0 0,0 4 1544 0 0,23-118-1466 0 0,0 0-1 0 0,0 0 1 0 0,0 0 17 0 0,0 0-18 0 0,0 0 0 0 0,1 0 1 0 0,-1 0-1 0 0,0 0 1 0 0,0 0-1 0 0,0 0 1 0 0,0 0-1 0 0,0 0 1 0 0,0 0-1 0 0,0 0 0 0 0,0 0 1 0 0,0 0-1 0 0,0 0 1 0 0,0 0-1 0 0,0 0 1 0 0,0 0-1 0 0,0 0 1 0 0,0 0-1 0 0,0 0 0 0 0,0 0 1 0 0,1 0-1 0 0,-1 0 1 0 0,0 0-1 0 0,0 0 1 0 0,0 0-1 0 0,0 0 0 0 0,0 0 1 0 0,0 0-1 0 0,0 0 1 0 0,0 0-1 0 0,0 0 1 0 0,0 0-1 0 0,0 0 1 0 0,0 0 34 0 0,0 0-35 0 0,0 0 1 0 0,0 0-1 0 0,0 0 1 0 0,0 1-1 0 0,0-1 1 0 0,0 0-1 0 0,0 0 0 0 0,1 0 1 0 0,-1 0-1 0 0,0 0 1 0 0,0 0-1 0 0,0 0 1 0 0,0 0-1 0 0,0 0 1 0 0,0 0-1 0 0,0 0 0 0 0,0 0 1 0 0,6-8 150 0 0,6-16-263 0 0,12-96 115 0 0,-18 79 139 0 0,2 0-1 0 0,14-39 1 0 0,-19 71-131 0 0,1 1-1 0 0,0 0 0 0 0,8-13 1 0 0,-9 15-2 0 0,-2 5 201 0 0,7 10-134 0 0,0 0-66 0 0,0 1 0 0 0,10 15-1 0 0,-16-21-23 0 0,1 1 1 0 0,-1-1-1 0 0,0 1 0 0 0,0 0 0 0 0,2 7 0 0 0,4 14 48 0 0,7 26-49 0 0,-4-22 69 0 0,1 3 10 0 0,-9-25 2 0 0,2 0 10 0 0,13 22 3 0 0,-13-23 272 0 0,0 0-280 0 0,0 2-44 0 0,16 17 648 0 0,-21-21-569 0 0,0-4-108 0 0,0 0 1 0 0,0 0-1 0 0,0-1 0 0 0,0 1 1 0 0,0 0-1 0 0,0 0 0 0 0,-1 0 1 0 0,1 0-1 0 0,0 0 0 0 0,0 0 1 0 0,-1 0-1 0 0,1-1 1 0 0,0 1-1 0 0,-1 0 0 0 0,1 0 1 0 0,-1 0-1 0 0,1-1 0 0 0,-1 1 1 0 0,1 0-1 0 0,-1-1 0 0 0,0 1 1 0 0,1 0-1 0 0,-1-1 0 0 0,0 1 1 0 0,0-1-1 0 0,1 1 1 0 0,-3 0-1 0 0,-1 0 99 0 0,0 0 1 0 0,0 0-1 0 0,-1 0 0 0 0,1-1 1 0 0,0 0-1 0 0,-7 0 1 0 0,-8 1-41 0 0,1-1 0 0 0,-1-1 0 0 0,0-1 0 0 0,1 0 0 0 0,-1-2 0 0 0,-34-10 0 0 0,29 2-662 0 0,-6-3-356 0 0,11 12-2428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8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4 4607 0 0,'-1'-4'7511'0'0,"-2"21"-7094"0"0,-33 80 252 0 0,25-68-358 0 0,0-1-1 0 0,-12 56 0 0 0,21-43 140 0 0,2-27 270 0 0,5-6-416 0 0,13 25 16 0 0,-13-24 538 0 0,6-5-671 0 0,34 13-10 0 0,-34-12 201 0 0,0-5-172 0 0,35 0 2 0 0,-35 0-8 0 0,-3-1-34 0 0,42-8 244 0 0,-39 8-392 0 0,-5 0-8 0 0,-1 0 0 0 0,1 0 0 0 0,0-1 0 0 0,-1 1 0 0 0,10-6 0 0 0,16-4-14 0 0,-24 8-100 0 0,-2 0-682 0 0,13-10 346 0 0,-13 10-706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29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0 6911 0 0,'-8'0'732'0'0,"4"0"-496"0"0,-33 2 5815 0 0,-22 9-4414 0 0,50-9-1737 0 0,1 1 0 0 0,1 0 0 0 0,-1 0 0 0 0,0 0 0 0 0,1 1 0 0 0,0 0 0 0 0,0 1 0 0 0,0 0 0 0 0,-9 7 0 0 0,14-10 100 0 0,1-1 0 0 0,0-1 0 0 0,0 1 0 0 0,0 0 0 0 0,1-1 0 0 0,-1 1 0 0 0,0 0 0 0 0,1 0 0 0 0,-1 0 0 0 0,0-1 0 0 0,1 1 0 0 0,-1 0 0 0 0,1 0 0 0 0,0 0 0 0 0,-1 0 0 0 0,1 0 0 0 0,0 0 0 0 0,-1 0 0 0 0,1 0 0 0 0,0 0 0 0 0,0 0 0 0 0,0 0 0 0 0,0 0 0 0 0,0 2 0 0 0,0 13-20 0 0,0-12-77 0 0,6 3-114 0 0,18 21 109 0 0,-10-14 4 0 0,29 18 18 0 0,-1-2 83 0 0,-33-24 298 0 0,-2 1-182 0 0,21 20 60 0 0,-21-21 694 0 0,-7-3-832 0 0,0-1 0 0 0,1 1 1 0 0,-1-1-1 0 0,0 1 0 0 0,1-1 0 0 0,0 1 1 0 0,0-1-1 0 0,0 0 0 0 0,0 0 0 0 0,1 3 1 0 0,1 2 45 0 0,-3-5-35 0 0,0-1 0 0 0,1 1 0 0 0,-1 0 0 0 0,0 0 0 0 0,-1 0 0 0 0,1 0-1 0 0,0-1 1 0 0,-1 1 0 0 0,1 0 0 0 0,-1 0 0 0 0,1 0 0 0 0,-1-1 0 0 0,0 1 0 0 0,1 0 0 0 0,-1-1-1 0 0,0 1 1 0 0,0-1 0 0 0,0 1 0 0 0,-1-1 0 0 0,1 1 0 0 0,0-1 0 0 0,-3 2 0 0 0,0 2 196 0 0,0 0-81 0 0,-1 0-1 0 0,0 1 1 0 0,0-1 0 0 0,0-1 0 0 0,-1 1 0 0 0,0-1 0 0 0,1 0 0 0 0,-2 0 0 0 0,1-1 0 0 0,0 0 0 0 0,-1 0 0 0 0,-11 3 0 0 0,13-4-384 0 0,-1-1 0 0 0,1-1 0 0 0,0 1 0 0 0,0-1 0 0 0,-1 0-1 0 0,1 0 1 0 0,0 0 0 0 0,0-1 0 0 0,-1 0 0 0 0,1 0 0 0 0,-6-2 0 0 0,-7-3-2307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42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19 251 7279 0 0,'0'0'120'0'0,"-1"-1"-1"0"0,1 1 1 0 0,-1-1-1 0 0,1 1 1 0 0,-1-1-1 0 0,1 1 0 0 0,-1 0 1 0 0,1-1-1 0 0,-1 1 1 0 0,0 0-1 0 0,1-1 1 0 0,-1 1-1 0 0,0 0 0 0 0,1 0 1 0 0,-1 0-1 0 0,0 0 1 0 0,1-1-1 0 0,-1 1 1 0 0,0 0-1 0 0,1 0 0 0 0,-1 0 1 0 0,0 0-1 0 0,0 1 1 0 0,1-1-74 0 0,-1 0 1 0 0,1 0 0 0 0,0 1 0 0 0,-1-1-1 0 0,1 0 1 0 0,0 1 0 0 0,0-1 0 0 0,-1 0-1 0 0,1 1 1 0 0,0-1 0 0 0,0 0 0 0 0,0 1-1 0 0,0-1 1 0 0,-1 1 0 0 0,1-1 0 0 0,0 0-1 0 0,0 1 1 0 0,0-1 0 0 0,0 1-1 0 0,0-1 1 0 0,0 0 0 0 0,0 1 0 0 0,0-1-1 0 0,0 1 1 0 0,0-1 0 0 0,0 0 0 0 0,1 1-1 0 0,-1-1 1 0 0,0 0 0 0 0,0 1 0 0 0,0-1-1 0 0,0 1 1 0 0,1-1 0 0 0,-1 0 0 0 0,0 1-1 0 0,0-1 1 0 0,0 0 0 0 0,1 0 0 0 0,0 1-1 0 0,5 8 318 0 0,1-1-1 0 0,0-1 1 0 0,0 1 0 0 0,1-1-1 0 0,0 0 1 0 0,14 9-1 0 0,17 15 436 0 0,-9-7-506 0 0,0-2 0 0 0,1-1 0 0 0,58 29 1 0 0,-72-42-259 0 0,127 58 288 0 0,-55-28-166 0 0,169 58 136 0 0,-230-86-223 0 0,17 5 0 0 0,34 13-17 0 0,-10-5 198 0 0,2-4 1 0 0,130 20 0 0 0,-128-27-85 0 0,-68-11-87 0 0,12 2 0 0 0,128 23 80 0 0,115 17 336 0 0,-254-42-432 0 0,13 2 2 0 0,56 9 4 0 0,-57-9 2 0 0,1 0 0 0 0,56 8-1 0 0,-57-9-6 0 0,-2 0-1 0 0,123 5 118 0 0,106 6 388 0 0,-141-10-423 0 0,-28-3 114 0 0,-10 1-174 0 0,26-1 1 0 0,-35-2-28 0 0,7 1 17 0 0,63-3 54 0 0,-50 1-40 0 0,-2-2 39 0 0,-30 0-66 0 0,-34 4 3 0 0,4-1 10 0 0,71-11 83 0 0,126-25 155 0 0,-172 32-262 0 0,25-5 0 0 0,13-5 18 0 0,-24 2-48 0 0,7-4 19 0 0,11-4 22 0 0,164-53 162 0 0,-153 47-70 0 0,-29 8-87 0 0,10-3-5 0 0,-4 0-11 0 0,6-10 18 0 0,214-126 124 0 0,-98 54 83 0 0,-116 62-151 0 0,-12 13-62 0 0,-9 4-43 0 0,7-4 20 0 0,126-75 177 0 0,-142 87-89 0 0,-17 9-11 0 0,30-20 0 0 0,-48 28-55 0 0,6-2 5 0 0,21-12 17 0 0,-21 11 1727 0 0,1 1-1408 0 0,26-9-581 0 0,-34 11 140 0 0,1 1 0 0 0,-1 0-1 0 0,1 0 1 0 0,-1 0-1 0 0,1-1 1 0 0,-1 1-1 0 0,1 0 1 0 0,-1 0-1 0 0,1 0 1 0 0,-1 0-1 0 0,1 0 1 0 0,-1 0-1 0 0,1 0 1 0 0,0 0 0 0 0,-1 0-1 0 0,1 0 1 0 0,-1 0-1 0 0,1 1 1 0 0,-1-1-1 0 0,1 0 1 0 0,-1 0-1 0 0,1 0 1 0 0,-1 1-1 0 0,1-1 1 0 0,-1 0-1 0 0,1 1 1 0 0,-1-1 0 0 0,0 0-1 0 0,1 1 1 0 0,-1-1-1 0 0,0 0 1 0 0,1 1-1 0 0,-1-1 1 0 0,0 1-1 0 0,1-1 1 0 0,-1 1-1 0 0,0-1 1 0 0,0 1-1 0 0,1 0 1 0 0,3 4 17 0 0,19-6 19 0 0,-6 13-1769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43.4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5 8063 0 0,'-5'-1'358'0'0,"0"0"-1"0"0,1 0 0 0 0,-1 0 1 0 0,0 1-1 0 0,0-1 0 0 0,0 1 1 0 0,0 0-1 0 0,-7 2 0 0 0,10-2-183 0 0,-1 1-1 0 0,1 0 1 0 0,0 0-1 0 0,0 0 1 0 0,0 0-1 0 0,0 0 1 0 0,0 0 0 0 0,0 1-1 0 0,0-1 1 0 0,0 0-1 0 0,1 1 1 0 0,-1 0-1 0 0,0-1 1 0 0,1 1-1 0 0,-1 0 1 0 0,1 0-1 0 0,0 0 1 0 0,0 0-1 0 0,-2 3 1 0 0,0 4 86 0 0,-1-1 1 0 0,2 1-1 0 0,-1 0 0 0 0,1 0 0 0 0,0 0 1 0 0,1 0-1 0 0,0 1 0 0 0,1 13 1 0 0,8 78 66 0 0,-4-65-268 0 0,-2-16-54 0 0,6 63 15 0 0,4 0-1 0 0,23 87 1 0 0,-32-160-18 0 0,1 0-1 0 0,-1 0 1 0 0,2 0-1 0 0,-1 0 1 0 0,1-1 0 0 0,1 0-1 0 0,0 0 1 0 0,10 12-1 0 0,-14-18-31 0 0,0-1 1 0 0,1 0-1 0 0,0 1 0 0 0,-1-1 0 0 0,1 0 0 0 0,0 0 1 0 0,0 0-1 0 0,0-1 0 0 0,0 1 0 0 0,1-1 0 0 0,-1 1 1 0 0,0-1-1 0 0,1 0 0 0 0,-1-1 0 0 0,0 1 0 0 0,1 0 1 0 0,-1-1-1 0 0,1 0 0 0 0,-1 0 0 0 0,1 0 0 0 0,-1 0 1 0 0,1-1-1 0 0,-1 1 0 0 0,1-1 0 0 0,-1 0 0 0 0,1 0 1 0 0,-1 0-1 0 0,0 0 0 0 0,5-3 0 0 0,-2 1-194 0 0,0-1 1 0 0,0 0-1 0 0,0 0 0 0 0,0-1 0 0 0,-1 0 0 0 0,0 0 0 0 0,0 0 1 0 0,0 0-1 0 0,6-10 0 0 0,7-15-4020 0 0,-7 9-154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44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68 3679 0 0,'2'12'8883'0'0,"3"-8"-9850"0"0,5 1 1210 0 0,1 0 0 0 0,-1-1 0 0 0,1 0-1 0 0,-1 0 1 0 0,1-1 0 0 0,0-1 0 0 0,0 1-1 0 0,12-1 1 0 0,8 1 349 0 0,52-4 1 0 0,-19-5-278 0 0,0-2 1 0 0,81-22-1 0 0,138-36-2147 0 0,-250 59-3256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08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288 11 6271 0 0,'0'-1'96'0'0,"0"1"-1"0"0,0-1 0 0 0,0 1 0 0 0,0 0 0 0 0,0-1 0 0 0,0 1 0 0 0,0 0 0 0 0,0-1 1 0 0,0 1-1 0 0,0 0 0 0 0,0-1 0 0 0,0 1 0 0 0,0-1 0 0 0,0 1 0 0 0,-1 0 0 0 0,1-1 1 0 0,0 1-1 0 0,0 0 0 0 0,0-1 0 0 0,-1 1 0 0 0,1 0 0 0 0,0 0 0 0 0,0-1 0 0 0,-1 1 1 0 0,1 0-1 0 0,0 0 0 0 0,0-1 0 0 0,-1 1 0 0 0,1 0 0 0 0,0 0 0 0 0,-1-1 0 0 0,-11 5 1658 0 0,-8 14-166 0 0,4 11-1042 0 0,1 0 0 0 0,1 2-1 0 0,1-1 1 0 0,-12 48-1 0 0,-12 28-387 0 0,25-78-142 0 0,-86 238 61 0 0,98-266-75 0 0,-1 4 5 0 0,0 0 0 0 0,0 0 0 0 0,-1 0-1 0 0,1-1 1 0 0,-1 1 0 0 0,0 0 0 0 0,0-1-1 0 0,-3 4 1 0 0,4-9-179 0 0,0-1 0 0 0,1 0 0 0 0,-1 0 0 0 0,1 0 0 0 0,0 0 0 0 0,0 0 0 0 0,0 0 0 0 0,0-3 0 0 0,8-48-4788 0 0,-4 30 999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09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24 6191 0 0,'-1'-15'853'0'0,"0"7"2483"0"0,4 18-1598 0 0,34 120-57 0 0,11 53-650 0 0,19 107-238 0 0,-66-285-1055 0 0,1 0 0 0 0,-1 0 0 0 0,0 0 0 0 0,0 0 1 0 0,-1 0-1 0 0,1 0 0 0 0,-1 0 0 0 0,-1 0 0 0 0,1 0 0 0 0,0 0 0 0 0,-1 0 0 0 0,-2 5 0 0 0,1-8-645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09.6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9327 0 0,'3'1'167'0'0,"-1"-1"0"0"0,1 1 1 0 0,0 0-1 0 0,-1-1 0 0 0,1 0 0 0 0,0 0 0 0 0,-1 0 0 0 0,1 0 0 0 0,0 0 0 0 0,-1 0 0 0 0,1-1 0 0 0,3 0 0 0 0,34-11 478 0 0,-36 11-598 0 0,15-7 151 0 0,29-16 0 0 0,-34 16-172 0 0,0 1 1 0 0,0 0-1 0 0,0 2 1 0 0,21-7-1 0 0,-31 12-83 0 0,-1-1-1 0 0,0 1 1 0 0,0 0-1 0 0,1 0 1 0 0,-1 0-1 0 0,0 0 1 0 0,0 0-1 0 0,1 1 1 0 0,-1 0-1 0 0,0-1 1 0 0,0 1 0 0 0,0 0-1 0 0,0 1 1 0 0,0-1-1 0 0,0 0 1 0 0,0 1-1 0 0,3 2 1 0 0,3 2-677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0.1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6911 0 0,'-2'6'582'0'0,"0"0"0"0"0,1 0-1 0 0,0 0 1 0 0,0 1-1 0 0,1-1 1 0 0,0 0 0 0 0,0 1-1 0 0,0-1 1 0 0,2 9-1 0 0,2 8-487 0 0,19 170 93 0 0,-22-164-395 0 0,0 0-1 0 0,-2 1 1 0 0,-2-1-1 0 0,-9 46 1 0 0,6-55-165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0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8783 0 0,'8'2'239'0'0,"0"0"1"0"0,0 1-1 0 0,0 1 0 0 0,-1-1 0 0 0,1 1 0 0 0,-1 0 0 0 0,10 8 0 0 0,-15-10-184 0 0,1-1 41 0 0,10 10-16 0 0,47 43-64 0 0,-12 0-5 0 0,-6 4 58 0 0,-35-48 11 0 0,-2-2 16 0 0,3 8 21 0 0,0 1-1 0 0,0 0 1 0 0,-2 0 0 0 0,0 1-1 0 0,-1-1 1 0 0,4 32-1 0 0,-9-33-39 0 0,0 0 0 0 0,-1 0-1 0 0,0 0 1 0 0,-1 0 0 0 0,-1 0 0 0 0,-1-1-1 0 0,0 1 1 0 0,-12 26 0 0 0,6-21 183 0 0,-1 0 0 0 0,0 0 0 0 0,-2-1 0 0 0,0-1 0 0 0,-23 25 0 0 0,32-39-141 0 0,0-1-1 0 0,0 0 1 0 0,-1-1 0 0 0,1 1-1 0 0,-1-1 1 0 0,0 0-1 0 0,0 0 1 0 0,-1 0 0 0 0,1-1-1 0 0,0 1 1 0 0,-1-1 0 0 0,-8 1-1 0 0,12-2-105 0 0,0-1-1 0 0,-1 1 1 0 0,1-1-1 0 0,-1 0 1 0 0,1 0-1 0 0,-1 0 1 0 0,1 0-1 0 0,-1-1 1 0 0,1 1-1 0 0,0-1 0 0 0,-1 1 1 0 0,1-1-1 0 0,0 0 1 0 0,-1 0-1 0 0,1 0 1 0 0,0 0-1 0 0,0 0 1 0 0,0-1-1 0 0,0 1 1 0 0,0-1-1 0 0,0 1 1 0 0,0-1-1 0 0,0 0 1 0 0,1 1-1 0 0,-1-1 0 0 0,1 0 1 0 0,-1 0-1 0 0,1 0 1 0 0,0 0-1 0 0,0-1 1 0 0,-2-3-1 0 0,-12-35-1053 0 0,12 12-3962 0 0,4 16 615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1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7343 0 0,'-2'5'236'0'0,"0"-1"0"0"0,1 1 0 0 0,0 0-1 0 0,0 0 1 0 0,0 0 0 0 0,0 1-1 0 0,1-1 1 0 0,0 0 0 0 0,0 0 0 0 0,1 8-1 0 0,11 55 1508 0 0,-5-35-1391 0 0,15 105 26 0 0,16 85-396 0 0,-35-213 31 0 0,-1 2 38 0 0,1 0 1 0 0,7 16 0 0 0,-9-26-31 0 0,-1 0 0 0 0,1-1 0 0 0,0 1 1 0 0,0 0-1 0 0,0 0 0 0 0,0-1 0 0 0,0 1 1 0 0,0 0-1 0 0,0-1 0 0 0,1 1 0 0 0,-1-1 1 0 0,1 0-1 0 0,-1 0 0 0 0,1 1 0 0 0,-1-1 1 0 0,1 0-1 0 0,0 0 0 0 0,0 0 0 0 0,-1 0 1 0 0,1-1-1 0 0,0 1 0 0 0,2 0 0 0 0,-1-1 7 0 0,-1 0 0 0 0,0-1-1 0 0,0 1 1 0 0,0-1 0 0 0,1 1-1 0 0,-1-1 1 0 0,0 0 0 0 0,0 0-1 0 0,0 0 1 0 0,0 0 0 0 0,0 0-1 0 0,-1-1 1 0 0,1 1 0 0 0,0 0-1 0 0,0-1 1 0 0,-1 1 0 0 0,1-1-1 0 0,1-2 1 0 0,24-33 246 0 0,-15 13-201 0 0,0 0 0 0 0,-2 0 0 0 0,13-48 0 0 0,12-81 158 0 0,-30 126-146 0 0,16-112 50 0 0,-19 119-155 0 0,-2 17-781 0 0,-1 11 114 0 0,-2 15-485 0 0,3-10 613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1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1839 0 0,'4'19'9081'0'0,"-1"1"-4743"0"0,3 43-4829 0 0,-4-37 1377 0 0,-1 20-988 0 0,-2 0 0 0 0,-13 83 0 0 0,-1 45-627 0 0,15-171 571 0 0,0-1-28 0 0,0 1 1 0 0,0-1-1 0 0,0 0 0 0 0,0 1 1 0 0,0-1-1 0 0,0 1 0 0 0,1-1 1 0 0,-1 0-1 0 0,1 0 0 0 0,0 1 1 0 0,0-1-1 0 0,-1 0 0 0 0,3 4 1 0 0,1-4-645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2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295 88 4607 0 0,'1'-2'249'0'0,"0"1"-1"0"0,0 0 1 0 0,0 0-1 0 0,-1-1 1 0 0,1 1-1 0 0,0-1 0 0 0,0 1 1 0 0,-1-1-1 0 0,1 1 1 0 0,-1-1-1 0 0,0 1 1 0 0,1-1-1 0 0,-1 1 0 0 0,0-1 1 0 0,0 1-1 0 0,0-1 1 0 0,0 1-1 0 0,0-3 1 0 0,0 0 79 0 0,0 0 0 0 0,-1 1 0 0 0,1-1-1 0 0,-1 1 1 0 0,0-1 0 0 0,1 1 0 0 0,-4-7 0 0 0,3 8-277 0 0,-1 1 0 0 0,0-1 0 0 0,1 0 0 0 0,-1 0 0 0 0,0 1 0 0 0,0-1 0 0 0,-1 1 0 0 0,1-1 0 0 0,0 1 0 0 0,0 0 0 0 0,-1 0 0 0 0,1 0 0 0 0,0 0 0 0 0,-1 0 0 0 0,1 1 0 0 0,-1-1 0 0 0,1 1 0 0 0,-1-1 0 0 0,1 1 0 0 0,-1 0 0 0 0,0 0 0 0 0,1 0 0 0 0,-1 1 0 0 0,1-1 0 0 0,-4 1 0 0 0,-1 0 35 0 0,-1 1 0 0 0,1 0 1 0 0,0 0-1 0 0,0 1 0 0 0,0-1 1 0 0,0 2-1 0 0,-10 5 0 0 0,6-1-70 0 0,0 1-1 0 0,1 1 1 0 0,0-1-1 0 0,0 2 1 0 0,1-1 0 0 0,0 1-1 0 0,1 1 1 0 0,-10 18-1 0 0,2 0-94 0 0,2 0-1 0 0,-15 47 1 0 0,26-67 67 0 0,0 1 1 0 0,1 0-1 0 0,0 0 0 0 0,0-1 1 0 0,2 1-1 0 0,-1 0 1 0 0,1 0-1 0 0,2 12 1 0 0,3-13-16 0 0,15 19 94 0 0,-16-21 99 0 0,7-3-31 0 0,31 19 22 0 0,-32-18 3 0 0,1-4 6 0 0,30 8 23 0 0,-30-8 16 0 0,0-2 3 0 0,35-1-14 0 0,-35 1-64 0 0,1-2-30 0 0,2 1-68 0 0,40-9 127 0 0,-13 0-71 0 0,3-2 13 0 0,-36 9-171 0 0,0 1 0 0 0,-1 0 0 0 0,14-1 0 0 0,-10 1-847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2.5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11287 0 0,'0'0'3072'0'0,"12"2"-2785"0"0,45 12 286 0 0,-47-15-479 0 0,34-1-64 0 0,-33 2-192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3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85 8751 0 0,'0'0'3488'0'0,"54"-5"-632"0"0,3-3-2160 0 0,30-8-288 0 0,3-1-408 0 0,-4-1-280 0 0,-10-2-9064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9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 1375 0 0,'-1'1'63'0'0,"1"0"0"0"0,-1 0 0 0 0,0 0 0 0 0,0 1 0 0 0,1-1-1 0 0,-1 0 1 0 0,0 0 0 0 0,0 0 0 0 0,0 0 0 0 0,0 0 0 0 0,0-1-1 0 0,0 1 1 0 0,-1 0 0 0 0,1 0 0 0 0,0-1 0 0 0,0 1 0 0 0,0-1-1 0 0,-1 1 1 0 0,-1 0 0 0 0,0-1 280 0 0,0 1 0 0 0,0-1 0 0 0,0 0 0 0 0,0-1 0 0 0,0 1 0 0 0,0 0 0 0 0,0-1 0 0 0,-4 0 0 0 0,9 9 3250 0 0,2 9-2314 0 0,4 25-712 0 0,-1 1-1 0 0,-3 0 1 0 0,-1 1-1 0 0,-5 56 0 0 0,2-37-507 0 0,-4 0 0 0 0,-3 0-1 0 0,-28 122 1 0 0,33-178-84 0 0,0 1-44 0 0,0-1 0 0 0,-1 1 0 0 0,0-1 0 0 0,-5 10-1 0 0,8-18-476 0 0,1-6 44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19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50 6447 0 0,'-2'4'863'0'0,"0"0"0"0"0,1 0 0 0 0,-1 0 0 0 0,1 0 0 0 0,0 0 0 0 0,0 0 0 0 0,0 5 0 0 0,0-6-726 0 0,1-1 0 0 0,0 1-1 0 0,0-1 1 0 0,0 1-1 0 0,0-1 1 0 0,0 1 0 0 0,0 0-1 0 0,0-1 1 0 0,1 1-1 0 0,0-1 1 0 0,-1 1 0 0 0,3 3-1 0 0,-2-5-128 0 0,0-1 1 0 0,-1 1-1 0 0,1-1 0 0 0,0 1 0 0 0,0-1 0 0 0,0 1 1 0 0,0-1-1 0 0,0 0 0 0 0,0 1 0 0 0,0-1 0 0 0,0 0 1 0 0,1 0-1 0 0,-1 0 0 0 0,0 0 0 0 0,0 0 0 0 0,0 0 1 0 0,0 0-1 0 0,0 0 0 0 0,0 0 0 0 0,0 0 0 0 0,0-1 1 0 0,0 1-1 0 0,0 0 0 0 0,0-1 0 0 0,0 1 0 0 0,0-1 1 0 0,0 1-1 0 0,0-1 0 0 0,1-1 0 0 0,30-18 62 0 0,-30 18-52 0 0,5-3-67 0 0,13-10-277 0 0,0 0 1 0 0,2 0 0 0 0,-1 2-1 0 0,43-18 1 0 0,-48 25-4661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2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82 2303 0 0,'-9'-29'4352'0'0,"2"10"-2852"0"0,4 9-1094 0 0,-7-13 6303 0 0,10 23-6677 0 0,-2 15 905 0 0,1 137 1600 0 0,2-96-1596 0 0,-9 98 0 0 0,5-128-803 0 0,3-26-156 0 0,0 0 1 0 0,0 0-1 0 0,0 0 1 0 0,0 1-1 0 0,0-1 1 0 0,0 0-1 0 0,0 0 1 0 0,0 0-1 0 0,0 0 1 0 0,0 0-1 0 0,0 0 1 0 0,0 0-1 0 0,0 0 1 0 0,0 0-1 0 0,0 0 1 0 0,0 0-1 0 0,0 0 1 0 0,0 1-1 0 0,0-1 1 0 0,0 0-1 0 0,0 0 1 0 0,0 0-1 0 0,0 0 1 0 0,0 0-1 0 0,0 0 1 0 0,1 0-1 0 0,-1 0 1 0 0,0 0-1 0 0,0 0 1 0 0,0 0-1 0 0,0 0 1 0 0,0 0-1 0 0,0 0 1 0 0,0 0-1 0 0,0 1 0 0 0,0-1 1 0 0,0 0-1 0 0,0 0 1 0 0,0 0-1 0 0,0 0 1 0 0,0 0-1 0 0,1 0 1 0 0,-1 0-1 0 0,0 0 1 0 0,0 0-1 0 0,0 0 1 0 0,0 0-1 0 0,0 0 1 0 0,0 0-1 0 0,0 0 1 0 0,0 0-1 0 0,0 0 1 0 0,0 0-1 0 0,0 0 1 0 0,1 0-1 0 0,-1 0 1 0 0,0 0-1 0 0,0-1 1 0 0,0 1-1 0 0,0 0 1 0 0,0 0-1 0 0,0 0 1 0 0,0 0-1 0 0,0 0 1 0 0,0 0-1 0 0,0 0 1 0 0,8-13-3765 0 0,-6 8 1956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3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63 5527 0 0,'-1'-1'247'0'0,"0"-1"0"0"0,0 1 0 0 0,-1 0 0 0 0,1 0 0 0 0,0 0 0 0 0,1-1 0 0 0,-1 1 0 0 0,0 0-1 0 0,0-1 1 0 0,0 1 0 0 0,1-1 0 0 0,-1 1 0 0 0,1-1 0 0 0,-1 1 0 0 0,1-1 0 0 0,0 1 0 0 0,0-1-1 0 0,-1 1 1 0 0,1-1 0 0 0,0 0 0 0 0,0 1 0 0 0,1-1 0 0 0,-1 1 0 0 0,0-1 0 0 0,0 1 0 0 0,1-1-1 0 0,-1 0 1 0 0,1 1 0 0 0,0-2 0 0 0,0 2 13 0 0,0-1 0 0 0,0 1 1 0 0,0 0-1 0 0,0 0 0 0 0,0 0 0 0 0,0 0 0 0 0,0 0 0 0 0,0 0 0 0 0,1 0 1 0 0,-1 0-1 0 0,0 0 0 0 0,1 1 0 0 0,-1-1 0 0 0,0 0 0 0 0,4 0 1 0 0,17 0-241 0 0,-7 4 149 0 0,1 1 0 0 0,-1 1 1 0 0,1 0-1 0 0,-1 1 1 0 0,-1 0-1 0 0,0 2 1 0 0,0 0-1 0 0,0 0 1 0 0,-1 1-1 0 0,20 17 1 0 0,-31-24-162 0 0,0 0 0 0 0,0 0 0 0 0,0 0 0 0 0,0 0 0 0 0,0 0 0 0 0,0 0 0 0 0,0 1 0 0 0,-1-1 0 0 0,1 1 0 0 0,-1-1 0 0 0,0 1 0 0 0,0 0 0 0 0,0-1 0 0 0,0 1 0 0 0,0 0 0 0 0,0 0 0 0 0,-1 0 0 0 0,1 0 0 0 0,-1-1 0 0 0,0 1 0 0 0,0 0 0 0 0,0 0 0 0 0,0 0 0 0 0,-1 0 0 0 0,1 0 0 0 0,-1 0 0 0 0,1 0 0 0 0,-1-1 0 0 0,0 1 0 0 0,0 0 0 0 0,-1-1 0 0 0,1 1 0 0 0,0 0 0 0 0,-1-1 0 0 0,0 0 0 0 0,1 1 0 0 0,-1-1 0 0 0,0 0 0 0 0,0 0 0 0 0,0 0 0 0 0,-1 0 0 0 0,-3 2 0 0 0,-1 3 40 0 0,-1-1 0 0 0,-1-1 0 0 0,1 0 0 0 0,-1 0 1 0 0,0 0-1 0 0,0-1 0 0 0,-14 4 0 0 0,18-7 14 0 0,-1 1-1 0 0,1-1 1 0 0,0 0-1 0 0,-1-1 1 0 0,1 1-1 0 0,-1-1 0 0 0,1 0 1 0 0,-1 0-1 0 0,1-1 1 0 0,-1 0-1 0 0,1 0 1 0 0,-1 0-1 0 0,1 0 1 0 0,0-1-1 0 0,-6-2 1 0 0,11 4-57 0 0,0 0 1 0 0,-1 0-1 0 0,1-1 1 0 0,-1 1-1 0 0,1 0 1 0 0,-1 0-1 0 0,1 0 1 0 0,0-1-1 0 0,-1 1 1 0 0,1 0-1 0 0,-1 0 1 0 0,1-1-1 0 0,0 1 1 0 0,-1 0-1 0 0,1-1 1 0 0,0 1-1 0 0,0 0 1 0 0,-1-1-1 0 0,1 1 1 0 0,0-1 0 0 0,0 1-1 0 0,-1 0 1 0 0,1-1-1 0 0,0 1 1 0 0,0-1-1 0 0,0 1 1 0 0,0-1-1 0 0,0 1 1 0 0,0-1-1 0 0,0 1 1 0 0,0 0-1 0 0,0-1 1 0 0,0 0-1 0 0,0 0-13 0 0,1 0 0 0 0,0 0 0 0 0,-1 0 0 0 0,1 0 0 0 0,0 0 0 0 0,0 0 0 0 0,0 1 0 0 0,0-1 0 0 0,0 0 0 0 0,0 0 0 0 0,0 1 0 0 0,2-2-1 0 0,32-11-2046 0 0,-21 11-2577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3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31 4143 0 0,'1'17'2086'0'0,"0"1"-1"0"0,1-1 0 0 0,5 23 0 0 0,-5-31-1624 0 0,0 0 0 0 0,1 0 0 0 0,1 0 0 0 0,-1-1-1 0 0,1 1 1 0 0,1-1 0 0 0,9 14 0 0 0,-12-19-354 0 0,0-1 0 0 0,0 1 0 0 0,0-1-1 0 0,1 0 1 0 0,-1 1 0 0 0,1-1 0 0 0,-1 0-1 0 0,1-1 1 0 0,0 1 0 0 0,0 0 0 0 0,0-1-1 0 0,0 0 1 0 0,0 1 0 0 0,0-1 0 0 0,0 0-1 0 0,0-1 1 0 0,0 1 0 0 0,0 0 0 0 0,1-1-1 0 0,-1 0 1 0 0,0 0 0 0 0,0 0 0 0 0,1 0-1 0 0,-1 0 1 0 0,0-1 0 0 0,0 1 0 0 0,0-1-1 0 0,0 0 1 0 0,1 0 0 0 0,-1 0 0 0 0,0-1-1 0 0,-1 1 1 0 0,1-1 0 0 0,0 1 0 0 0,0-1-1 0 0,2-2 1 0 0,3-2-48 0 0,0 0 1 0 0,0-1-1 0 0,-1 0 1 0 0,0 0-1 0 0,0-1 1 0 0,-1 0-1 0 0,0 0 1 0 0,-1 0-1 0 0,1-1 1 0 0,5-13-1 0 0,-10 18-52 0 0,1 0 1 0 0,-1-1-1 0 0,0 1 0 0 0,0-1 1 0 0,0 1-1 0 0,-1-1 0 0 0,0 0 0 0 0,0 1 1 0 0,0-1-1 0 0,0 1 0 0 0,-1-1 0 0 0,1 0 1 0 0,-1 1-1 0 0,0 0 0 0 0,-1-1 1 0 0,1 1-1 0 0,-3-5 0 0 0,3 6-4 0 0,-1 1 1 0 0,1-1-1 0 0,-1 1 0 0 0,1-1 0 0 0,-1 1 0 0 0,0 0 1 0 0,0 0-1 0 0,0 0 0 0 0,0 0 0 0 0,0 0 0 0 0,-1 0 1 0 0,1 1-1 0 0,0-1 0 0 0,-1 1 0 0 0,0 0 0 0 0,1-1 1 0 0,-1 1-1 0 0,0 0 0 0 0,1 0 0 0 0,-1 1 1 0 0,0-1-1 0 0,0 1 0 0 0,0-1 0 0 0,1 1 0 0 0,-1 0 1 0 0,0 0-1 0 0,0 0 0 0 0,-4 1 0 0 0,-1 1-9 0 0,0 0 0 0 0,0 0 0 0 0,0 1 0 0 0,1 0 0 0 0,-1 1-1 0 0,1 0 1 0 0,0 0 0 0 0,0 1 0 0 0,0-1 0 0 0,0 1 0 0 0,1 1 0 0 0,0-1 0 0 0,-10 12 0 0 0,9-8-11 0 0,0 0 1 0 0,0 0 0 0 0,1 0 0 0 0,0 1-1 0 0,1 0 1 0 0,0 0 0 0 0,1 0 0 0 0,0 1-1 0 0,-5 18 1 0 0,8-26-67 0 0,0 1-1 0 0,1-1 1 0 0,-1 0-1 0 0,1 1 1 0 0,0-1-1 0 0,0 0 1 0 0,0 1-1 0 0,0-1 1 0 0,0 0-1 0 0,1 1 1 0 0,0-1-1 0 0,-1 0 1 0 0,1 0-1 0 0,1 1 1 0 0,-1-1-1 0 0,0 0 1 0 0,1 0 0 0 0,-1 0-1 0 0,1 0 1 0 0,0-1-1 0 0,0 1 1 0 0,0 0-1 0 0,0-1 1 0 0,1 1-1 0 0,-1-1 1 0 0,1 0-1 0 0,-1 0 1 0 0,1 0-1 0 0,0 0 1 0 0,4 2-1 0 0,9 1-1696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0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12007 0 0,'1'70'5347'0'0,"-3"102"-3336"0"0,5-151-1749 0 0,-3-21-411 0 0,0 1-1 0 0,0 0 1 0 0,0-1-1 0 0,0 1 1 0 0,0-1-1 0 0,0 1 0 0 0,0 0 1 0 0,0-1-1 0 0,0 1 1 0 0,0-1-1 0 0,1 1 1 0 0,-1-1-1 0 0,0 1 1 0 0,0-1-1 0 0,1 1 0 0 0,-1 0 1 0 0,0-1-1 0 0,1 0 1 0 0,-1 1-1 0 0,1-1 1 0 0,-1 1-1 0 0,0-1 0 0 0,2 1 1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5063 0 0,'15'-9'9515'0'0,"-12"9"-9062"0"0,24-4 1887 0 0,-24 4-2154 0 0,70-4 2269 0 0,-49 4-2365 0 0,0-2-1 0 0,0 0 1 0 0,0-1 0 0 0,31-9 0 0 0,-44 9-1014 0 0,-2 0-62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 8287 0 0,'0'-1'199'0'0,"0"0"-1"0"0,1 1 1 0 0,-1-1-1 0 0,0 1 1 0 0,1-1-1 0 0,-1 1 1 0 0,1-1-1 0 0,-1 1 1 0 0,0-1-1 0 0,1 1 1 0 0,-1 0-1 0 0,1-1 1 0 0,-1 1-1 0 0,1 0 1 0 0,0-1-1 0 0,-1 1 1 0 0,1 0-1 0 0,-1 0 1 0 0,1-1-1 0 0,0 1 1 0 0,-1 0-1 0 0,1 0 1 0 0,-1 0-1 0 0,1 0 1 0 0,0 0-1 0 0,-1 0 1 0 0,1 0-1 0 0,0 0 1 0 0,27-1 2444 0 0,-20 1-2387 0 0,-5 0-141 0 0,22-2 392 0 0,0 1 0 0 0,0 2 0 0 0,44 6 0 0 0,-63-5-922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6447 0 0,'-4'7'786'0'0,"0"1"-1"0"0,1-1 0 0 0,0 0 0 0 0,0 1 0 0 0,1-1 0 0 0,-2 15 0 0 0,-2 1 449 0 0,-2 2-453 0 0,-17 74 1443 0 0,23-88-1886 0 0,0 1 1 0 0,1 0-1 0 0,0-1 1 0 0,1 1-1 0 0,0 0 1 0 0,3 16-1 0 0,-3-25-255 0 0,1 0 1 0 0,-1 0-1 0 0,1 0 0 0 0,0 0 1 0 0,0 0-1 0 0,0 0 0 0 0,0 0 0 0 0,1 0 1 0 0,-1-1-1 0 0,1 1 0 0 0,-1-1 0 0 0,1 1 1 0 0,0-1-1 0 0,0 1 0 0 0,0-1 0 0 0,0 0 1 0 0,1 0-1 0 0,-1 0 0 0 0,0 0 0 0 0,1-1 1 0 0,-1 1-1 0 0,1-1 0 0 0,0 1 0 0 0,0-1 1 0 0,-1 0-1 0 0,1 0 0 0 0,0 0 0 0 0,0 0 1 0 0,3 0-1 0 0,2-1 3 0 0,0 0 1 0 0,0 0-1 0 0,0 0 0 0 0,0-1 1 0 0,0-1-1 0 0,0 1 0 0 0,0-1 1 0 0,-1-1-1 0 0,15-6 1 0 0,-5 3-190 0 0,23-11 315 0 0,-38 15-466 0 0,1 1 0 0 0,-1 0 0 0 0,1-1 0 0 0,-1 0 0 0 0,0 1 0 0 0,0-1 0 0 0,0 0 0 0 0,0 0 0 0 0,0 0 0 0 0,0 0 0 0 0,2-4 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4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41 3223 0 0,'11'-13'11613'0'0,"-10"13"-11226"0"0,21-11 2714 0 0,-22 10-3100 0 0,6-1 242 0 0,0 0 1 0 0,1 0 0 0 0,-1 1 0 0 0,1 0 0 0 0,6-1 0 0 0,14-2-1603 0 0,-21 3-79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5.4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9671 0 0,'10'69'5916'0'0,"-12"69"-3407"0"0,-2-41-1238 0 0,12-135-268 0 0,-2 11-742 0 0,27-163 451 0 0,-22 155-573 0 0,-10 33-130 0 0,-1 0-1 0 0,1 1 1 0 0,0-1 0 0 0,0 1 0 0 0,0-1 0 0 0,0 1 0 0 0,0-1 0 0 0,0 1-1 0 0,0 0 1 0 0,0 0 0 0 0,1-1 0 0 0,-1 1 0 0 0,0 0 0 0 0,1 0-1 0 0,-1 0 1 0 0,1 0 0 0 0,-1 0 0 0 0,3 0 0 0 0,-3 1-5 0 0,0 0 0 0 0,0 0 0 0 0,1 0 0 0 0,-1 1 0 0 0,0-1 0 0 0,0 0 0 0 0,0 1 0 0 0,0-1 0 0 0,0 1 0 0 0,0-1 0 0 0,0 1-1 0 0,0-1 1 0 0,0 1 0 0 0,0 0 0 0 0,0 0 0 0 0,0-1 0 0 0,-1 1 0 0 0,1 0 0 0 0,0 0 0 0 0,0 0 0 0 0,-1 0 0 0 0,1 0 0 0 0,0 0 0 0 0,-1 0 0 0 0,1 0 0 0 0,-1 0 0 0 0,0 0 0 0 0,1 2 0 0 0,12 32 53 0 0,-13-35-52 0 0,16 73 71 0 0,10 36 123 0 0,-23-99-187 0 0,1-1 1 0 0,0 0 0 0 0,0 0-1 0 0,1 0 1 0 0,0 0-1 0 0,1-1 1 0 0,-1 1 0 0 0,12 10-1 0 0,-17-18-6 0 0,1 0-1 0 0,0 0 1 0 0,0 0-1 0 0,0-1 1 0 0,0 1-1 0 0,0 0 1 0 0,0 0-1 0 0,0-1 1 0 0,0 1-1 0 0,0-1 1 0 0,0 1-1 0 0,0-1 1 0 0,0 1-1 0 0,0-1 1 0 0,1 0-1 0 0,-1 0 1 0 0,0 1 0 0 0,0-1-1 0 0,0 0 1 0 0,1 0-1 0 0,-1 0 1 0 0,0 0-1 0 0,0 0 1 0 0,0-1-1 0 0,2 1 1 0 0,-1-1 18 0 0,0 0 1 0 0,0-1 0 0 0,0 1 0 0 0,0 0 0 0 0,0-1 0 0 0,0 1-1 0 0,-1-1 1 0 0,1 1 0 0 0,-1-1 0 0 0,1 0 0 0 0,-1 0-1 0 0,2-2 1 0 0,2-4 64 0 0,-1 0 0 0 0,0 0 0 0 0,-1 0 0 0 0,0 0 0 0 0,4-16 0 0 0,-5 8 44 0 0,-1 1 1 0 0,0-1-1 0 0,-2 0 0 0 0,-2-23 0 0 0,-1-21 49 0 0,6 60-497 0 0,0 0-1 0 0,0 0 1 0 0,1 0-1 0 0,-1 0 1 0 0,0 0 0 0 0,0 0-1 0 0,0 1 1 0 0,0-1-1 0 0,0 1 1 0 0,0-1-1 0 0,2 2 1 0 0,-2-2-564 0 0,17 5-6067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5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5063 0 0,'22'-7'202'0'0,"-19"6"407"0"0,-1 0-1 0 0,1 1 1 0 0,0-1 0 0 0,0 1 0 0 0,0 0 0 0 0,0 0 0 0 0,0 0 0 0 0,4 1 0 0 0,-5 0-140 0 0,0-1 1 0 0,0 1-1 0 0,0 0 1 0 0,0 0-1 0 0,0-1 1 0 0,0 2-1 0 0,0-1 1 0 0,-1 0-1 0 0,1 0 1 0 0,0 0-1 0 0,2 3 1 0 0,10 16 5 0 0,-9-8-114 0 0,-1 0 0 0 0,0 0 0 0 0,-1 1 0 0 0,0-1 1 0 0,-1 1-1 0 0,-1-1 0 0 0,0 1 0 0 0,-1 18 0 0 0,0-14-182 0 0,1 0-1 0 0,1 0 0 0 0,6 30 1 0 0,-7-45-195 0 0,0 0-1 0 0,-1 0 1 0 0,1 0 0 0 0,0 0 0 0 0,0 0 0 0 0,0 0-1 0 0,0-1 1 0 0,1 1 0 0 0,-1-1 0 0 0,0 1-1 0 0,1-1 1 0 0,2 3 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5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31 10135 0 0,'0'-1'98'0'0,"-1"0"-1"0"0,1 0 1 0 0,0 1-1 0 0,-1-1 1 0 0,1 0-1 0 0,0 0 1 0 0,0 0-1 0 0,0 1 1 0 0,0-1-1 0 0,-1 0 1 0 0,1 0-1 0 0,0 0 1 0 0,0 1-1 0 0,0-1 1 0 0,1 0-1 0 0,-1 0 1 0 0,0 0-1 0 0,0 1 0 0 0,0-1 1 0 0,1 0-1 0 0,-1 0 1 0 0,0 0-1 0 0,1 1 1 0 0,0-2-1 0 0,0 1 298 0 0,1 0-1 0 0,-1 0 1 0 0,1 1 0 0 0,0-1-1 0 0,-1 1 1 0 0,1-1-1 0 0,0 1 1 0 0,-1 0-1 0 0,1-1 1 0 0,2 1 0 0 0,2-1-31 0 0,7 0-75 0 0,-1 0 1 0 0,0 1-1 0 0,1 0 1 0 0,-1 1-1 0 0,1 0 1 0 0,-1 1-1 0 0,0 1 1 0 0,0 0-1 0 0,0 0 1 0 0,0 1-1 0 0,0 1 1 0 0,-1 0-1 0 0,21 12 1 0 0,-16-6-64 0 0,1 0 0 0 0,-2 1 1 0 0,1 1-1 0 0,-2 0 1 0 0,0 1-1 0 0,0 1 0 0 0,-2 0 1 0 0,13 18-1 0 0,-22-27-166 0 0,1 0 0 0 0,-1 0 0 0 0,-1 0 0 0 0,1 0 0 0 0,-1 0 0 0 0,0 1 0 0 0,0-1 0 0 0,-1 1 0 0 0,0-1 0 0 0,0 1 0 0 0,0 0-1 0 0,-1 0 1 0 0,0-1 0 0 0,-1 1 0 0 0,1 0 0 0 0,-1-1 0 0 0,0 1 0 0 0,-1-1 0 0 0,0 1 0 0 0,0-1 0 0 0,0 1 0 0 0,-1-1 0 0 0,-4 7 0 0 0,2 2-2016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6.2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1 211 8751 0 0,'1'1'496'0'0,"0"0"-1"0"0,1 0 0 0 0,-1 1 1 0 0,0-1-1 0 0,0 0 1 0 0,0 0-1 0 0,0 1 0 0 0,0-1 1 0 0,0 1-1 0 0,0-1 0 0 0,-1 1 1 0 0,1-1-1 0 0,0 1 1 0 0,-1 0-1 0 0,1-1 0 0 0,-1 4 1 0 0,6 33 3620 0 0,-4-20-3297 0 0,0-6-250 0 0,-2-6-252 0 0,1-1-1 0 0,0 1 0 0 0,0-1 0 0 0,1 0 1 0 0,-1 1-1 0 0,4 6 0 0 0,-4-13-305 0 0,-1 1-1 0 0,0 0 1 0 0,1 0-1 0 0,-1-1 1 0 0,1 1 0 0 0,-1 0-1 0 0,1-1 1 0 0,-1 1-1 0 0,0-1 1 0 0,1 1-1 0 0,-1 0 1 0 0,0-1 0 0 0,1 1-1 0 0,-1-1 1 0 0,0 1-1 0 0,0-1 1 0 0,1 1 0 0 0,-1-1-1 0 0,0 1 1 0 0,0-1-1 0 0,0 1 1 0 0,0-1-1 0 0,0 1 1 0 0,0-1 0 0 0,0 0-1 0 0,0 1 1 0 0,0-1-1 0 0,0 0 1 0 0,5-20 2 0 0,-3-11-212 0 0,-4-58 1 0 0,0 65 185 0 0,2 0 1 0 0,0 0-1 0 0,1 0 1 0 0,6-26-1 0 0,-7 49 11 0 0,0 0 1 0 0,0 0-1 0 0,1 0 1 0 0,-1 0-1 0 0,1 0 0 0 0,0 0 1 0 0,-1 1-1 0 0,1-1 0 0 0,0 0 1 0 0,0 0-1 0 0,0 1 1 0 0,0-1-1 0 0,0 0 0 0 0,1 1 1 0 0,-1-1-1 0 0,0 1 0 0 0,1 0 1 0 0,-1-1-1 0 0,1 1 0 0 0,0 0 1 0 0,-1 0-1 0 0,1 0 1 0 0,0 0-1 0 0,-1 0 0 0 0,1 0 1 0 0,0 1-1 0 0,0-1 0 0 0,0 0 1 0 0,3 1-1 0 0,-3 0-3 0 0,1 0 1 0 0,0 0-1 0 0,0 1 0 0 0,0 0 0 0 0,0-1 1 0 0,-1 1-1 0 0,1 0 0 0 0,0 0 0 0 0,-1 1 1 0 0,1-1-1 0 0,-1 1 0 0 0,1-1 0 0 0,-1 1 1 0 0,0 0-1 0 0,1 0 0 0 0,-1 0 0 0 0,0 0 1 0 0,0 0-1 0 0,2 4 0 0 0,10 15 7 0 0,-1 0 0 0 0,-1 0 0 0 0,-1 2 0 0 0,10 28 0 0 0,6 10 171 0 0,-22-50-118 0 0,17 42 241 0 0,-20-50-237 0 0,-1 1-1 0 0,0 0 1 0 0,0 0 0 0 0,0 0 0 0 0,-1 0 0 0 0,1 0 0 0 0,-1 0 0 0 0,0 0-1 0 0,0 0 1 0 0,0 0 0 0 0,-1 4 0 0 0,0-5-2 0 0,-1-1 0 0 0,1 0 0 0 0,0 1 0 0 0,-1-1 0 0 0,0 0 0 0 0,1 0 0 0 0,-1 0 0 0 0,0 0 0 0 0,0 0 1 0 0,0 0-1 0 0,0-1 0 0 0,-1 1 0 0 0,1-1 0 0 0,0 1 0 0 0,-1-1 0 0 0,1 0 0 0 0,-1 0 0 0 0,1 0 0 0 0,-1 0 0 0 0,0 0 0 0 0,-4 0 0 0 0,-4 2 151 0 0,-1-1 1 0 0,0-1-1 0 0,-18 0 0 0 0,20-1-90 0 0,3 1-66 0 0,-1-1-1 0 0,1 0 1 0 0,-1-1 0 0 0,1 1 0 0 0,-1-2 0 0 0,1 1-1 0 0,0-1 1 0 0,-9-3 0 0 0,16 5-69 0 0,0 0 0 0 0,-1 0 0 0 0,1 0 0 0 0,0 0-1 0 0,0 0 1 0 0,0 0 0 0 0,0 0 0 0 0,-1-1 0 0 0,1 1 0 0 0,0 0 0 0 0,0 0 0 0 0,0 0-1 0 0,0 0 1 0 0,0 0 0 0 0,0 0 0 0 0,-1 0 0 0 0,1-1 0 0 0,0 1 0 0 0,0 0 0 0 0,0 0-1 0 0,0 0 1 0 0,0 0 0 0 0,0-1 0 0 0,0 1 0 0 0,0 0 0 0 0,0 0 0 0 0,0 0 0 0 0,0 0-1 0 0,0-1 1 0 0,0 1 0 0 0,0 0 0 0 0,0 0 0 0 0,0 0 0 0 0,0 0 0 0 0,0-1 0 0 0,0 1-1 0 0,0 0 1 0 0,0 0 0 0 0,0 0 0 0 0,7-7-824 0 0,16-4-771 0 0,-19 9 1219 0 0,30-17-3274 0 0,-14 8 1633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9:56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11975 0 0,'0'-1'112'0'0,"1"0"0"0"0,-1 1-1 0 0,1-1 1 0 0,-1 0 0 0 0,1 1 0 0 0,-1-1-1 0 0,1 1 1 0 0,-1-1 0 0 0,1 1 0 0 0,-1-1-1 0 0,1 1 1 0 0,0 0 0 0 0,-1-1-1 0 0,1 1 1 0 0,0 0 0 0 0,-1-1 0 0 0,1 1-1 0 0,0 0 1 0 0,-1 0 0 0 0,1 0 0 0 0,0-1-1 0 0,0 1 1 0 0,-1 0 0 0 0,1 0-1 0 0,0 0 1 0 0,0 0 0 0 0,1 1 0 0 0,-1-1 165 0 0,1 1 1 0 0,-1 0 0 0 0,0 0-1 0 0,1-1 1 0 0,-1 1 0 0 0,0 0-1 0 0,0 0 1 0 0,0 1 0 0 0,0-1-1 0 0,0 0 1 0 0,0 0 0 0 0,2 3-1 0 0,0 1 189 0 0,0 0 0 0 0,0 1 0 0 0,-1-1 0 0 0,0 1 0 0 0,0 0 0 0 0,2 6 0 0 0,-3 5 140 0 0,0-1 1 0 0,-1 0-1 0 0,-1 0 0 0 0,-5 30 1 0 0,3-22 59 0 0,-1 32 1 0 0,4-48-584 0 0,1-1 1 0 0,-1 0-1 0 0,1 0 1 0 0,1 0-1 0 0,-1 0 1 0 0,1 0-1 0 0,0-1 1 0 0,6 14-1 0 0,-6-17-65 0 0,-1-1-1 0 0,1 1 1 0 0,0 0-1 0 0,0-1 1 0 0,0 1 0 0 0,1-1-1 0 0,-1 1 1 0 0,0-1-1 0 0,1 0 1 0 0,0 0 0 0 0,-1 0-1 0 0,1-1 1 0 0,0 1-1 0 0,0 0 1 0 0,0-1 0 0 0,0 0-1 0 0,0 0 1 0 0,0 0-1 0 0,1 0 1 0 0,-1 0-1 0 0,0-1 1 0 0,0 1 0 0 0,1-1-1 0 0,-1 0 1 0 0,0 0-1 0 0,7-1 1 0 0,3-1-578 0 0,-1-1 0 0 0,1 0 1 0 0,-1 0-1 0 0,1-1 0 0 0,17-9 0 0 0,-10 3-8208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3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42 1839 0 0,'0'-4'-667'0'0,"0"-8"2260"0"0,0 10-901 0 0,0 1 0 0 0,0-1 0 0 0,0 0 0 0 0,0 1 0 0 0,1-1 0 0 0,-1 0 0 0 0,1 0 0 0 0,2-5 2768 0 0,-1 3-2768 0 0,-1 4-528 0 0,-1 0-1 0 0,1 1 1 0 0,0-1 0 0 0,-1 1 0 0 0,1-1 0 0 0,-1 0 0 0 0,1 1 0 0 0,-1-1 0 0 0,1 1-1 0 0,-1-1 1 0 0,1 1 0 0 0,-1-1 0 0 0,0 1 0 0 0,1 0 0 0 0,-1-1 0 0 0,0 1 0 0 0,0-1-1 0 0,1 1 1 0 0,-1 0 0 0 0,0-1 0 0 0,0 1 0 0 0,0 0 0 0 0,1 0 0 0 0,5 20 669 0 0,1 3-539 0 0,-1 1 0 0 0,-2 0 0 0 0,-1 1 0 0 0,-1-1-1 0 0,-1 1 1 0 0,-1-1 0 0 0,-6 47 0 0 0,6-70-290 0 0,0-1-1 0 0,-1 0 1 0 0,1 1 0 0 0,0-1-1 0 0,-1 1 1 0 0,1-1 0 0 0,-1 1-1 0 0,0-1 1 0 0,0 0 0 0 0,1 0 0 0 0,-1 1-1 0 0,0-1 1 0 0,0 0 0 0 0,0 0-1 0 0,0 0 1 0 0,0 0 0 0 0,0 0-1 0 0,-1 0 1 0 0,1 0 0 0 0,0 0 0 0 0,0 0-1 0 0,-1-1 1 0 0,1 1 0 0 0,0-1-1 0 0,-1 1 1 0 0,1-1 0 0 0,-1 1-1 0 0,1-1 1 0 0,-1 0 0 0 0,1 1 0 0 0,-1-1-1 0 0,1 0 1 0 0,-1 0 0 0 0,1 0-1 0 0,-1 0 1 0 0,1-1 0 0 0,-1 1 0 0 0,1 0-1 0 0,-1 0 1 0 0,1-1 0 0 0,0 1-1 0 0,-1-1 1 0 0,1 0 0 0 0,-1 1-1 0 0,1-1 1 0 0,0 0 0 0 0,0 0 0 0 0,-2-1-1 0 0,3 2-5 0 0,0-1 0 0 0,0 1 0 0 0,0 0 0 0 0,0 0 0 0 0,0-1-1 0 0,0 1 1 0 0,0 0 0 0 0,0 0 0 0 0,1 0 0 0 0,-1-1 0 0 0,0 1 0 0 0,0 0 0 0 0,0 0-1 0 0,0 0 1 0 0,1 0 0 0 0,-1-1 0 0 0,0 1 0 0 0,0 0 0 0 0,0 0 0 0 0,1 0-1 0 0,-1 0 1 0 0,0 0 0 0 0,0 0 0 0 0,0 0 0 0 0,1 0 0 0 0,-1-1 0 0 0,0 1 0 0 0,0 0-1 0 0,1 0 1 0 0,-1 0 0 0 0,0 0 0 0 0,0 0 0 0 0,1 0 0 0 0,-1 0 0 0 0,0 0 0 0 0,0 0-1 0 0,1 1 1 0 0,-1-1 0 0 0,0 0 0 0 0,0 0 0 0 0,0 0 0 0 0,1 0 0 0 0,14 0 21 0 0,-15 0 12 0 0,146-6 2834 0 0,-138 6-4582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3.6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12 11663 0 0,'-7'-4'2679'0'0,"7"4"-2530"0"0,0-1 0 0 0,0 1 0 0 0,0 0-1 0 0,-1-1 1 0 0,1 1 0 0 0,0-1 0 0 0,0 1 0 0 0,0 0 0 0 0,0-1-1 0 0,0 1 1 0 0,0-1 0 0 0,0 1 0 0 0,0 0 0 0 0,0-1-1 0 0,0 0 1 0 0,15 0 2223 0 0,30 11-928 0 0,-42-9-1170 0 0,34 6 323 0 0,1-1 0 0 0,41 1 0 0 0,-37-10-3508 0 0,-36 3 577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4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9 5527 0 0,'7'123'8735'0'0,"-3"-86"-7948"0"0,-2 2 1 0 0,-1-1 0 0 0,-6 47 0 0 0,4-82-200 0 0,0-7-191 0 0,-2-23-22 0 0,1-38-205 0 0,-1 7-113 0 0,2 40-32 0 0,0 0 1 0 0,1 1 0 0 0,0-1-1 0 0,2 0 1 0 0,4-24 0 0 0,-6 41-22 0 0,0 0 1 0 0,0 0 0 0 0,0 0-1 0 0,1 1 1 0 0,-1-1-1 0 0,0 0 1 0 0,1 0 0 0 0,-1 0-1 0 0,1 0 1 0 0,-1 0-1 0 0,1 0 1 0 0,-1 0 0 0 0,1 1-1 0 0,-1-1 1 0 0,1 0 0 0 0,0 0-1 0 0,-1 1 1 0 0,1-1-1 0 0,0 0 1 0 0,0 1 0 0 0,0-1-1 0 0,0 1 1 0 0,1-1-1 0 0,-1 1 0 0 0,-1 0-1 0 0,1 0 0 0 0,0 0 1 0 0,0 0-1 0 0,0 0 1 0 0,0 1-1 0 0,0-1 0 0 0,0 0 1 0 0,0 1-1 0 0,0-1 0 0 0,0 1 1 0 0,-1-1-1 0 0,1 1 0 0 0,0-1 1 0 0,0 1-1 0 0,-1-1 1 0 0,1 1-1 0 0,0 0 0 0 0,0 0 1 0 0,5 6 16 0 0,-1 0 0 0 0,0 0-1 0 0,8 13 1 0 0,-13-19-18 0 0,35 62 146 0 0,-12-18-53 0 0,45 63 0 0 0,-68-108-88 0 0,1 1 1 0 0,-1 0-1 0 0,1 0 0 0 0,-1 0 0 0 0,1-1 0 0 0,-1 1 0 0 0,1 0 1 0 0,-1-1-1 0 0,1 1 0 0 0,0 0 0 0 0,-1-1 0 0 0,1 1 0 0 0,0-1 1 0 0,0 1-1 0 0,-1-1 0 0 0,1 0 0 0 0,0 1 0 0 0,0-1 1 0 0,0 0-1 0 0,-1 1 0 0 0,1-1 0 0 0,0 0 0 0 0,0 0 0 0 0,0 0 1 0 0,0 0-1 0 0,0 0 0 0 0,1 0 0 0 0,-1 0 17 0 0,0-1 1 0 0,0 0-1 0 0,0 0 0 0 0,0 0 0 0 0,-1 1 1 0 0,1-1-1 0 0,0 0 0 0 0,0 0 0 0 0,-1 0 0 0 0,1 0 1 0 0,-1 0-1 0 0,1 0 0 0 0,0-1 0 0 0,-1 1 1 0 0,0 0-1 0 0,1-2 0 0 0,1-7 163 0 0,0 1 0 0 0,0-1 0 0 0,-1-16 1 0 0,-2 1 249 0 0,-1 1 0 0 0,-9-37 0 0 0,6 37-153 0 0,1 0 0 0 0,-1-36 0 0 0,5 59-366 0 0,0 1 0 0 0,0-1 0 0 0,0 1 0 0 0,0-1-1 0 0,0 0 1 0 0,0 1 0 0 0,1-1 0 0 0,-1 0 0 0 0,0 1-1 0 0,0-1 1 0 0,1 1 0 0 0,-1-1 0 0 0,0 0 0 0 0,1 1-1 0 0,-1-1 1 0 0,1 1 0 0 0,-1-1 0 0 0,1 1-1 0 0,-1-1 1 0 0,1 1 0 0 0,-1 0 0 0 0,1-1 0 0 0,-1 1-1 0 0,1 0 1 0 0,-1-1 0 0 0,1 1 0 0 0,0 0 0 0 0,-1-1-1 0 0,1 1 1 0 0,-1 0 0 0 0,1 0 0 0 0,0 0 0 0 0,-1 0-1 0 0,1 0 1 0 0,0 0 0 0 0,-1 0 0 0 0,2 0 0 0 0,4-1-2168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4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7367 0 0,'1'4'485'0'0,"1"-1"-1"0"0,-1 1 0 0 0,0 0 0 0 0,0-1 1 0 0,-1 1-1 0 0,1 0 0 0 0,-1 6 0 0 0,2 2 1021 0 0,4 26 233 0 0,2 20-390 0 0,3-1-1 0 0,23 72 1 0 0,-33-125-1253 0 0,1-1 0 0 0,-1 1 0 0 0,1-1 1 0 0,-1 0-1 0 0,1 1 0 0 0,0-1 0 0 0,1 0 0 0 0,-1 0 0 0 0,0 0 0 0 0,1-1 0 0 0,-1 1 0 0 0,1 0 0 0 0,0-1 0 0 0,6 4 0 0 0,-8-6-49 0 0,0 1-1 0 0,0-1 1 0 0,0 1-1 0 0,0-1 1 0 0,0 0-1 0 0,0 0 1 0 0,0 1-1 0 0,0-1 1 0 0,0 0-1 0 0,0 0 1 0 0,1 0-1 0 0,-1 0 1 0 0,0-1-1 0 0,0 1 0 0 0,0 0 1 0 0,0 0-1 0 0,0-1 1 0 0,0 1-1 0 0,2-1 1 0 0,-1-1 9 0 0,0 1 0 0 0,0-1 0 0 0,0 1 1 0 0,0-1-1 0 0,-1 0 0 0 0,1 1 0 0 0,0-1 0 0 0,-1 0 1 0 0,0 0-1 0 0,1 0 0 0 0,-1 0 0 0 0,1-4 1 0 0,6-11 75 0 0,-2 1 0 0 0,-1-1 0 0 0,0 0 1 0 0,5-31-1 0 0,0-71 614 0 0,-8 84-688 0 0,-2 31-178 0 0,0 2-374 0 0,0 0 0 0 0,0 0 0 0 0,0-1 0 0 0,0 1 0 0 0,0 0 0 0 0,1 0-1 0 0,-1 0 1 0 0,1 0 0 0 0,0-1 0 0 0,-1 1 0 0 0,1 0 0 0 0,0 0 0 0 0,3-3 0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4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88 13759 0 0,'6'-1'809'0'0,"-1"1"-1"0"0,1-1 1 0 0,-1 0-1 0 0,0 0 1 0 0,6-3 0 0 0,47-20 2034 0 0,-51 20-2480 0 0,1 1-166 0 0,-3 1-134 0 0,1 0-1 0 0,-1-1 0 0 0,0 0 0 0 0,0 0 0 0 0,0 0 0 0 0,0 0 0 0 0,-1-1 0 0 0,1 0 1 0 0,-1 0-1 0 0,5-5 0 0 0,-9 9-81 0 0,0 0 1 0 0,0 0-1 0 0,0 0 1 0 0,0 0 0 0 0,0-1-1 0 0,1 1 1 0 0,-1 0-1 0 0,0 0 1 0 0,0 0-1 0 0,0-1 1 0 0,0 1-1 0 0,0 0 1 0 0,0 0-1 0 0,0 0 1 0 0,0-1 0 0 0,0 1-1 0 0,0 0 1 0 0,0 0-1 0 0,0 0 1 0 0,0-1-1 0 0,0 1 1 0 0,0 0-1 0 0,0 0 1 0 0,0 0-1 0 0,0-1 1 0 0,0 1 0 0 0,0 0-1 0 0,0 0 1 0 0,0 0-1 0 0,0-1 1 0 0,0 1-1 0 0,0 0 1 0 0,-1 0-1 0 0,1 0 1 0 0,0-1-1 0 0,0 1 1 0 0,0 0 0 0 0,0 0-1 0 0,-1 0 1 0 0,-9-1-611 0 0,-12 6-343 0 0,12 0 824 0 0,-1-1 0 0 0,1 2 0 0 0,0-1 0 0 0,1 2 0 0 0,0-1 0 0 0,0 1 0 0 0,0 0 0 0 0,1 1-1 0 0,0 0 1 0 0,0 1 0 0 0,1-1 0 0 0,0 1 0 0 0,0 1 0 0 0,1-1 0 0 0,1 1 0 0 0,-1 0 0 0 0,2 1 0 0 0,-1-1 0 0 0,1 1 0 0 0,-3 16-1 0 0,3-9 304 0 0,0-1-1 0 0,1 1 0 0 0,1 0 1 0 0,1 0-1 0 0,1 0 0 0 0,0 0 0 0 0,1 0 1 0 0,1 0-1 0 0,1-1 0 0 0,0 1 1 0 0,2-1-1 0 0,8 25 0 0 0,-11-38-81 0 0,-1 0 0 0 0,1 1 0 0 0,0-1 0 0 0,1 0 0 0 0,-1-1 0 0 0,1 1 0 0 0,0 0 0 0 0,0-1 0 0 0,0 1 0 0 0,0-1 0 0 0,0 0 0 0 0,1 0 0 0 0,-1 0 0 0 0,1-1 0 0 0,0 1 0 0 0,0-1 0 0 0,7 3 0 0 0,-8-4-30 0 0,1 0-1 0 0,-1-1 1 0 0,0 1 0 0 0,1-1 0 0 0,-1 0 0 0 0,1 0-1 0 0,-1 0 1 0 0,0 0 0 0 0,1-1 0 0 0,-1 1 0 0 0,0-1 0 0 0,1 0-1 0 0,-1 0 1 0 0,0 0 0 0 0,0-1 0 0 0,0 1 0 0 0,0-1-1 0 0,0 1 1 0 0,0-1 0 0 0,0 0 0 0 0,-1 0 0 0 0,1-1 0 0 0,-1 1-1 0 0,4-4 1 0 0,-4 4-359 0 0,0 0 0 0 0,-1 0-1 0 0,1-1 1 0 0,0 1 0 0 0,-1 0-1 0 0,1-1 1 0 0,-1 0 0 0 0,0 1-1 0 0,0-1 1 0 0,0 0 0 0 0,0 1 0 0 0,0-5-1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 6911 0 0,'-5'-3'11991'0'0,"10"6"-11752"0"0,-1-1 1 0 0,0 0-1 0 0,1 0 1 0 0,-1-1-1 0 0,1 1 1 0 0,0-1-1 0 0,0 0 0 0 0,-1-1 1 0 0,1 1-1 0 0,0-1 1 0 0,0 1-1 0 0,6-2 1 0 0,3 0-1687 0 0,0-1 0 0 0,27-7 0 0 0,-20 2-5092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 32 6911 0 0,'0'-1'40'0'0,"0"-1"-1"0"0,-1 1 0 0 0,1 0 0 0 0,0-1 0 0 0,0 1 0 0 0,-1 0 0 0 0,1 0 1 0 0,-1-1-1 0 0,1 1 0 0 0,-1 0 0 0 0,0 0 0 0 0,0 0 0 0 0,1-1 1 0 0,-1 1-1 0 0,0 0 0 0 0,0 0 0 0 0,0 0 0 0 0,0 0 0 0 0,0 1 0 0 0,0-1 1 0 0,0 0-1 0 0,-2-1 0 0 0,-14-1 4384 0 0,10 2-3464 0 0,0 0 1 0 0,0 1-1 0 0,1 0 0 0 0,-1 1 0 0 0,0-1 0 0 0,-8 3 0 0 0,9-2-577 0 0,1 1-1 0 0,-1 0 0 0 0,1 0 1 0 0,-1 0-1 0 0,1 0 1 0 0,0 1-1 0 0,-6 4 1 0 0,8-4-317 0 0,0-1 1 0 0,0 0 0 0 0,0 1 0 0 0,0 0 0 0 0,1 0 0 0 0,-1-1 0 0 0,1 2 0 0 0,0-1 0 0 0,0 0 0 0 0,0 0 0 0 0,0 1 0 0 0,1-1 0 0 0,-1 1-1 0 0,1-1 1 0 0,0 1 0 0 0,0 0 0 0 0,0-1 0 0 0,1 1 0 0 0,-1 0 0 0 0,1 0 0 0 0,0-1 0 0 0,0 1 0 0 0,0 0 0 0 0,0 0 0 0 0,1 0 0 0 0,1 5-1 0 0,3 6-56 0 0,1 0-1 0 0,0 0 1 0 0,1 0-1 0 0,1-1 1 0 0,0 0-1 0 0,1-1 1 0 0,0 0-1 0 0,21 22 1 0 0,-14-16-4 0 0,0 1-1 0 0,17 30 1 0 0,-32-47-5 0 0,1-1 0 0 0,-1 0 0 0 0,0 1 0 0 0,1-1-1 0 0,-1 1 1 0 0,-1 0 0 0 0,1-1 0 0 0,0 1 0 0 0,-1 0 0 0 0,1 0-1 0 0,-1-1 1 0 0,0 1 0 0 0,0 0 0 0 0,0 0 0 0 0,0-1 0 0 0,0 1 0 0 0,-1 0-1 0 0,1 0 1 0 0,-2 3 0 0 0,0-3 1 0 0,0 0 0 0 0,0 0 0 0 0,0-1 0 0 0,0 1 0 0 0,0-1 0 0 0,-1 1 0 0 0,1-1 0 0 0,-1 0 0 0 0,1 0 0 0 0,-1 0-1 0 0,0 0 1 0 0,0-1 0 0 0,0 1 0 0 0,0-1 0 0 0,-6 3 0 0 0,-8 2 83 0 0,-36 9 0 0 0,46-14-62 0 0,0 1 0 0 0,0-2 0 0 0,0 1 1 0 0,0-1-1 0 0,0 0 0 0 0,-1 0 1 0 0,1-1-1 0 0,-9-1 0 0 0,15 2-42 0 0,1 0 1 0 0,0 0-1 0 0,0 0 0 0 0,0 0 0 0 0,-1 0 0 0 0,1-1 1 0 0,0 1-1 0 0,0 0 0 0 0,0 0 0 0 0,-1 0 0 0 0,1 0 1 0 0,0 0-1 0 0,0 0 0 0 0,0 0 0 0 0,-1 0 1 0 0,1-1-1 0 0,0 1 0 0 0,0 0 0 0 0,0 0 0 0 0,0 0 1 0 0,-1 0-1 0 0,1-1 0 0 0,0 1 0 0 0,0 0 0 0 0,0 0 1 0 0,0 0-1 0 0,0-1 0 0 0,0 1 0 0 0,0 0 0 0 0,0 0 1 0 0,0 0-1 0 0,0-1 0 0 0,-1 1 0 0 0,1 0 1 0 0,0 0-1 0 0,0-1 0 0 0,0 1 0 0 0,0 0 0 0 0,1 0 1 0 0,-1-1-1 0 0,0 1 0 0 0,0 0 0 0 0,0 0 0 0 0,0 0 1 0 0,0-1-1 0 0,0 1 0 0 0,0 0 0 0 0,0 0 1 0 0,0 0-1 0 0,0-1 0 0 0,1 1 0 0 0,-1 0 0 0 0,0 0 1 0 0,0 0-1 0 0,0 0 0 0 0,0-1 0 0 0,1 1 0 0 0,-1 0 1 0 0,0 0-1 0 0,14-11-3300 0 0,-11 9 2293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 9215 0 0,'0'0'-15'0'0,"14"-16"2408"0"0,-13 16-2174 0 0,11 6 4814 0 0,-12-6-4814 0 0,0 1 0 0 0,0-1 0 0 0,1 1 0 0 0,-1 0 0 0 0,0-1 0 0 0,0 1-1 0 0,0-1 1 0 0,1 2 0 0 0,5 13 269 0 0,0 1-1 0 0,-2 0 1 0 0,1 0-1 0 0,-2 1 1 0 0,0-1-1 0 0,-1 1 1 0 0,0 20-1 0 0,5 33-1728 0 0,-5-62-101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7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 7831 0 0,'6'-11'7285'0'0,"-5"11"-7025"0"0,20-9 3539 0 0,25-1-907 0 0,-27 9-2099 0 0,0 1 0 0 0,35 4 0 0 0,6 7-2317 0 0,-47-9 657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05.8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 19751 0 0,'-5'8'872'0'0,"0"-2"184"0"0,2 0-840 0 0,2-3-216 0 0,-2 3 2216 0 0,0-5-992 0 0,0 2 8 0 0,2-1-608 0 0,-2-2-120 0 0,1-2-24 0 0,2-2-8 0 0,2-2-1632 0 0,1-3-328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0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1 217 1375 0 0,'2'1'270'0'0,"0"-1"-1"0"0,-1 1 1 0 0,1-1-1 0 0,0 1 0 0 0,0-1 1 0 0,-1 1-1 0 0,1 0 0 0 0,-1 0 1 0 0,1 0-1 0 0,-1 0 1 0 0,1 0-1 0 0,-1 0 0 0 0,1 1 1 0 0,-1-1-1 0 0,0 0 0 0 0,2 3 1 0 0,21 30 614 0 0,-15-20-224 0 0,11 13-296 0 0,2 0 0 0 0,0-1 0 0 0,1-1 0 0 0,2-1 0 0 0,1-2 0 0 0,0 0-1 0 0,2-2 1 0 0,0-1 0 0 0,49 25 0 0 0,-32-24-97 0 0,0-2-1 0 0,1-2 1 0 0,1-2 0 0 0,81 13-1 0 0,-110-24-225 0 0,170 29 212 0 0,208 8 0 0 0,-205-31-197 0 0,145 3 16 0 0,281-33 200 0 0,-401 6-196 0 0,73-7 37 0 0,-17 2-50 0 0,-104 10-51 0 0,23-13 126 0 0,2 0 65 0 0,-99 15-51 0 0,143-31 0 0 0,29-5 84 0 0,0-1-61 0 0,-46-2-124 0 0,280-74 87 0 0,-319 69-88 0 0,62-20 28 0 0,-116 24-59 0 0,102-32 26 0 0,-183 65 165 0 0,-28 9-486 0 0,-1 1 1 0 0,1 0 0 0 0,29-3-1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1.6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56 5383 0 0,'-16'-13'78'0'0,"-41"-26"3859"0"0,57 39-3913 0 0,0-1-1 0 0,0 1 1 0 0,0 0-1 0 0,0 0 1 0 0,-1 0-1 0 0,1-1 1 0 0,0 1-1 0 0,0 0 1 0 0,0 0-1 0 0,-1 0 1 0 0,1-1-1 0 0,0 1 1 0 0,0 0-1 0 0,-1 0 1 0 0,1 0-1 0 0,0 0 1 0 0,0 0-1 0 0,-1 0 1 0 0,1 0 0 0 0,0 0-1 0 0,0 0 1 0 0,-1 0-1 0 0,1 0 1 0 0,0 0-1 0 0,0 0 1 0 0,-1 0-1 0 0,1 0 1 0 0,0 0-1 0 0,0 0 1 0 0,-1 0-1 0 0,1 0 1 0 0,0 0-1 0 0,0 0 1 0 0,-1 0-1 0 0,1 0 1 0 0,0 0-1 0 0,0 1 1 0 0,-1-1-1 0 0,1 0 1 0 0,0 0 0 0 0,0 0-1 0 0,0 0 1 0 0,-1 1-1 0 0,1-1 1 0 0,4 14 199 0 0,14 16-209 0 0,-11-23 41 0 0,0 0 0 0 0,1-1 0 0 0,0 0 0 0 0,0 0 0 0 0,0-1 0 0 0,0 0 0 0 0,1 0-1 0 0,0-1 1 0 0,0 0 0 0 0,0 0 0 0 0,19 3 0 0 0,-1-1 181 0 0,-1-1-1 0 0,1-2 1 0 0,31 1-1 0 0,117-11 787 0 0,-27 0-774 0 0,83 7-43 0 0,-230 0-254 0 0,0 0 0 0 0,1 0 1 0 0,-1 1-1 0 0,0-1 0 0 0,0 0 0 0 0,0 0 0 0 0,0 0 1 0 0,1-1-1 0 0,-1 1 0 0 0,0 0 0 0 0,0 0 1 0 0,0-1-1 0 0,0 1 0 0 0,0 0 0 0 0,0-1 0 0 0,0 1 1 0 0,0-1-1 0 0,0 0 0 0 0,0 1 0 0 0,0-1 1 0 0,0 0-1 0 0,0 1 0 0 0,0-1 0 0 0,-1 0 0 0 0,1 0 1 0 0,0 0-1 0 0,0 0 0 0 0,-1 0 0 0 0,1 0 0 0 0,-1 0 1 0 0,1 0-1 0 0,-1 0 0 0 0,1-2 0 0 0,-1 2-112 0 0,0 0 0 0 0,-1-1 0 0 0,1 1 0 0 0,-1 0 0 0 0,1-1 0 0 0,-1 1 0 0 0,1 0 0 0 0,-1 0 0 0 0,0 0 0 0 0,0-1 0 0 0,1 1 0 0 0,-1 0 0 0 0,0 0 0 0 0,0 0 0 0 0,0 0 0 0 0,0 0 0 0 0,0 1 0 0 0,-1-1-1 0 0,1 0 1 0 0,0 0 0 0 0,0 1 0 0 0,0-1 0 0 0,-1 1 0 0 0,1-1 0 0 0,0 1 0 0 0,-1-1 0 0 0,-1 1 0 0 0,-1-1 319 0 0,1 1 0 0 0,0-1-1 0 0,-1 1 1 0 0,1 0 0 0 0,-1 0 0 0 0,1 1 0 0 0,0-1-1 0 0,-1 1 1 0 0,1-1 0 0 0,0 1 0 0 0,0 0-1 0 0,0 0 1 0 0,-1 1 0 0 0,-3 1 0 0 0,-46 30 1513 0 0,32-18-1173 0 0,-169 120 1384 0 0,164-113-1756 0 0,0 1-1 0 0,2 1 1 0 0,0 1 0 0 0,-34 50 0 0 0,50-63-112 0 0,1 0 0 0 0,-8 19 0 0 0,13-26-36 0 0,0-1 0 0 0,1 1 0 0 0,-1-1 1 0 0,1 1-1 0 0,0 0 0 0 0,1-1 0 0 0,-1 1 1 0 0,1 0-1 0 0,0 0 0 0 0,1 8 0 0 0,3 2-302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3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218 79 1839 0 0,'0'-3'517'0'0,"-1"-1"0"0"0,1 1-1 0 0,-1-1 1 0 0,1 1 0 0 0,-1-1-1 0 0,0 1 1 0 0,0 0 0 0 0,-1-1-1 0 0,1 1 1 0 0,-1 0 0 0 0,1 0-1 0 0,-1 0 1 0 0,0 0 0 0 0,0 0-1 0 0,0 0 1 0 0,-4-2-1 0 0,4 3-457 0 0,0 0-1 0 0,0 0 1 0 0,-1 0-1 0 0,1 0 1 0 0,-1 1-1 0 0,1-1 0 0 0,-1 1 1 0 0,1-1-1 0 0,-1 1 1 0 0,0 0-1 0 0,0 0 1 0 0,0 1-1 0 0,0-1 0 0 0,0 0 1 0 0,1 1-1 0 0,-1 0 1 0 0,0 0-1 0 0,0 0 1 0 0,0 0-1 0 0,0 0 0 0 0,0 0 1 0 0,0 1-1 0 0,0-1 1 0 0,0 1-1 0 0,0 0 1 0 0,0 0-1 0 0,1 0 0 0 0,-1 0 1 0 0,-4 3-1 0 0,0 2 33 0 0,-1 0 0 0 0,1 0-1 0 0,0 1 1 0 0,0 0-1 0 0,1 1 1 0 0,0-1 0 0 0,0 1-1 0 0,1 0 1 0 0,0 0 0 0 0,-4 11-1 0 0,3-7 218 0 0,0 1 0 0 0,1 0 0 0 0,1 1 0 0 0,0-1 0 0 0,1 1-1 0 0,-2 18 1 0 0,5-27-210 0 0,0-1-1 0 0,-1 0 1 0 0,2 0-1 0 0,-1 0 1 0 0,0 0-1 0 0,1 0 1 0 0,0 0-1 0 0,0 0 1 0 0,0 0-1 0 0,0 0 1 0 0,1 0 0 0 0,-1 0-1 0 0,1-1 1 0 0,0 1-1 0 0,0-1 1 0 0,0 1-1 0 0,1-1 1 0 0,-1 0-1 0 0,1 0 1 0 0,0 0-1 0 0,0 0 1 0 0,0 0-1 0 0,5 3 1 0 0,-2-2-9 0 0,0-1 0 0 0,0 0 0 0 0,0-1 1 0 0,1 1-1 0 0,-1-1 0 0 0,1-1 0 0 0,0 1 0 0 0,-1-1 1 0 0,1 0-1 0 0,0 0 0 0 0,0-1 0 0 0,0 0 0 0 0,8-1 1 0 0,47-11 217 0 0,-44 7-522 0 0,31-4 0 0 0,-43 9-399 0 0,-1-1 0 0 0,1 1 0 0 0,-1 1 0 0 0,1-1 0 0 0,8 3 0 0 0,-9-2-1441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3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85 5063 0 0,'-2'4'575'0'0,"1"1"-1"0"0,0-1 0 0 0,0 1 0 0 0,1 0 0 0 0,0 0 0 0 0,-1-1 1 0 0,1 1-1 0 0,1 0 0 0 0,-1-1 0 0 0,1 1 0 0 0,2 8 0 0 0,-1-6-229 0 0,0-1 0 0 0,1 0 0 0 0,0 0-1 0 0,0 0 1 0 0,0 0 0 0 0,1 0 0 0 0,0-1-1 0 0,5 6 1 0 0,-5-6-169 0 0,0-1 1 0 0,1 1-1 0 0,0-1 1 0 0,-1 0-1 0 0,2 0 0 0 0,-1 0 1 0 0,0-1-1 0 0,1 0 0 0 0,0 0 1 0 0,-1 0-1 0 0,1-1 1 0 0,0 0-1 0 0,1 0 0 0 0,-1 0 1 0 0,0-1-1 0 0,0 0 0 0 0,1 0 1 0 0,10 0-1 0 0,-8-3-120 0 0,0 1 1 0 0,0-2-1 0 0,-1 1 0 0 0,1-1 0 0 0,-1-1 1 0 0,0 1-1 0 0,0-1 0 0 0,0-1 0 0 0,0 1 1 0 0,-1-1-1 0 0,0-1 0 0 0,0 1 0 0 0,0-1 1 0 0,-1-1-1 0 0,11-12 0 0 0,-14 14-18 0 0,0 1-1 0 0,0 0 1 0 0,0 0-1 0 0,-1-1 1 0 0,0 0-1 0 0,0 1 1 0 0,0-1-1 0 0,-1 0 1 0 0,1 0-1 0 0,-1 0 1 0 0,0 0-1 0 0,0-9 1 0 0,-1 10-27 0 0,0 0 1 0 0,-1 0 0 0 0,0 0 0 0 0,0 0 0 0 0,0 0 0 0 0,0 0-1 0 0,0 0 1 0 0,-1 0 0 0 0,0 1 0 0 0,0-1 0 0 0,0 0-1 0 0,0 1 1 0 0,0 0 0 0 0,-1-1 0 0 0,0 1 0 0 0,1 0-1 0 0,-7-4 1 0 0,4 2-10 0 0,-1 0-1 0 0,0 1 0 0 0,-1 0 1 0 0,1 0-1 0 0,-1 1 0 0 0,1 0 1 0 0,-1 0-1 0 0,0 0 0 0 0,0 1 1 0 0,-1 0-1 0 0,1 0 0 0 0,0 1 1 0 0,-1 0-1 0 0,1 0 0 0 0,-1 1 1 0 0,1 0-1 0 0,-1 0 0 0 0,1 1 1 0 0,0 0-1 0 0,-1 0 0 0 0,1 1 1 0 0,0 0-1 0 0,0 0 0 0 0,0 1 1 0 0,0-1-1 0 0,0 2 0 0 0,0-1 1 0 0,1 1-1 0 0,-1 0 0 0 0,1 0 1 0 0,0 1-1 0 0,1-1 0 0 0,-1 1 1 0 0,1 1-1 0 0,0-1 0 0 0,-5 7 1 0 0,9-11-2 0 0,0 1 0 0 0,0 0 0 0 0,-1-1 0 0 0,1 1 0 0 0,0 0 0 0 0,1 0 0 0 0,-1 0 0 0 0,0 0 0 0 0,0 0 0 0 0,1-1 0 0 0,-1 1 0 0 0,1 0 0 0 0,0 0 0 0 0,0 1 0 0 0,-1-1 0 0 0,1 0 0 0 0,0 0 0 0 0,1 0 0 0 0,-1 0 0 0 0,0 0 0 0 0,1 0 1 0 0,-1 0-1 0 0,1 0 0 0 0,-1 0 0 0 0,1-1 0 0 0,0 1 0 0 0,0 0 0 0 0,0 0 0 0 0,0 0 0 0 0,0-1 0 0 0,0 1 0 0 0,1 0 0 0 0,-1-1 0 0 0,0 0 0 0 0,1 1 0 0 0,-1-1 0 0 0,1 0 0 0 0,0 1 0 0 0,-1-1 0 0 0,3 1 0 0 0,2 1-235 0 0,-1 0 0 0 0,1 0 1 0 0,0 0-1 0 0,0-1 0 0 0,7 3 0 0 0,29 2-5259 0 0,-18-7-174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4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4607 0 0,'3'0'-229'0'0,"-2"0"458"0"0,0 0 0 0 0,-1 0 0 0 0,1-1 0 0 0,0 1 0 0 0,-1 1 0 0 0,1-1 0 0 0,0 0 0 0 0,0 0 0 0 0,-1 0 0 0 0,1 0 0 0 0,0 0 0 0 0,-1 1 0 0 0,1-1 0 0 0,0 0 0 0 0,-1 1 0 0 0,1-1 0 0 0,0 0 0 0 0,-1 1 0 0 0,1-1 0 0 0,0 1 0 0 0,0 0 229 0 0,-1-1-229 0 0,1 1 0 0 0,-1-1 0 0 0,0 1 0 0 0,1 0 0 0 0,-1-1 0 0 0,1 1 0 0 0,-1 0 0 0 0,0-1 0 0 0,0 1 0 0 0,1 0 0 0 0,-1 0 0 0 0,6 14 308 0 0,-1 0 0 0 0,0 0 1 0 0,-1 0-1 0 0,-1 1 0 0 0,0-1 1 0 0,-2 1-1 0 0,1 0 0 0 0,-2 0 1 0 0,0 0-1 0 0,-3 21 0 0 0,16-120 378 0 0,-5 49-876 0 0,7-26 14 0 0,-13 56-51 0 0,-1 0 0 0 0,1 0 0 0 0,-1 1 0 0 0,1-1 0 0 0,0 1 0 0 0,1-1 0 0 0,-1 1 0 0 0,1 0 0 0 0,-1 0-1 0 0,1 0 1 0 0,0 0 0 0 0,4-3 0 0 0,-6 6-6 0 0,0-1 0 0 0,1 1 0 0 0,-1 0 1 0 0,0-1-1 0 0,0 1 0 0 0,1 0 0 0 0,-1 0 0 0 0,0 0 0 0 0,1 0 0 0 0,-1 0 0 0 0,0 0 0 0 0,0 0 0 0 0,1 0 1 0 0,-1 0-1 0 0,0 1 0 0 0,1-1 0 0 0,-1 0 0 0 0,0 1 0 0 0,0-1 0 0 0,0 1 0 0 0,1 0 0 0 0,-1-1 0 0 0,0 1 1 0 0,0 0-1 0 0,0-1 0 0 0,0 1 0 0 0,1 1 0 0 0,25 28-92 0 0,-19-18 59 0 0,0 0 0 0 0,9 24 0 0 0,-14-27 39 0 0,1-1 0 0 0,0 1 1 0 0,0-1-1 0 0,0 0 0 0 0,1-1 1 0 0,1 1-1 0 0,-1-1 1 0 0,1 0-1 0 0,0 0 0 0 0,8 5 1 0 0,-13-10 8 0 0,1-1 0 0 0,-1 0 1 0 0,1 0-1 0 0,0 0 1 0 0,0 0-1 0 0,-1 0 1 0 0,1 0-1 0 0,0-1 0 0 0,0 1 1 0 0,0 0-1 0 0,0-1 1 0 0,0 0-1 0 0,0 1 1 0 0,0-1-1 0 0,0 0 0 0 0,0 0 1 0 0,0 0-1 0 0,0 0 1 0 0,0-1-1 0 0,0 1 1 0 0,0 0-1 0 0,0-1 0 0 0,0 1 1 0 0,0-1-1 0 0,-1 0 1 0 0,1 0-1 0 0,0 0 1 0 0,0 0-1 0 0,-1 0 1 0 0,1 0-1 0 0,0 0 0 0 0,-1 0 1 0 0,1-1-1 0 0,-1 1 1 0 0,1-1-1 0 0,-1 1 1 0 0,0-1-1 0 0,0 1 0 0 0,2-3 1 0 0,1-3 32 0 0,-1 0 0 0 0,1 0 0 0 0,-1 0 0 0 0,0 0 1 0 0,-1 0-1 0 0,0-1 0 0 0,0 1 0 0 0,0-1 0 0 0,0-8 0 0 0,-2 7-32 0 0,-1 0 1 0 0,0 0-1 0 0,-1 0 0 0 0,0 0 1 0 0,0 0-1 0 0,-1 0 0 0 0,0 1 0 0 0,-1-1 1 0 0,1 1-1 0 0,-8-11 0 0 0,8 13-11 0 0,0 0-28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4.6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2303 0 0,'0'12'9297'0'0,"0"11"-5368"0"0,0 32-2355 0 0,2-7-683 0 0,-2-27-694 0 0,1 0 0 0 0,1 0 0 0 0,1 1 0 0 0,0-1 0 0 0,2-1 0 0 0,9 28 0 0 0,-13-47-209 0 0,-1 0 0 0 0,0 0 0 0 0,1 0 0 0 0,-1 0 0 0 0,1 0 0 0 0,-1 0 0 0 0,1 0 0 0 0,0 0 0 0 0,0 0 0 0 0,-1 0 1 0 0,1 0-1 0 0,0-1 0 0 0,0 1 0 0 0,0 0 0 0 0,0-1 0 0 0,-1 1 0 0 0,1 0 0 0 0,0-1 0 0 0,0 1 0 0 0,1-1 1 0 0,-1 1-1 0 0,0-1 0 0 0,0 0 0 0 0,0 0 0 0 0,0 1 0 0 0,0-1 0 0 0,0 0 0 0 0,0 0 0 0 0,0 0 0 0 0,1 0 0 0 0,1 0 1 0 0,-1-1-279 0 0,0 0 1 0 0,0 0 0 0 0,1 1 0 0 0,-1-1-1 0 0,0-1 1 0 0,0 1 0 0 0,0 0-1 0 0,0 0 1 0 0,0-1 0 0 0,-1 1 0 0 0,1-1-1 0 0,0 0 1 0 0,-1 1 0 0 0,3-4 0 0 0,4-7-5213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4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57 6447 0 0,'0'-1'308'0'0,"-1"0"-1"0"0,1 0 1 0 0,-1 0-1 0 0,1 0 1 0 0,0 0-1 0 0,-1 0 1 0 0,1 0-1 0 0,0 0 1 0 0,0 0-1 0 0,-1 0 1 0 0,1 0-1 0 0,0 0 1 0 0,0-1-1 0 0,1 1 1 0 0,-1 0-1 0 0,0 0 1 0 0,0 0-1 0 0,0 0 1 0 0,1 0-1 0 0,-1 0 1 0 0,0 0-1 0 0,1 0 1 0 0,-1 0-1 0 0,1 0 1 0 0,1-1-1 0 0,-1 0 22 0 0,1 0 0 0 0,0 0-1 0 0,0 0 1 0 0,0 1 0 0 0,0-1 0 0 0,1 1-1 0 0,-1 0 1 0 0,0 0 0 0 0,1-1-1 0 0,3 0 1 0 0,2-1 12 0 0,1 1 0 0 0,-1 0 0 0 0,1 1 0 0 0,-1 0 0 0 0,1 0 0 0 0,9 1 0 0 0,-5 0-179 0 0,35 4 398 0 0,-46-3-668 0 0,1-1-1 0 0,-1 0 0 0 0,1 1 1 0 0,-1 0-1 0 0,0 0 1 0 0,1-1-1 0 0,-1 1 0 0 0,0 1 1 0 0,0-1-1 0 0,0 0 1 0 0,0 0-1 0 0,0 1 1 0 0,0-1-1 0 0,0 1 0 0 0,2 2 1 0 0,-2 2-1385 0 0,-2 1-69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5.0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11199 0 0,'3'3'458'0'0,"1"-1"0"0"0,-1 0 0 0 0,1 0 0 0 0,0-1 0 0 0,-1 1 0 0 0,1-1 0 0 0,0 0 1 0 0,0 1-1 0 0,0-2 0 0 0,0 1 0 0 0,7 0 0 0 0,-1 0-127 0 0,0-1 0 0 0,-1 0 0 0 0,1 0 0 0 0,11-2 0 0 0,-14 0-527 0 0,24-4 712 0 0,-11-1-5733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5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 10591 0 0,'-1'3'471'0'0,"0"0"-1"0"0,1 0 0 0 0,-1 0 1 0 0,1 1-1 0 0,-1-1 0 0 0,1 0 1 0 0,0 6-1 0 0,0 4 515 0 0,-8 34 352 0 0,-5 40 358 0 0,12-75-1568 0 0,1-1 0 0 0,0 0 0 0 0,0 1 0 0 0,1-1 1 0 0,4 17-1 0 0,-5-26-163 0 0,1 0 1 0 0,0 1-1 0 0,0-1 1 0 0,0 0-1 0 0,0 0 1 0 0,0 0-1 0 0,0 0 1 0 0,0 0-1 0 0,1 0 1 0 0,-1 0-1 0 0,3 3 1 0 0,9 2-5247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5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1 185 9583 0 0,'9'12'642'0'0,"0"0"0"0"0,-1 0 1 0 0,0 1-1 0 0,-1 0 0 0 0,0 1 0 0 0,-1-1 0 0 0,6 23 0 0 0,0-4 29 0 0,-4-12-266 0 0,-5-11-90 0 0,0 0 0 0 0,1-1-1 0 0,6 12 1 0 0,-13-27-245 0 0,0-1 0 0 0,0 0-1 0 0,1 0 1 0 0,1 0 0 0 0,-2-9 0 0 0,0 2-11 0 0,1 6-79 0 0,-6-29-93 0 0,-5-75 0 0 0,13 102 124 0 0,0-1 1 0 0,0 1-1 0 0,1 0 0 0 0,1 0 0 0 0,-1-1 1 0 0,2 1-1 0 0,0 1 0 0 0,0-1 0 0 0,1 0 0 0 0,0 1 1 0 0,9-15-1 0 0,-12 23 0 0 0,0 0 0 0 0,0 0 0 0 0,0 1 0 0 0,0-1 0 0 0,0 0 0 0 0,1 0 0 0 0,-1 1 0 0 0,1-1 0 0 0,-1 1 0 0 0,1-1 0 0 0,0 1 0 0 0,-1 0 0 0 0,1-1 0 0 0,0 1 0 0 0,0 0 0 0 0,0 0 0 0 0,0 0 0 0 0,0 1 0 0 0,0-1 0 0 0,0 0 0 0 0,0 1 0 0 0,0-1 0 0 0,0 1 0 0 0,0 0 0 0 0,1 0 1 0 0,-1 0-1 0 0,0 0 0 0 0,0 0 0 0 0,0 0 0 0 0,0 0 0 0 0,0 1 0 0 0,1-1 0 0 0,1 2 0 0 0,1 0 5 0 0,-1 1 0 0 0,0-1 0 0 0,0 1 0 0 0,-1 0 1 0 0,1 0-1 0 0,0 0 0 0 0,-1 0 0 0 0,0 1 0 0 0,0-1 0 0 0,0 1 1 0 0,0 0-1 0 0,-1 0 0 0 0,1 0 0 0 0,2 7 0 0 0,-1-2 4 0 0,-1 1 1 0 0,0 0-1 0 0,0 0 0 0 0,-1 0 0 0 0,0 0 0 0 0,-1 0 0 0 0,0 1 1 0 0,-1-1-1 0 0,-1 19 0 0 0,1-24-42 0 0,-1 0 0 0 0,1 0 0 0 0,-1-1 0 0 0,0 1 0 0 0,-1 0 0 0 0,1 0 0 0 0,-1-1 0 0 0,0 1 0 0 0,0-1 0 0 0,-1 1 0 0 0,1-1 0 0 0,-1 0 0 0 0,0 0 0 0 0,0 0 0 0 0,0 0 0 0 0,0-1 0 0 0,-1 1 0 0 0,0-1 0 0 0,1 0 0 0 0,-1 0 0 0 0,-1 0 0 0 0,-5 3 0 0 0,-6-3 129 0 0,28-5 906 0 0,18 3-549 0 0,-1 2-1 0 0,0 1 1 0 0,44 13-1 0 0,-20-5-1465 0 0,-43-10-96 0 0,2-1-56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6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0 12007 0 0,'-1'1'64'0'0,"0"-1"0"0"0,1 1 0 0 0,-1-1 1 0 0,1 1-1 0 0,-1 0 0 0 0,1-1 0 0 0,-1 1 0 0 0,1 0 0 0 0,-1-1 0 0 0,1 1 0 0 0,-1 0 0 0 0,1-1 0 0 0,0 1 0 0 0,-1 0 0 0 0,1 0 0 0 0,0 0 0 0 0,0-1 0 0 0,0 1 0 0 0,-1 0 0 0 0,1 0 0 0 0,0 1 0 0 0,0 25 436 0 0,0-17 234 0 0,-11 99 2007 0 0,6-72-1510 0 0,1 0 0 0 0,2 56 1 0 0,2-92-1215 0 0,0 0 1 0 0,0 0-1 0 0,0 0 1 0 0,0-1-1 0 0,0 1 1 0 0,0 0-1 0 0,0 0 1 0 0,1 0-1 0 0,-1 0 1 0 0,0 0-1 0 0,0-1 1 0 0,1 1-1 0 0,-1 0 1 0 0,0 0-1 0 0,1 0 1 0 0,-1-1-1 0 0,1 1 1 0 0,-1 0-1 0 0,1-1 1 0 0,-1 1-1 0 0,2 0 1 0 0,-2-1-15 0 0,1 0 1 0 0,-1 0 0 0 0,1 0 0 0 0,-1 0-1 0 0,1 0 1 0 0,0-1 0 0 0,-1 1 0 0 0,1 0-1 0 0,-1 0 1 0 0,1-1 0 0 0,-1 1 0 0 0,0 0 0 0 0,1-1-1 0 0,-1 1 1 0 0,1 0 0 0 0,-1-1 0 0 0,1 1-1 0 0,-1-1 1 0 0,0 1 0 0 0,1-1 0 0 0,-1 1-1 0 0,1-1 1 0 0,18-36-433 0 0,-15 22-42 0 0,0-1 0 0 0,-1 0-1 0 0,0 0 1 0 0,-1 0 0 0 0,-1 0-1 0 0,-2-30 1 0 0,1 21-39 0 0,4-41-1 0 0,-4 66 520 0 0,0 0 0 0 0,0 0 0 0 0,0-1 0 0 0,0 1-1 0 0,0 0 1 0 0,0 0 0 0 0,0-1 0 0 0,0 1 0 0 0,0 0 0 0 0,0 0-1 0 0,0 0 1 0 0,0-1 0 0 0,0 1 0 0 0,0 0 0 0 0,0 0-1 0 0,1-1 1 0 0,-1 1 0 0 0,0 0 0 0 0,0 0 0 0 0,0 0 0 0 0,0-1-1 0 0,0 1 1 0 0,1 0 0 0 0,-1 0 0 0 0,0 0 0 0 0,0 0 0 0 0,0 0-1 0 0,0-1 1 0 0,1 1 0 0 0,-1 0 0 0 0,0 0 0 0 0,0 0 0 0 0,1 0-1 0 0,-1 0 1 0 0,0 0 0 0 0,0 0 0 0 0,0 0 0 0 0,1 0 0 0 0,-1 0-1 0 0,0 0 1 0 0,1 0 0 0 0,9 8 473 0 0,12 24 543 0 0,-19-27-785 0 0,1 1-68 0 0,-1 0 0 0 0,1-1 0 0 0,1 0 0 0 0,-1 0 0 0 0,1 0 0 0 0,0 0 0 0 0,0-1 0 0 0,11 8 0 0 0,-13-10-136 0 0,0-1 0 0 0,0 0 1 0 0,0 1-1 0 0,1-1 0 0 0,-1 0 1 0 0,1-1-1 0 0,-1 1 0 0 0,0-1 1 0 0,1 1-1 0 0,-1-1 0 0 0,1 0 1 0 0,-1 0-1 0 0,1 0 0 0 0,-1-1 1 0 0,1 1-1 0 0,-1-1 0 0 0,0 0 1 0 0,1 0-1 0 0,3-2 0 0 0,11-6 12 0 0,0 0-1 0 0,-1-1 1 0 0,0-1-1 0 0,-1-1 1 0 0,25-22-1 0 0,-7 6-52 0 0,-34 27 7 0 0,0 1-1 0 0,1 0 1 0 0,-1 0-1 0 0,0-1 1 0 0,0 1-1 0 0,0 0 1 0 0,1 0-1 0 0,-1 0 1 0 0,0-1-1 0 0,0 1 1 0 0,1 0-1 0 0,-1 0 1 0 0,0 0-1 0 0,0 0 0 0 0,1 0 1 0 0,-1 0-1 0 0,0-1 1 0 0,0 1-1 0 0,1 0 1 0 0,-1 0-1 0 0,0 0 1 0 0,1 0-1 0 0,-1 0 1 0 0,0 0-1 0 0,0 0 1 0 0,1 0-1 0 0,-1 0 1 0 0,0 0-1 0 0,1 0 1 0 0,-1 0-1 0 0,0 1 1 0 0,0-1-1 0 0,1 0 1 0 0,-1 0-1 0 0,0 0 1 0 0,1 0-1 0 0,-1 0 1 0 0,0 1-1 0 0,2 12 123 0 0,-8 23 146 0 0,5-33-239 0 0,-7 30 501 0 0,1-8 75 0 0,2 0-1 0 0,-3 31 1 0 0,7-50-644 0 0,1 0 0 0 0,0 0-1 0 0,0 0 1 0 0,1-1 0 0 0,-1 1 0 0 0,1 0 0 0 0,0 0 0 0 0,1 0-1 0 0,-1 0 1 0 0,1-1 0 0 0,1 1 0 0 0,-1-1 0 0 0,1 1 0 0 0,6 9-1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8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15 4143 0 0,'-1'-14'4858'0'0,"2"20"-2347"0"0,0-4-2384 0 0,7 37 1027 0 0,-3-1-1 0 0,0 1 1 0 0,-2 62-1 0 0,-2-51-535 0 0,0-30-463 0 0,-1 0 0 0 0,0-1 0 0 0,-2 1 0 0 0,0 0 0 0 0,-7 25 0 0 0,9-44-151 0 0,-1 0 0 0 0,1 0 0 0 0,0 0 0 0 0,0 0 1 0 0,-1 0-1 0 0,1 0 0 0 0,-1 0 0 0 0,1 0 0 0 0,-1 0 1 0 0,0 0-1 0 0,1 0 0 0 0,-1 0 0 0 0,0 0 1 0 0,0-1-1 0 0,1 1 0 0 0,-1 0 0 0 0,0 0 0 0 0,0-1 1 0 0,0 1-1 0 0,0-1 0 0 0,0 1 0 0 0,0-1 0 0 0,0 1 1 0 0,0-1-1 0 0,0 0 0 0 0,0 1 0 0 0,0-1 1 0 0,-2 0-1 0 0,1 0 14 0 0,0 0 1 0 0,0-1-1 0 0,-1 1 1 0 0,1-1-1 0 0,0 0 1 0 0,0 0-1 0 0,0 1 1 0 0,0-2-1 0 0,0 1 0 0 0,0 0 1 0 0,0 0-1 0 0,-3-3 1 0 0,-1-1 23 0 0,0-1 1 0 0,0 1 0 0 0,1-1-1 0 0,0 0 1 0 0,0-1-1 0 0,0 1 1 0 0,-4-10-1 0 0,9 16-40 0 0,0 0-1 0 0,0 0 1 0 0,0-1-1 0 0,0 1 1 0 0,-1 0-1 0 0,1 0 1 0 0,0-1-1 0 0,0 1 1 0 0,0 0 0 0 0,0 0-1 0 0,0-1 1 0 0,0 1-1 0 0,0 0 1 0 0,0-1-1 0 0,0 1 1 0 0,0 0-1 0 0,0 0 1 0 0,0-1-1 0 0,0 1 1 0 0,0 0-1 0 0,1-1 1 0 0,-1 1 0 0 0,0 0-1 0 0,0 0 1 0 0,0-1-1 0 0,0 1 1 0 0,0 0-1 0 0,1 0 1 0 0,-1 0-1 0 0,0-1 1 0 0,0 1-1 0 0,0 0 1 0 0,1 0-1 0 0,-1 0 1 0 0,0-1-1 0 0,0 1 1 0 0,1 0 0 0 0,13-2 130 0 0,15 6 106 0 0,-28-4-235 0 0,31 6 149 0 0,0 2 197 0 0,40 2 1 0 0,-63-9-493 0 0,0-1 0 0 0,0 0 1 0 0,0 0-1 0 0,0-1 0 0 0,0 0 1 0 0,0 0-1 0 0,-1-1 0 0 0,1-1 1 0 0,12-4-1 0 0,-10 0-2761 0 0,-6 2 1216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9.0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65 6911 0 0,'0'0'239'0'0,"-1"-1"0"0"0,0 0-1 0 0,1 0 1 0 0,-1 0-1 0 0,1 0 1 0 0,-1 0 0 0 0,1 0-1 0 0,-1 1 1 0 0,1-1-1 0 0,0 0 1 0 0,-1 0-1 0 0,1 0 1 0 0,0-1 0 0 0,0 1-1 0 0,0 0 1 0 0,0 0-1 0 0,0 0 1 0 0,0 0 0 0 0,0 0-1 0 0,0 0 1 0 0,0 0-1 0 0,0 0 1 0 0,1 0 0 0 0,-1 0-1 0 0,0 0 1 0 0,1 0-1 0 0,-1 0 1 0 0,1 0-1 0 0,-1 0 1 0 0,1 1 0 0 0,-1-1-1 0 0,1 0 1 0 0,-1 0-1 0 0,1 0 1 0 0,1-1 0 0 0,0 0 0 0 0,1 0 0 0 0,-1-1 1 0 0,0 1-1 0 0,1 0 0 0 0,0 0 1 0 0,-1 1-1 0 0,1-1 0 0 0,0 0 1 0 0,6-1-1 0 0,0 0-30 0 0,0 1 1 0 0,0 1-1 0 0,0 0 0 0 0,1 0 1 0 0,-1 1-1 0 0,0 0 0 0 0,18 2 1 0 0,-6 2-1459 0 0,-1 1 1 0 0,28 11-1 0 0,-37-12-375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9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8551 0 0,'2'4'330'0'0,"0"0"-1"0"0,0 0 1 0 0,-1 0 0 0 0,1 0-1 0 0,-1 1 1 0 0,0-1-1 0 0,0 1 1 0 0,0-1-1 0 0,0 9 1 0 0,1 2 410 0 0,2 20 505 0 0,-1-1 1 0 0,-3 55-1 0 0,0-41-475 0 0,17-98-384 0 0,-3-40-524 0 0,1-7-392 0 0,-14 96 524 0 0,-1-1-1 0 0,0 1 1 0 0,0-1-1 0 0,1 1 1 0 0,-1-1-1 0 0,1 1 1 0 0,-1 0-1 0 0,1-1 1 0 0,0 1-1 0 0,0 0 1 0 0,-1-1-1 0 0,1 1 1 0 0,0 0-1 0 0,0 0 1 0 0,0 0-1 0 0,0 0 1 0 0,0 0-1 0 0,2-1 1 0 0,-2 1 3 0 0,0 1 1 0 0,-1 0 0 0 0,1 0-1 0 0,0 0 1 0 0,0 0-1 0 0,0 0 1 0 0,-1 0-1 0 0,1 0 1 0 0,0 0-1 0 0,0 0 1 0 0,-1 0-1 0 0,1 1 1 0 0,0-1-1 0 0,0 0 1 0 0,0 0-1 0 0,-1 1 1 0 0,1-1 0 0 0,0 1-1 0 0,-1-1 1 0 0,1 0-1 0 0,0 1 1 0 0,-1-1-1 0 0,2 2 1 0 0,2 3 13 0 0,1 0 1 0 0,-1 0-1 0 0,0 0 1 0 0,-1 0 0 0 0,1 1-1 0 0,4 10 1 0 0,2 4 247 0 0,1 1 1 0 0,24 32-1 0 0,-28-43-137 0 0,1 0 1 0 0,1-1-1 0 0,-1 0 0 0 0,2 0 0 0 0,-1-1 0 0 0,18 12 0 0 0,-25-19-92 0 0,0 0 0 0 0,0 1 0 0 0,0-1-1 0 0,0 0 1 0 0,0 0 0 0 0,0 0 0 0 0,1-1 0 0 0,-1 1-1 0 0,0 0 1 0 0,1-1 0 0 0,-1 0 0 0 0,0 1 0 0 0,1-1-1 0 0,-1 0 1 0 0,0 0 0 0 0,1 0 0 0 0,-1-1 0 0 0,0 1-1 0 0,1 0 1 0 0,-1-1 0 0 0,0 0 0 0 0,0 1 0 0 0,1-1-1 0 0,-1 0 1 0 0,0 0 0 0 0,0 0 0 0 0,0-1 0 0 0,0 1-1 0 0,0 0 1 0 0,0-1 0 0 0,-1 1 0 0 0,1-1 0 0 0,0 0-1 0 0,-1 1 1 0 0,1-1 0 0 0,-1 0 0 0 0,0 0 0 0 0,1 0-1 0 0,-1 0 1 0 0,1-4 0 0 0,2-1 1 0 0,-2 1 1 0 0,1-1-1 0 0,-1 0 0 0 0,0 0 1 0 0,0 0-1 0 0,-1 0 0 0 0,0 0 1 0 0,-1 0-1 0 0,1 0 0 0 0,-1 0 1 0 0,0 0-1 0 0,-2-11 1 0 0,0 11-13 0 0,0-6 1 0 0,-1 0 0 0 0,0 0 1 0 0,-1 1-1 0 0,-1-1 1 0 0,-11-22-1 0 0,11 30-125 0 0,10 10-1723 0 0,-1-1-50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19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13159 0 0,'-1'0'63'0'0,"0"1"-1"0"0,0-1 1 0 0,1 0-1 0 0,-1 1 0 0 0,0-1 1 0 0,0 1-1 0 0,1-1 1 0 0,-1 1-1 0 0,0-1 1 0 0,1 1-1 0 0,-1-1 0 0 0,0 1 1 0 0,1 0-1 0 0,-1-1 1 0 0,1 1-1 0 0,-1 0 1 0 0,1 0-1 0 0,-1-1 0 0 0,1 1 1 0 0,0 0-1 0 0,-1 0 1 0 0,1 0-1 0 0,0-1 0 0 0,0 1 1 0 0,-1 0-1 0 0,1 0 1 0 0,0 0-1 0 0,0 0 1 0 0,0 0-1 0 0,0 0 0 0 0,1 1 1 0 0,-1 37 890 0 0,1-29-626 0 0,-1-4-214 0 0,1 24 754 0 0,8 49-1 0 0,-8-71-790 0 0,1 0-1 0 0,0-1 0 0 0,0 1 0 0 0,1 0 0 0 0,0-1 1 0 0,0 0-1 0 0,1 0 0 0 0,0 0 0 0 0,0 0 0 0 0,1 0 1 0 0,7 8-1 0 0,-10-13-72 0 0,-1 0-1 0 0,1-1 1 0 0,-1 1 0 0 0,1-1 0 0 0,0 1-1 0 0,0-1 1 0 0,0 0 0 0 0,0 0-1 0 0,0 0 1 0 0,0 0 0 0 0,0 0 0 0 0,0 0-1 0 0,0-1 1 0 0,0 1 0 0 0,0 0 0 0 0,1-1-1 0 0,-1 0 1 0 0,0 0 0 0 0,0 1-1 0 0,5-2 1 0 0,-5 1 4 0 0,1-1 0 0 0,0 0 0 0 0,-1 0 0 0 0,1-1 0 0 0,-1 1 0 0 0,1 0 0 0 0,-1-1 0 0 0,0 0 0 0 0,1 1 0 0 0,-1-1 0 0 0,0 0 0 0 0,0 0 0 0 0,0 0 1 0 0,2-4-1 0 0,2-3 13 0 0,1-1 1 0 0,-2 0 0 0 0,1-1 0 0 0,-2 0 0 0 0,1 0 0 0 0,4-19 0 0 0,-7 19 21 0 0,0 1 0 0 0,-1-1 0 0 0,-1 0 0 0 0,1 1 0 0 0,-2-1 0 0 0,0 1 0 0 0,0-1 0 0 0,-1 1-1 0 0,0-1 1 0 0,0 1 0 0 0,-1 0 0 0 0,-1 0 0 0 0,0 0 0 0 0,0 0 0 0 0,-8-12 0 0 0,12 22-56 0 0,0 0 0 0 0,0 0 1 0 0,-1 0-1 0 0,1 0 0 0 0,0-1 1 0 0,0 1-1 0 0,0 0 0 0 0,0 0 0 0 0,0 0 1 0 0,0 0-1 0 0,0-1 0 0 0,0 1 0 0 0,0 0 1 0 0,0 0-1 0 0,0 0 0 0 0,0 0 1 0 0,0-1-1 0 0,0 1 0 0 0,0 0 0 0 0,0 0 1 0 0,0 0-1 0 0,0 0 0 0 0,0-1 0 0 0,0 1 1 0 0,0 0-1 0 0,0 0 0 0 0,0 0 1 0 0,0 0-1 0 0,1 0 0 0 0,-1-1 0 0 0,0 1 1 0 0,0 0-1 0 0,0 0 0 0 0,0 0 0 0 0,0 0 1 0 0,0 0-1 0 0,0 0 0 0 0,1-1 1 0 0,-1 1-1 0 0,0 0 0 0 0,0 0 0 0 0,0 0 1 0 0,0 0-1 0 0,1 0 0 0 0,-1 0 0 0 0,0 0 1 0 0,0 0-1 0 0,0 0 0 0 0,0 0 1 0 0,1 0-1 0 0,-1 0 0 0 0,0 0 0 0 0,0 0 1 0 0,0 0-1 0 0,0 0 0 0 0,1 0 0 0 0,-1 0 1 0 0,0 0-1 0 0,0 0 0 0 0,0 0 1 0 0,16 2-3127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0.1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34 6911 0 0,'31'3'4280'0'0,"17"-1"1048"0"0,-45-2-5093 0 0,0 0 1 0 0,-1-1-1 0 0,1 1 0 0 0,0-1 0 0 0,-1 1 0 0 0,1-1 0 0 0,-1 0 0 0 0,1 0 0 0 0,0 0 0 0 0,-1-1 0 0 0,0 1 1 0 0,1-1-1 0 0,-1 1 0 0 0,3-4 0 0 0,-4 5-205 0 0,-1 0 0 0 0,1-1 0 0 0,-1 1 0 0 0,1-1-1 0 0,-1 1 1 0 0,1-1 0 0 0,-1 1 0 0 0,0-1 0 0 0,1 0 0 0 0,-1 1 0 0 0,0-1 0 0 0,1 0 0 0 0,-1 1 0 0 0,0-1 0 0 0,0 1 0 0 0,0-1-1 0 0,1 0 1 0 0,-1 0 0 0 0,0 1 0 0 0,0-2 0 0 0,0 2-29 0 0,-1-1 1 0 0,1 1-1 0 0,0 0 0 0 0,0-1 1 0 0,-1 1-1 0 0,1-1 1 0 0,0 1-1 0 0,0 0 0 0 0,-1-1 1 0 0,1 1-1 0 0,0 0 0 0 0,-1-1 1 0 0,1 1-1 0 0,-1 0 0 0 0,1 0 1 0 0,0-1-1 0 0,-1 1 0 0 0,1 0 1 0 0,-1 0-1 0 0,1 0 0 0 0,-1-1 1 0 0,-2 1-74 0 0,1-1 0 0 0,-1 1 1 0 0,1 0-1 0 0,0 0 1 0 0,-1 0-1 0 0,1 0 1 0 0,-1 0-1 0 0,1 0 1 0 0,-1 0-1 0 0,-1 2 1 0 0,-8 2-205 0 0,0 1 1 0 0,1 1-1 0 0,-1 0 1 0 0,1 1 0 0 0,1 0-1 0 0,0 0 1 0 0,0 1 0 0 0,0 1-1 0 0,-11 12 1 0 0,12-12 373 0 0,1 1-1 0 0,1 0 1 0 0,-1 0 0 0 0,2 1 0 0 0,-1 0-1 0 0,2 0 1 0 0,-1 1 0 0 0,2 0 0 0 0,-6 16 0 0 0,9-23-25 0 0,1-1 0 0 0,-1 0 1 0 0,1 1-1 0 0,0-1 1 0 0,0 0-1 0 0,0 1 1 0 0,0-1-1 0 0,1 1 1 0 0,0-1-1 0 0,0 0 1 0 0,0 0-1 0 0,0 1 1 0 0,1-1-1 0 0,0 0 1 0 0,0 0-1 0 0,0 0 1 0 0,0-1-1 0 0,0 1 1 0 0,1 0-1 0 0,0-1 0 0 0,-1 0 1 0 0,6 5-1 0 0,-2-3 12 0 0,0 0-1 0 0,1 0 0 0 0,-1 0 1 0 0,1-1-1 0 0,0 0 0 0 0,0 0 0 0 0,1 0 1 0 0,-1-1-1 0 0,1-1 0 0 0,0 1 1 0 0,9 1-1 0 0,4-2 77 0 0,0 0 1 0 0,0-1-1 0 0,0-1 1 0 0,25-4-1 0 0,26 0-2493 0 0,-69 4 1502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0.3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35 8287 0 0,'-1'-1'161'0'0,"1"1"0"0"0,-1-1 1 0 0,0 0-1 0 0,1 0 0 0 0,-1 1 0 0 0,1-1 0 0 0,-1 0 0 0 0,1 0 0 0 0,-1 0 0 0 0,1 0 0 0 0,0 0 0 0 0,-1 0 0 0 0,1 0 0 0 0,0 0 0 0 0,0 0 0 0 0,-1 0 0 0 0,1 0 0 0 0,0 0 0 0 0,0 0 0 0 0,0 0 1 0 0,0 0-1 0 0,0 1 0 0 0,1-1 0 0 0,-1 0 0 0 0,0 0 0 0 0,0 0 0 0 0,1-2 0 0 0,1 2 10 0 0,0 0 1 0 0,-1 0 0 0 0,1 1-1 0 0,0-1 1 0 0,0 0-1 0 0,-1 1 1 0 0,1-1-1 0 0,0 1 1 0 0,0-1-1 0 0,0 1 1 0 0,0 0-1 0 0,0 0 1 0 0,0 0-1 0 0,3 0 1 0 0,61 7-1192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0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202 7 12119 0 0,'-9'-2'368'0'0,"1"0"0"0"0,0 1 0 0 0,-1 0 0 0 0,1 1-1 0 0,-1 0 1 0 0,1 0 0 0 0,-1 1 0 0 0,-15 3 0 0 0,11-2 68 0 0,1 2 0 0 0,-1 0 0 0 0,1 0 1 0 0,1 1-1 0 0,-15 7 0 0 0,25-11-415 0 0,-1 0 1 0 0,1-1-1 0 0,0 1 0 0 0,-1 0 0 0 0,1 0 0 0 0,0 0 1 0 0,0 0-1 0 0,0 0 0 0 0,-1 0 0 0 0,1 0 0 0 0,0 0 1 0 0,0 0-1 0 0,1 1 0 0 0,-1-1 0 0 0,0 0 0 0 0,0 1 1 0 0,1-1-1 0 0,-1 0 0 0 0,0 1 0 0 0,1-1 1 0 0,0 1-1 0 0,-1-1 0 0 0,1 1 0 0 0,0-1 0 0 0,0 1 1 0 0,-1-1-1 0 0,1 1 0 0 0,1-1 0 0 0,-1 1 0 0 0,0-1 1 0 0,0 1-1 0 0,0-1 0 0 0,1 1 0 0 0,-1-1 0 0 0,1 1 1 0 0,-1-1-1 0 0,1 1 0 0 0,0-1 0 0 0,-1 0 0 0 0,1 1 1 0 0,0-1-1 0 0,0 0 0 0 0,0 0 0 0 0,0 0 0 0 0,2 2 1 0 0,5 6-26 0 0,0-1 0 0 0,1 0 1 0 0,0 0-1 0 0,16 9 1 0 0,-25-17 5 0 0,25 17-2 0 0,3 1 0 0 0,34 29 0 0 0,-55-41 0 0 0,-1 0 0 0 0,0 0 0 0 0,0 0 0 0 0,-1 1 0 0 0,0 0 0 0 0,0 0 0 0 0,0 0 0 0 0,-1 1 0 0 0,0 0 0 0 0,4 10 0 0 0,-8-16 12 0 0,1 0-1 0 0,-1-1 0 0 0,1 1 1 0 0,-1 0-1 0 0,0 0 0 0 0,0 0 1 0 0,0 0-1 0 0,0-1 0 0 0,0 1 1 0 0,0 0-1 0 0,0 0 0 0 0,-1 0 1 0 0,1 0-1 0 0,-1-1 0 0 0,1 1 1 0 0,-1 0-1 0 0,0 0 1 0 0,0-1-1 0 0,-1 4 0 0 0,0-3 68 0 0,-1 1-1 0 0,1-1 1 0 0,0 1-1 0 0,-1-1 1 0 0,0 0-1 0 0,1 0 1 0 0,-1 0-1 0 0,0 0 1 0 0,0 0 0 0 0,-4 1-1 0 0,-1 0 174 0 0,0 0 0 0 0,0 0-1 0 0,-1-1 1 0 0,1 0 0 0 0,-1-1 0 0 0,0 0 0 0 0,-15 0-1 0 0,14-1-34 0 0,0-1 0 0 0,0-1 0 0 0,-15-4-1 0 0,23 6-205 0 0,0-1-1 0 0,0 0 0 0 0,0 0 0 0 0,0 0 1 0 0,0 0-1 0 0,0 0 0 0 0,0 0 0 0 0,1 0 1 0 0,-1 0-1 0 0,0-1 0 0 0,-1-1 0 0 0,3 3-30 0 0,-1-1-1 0 0,1 0 0 0 0,0 0 1 0 0,-1 1-1 0 0,1-1 0 0 0,0 0 0 0 0,0 0 1 0 0,-1 1-1 0 0,1-1 0 0 0,0 0 0 0 0,0 0 1 0 0,0 0-1 0 0,0 1 0 0 0,0-1 0 0 0,0 0 1 0 0,0 0-1 0 0,0 0 0 0 0,0 1 1 0 0,0-1-1 0 0,1 0 0 0 0,-1 0 0 0 0,0 0 1 0 0,1 1-1 0 0,-1-1 0 0 0,0 0 0 0 0,1 1 1 0 0,-1-1-1 0 0,1 0 0 0 0,0 0 0 0 0,20-18-2977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0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12439 0 0,'1'0'186'0'0,"1"1"-1"0"0,-1-1 1 0 0,0 1-1 0 0,0-1 1 0 0,0 1 0 0 0,0 0-1 0 0,0 0 1 0 0,0 0-1 0 0,0 0 1 0 0,0-1-1 0 0,0 1 1 0 0,0 0-1 0 0,-1 0 1 0 0,1 1-1 0 0,0-1 1 0 0,-1 0-1 0 0,1 0 1 0 0,-1 0-1 0 0,2 3 1 0 0,10 26 2066 0 0,-11-26-2275 0 0,5 16 561 0 0,-2 1-1 0 0,0 0 0 0 0,-1 0 1 0 0,0 23-1 0 0,5 33 124 0 0,-1-53-523 0 0,0-14-1033 0 0,-6-10 791 0 0,-1 0 1 0 0,0 0 0 0 0,0 0-1 0 0,1 0 1 0 0,-1 0-1 0 0,0 1 1 0 0,0-1-1 0 0,1 0 1 0 0,-1 0-1 0 0,0 0 1 0 0,0 0 0 0 0,1 0-1 0 0,-1 0 1 0 0,0 0-1 0 0,1 0 1 0 0,-1-1-1 0 0,0 1 1 0 0,0 0-1 0 0,1 0 1 0 0,-1 0 0 0 0,0 0-1 0 0,0 0 1 0 0,1 0-1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1.1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87 9215 0 0,'-3'-4'-308'0'0,"2"2"595"0"0,-1 0 0 0 0,0-1 0 0 0,1 1 1 0 0,-1-1-1 0 0,1 1 0 0 0,0-1 0 0 0,-1 1 0 0 0,1-1 0 0 0,0-3 0 0 0,1 4-86 0 0,0 1 0 0 0,0 0-1 0 0,0 0 1 0 0,1-1 0 0 0,-1 1 0 0 0,1 0-1 0 0,-1 0 1 0 0,1 0 0 0 0,-1 0-1 0 0,1-1 1 0 0,0 1 0 0 0,-1 0-1 0 0,1 0 1 0 0,0 0 0 0 0,0 0-1 0 0,0 0 1 0 0,0 1 0 0 0,0-1-1 0 0,0 0 1 0 0,0 0 0 0 0,0 1-1 0 0,0-1 1 0 0,0 0 0 0 0,2 0-1 0 0,7-4 92 0 0,-1 1 0 0 0,1 0 0 0 0,0 1 0 0 0,0 0 0 0 0,0 0 0 0 0,0 1-1 0 0,0 0 1 0 0,1 1 0 0 0,17 0 0 0 0,12 2-34 0 0,49 8 0 0 0,-29-2-286 0 0,-41-6-541 0 0,5 2-4498 0 0,-6-2-1196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1.6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3223 0 0,'-5'28'1863'0'0,"3"17"5363"0"0,0-4-5111 0 0,-10 40-406 0 0,6-49-882 0 0,2 1 0 0 0,1-1 0 0 0,2 36 1 0 0,1-67-816 0 0,0-1 0 0 0,0 0 1 0 0,-1 1-1 0 0,1-1 0 0 0,0 1 1 0 0,0-1-1 0 0,0 1 0 0 0,0-1 1 0 0,0 0-1 0 0,0 1 1 0 0,0-1-1 0 0,0 1 0 0 0,1-1 1 0 0,-1 0-1 0 0,0 1 0 0 0,0-1 1 0 0,0 1-1 0 0,0-1 0 0 0,0 0 1 0 0,1 1-1 0 0,-1-1 1 0 0,0 0-1 0 0,0 1 0 0 0,1-1 1 0 0,-1 0-1 0 0,0 1 0 0 0,1-1 1 0 0,-1 0-1 0 0,0 1 0 0 0,1-1 1 0 0,-1 0-1 0 0,0 0 1 0 0,1 0-1 0 0,-1 1 0 0 0,1-1 1 0 0,-1 0-1 0 0,1 0 0 0 0,12-11 28 0 0,7-26-575 0 0,-12 20 249 0 0,-1-1-1 0 0,-1 0 1 0 0,-1-1-1 0 0,-1 1 1 0 0,0-1-1 0 0,-2 0 1 0 0,0 0 0 0 0,-1-1-1 0 0,0 1 1 0 0,-2 0-1 0 0,-1 0 1 0 0,-5-32-1 0 0,-4 32 2985 0 0,13 31-1962 0 0,-1-6-616 0 0,1 0 1 0 0,0 1 0 0 0,0-1 0 0 0,0 0 0 0 0,0 0 0 0 0,1-1 0 0 0,0 1 0 0 0,1 0 0 0 0,-1-1 0 0 0,1 0 0 0 0,0 0 0 0 0,0 0 0 0 0,1 0 0 0 0,-1-1 0 0 0,1 0 0 0 0,0 0 0 0 0,0 0 0 0 0,1 0-1 0 0,-1-1 1 0 0,1 0 0 0 0,0 0 0 0 0,-1 0 0 0 0,1-1 0 0 0,0 0 0 0 0,1 0 0 0 0,-1 0 0 0 0,0-1 0 0 0,1 0 0 0 0,-1 0 0 0 0,0-1 0 0 0,1 0 0 0 0,-1 0 0 0 0,1 0 0 0 0,-1-1 0 0 0,0 0 0 0 0,1 0 0 0 0,6-3-1 0 0,1 0-175 0 0,0-1-1 0 0,0 0 0 0 0,-1-1 0 0 0,0-1 1 0 0,0 0-1 0 0,0 0 0 0 0,-1-1 0 0 0,0-1 0 0 0,-1 0 1 0 0,0-1-1 0 0,0 0 0 0 0,12-17 0 0 0,-58 138 1009 0 0,30-93-695 0 0,1-1 0 0 0,1 1-1 0 0,-1 30 1 0 0,3-44-249 0 0,1 1 1 0 0,0-1-1 0 0,0 1 0 0 0,1-1 1 0 0,-1 1-1 0 0,1-1 0 0 0,0 0 1 0 0,0 1-1 0 0,0-1 0 0 0,1 0 1 0 0,0 0-1 0 0,0 0 0 0 0,0 0 1 0 0,0 0-1 0 0,0 0 0 0 0,1-1 1 0 0,-1 1-1 0 0,1-1 0 0 0,0 0 1 0 0,5 5-1 0 0,13 0-1042 0 0,-5-8-5107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2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1 104 13823 0 0,'0'-1'274'0'0,"0"-1"0"0"0,0 0 1 0 0,1 1-1 0 0,-1-1 0 0 0,1 0 0 0 0,-1 1 0 0 0,1-1 0 0 0,0 1 0 0 0,-1-1 0 0 0,1 1 0 0 0,0-1 0 0 0,0 1 0 0 0,0 0 0 0 0,0-1 0 0 0,0 1 0 0 0,1 0 0 0 0,-1 0 1 0 0,0 0-1 0 0,3-2 0 0 0,29-21 1059 0 0,-17 16-1164 0 0,0 1-1 0 0,1 0 1 0 0,0 1 0 0 0,0 1-1 0 0,1 0 1 0 0,-1 1 0 0 0,1 1-1 0 0,0 1 1 0 0,36 0-1 0 0,-54 2-167 0 0,1 0-1 0 0,0 0 1 0 0,0 0-1 0 0,0 0 1 0 0,0 0-1 0 0,0 0 0 0 0,0 0 1 0 0,0 0-1 0 0,0 0 1 0 0,0 0-1 0 0,-1 1 0 0 0,1-1 1 0 0,0 0-1 0 0,0 1 1 0 0,0-1-1 0 0,0 1 1 0 0,-1-1-1 0 0,1 1 0 0 0,0-1 1 0 0,0 1-1 0 0,1 1 1 0 0,-2-2 1 0 0,0 1 1 0 0,0 0-1 0 0,0 0 0 0 0,0-1 1 0 0,0 1-1 0 0,0 0 1 0 0,0 0-1 0 0,0-1 1 0 0,0 1-1 0 0,0 0 1 0 0,0 0-1 0 0,0-1 1 0 0,-1 1-1 0 0,1 0 1 0 0,0 0-1 0 0,0-1 1 0 0,-1 1-1 0 0,1 0 1 0 0,-1-1-1 0 0,0 2 0 0 0,-4 5 29 0 0,0-1 0 0 0,-1 1 0 0 0,-10 8 0 0 0,11-10-17 0 0,-16 16 158 0 0,0 1-1 0 0,2 1 1 0 0,-25 37-1 0 0,39-51-160 0 0,0-1-1 0 0,1 2 0 0 0,0-1 0 0 0,0 0 1 0 0,1 1-1 0 0,-2 11 0 0 0,4-15 4 0 0,0-1-1 0 0,0 1 0 0 0,1 0 1 0 0,0 0-1 0 0,0 0 0 0 0,1-1 1 0 0,0 1-1 0 0,0 0 1 0 0,0-1-1 0 0,0 1 0 0 0,5 9 1 0 0,-4-10 7 0 0,1-1-1 0 0,0 1 1 0 0,1-1 0 0 0,-1 0 0 0 0,1 1-1 0 0,0-1 1 0 0,0-1 0 0 0,0 1 0 0 0,0-1-1 0 0,1 1 1 0 0,0-1 0 0 0,-1-1 0 0 0,1 1 0 0 0,0-1-1 0 0,0 0 1 0 0,0 0 0 0 0,1 0 0 0 0,-1 0-1 0 0,8 0 1 0 0,7 2-2 0 0,1-1-1 0 0,-1-1 1 0 0,39-2-1 0 0,-46 0-372 0 0,-1 0 0 0 0,0-2-1 0 0,1 0 1 0 0,-1 0 0 0 0,0-1-1 0 0,21-8 1 0 0,-32 11 233 0 0,0 0-1 0 0,-1 0 1 0 0,1 0-1 0 0,-1-1 1 0 0,1 1-1 0 0,-1 0 1 0 0,1 0-1 0 0,-1-1 1 0 0,0 1-1 0 0,1 0 1 0 0,-1-1-1 0 0,1 1 1 0 0,-1 0-1 0 0,0-1 1 0 0,1 1-1 0 0,-1 0 1 0 0,0-1-1 0 0,1 1 1 0 0,-1-1-1 0 0,0 1 1 0 0,1-1-1 0 0,-1 1 1 0 0,0-1-1 0 0,0 1 1 0 0,0-1-1 0 0,0 1 1 0 0,1-1-1 0 0,-1 1 1 0 0,0-1-1 0 0,0 1 1 0 0,0-1-1 0 0,0 1 1 0 0,0-1-1 0 0,0 0 1 0 0,0 1-1 0 0,-1-1 1 0 0,1 1-1 0 0,0-1 1 0 0,0 1-1 0 0,0-1 1 0 0,0 1-1 0 0,-1-1 1 0 0,1 1 0 0 0,0-1-1 0 0,0 1 1 0 0,-1 0-1 0 0,1-1 1 0 0,0 1-1 0 0,-1-1 1 0 0,-5-4-1801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2.1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 8751 0 0,'11'-11'5804'0'0,"-10"11"-5320"0"0,1-1-1 0 0,0 0 1 0 0,19-9 1993 0 0,4 2-1284 0 0,0 1-1 0 0,39-5 0 0 0,24-7-4126 0 0,-75 14 1399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2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22 115 11055 0 0,'2'3'382'0'0,"0"0"0"0"0,-1 1 0 0 0,1-1 0 0 0,-1 0 0 0 0,0 1 0 0 0,0-1 0 0 0,0 1 0 0 0,1 3 0 0 0,-2-5 302 0 0,7 27 1162 0 0,-1 0 0 0 0,2 33 0 0 0,-7-49-1385 0 0,0 1 0 0 0,-1 0-1 0 0,-1 0 1 0 0,0-1 0 0 0,-1 1 0 0 0,-7 25-1 0 0,9-39-448 0 0,0 0 0 0 0,0 0 0 0 0,0 1 0 0 0,0-1 0 0 0,0 0 0 0 0,0 0 0 0 0,0 1 0 0 0,0-1 0 0 0,0 0-1 0 0,0 0 1 0 0,0 1 0 0 0,0-1 0 0 0,0 0 0 0 0,0 0 0 0 0,-1 1 0 0 0,1-1 0 0 0,0 0 0 0 0,0 0 0 0 0,0 1 0 0 0,0-1-1 0 0,0 0 1 0 0,-1 0 0 0 0,1 0 0 0 0,0 1 0 0 0,0-1 0 0 0,0 0 0 0 0,-1 0 0 0 0,1 0 0 0 0,0 0 0 0 0,0 0-1 0 0,-1 0 1 0 0,1 1 0 0 0,0-1 0 0 0,0 0 0 0 0,-1 0 0 0 0,1 0 0 0 0,0 0 0 0 0,0 0 0 0 0,-1 0 0 0 0,1 0 0 0 0,0 0-1 0 0,0 0 1 0 0,-1 0 0 0 0,1 0 0 0 0,0 0 0 0 0,0 0 0 0 0,-1 0 0 0 0,1 0 0 0 0,-1-1 0 0 0,-8-14 132 0 0,-3-24-204 0 0,-2-74-883 0 0,13 99 752 0 0,1 0 1 0 0,1 0 0 0 0,0 0 0 0 0,1 0-1 0 0,6-27 1 0 0,-8 39 177 0 0,1 0 1 0 0,0 0-1 0 0,-1 0 0 0 0,1 0 0 0 0,0 1 0 0 0,0-1 0 0 0,0 0 1 0 0,0 0-1 0 0,0 1 0 0 0,0-1 0 0 0,0 0 0 0 0,1 1 1 0 0,-1-1-1 0 0,1 1 0 0 0,-1 0 0 0 0,1-1 0 0 0,0 1 1 0 0,-1 0-1 0 0,1 0 0 0 0,3-1 0 0 0,-3 1-14 0 0,0 1-1 0 0,0 0 0 0 0,1 0 1 0 0,-1 0-1 0 0,0 0 1 0 0,0 0-1 0 0,1 0 1 0 0,-1 0-1 0 0,0 1 1 0 0,0-1-1 0 0,0 1 0 0 0,1 0 1 0 0,-1 0-1 0 0,0-1 1 0 0,3 3-1 0 0,5 4-71 0 0,1 0 0 0 0,-1 1 0 0 0,-1 0 0 0 0,0 0 0 0 0,11 12 0 0 0,18 26 268 0 0,-23-27 65 0 0,2-1-1 0 0,18 18 1 0 0,-29-31-185 0 0,0 0 0 0 0,1 0 0 0 0,-1-1-1 0 0,1 0 1 0 0,0 0 0 0 0,1 0 0 0 0,-1-1 0 0 0,0 0-1 0 0,1-1 1 0 0,10 3 0 0 0,-16-5 9 0 0,1 1 0 0 0,-1-1 0 0 0,1 1 1 0 0,-1-1-1 0 0,1 0 0 0 0,-1 0 0 0 0,1 0 0 0 0,-1-1 1 0 0,1 1-1 0 0,-1 0 0 0 0,1-1 0 0 0,-1 0 0 0 0,0 1 1 0 0,1-1-1 0 0,-1 0 0 0 0,0 0 0 0 0,0-1 1 0 0,1 1-1 0 0,-1 0 0 0 0,3-3 0 0 0,-2 1 7 0 0,-1 0 0 0 0,0 0 0 0 0,0 0 1 0 0,0-1-1 0 0,0 1 0 0 0,0-1 0 0 0,0 1 0 0 0,-1-1 0 0 0,0 1 0 0 0,0-1 0 0 0,0 0 0 0 0,1-4 1 0 0,-1-4 40 0 0,0-1 1 0 0,0 1-1 0 0,-1 0 1 0 0,-1-1-1 0 0,0 1 1 0 0,-1 0 0 0 0,-4-17-1 0 0,-38-98 338 0 0,44 126-476 0 0,0 1 0 0 0,0 0 0 0 0,0-1 1 0 0,0 1-1 0 0,0 0 0 0 0,1-1 0 0 0,-1 1 0 0 0,0 0 0 0 0,0-1 0 0 0,0 1 0 0 0,0 0 0 0 0,0 0 0 0 0,1-1 1 0 0,-1 1-1 0 0,0 0 0 0 0,0 0 0 0 0,1-1 0 0 0,-1 1 0 0 0,0 0 0 0 0,0 0 0 0 0,1 0 0 0 0,-1-1 0 0 0,0 1 1 0 0,0 0-1 0 0,1 0 0 0 0,-1 0 0 0 0,0 0 0 0 0,1 0 0 0 0,-1 0 0 0 0,0 0 0 0 0,1 0 0 0 0,-1 0 0 0 0,0 0 1 0 0,1 0-1 0 0,-1 0 0 0 0,0 0 0 0 0,1 0 0 0 0,-1 0 0 0 0,0 0 0 0 0,1 0 0 0 0,20 1-1547 0 0,-15-1 1189 0 0,64-1-4245 0 0,-43-2 2815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2.8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29 8287 0 0,'-4'-28'11422'0'0,"3"28"-11066"0"0,-15 2 1329 0 0,10 0-1442 0 0,0 0-1 0 0,1 0 1 0 0,-1 0 0 0 0,0 0-1 0 0,1 1 1 0 0,0 0 0 0 0,0 1-1 0 0,0-1 1 0 0,0 1 0 0 0,0 0-1 0 0,1 0 1 0 0,-1 0 0 0 0,1 0-1 0 0,0 1 1 0 0,-4 6-1 0 0,5-5-208 0 0,0-1 0 0 0,0 1 0 0 0,0 0-1 0 0,1 0 1 0 0,0 0 0 0 0,0 0-1 0 0,1 0 1 0 0,-1 0 0 0 0,1 0-1 0 0,1 1 1 0 0,-1-1 0 0 0,1 0-1 0 0,0 1 1 0 0,0-1 0 0 0,1 0-1 0 0,0 1 1 0 0,0-1 0 0 0,1 0-1 0 0,0 0 1 0 0,0 0 0 0 0,0 0-1 0 0,5 9 1 0 0,5 5-34 0 0,1-1 0 0 0,27 32 0 0 0,-25-33 0 0 0,0 0 0 0 0,20 35 0 0 0,-35-52-12 0 0,1 0-1 0 0,0 0 0 0 0,-1 0 1 0 0,1 0-1 0 0,-1 0 1 0 0,1 0-1 0 0,-1 0 1 0 0,0 0-1 0 0,1 0 1 0 0,-1 0-1 0 0,0 0 1 0 0,0 1-1 0 0,0-1 1 0 0,0 0-1 0 0,0 0 1 0 0,0 0-1 0 0,0 0 0 0 0,0 0 1 0 0,0 1-1 0 0,0-1 1 0 0,-1 0-1 0 0,1 0 1 0 0,0 0-1 0 0,-1 0 1 0 0,0 2-1 0 0,-1-2 90 0 0,1 0-1 0 0,0 0 1 0 0,-1 0 0 0 0,1 0-1 0 0,-1 0 1 0 0,1 0-1 0 0,-1 0 1 0 0,0-1 0 0 0,1 1-1 0 0,-1-1 1 0 0,0 1-1 0 0,1-1 1 0 0,-1 1-1 0 0,0-1 1 0 0,-1 0 0 0 0,-42-2-1911 0 0,22-2-4432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5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352 67 2759 0 0,'-6'-26'203'0'0,"-1"-9"3794"0"0,7 35-3985 0 0,0 0-1 0 0,0 0 0 0 0,0-1 0 0 0,0 1 1 0 0,0 0-1 0 0,-1 0 0 0 0,1 0 0 0 0,0 0 0 0 0,0 0 1 0 0,0-1-1 0 0,0 1 0 0 0,0 0 0 0 0,0 0 1 0 0,0 0-1 0 0,0 0 0 0 0,0 0 0 0 0,0-1 1 0 0,0 1-1 0 0,0 0 0 0 0,0 0 0 0 0,1 0 0 0 0,-1 0 1 0 0,0 0-1 0 0,0-1 0 0 0,0 1 0 0 0,0 0 1 0 0,0 0-1 0 0,0 0 0 0 0,0 0 0 0 0,0 0 1 0 0,0 0-1 0 0,0 0 0 0 0,1-1 0 0 0,-1 1 0 0 0,0 0 1 0 0,0 0-1 0 0,0 0 0 0 0,0 0 0 0 0,0 0 1 0 0,0 0-1 0 0,1 0 0 0 0,-1 0 0 0 0,0 0 1 0 0,0 0-1 0 0,0 0 0 0 0,0 0 0 0 0,0 0 0 0 0,1 0 1 0 0,-1 0-1 0 0,0 0 0 0 0,0 0 0 0 0,0 0 1 0 0,0 0-1 0 0,1 0 0 0 0,-1 0 0 0 0,0 0 1 0 0,0 0-1 0 0,0 0 0 0 0,0 0 0 0 0,0 0 0 0 0,0 0 1 0 0,1 0-1 0 0,-1 0 0 0 0,0 1 0 0 0,5 9 531 0 0,-7 44 304 0 0,-12 64 0 0 0,1-22 29 0 0,-41 948 3701 0 0,59-25-3384 0 0,1-225-549 0 0,-26-1 938 0 0,-46 282-252 0 0,4-141-247 0 0,36-515-649 0 0,-10 9 19 0 0,-4 72-80 0 0,14 336 76 0 0,25-169-54 0 0,2 627 497 0 0,51-329-557 0 0,-15-448-137 0 0,-12 23-48 0 0,-19 391 325 0 0,-7-863-468 0 0,1-32-33 0 0,0 28-109 0 0,-2-1 1 0 0,-3 1 0 0 0,-18 85 0 0 0,23-147-152 0 0,-1-1 0 0 0,1 1 0 0 0,-1-1 0 0 0,1 1-1 0 0,-1 0 1 0 0,0-1 0 0 0,0 0 0 0 0,0 1 0 0 0,0-1 0 0 0,-2 3 0 0 0,3-10-1307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7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67 1375 0 0,'-1'-2'187'0'0,"0"0"-1"0"0,1 0 0 0 0,-1 0 0 0 0,0-1 0 0 0,1 1 0 0 0,-1 0 0 0 0,1 0 0 0 0,0-1 0 0 0,0 1 0 0 0,0 0 0 0 0,0-1 0 0 0,0 1 0 0 0,1 0 0 0 0,-1-1 0 0 0,1 1 0 0 0,-1 0 0 0 0,1 0 1 0 0,0 0-1 0 0,1-4 0 0 0,0 4-66 0 0,0 1 0 0 0,0-1 0 0 0,0 0 0 0 0,0 1 0 0 0,0-1 1 0 0,0 1-1 0 0,0 0 0 0 0,1 0 0 0 0,-1 0 0 0 0,0 0 0 0 0,1 0 0 0 0,-1 0 1 0 0,1 1-1 0 0,-1-1 0 0 0,1 1 0 0 0,-1 0 0 0 0,1 0 0 0 0,3 0 0 0 0,21 0-15 0 0,-1 2-1 0 0,0 0 1 0 0,27 7-1 0 0,20 2 106 0 0,161 29 480 0 0,-48-7-332 0 0,768 50 506 0 0,-525-55-666 0 0,65 20 98 0 0,-289-28-103 0 0,93 7 72 0 0,-163-20-160 0 0,399 14 294 0 0,-297-15-212 0 0,23 0 42 0 0,256 4 219 0 0,260 15 13 0 0,-776-25-460 0 0,519 33 169 0 0,-311-19-161 0 0,87 4 46 0 0,214 2-55 0 0,503-4 380 0 0,-515-13 47 0 0,95 6-34 0 0,-347-5-235 0 0,94 3-28 0 0,915 10 150 0 0,-771-29-280 0 0,-240-2 28 0 0,44-2 8 0 0,-51 1 122 0 0,90 0 164 0 0,-195 11-59 0 0,-89 1-164 0 0,-1 2 0 0 0,0 2 0 0 0,80 11 0 0 0,-110-10-79 0 0,1 1-1 0 0,-1 0 1 0 0,-1 1 0 0 0,1 0-1 0 0,-1 1 1 0 0,1 0 0 0 0,12 9-1 0 0,-18-10-3 0 0,0 0-1 0 0,0 0 1 0 0,-1 0-1 0 0,1 1 1 0 0,-1 0-1 0 0,0 0 0 0 0,-1 0 1 0 0,1 0-1 0 0,-1 1 1 0 0,0-1-1 0 0,0 1 1 0 0,-1 0-1 0 0,1 0 1 0 0,2 11-1 0 0,-1 7 75 0 0,0 1 0 0 0,-1-1 0 0 0,-2 1 0 0 0,-2 42-1 0 0,-19 99 112 0 0,18-159-195 0 0,-56 276 321 0 0,16-96 366 0 0,-27 134 1196 0 0,-31 166-3607 0 0,88-411 1587 0 0,-3 22 130 0 0,-6 40 56 0 0,12-75 17 0 0,-9 67 6 0 0,8-65 2 0 0,-12 63 4 0 0,12-61 18 0 0,-10 73 8 0 0,10-70 2 0 0,-6 69-4 0 0,8-70-17 0 0,-5 64-10 0 0,8-65-1 0 0,-5 108-13 0 0,0 27-43 0 0,3 2 19 0 0,2 11-22 0 0,1-2 22 0 0,2 6-22 0 0,1-29 32 0 0,0-115 1 0 0,0 70-28 0 0,1-69 49 0 0,-4 120 0 0 0,-2 34 15 0 0,-1 129 6 0 0,2-217-96 0 0,-11 209 0 0 0,8-209 11 0 0,-8 200 42 0 0,10-198-53 0 0,-2 72 0 0 0,4 15 11 0 0,3-4 32 0 0,0-29-33 0 0,1-47-10 0 0,1 57 0 0 0,1-21 11 0 0,-1-113 32 0 0,2 115-21 0 0,-2 30 48 0 0,-1 168 272 0 0,0-237-226 0 0,0-76 18 0 0,-1 75 8 0 0,0-75 2 0 0,-1 75-13 0 0,1-78-64 0 0,-2 220 3 0 0,3-157-58 0 0,0 69-12 0 0,2-24 11 0 0,-1-108 32 0 0,2 105-33 0 0,0-12 1 0 0,-1-99 32 0 0,6 103-33 0 0,1 1 1 0 0,-5-104 32 0 0,8 91-33 0 0,4 3 1 0 0,-10-95 32 0 0,11 96-33 0 0,0-11 4 0 0,-10-91 39 0 0,6 60-26 0 0,-7-58 26 0 0,7 60-28 0 0,-7-64 23 0 0,5 48-25 0 0,-5-54 20 0 0,5 46-21 0 0,-6-46 26 0 0,7 53-22 0 0,-6-52 27 0 0,7 51-29 0 0,-7-55 18 0 0,10 62-19 0 0,1 14 36 0 0,-4-4 6 0 0,2 41-1 0 0,-12-121-3149 0 0,-4 63 0 0 0,-4-52-3785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28.8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74 10135 0 0,'-51'-74'2758'0'0,"56"74"-2414"0"0,-1 0 1 0 0,1 1-1 0 0,-1-1 1 0 0,0 1-1 0 0,1 0 1 0 0,-1 0-1 0 0,6 2 1 0 0,139 40-200 0 0,3-6 0 0 0,1-8 1 0 0,1-6-1 0 0,187 4 0 0 0,-196-21-74 0 0,173 2 122 0 0,433-15 399 0 0,-201 4 80 0 0,29 5-216 0 0,321 3-173 0 0,370-23 229 0 0,-645 13 52 0 0,-278 5-330 0 0,-68 0-101 0 0,56 4-52 0 0,-59-1 3 0 0,38-2-24 0 0,297-2-43 0 0,23-1 47 0 0,-246 6-19 0 0,-170-1-26 0 0,107 8-19 0 0,-94-2 0 0 0,404 18 79 0 0,-445-20 45 0 0,210 6 228 0 0,-203-6-102 0 0,71 0 105 0 0,5-4 7 0 0,133-1-116 0 0,126-10-11 0 0,-311 10-216 0 0,53-1-1503 0 0,-178-7 26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1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523 31 2759 0 0,'-7'-8'7677'0'0,"-11"0"-3477"0"0,-18-3-1231 0 0,15 9-2664 0 0,1 1 0 0 0,-1 1 1 0 0,0 0-1 0 0,1 1 1 0 0,-1 2-1 0 0,0 0 0 0 0,-31 9 1 0 0,20-2-104 0 0,0 2 0 0 0,1 0-1 0 0,-56 33 1 0 0,82-42-173 0 0,-5 2 16 0 0,1 1 0 0 0,0-1 0 0 0,0 2 0 0 0,0-1 0 0 0,1 1 0 0 0,-13 15 0 0 0,21-22-44 0 0,-1 0-1 0 0,1 0 1 0 0,0 0 0 0 0,0 0-1 0 0,0 1 1 0 0,0-1 0 0 0,-1 0-1 0 0,1 0 1 0 0,0 0 0 0 0,0 0-1 0 0,0 1 1 0 0,0-1 0 0 0,0 0-1 0 0,0 0 1 0 0,0 0 0 0 0,0 1-1 0 0,-1-1 1 0 0,1 0 0 0 0,0 0-1 0 0,0 0 1 0 0,0 1 0 0 0,0-1-1 0 0,0 0 1 0 0,0 0 0 0 0,0 1-1 0 0,0-1 1 0 0,0 0 0 0 0,1 0-1 0 0,-1 0 1 0 0,0 1 0 0 0,0-1-1 0 0,0 0 1 0 0,0 0 0 0 0,0 0-1 0 0,0 1 1 0 0,0-1 0 0 0,0 0-1 0 0,0 0 1 0 0,1 0 0 0 0,-1 0-1 0 0,0 1 1 0 0,0-1-1 0 0,0 0 1 0 0,1 0 0 0 0,12 2-84 0 0,14-6-289 0 0,16-8-5563 0 0,-15 5-449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4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170 70 8207 0 0,'3'-17'-887'0'0,"-2"-7"9647"0"0,-8 44-5021 0 0,-79 243-5237 0 0,27-88 2354 0 0,55-162-664 0 0,2-6 3 0 0,0 0 0 0 0,-1 0-1 0 0,1-1 1 0 0,-7 11 0 0 0,12-24-54 0 0,0 0 0 0 0,-1 0 1 0 0,0-1-1 0 0,0 1 0 0 0,-1-1 0 0 0,1-7 0 0 0,3-18-54 0 0,16-74-29 0 0,7-35-217 0 0,-23 124 127 0 0,1-1 0 0 0,1 1 0 0 0,0 0 0 0 0,1 1 0 0 0,14-21 0 0 0,-18 31 21 0 0,1 0 0 0 0,0 0 1 0 0,1 0-1 0 0,-1 1 0 0 0,1 0 1 0 0,1 1-1 0 0,-1-1 0 0 0,14-8 1 0 0,-18 13 9 0 0,1 0 0 0 0,0-1 0 0 0,0 1 0 0 0,0 0 1 0 0,-1 0-1 0 0,1 0 0 0 0,0 1 0 0 0,1-1 1 0 0,-1 1-1 0 0,0 0 0 0 0,0-1 0 0 0,0 1 0 0 0,0 1 1 0 0,0-1-1 0 0,0 0 0 0 0,0 1 0 0 0,0 0 0 0 0,0-1 1 0 0,0 1-1 0 0,0 0 0 0 0,0 1 0 0 0,-1-1 0 0 0,1 0 1 0 0,0 1-1 0 0,-1 0 0 0 0,5 3 0 0 0,2 2 27 0 0,0 1 0 0 0,-1 1-1 0 0,-1-1 1 0 0,1 1 0 0 0,-1 1-1 0 0,-1-1 1 0 0,0 1 0 0 0,0 0-1 0 0,-1 1 1 0 0,7 18 0 0 0,0 9 234 0 0,13 71 0 0 0,1 1-31 0 0,-22-96-224 0 0,17 45 202 0 0,-19-54-252 0 0,1 0 0 0 0,0 1 0 0 0,0-1 0 0 0,0 0 0 0 0,0 0 0 0 0,1-1 0 0 0,0 1 0 0 0,5 4 0 0 0,-8-9-226 0 0,2 3-370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4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35 4143 0 0,'-11'-11'6752'0'0,"11"11"-6645"0"0,27-3 10167 0 0,-12 1-12553 0 0,30-5 2645 0 0,-16 2-1266 0 0,50-2-1 0 0,-64 7-182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5.1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242 113 5063 0 0,'3'-5'623'0'0,"0"0"-1"0"0,0 0 1 0 0,-1 0-1 0 0,1-1 1 0 0,-1 0-1 0 0,0 1 1 0 0,-1-1-1 0 0,0 0 1 0 0,0 0-1 0 0,1-11 1 0 0,-2 16-540 0 0,0-1 1 0 0,1 1 0 0 0,-1-1 0 0 0,0 1-1 0 0,-1-1 1 0 0,1 1 0 0 0,0-1-1 0 0,0 1 1 0 0,-1-1 0 0 0,1 1 0 0 0,-1-1-1 0 0,1 1 1 0 0,-1 0 0 0 0,1-1 0 0 0,-1 1-1 0 0,0 0 1 0 0,0-1 0 0 0,0 1-1 0 0,0 0 1 0 0,0 0 0 0 0,0 0 0 0 0,0 0-1 0 0,0 0 1 0 0,0 0 0 0 0,0 0 0 0 0,0 0-1 0 0,-1 0 1 0 0,1 1 0 0 0,0-1 0 0 0,-1 0-1 0 0,1 1 1 0 0,-1-1 0 0 0,1 1-1 0 0,-1-1 1 0 0,1 1 0 0 0,-1 0 0 0 0,1 0-1 0 0,-1 0 1 0 0,1 0 0 0 0,-1 0 0 0 0,1 0-1 0 0,-1 0 1 0 0,1 0 0 0 0,-1 0-1 0 0,1 1 1 0 0,-3 0 0 0 0,-5 2 33 0 0,-1 0 0 0 0,1 0 1 0 0,0 1-1 0 0,1 0 0 0 0,-1 0 0 0 0,0 1 0 0 0,1 0 0 0 0,0 1 1 0 0,1 0-1 0 0,-1 0 0 0 0,1 1 0 0 0,0 0 0 0 0,-7 9 1 0 0,3-2 12 0 0,0 1 1 0 0,1 0-1 0 0,0 1 1 0 0,1 0-1 0 0,1 1 1 0 0,-6 17 0 0 0,8-18 14 0 0,2 0 0 0 0,0 0 0 0 0,1 0 0 0 0,0 0 0 0 0,2 0 0 0 0,-1 22 0 0 0,3-26-61 0 0,-1 0 0 0 0,2-1-1 0 0,0 1 1 0 0,0-1 0 0 0,1 0 0 0 0,0 1-1 0 0,1-1 1 0 0,0-1 0 0 0,9 19 0 0 0,-10-25-65 0 0,-1 0 1 0 0,1-1 0 0 0,0 1-1 0 0,0 0 1 0 0,0-1-1 0 0,1 1 1 0 0,-1-1 0 0 0,1 0-1 0 0,0 0 1 0 0,0-1 0 0 0,0 1-1 0 0,0-1 1 0 0,0 0-1 0 0,1 0 1 0 0,-1 0 0 0 0,1 0-1 0 0,4 0 1 0 0,-2-1 11 0 0,-1 0 1 0 0,1 0-1 0 0,0-1 1 0 0,0 0 0 0 0,-1 0-1 0 0,1 0 1 0 0,0-1-1 0 0,0 0 1 0 0,-1-1-1 0 0,1 0 1 0 0,7-3-1 0 0,-5 2-9 0 0,-1-1 0 0 0,0 0-1 0 0,0 0 1 0 0,-1-1 0 0 0,1 0-1 0 0,-1 0 1 0 0,0-1 0 0 0,9-9 0 0 0,-11 10-38 0 0,-1 1 1 0 0,0-1 0 0 0,-1-1 0 0 0,1 1 0 0 0,-1 0-1 0 0,0-1 1 0 0,0 1 0 0 0,-1-1 0 0 0,1 0 0 0 0,-2 0 0 0 0,1 0-1 0 0,1-8 1 0 0,-3 11-6 0 0,1-1-1 0 0,-1 1 1 0 0,0 0-1 0 0,-1-1 1 0 0,1 1-1 0 0,-1 0 1 0 0,1-1-1 0 0,-1 1 1 0 0,0 0-1 0 0,0 0 1 0 0,0 0-1 0 0,-1-1 1 0 0,1 1-1 0 0,-1 1 1 0 0,0-1-1 0 0,0 0 1 0 0,0 0-1 0 0,0 1 1 0 0,0-1 0 0 0,0 1-1 0 0,-1-1 1 0 0,1 1-1 0 0,-4-2 1 0 0,2 1-54 0 0,1 1 1 0 0,-1 0-1 0 0,0 0 1 0 0,0 0-1 0 0,0 0 1 0 0,0 1-1 0 0,0 0 1 0 0,0 0-1 0 0,0 0 1 0 0,-1 0-1 0 0,1 0 1 0 0,0 1 0 0 0,0 0-1 0 0,-1 0 1 0 0,1 0-1 0 0,0 0 1 0 0,-8 2-1 0 0,11-2 39 0 0,0 1-1 0 0,1-1 1 0 0,-1 0-1 0 0,0 0 1 0 0,1 0-1 0 0,-1 1 1 0 0,1-1 0 0 0,-1 0-1 0 0,0 0 1 0 0,1 1-1 0 0,-1-1 1 0 0,1 1-1 0 0,-1-1 1 0 0,1 1-1 0 0,-1-1 1 0 0,1 1-1 0 0,-1-1 1 0 0,0 2 0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5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 5063 0 0,'5'-7'15408'0'0,"5"9"-16837"0"0,3-2 1840 0 0,0-1 1 0 0,0 0-1 0 0,0-1 1 0 0,22-5-1 0 0,7-2-291 0 0,9 0-3364 0 0,-38 7-944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5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 4607 0 0,'-6'10'944'0'0,"0"1"0"0"0,0-1-1 0 0,1 1 1 0 0,1 0-1 0 0,0 1 1 0 0,0-1 0 0 0,-4 24-1 0 0,0 39 3743 0 0,7-28-4739 0 0,1-34 367 0 0,1 1 0 0 0,0-1 1 0 0,0 0-1 0 0,2 1 1 0 0,-1-1-1 0 0,9 22 0 0 0,-10-31-265 0 0,0 1 0 0 0,1-1 0 0 0,-1 0 0 0 0,1 0 0 0 0,0 0-1 0 0,0 0 1 0 0,0 0 0 0 0,0-1 0 0 0,0 1 0 0 0,1-1 0 0 0,-1 1-1 0 0,1-1 1 0 0,0 0 0 0 0,0 0 0 0 0,0 0 0 0 0,0 0 0 0 0,0 0 0 0 0,0-1-1 0 0,0 0 1 0 0,0 1 0 0 0,1-1 0 0 0,-1 0 0 0 0,0 0 0 0 0,1-1-1 0 0,-1 1 1 0 0,1-1 0 0 0,-1 0 0 0 0,7 0 0 0 0,12-3-254 0 0,-1-2 0 0 0,1 0 1 0 0,-1-1-1 0 0,-1-1 0 0 0,1-1 0 0 0,20-11 1 0 0,-35 13-2199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5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1 100 1839 0 0,'0'-3'786'0'0,"0"1"0"0"0,-1 0 0 0 0,1-1 0 0 0,0 1 0 0 0,0 0 0 0 0,1-1 0 0 0,-1 1 0 0 0,0 0 0 0 0,1-1 0 0 0,0 1 0 0 0,-1 0 0 0 0,1 0 0 0 0,0 0 0 0 0,0 0 0 0 0,0 0 0 0 0,3-4 0 0 0,-2 3-306 0 0,1 0-1 0 0,0 0 1 0 0,0 0 0 0 0,0 0-1 0 0,0 1 1 0 0,1-1-1 0 0,-1 1 1 0 0,7-4-1 0 0,4 0-929 0 0,1 1 0 0 0,-1 0 0 0 0,29-5 0 0 0,-41 10 444 0 0,12-3-962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6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46 223 919 0 0,'-4'65'10738'0'0,"4"-42"-7355"0"0,-7 40 0 0 0,7-63-3344 0 0,0 0 0 0 0,0 1-1 0 0,0-1 1 0 0,0 0 0 0 0,0 1-1 0 0,0-1 1 0 0,0 0 0 0 0,0 0-1 0 0,0 1 1 0 0,0-1 0 0 0,0 0-1 0 0,0 1 1 0 0,0-1 0 0 0,-1 0-1 0 0,1 0 1 0 0,0 1 0 0 0,0-1-1 0 0,0 0 1 0 0,0 0 0 0 0,0 0-1 0 0,-1 1 1 0 0,1-1 0 0 0,0 0-1 0 0,0 0 1 0 0,0 0 0 0 0,-1 1-1 0 0,1-1 1 0 0,0 0 0 0 0,0 0-1 0 0,-1 0 1 0 0,1 0 0 0 0,0 0-1 0 0,0 1 1 0 0,-1-1 0 0 0,1 0-1 0 0,0 0 1 0 0,0 0 0 0 0,-1 0-1 0 0,-7-9 628 0 0,-3-17-313 0 0,8 8-311 0 0,0 0-1 0 0,1 0 1 0 0,1 1 0 0 0,0-1-1 0 0,2 0 1 0 0,0 0 0 0 0,1 0-1 0 0,1 0 1 0 0,0 1 0 0 0,2-1-1 0 0,0 1 1 0 0,0 0 0 0 0,2 1-1 0 0,9-19 1 0 0,-15 33-46 0 0,0 0 0 0 0,0 1 1 0 0,1-1-1 0 0,-1 0 0 0 0,0 0 0 0 0,1 1 0 0 0,-1-1 0 0 0,1 1 0 0 0,-1-1 0 0 0,1 1 1 0 0,0-1-1 0 0,0 1 0 0 0,0 0 0 0 0,-1 0 0 0 0,1 0 0 0 0,0 0 0 0 0,0 0 0 0 0,1 1 1 0 0,-1-1-1 0 0,0 1 0 0 0,0-1 0 0 0,0 1 0 0 0,3-1 0 0 0,-2 2-1 0 0,0-1-1 0 0,-1 1 1 0 0,1 0-1 0 0,-1 0 0 0 0,1 0 1 0 0,-1 0-1 0 0,0 0 1 0 0,1 0-1 0 0,-1 1 1 0 0,0-1-1 0 0,0 1 1 0 0,0-1-1 0 0,0 1 0 0 0,0 0 1 0 0,0 0-1 0 0,-1 0 1 0 0,1 0-1 0 0,0 0 1 0 0,1 3-1 0 0,10 18 35 0 0,21 47 1 0 0,-22-43 142 0 0,20 34 1 0 0,-27-53-144 0 0,0 0 0 0 0,1-1-1 0 0,0 1 1 0 0,0-1 0 0 0,1-1 0 0 0,0 1-1 0 0,0-1 1 0 0,10 7 0 0 0,-16-12-22 0 0,1 0 0 0 0,-1 0 0 0 0,0 0 0 0 0,1 0 1 0 0,-1 0-1 0 0,1-1 0 0 0,0 1 0 0 0,-1 0 0 0 0,1-1 0 0 0,0 0 1 0 0,-1 1-1 0 0,1-1 0 0 0,0 0 0 0 0,-1 1 0 0 0,1-1 0 0 0,0 0 0 0 0,0-1 1 0 0,-1 1-1 0 0,1 0 0 0 0,0 0 0 0 0,-1-1 0 0 0,1 1 0 0 0,0-1 1 0 0,-1 1-1 0 0,1-1 0 0 0,0 0 0 0 0,-1 1 0 0 0,3-3 0 0 0,-3 2 10 0 0,1-1 0 0 0,0 0 0 0 0,-1-1 0 0 0,1 1 0 0 0,-1 0 0 0 0,1 0 0 0 0,-1-1 0 0 0,0 1 0 0 0,0 0 0 0 0,0-1 0 0 0,0 1 0 0 0,-1-1 0 0 0,1 0 0 0 0,-1 1 0 0 0,1-1 0 0 0,-1 1 0 0 0,0-6 0 0 0,-1-6 473 0 0,-1-1 0 0 0,0 1-1 0 0,-6-20 1 0 0,-4-29 2649 0 0,12 57-3337 0 0,-1 0 1 0 0,1 0 0 0 0,1-1-1 0 0,1-9 1 0 0,-2 14 297 0 0,1-1 0 0 0,0 1 0 0 0,0 0 0 0 0,0 0 1 0 0,0-1-1 0 0,0 1 0 0 0,0 0 0 0 0,0 0 0 0 0,1 0 1 0 0,-1 0-1 0 0,3-2 0 0 0,0 0-448 0 0,1 1 0 0 0,-1-1 0 0 0,1 1-1 0 0,-1 0 1 0 0,1 0 0 0 0,0 1 0 0 0,9-4 0 0 0,6-1-1557 0 0,1 1 0 0 0,28-4-1 0 0,-45 9 1890 0 0,88-11-4647 0 0,-84 11 4380 0 0,0 1 1 0 0,0 0 0 0 0,0 1-1 0 0,0 0 1 0 0,0 0 0 0 0,0 0 0 0 0,0 1-1 0 0,0 0 1 0 0,10 5 0 0 0,-14-4 556 0 0,0-1 0 0 0,0 1 0 0 0,0 1 0 0 0,0-1 0 0 0,-1 0 0 0 0,1 1 0 0 0,-1 0 0 0 0,0 0 0 0 0,0 0 0 0 0,0 0 0 0 0,-1 1 0 0 0,1-1 0 0 0,-1 0 0 0 0,0 1 0 0 0,-1 0 0 0 0,1 0 0 0 0,-1-1 0 0 0,0 1 0 0 0,1 6 0 0 0,1 13 1000 0 0,0-1-1 0 0,-2 42 1 0 0,-2-44-1154 0 0,1 10 139 0 0,-1-21-333 0 0,0 0 1 0 0,1 0-1 0 0,0 0 0 0 0,1 0 0 0 0,0 0 1 0 0,0 0-1 0 0,1 0 0 0 0,0-1 0 0 0,1 1 1 0 0,4 9-1 0 0,-7-19-96 0 0,1 1 0 0 0,-1-1-1 0 0,0 1 1 0 0,0-1 0 0 0,1 0 0 0 0,-1 1 0 0 0,5 2-1872 0 0,-5-2 1872 0 0,1-1 0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6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82 12439 0 0,'-2'-7'421'0'0,"1"5"-303"0"0,1 0 0 0 0,-1 0 0 0 0,1 0 0 0 0,-1 0 0 0 0,1 0 0 0 0,-1 0 0 0 0,1 0 0 0 0,0 0 0 0 0,0-3 0 0 0,1 4 18 0 0,-1 0 0 0 0,1 0 0 0 0,-1 0 0 0 0,1 0 0 0 0,0 0 0 0 0,-1 0 0 0 0,1 0 0 0 0,0 0 0 0 0,0 0 0 0 0,0 0 0 0 0,-1 1 0 0 0,1-1 0 0 0,0 0 0 0 0,0 0 0 0 0,0 1-1 0 0,0-1 1 0 0,0 1 0 0 0,1-1 0 0 0,1 0 0 0 0,14-6-64 0 0,1 1 1 0 0,0 0-1 0 0,1 2 0 0 0,-1 0 0 0 0,1 1 1 0 0,0 0-1 0 0,0 2 0 0 0,0 0 0 0 0,0 2 0 0 0,0 0 1 0 0,-1 1-1 0 0,1 0 0 0 0,21 7 0 0 0,-20-4-31 0 0,0 1 1 0 0,0 1-1 0 0,-1 0 0 0 0,0 2 0 0 0,0 0 0 0 0,-1 1 1 0 0,-1 1-1 0 0,1 1 0 0 0,-2 0 0 0 0,1 1 0 0 0,26 29 1 0 0,-37-34 186 0 0,0 0 0 0 0,0 0 0 0 0,0 0 0 0 0,-1 1 0 0 0,0 0 1 0 0,-1 0-1 0 0,0 0 0 0 0,0 1 0 0 0,-1-1 0 0 0,-1 1 0 0 0,1 0 1 0 0,-2 0-1 0 0,2 16 0 0 0,-3 0 489 0 0,-1 1 0 0 0,-1-1 0 0 0,-12 49 0 0 0,14-71-813 0 0,-3 11 299 0 0,3-14-275 0 0,0-1 0 0 0,0 1 0 0 0,0-1 1 0 0,0 0-1 0 0,0 1 0 0 0,0-1 0 0 0,0 1 0 0 0,0-1 0 0 0,0 0 1 0 0,0 1-1 0 0,0-1 0 0 0,0 1 0 0 0,0-1 0 0 0,0 0 0 0 0,1 1 1 0 0,-1-1-1 0 0,0 0 0 0 0,0 1 0 0 0,0-1 0 0 0,1 0 1 0 0,-1 1-1 0 0,0-1 0 0 0,0 0 0 0 0,1 1 0 0 0,-1-1 0 0 0,0 0 1 0 0,1 0-1 0 0,-1 1 0 0 0,1-1 0 0 0,2 0-1120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7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155 90 14623 0 0,'2'-3'113'0'0,"24"-32"2217"0"0,-25 33-2112 0 0,0 0 0 0 0,0 0-1 0 0,0-1 1 0 0,0 1-1 0 0,0 0 1 0 0,-1 0 0 0 0,1-1-1 0 0,-1 1 1 0 0,1 0 0 0 0,-1-1-1 0 0,0 1 1 0 0,0 0 0 0 0,0-1-1 0 0,0 1 1 0 0,-2-5 0 0 0,2 7-179 0 0,0-1 1 0 0,0 0 0 0 0,0 1-1 0 0,-1-1 1 0 0,1 1 0 0 0,0-1 0 0 0,0 1-1 0 0,-1-1 1 0 0,1 1 0 0 0,0-1 0 0 0,-1 1-1 0 0,1-1 1 0 0,-1 1 0 0 0,1-1 0 0 0,-1 1-1 0 0,1 0 1 0 0,0-1 0 0 0,-1 1-1 0 0,0 0 1 0 0,1-1 0 0 0,-1 1 0 0 0,1 0-1 0 0,-1 0 1 0 0,1 0 0 0 0,-1-1 0 0 0,-1 1-1 0 0,-17 3 484 0 0,-17 17-84 0 0,26-12-438 0 0,-1 1 1 0 0,1 0-1 0 0,1 1 0 0 0,0 0 1 0 0,0 0-1 0 0,1 1 0 0 0,0 0 0 0 0,1 0 1 0 0,0 1-1 0 0,1 0 0 0 0,0 0 0 0 0,1 1 1 0 0,-5 19-1 0 0,8-25 10 0 0,0-1 0 0 0,1 1 0 0 0,0-1 0 0 0,1 1 0 0 0,-1 0 0 0 0,1 0 0 0 0,0-1 0 0 0,1 1 1 0 0,0 0-1 0 0,0-1 0 0 0,0 1 0 0 0,1 0 0 0 0,0-1 0 0 0,0 0 0 0 0,1 1 0 0 0,-1-1 0 0 0,1 0 0 0 0,1 0 0 0 0,-1-1 0 0 0,1 1 0 0 0,0-1 0 0 0,1 1 0 0 0,-1-1 1 0 0,1-1-1 0 0,0 1 0 0 0,0-1 0 0 0,0 1 0 0 0,11 5 0 0 0,-8-6 40 0 0,-1 0-1 0 0,1 0 1 0 0,0-1 0 0 0,0 0-1 0 0,1 0 1 0 0,-1-1 0 0 0,1 0 0 0 0,-1-1-1 0 0,1 0 1 0 0,-1 0 0 0 0,14-1 0 0 0,-6-1-826 0 0,-1-1 0 0 0,1 0 1 0 0,0-1-1 0 0,-1-1 1 0 0,21-8-1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8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80 3223 0 0,'0'-15'443'0'0,"1"9"1021"0"0,0 0 0 0 0,0 0 1 0 0,0 0-1 0 0,1 0 1 0 0,2-9-1 0 0,6 0-135 0 0,-10 14-1263 0 0,0 1 1 0 0,0 0-1 0 0,1 0 1 0 0,-1-1-1 0 0,0 1 0 0 0,0 0 1 0 0,1 0-1 0 0,-1-1 1 0 0,0 1-1 0 0,0 0 1 0 0,1 0-1 0 0,-1 0 1 0 0,0-1-1 0 0,0 1 1 0 0,1 0-1 0 0,-1 0 1 0 0,0 0-1 0 0,1 0 1 0 0,-1 0-1 0 0,0 0 1 0 0,1 0-1 0 0,-1-1 1 0 0,0 1-1 0 0,1 0 1 0 0,-1 0-1 0 0,0 0 0 0 0,1 0 1 0 0,-1 0-1 0 0,0 1 1 0 0,1-1-1 0 0,-1 0 1 0 0,0 0-1 0 0,1 0 1 0 0,-1 0-1 0 0,8 12 1059 0 0,-2 21-337 0 0,-5-30-622 0 0,2 31-9 0 0,-1 1 1 0 0,-2 0 0 0 0,-2-1-1 0 0,0 1 1 0 0,-3-1-1 0 0,-1 0 1 0 0,-1 0 0 0 0,-2 0-1 0 0,-15 36 1 0 0,22-65-153 0 0,-23 52 130 0 0,23-54-128 0 0,0 1 1 0 0,0-1-1 0 0,0 0 1 0 0,0 0-1 0 0,-1 0 1 0 0,0 0-1 0 0,1 0 1 0 0,-1 0-1 0 0,0-1 1 0 0,-1 1 0 0 0,1-1-1 0 0,0 0 1 0 0,-4 2-1 0 0,6-4-7 0 0,0 0 0 0 0,0 1 0 0 0,0-1 0 0 0,0 0 0 0 0,0 0 0 0 0,1 0 0 0 0,-1 0 0 0 0,0 0 0 0 0,0 0 0 0 0,0 0 0 0 0,0 0 0 0 0,0-1 0 0 0,0 1 0 0 0,0 0 0 0 0,0 0 0 0 0,1-1 0 0 0,-1 1 0 0 0,0-1 0 0 0,0 1 0 0 0,0-1 0 0 0,1 1 0 0 0,-1-1 0 0 0,0 1 0 0 0,1-1 0 0 0,-1 0 0 0 0,0 1 0 0 0,1-1 0 0 0,-1 0 0 0 0,1 1 0 0 0,-1-1 0 0 0,1 0 0 0 0,-1 0 0 0 0,1 0 0 0 0,0 1 0 0 0,-1-1 0 0 0,1 0 0 0 0,0 0 0 0 0,0 0 0 0 0,-1 0 0 0 0,1 0 0 0 0,0 0 0 0 0,0 0 0 0 0,0 0 0 0 0,0 1 0 0 0,0-1 0 0 0,0 0 0 0 0,1 0 0 0 0,-1 0 0 0 0,0 0 0 0 0,0 0 0 0 0,1 0 0 0 0,-1 0 0 0 0,0 1 0 0 0,1-1 0 0 0,-1 0 0 0 0,1 0 0 0 0,-1 1 0 0 0,1-1 0 0 0,-1 0 0 0 0,1 0 0 0 0,0 1 0 0 0,-1-1 0 0 0,1 1 0 0 0,0-1 0 0 0,0 1 0 0 0,-1-1 0 0 0,2 0 0 0 0,3-2 29 0 0,0 1 1 0 0,1 0-1 0 0,-1 0 0 0 0,1 0 0 0 0,-1 0 0 0 0,1 1 0 0 0,0 0 1 0 0,0 0-1 0 0,-1 1 0 0 0,1-1 0 0 0,0 1 0 0 0,0 0 0 0 0,0 1 1 0 0,7 1-1 0 0,12 3 253 0 0,45 14 1 0 0,-58-16-258 0 0,35 14 147 0 0,-33-11-305 0 0,2 0 0 0 0,-1-2 0 0 0,0 0 0 0 0,17 3 0 0 0,-17-10-2527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8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 11519 0 0,'0'0'108'0'0,"0"0"-1"0"0,-1-1 0 0 0,1 1 1 0 0,0 0-1 0 0,0-1 1 0 0,0 1-1 0 0,0 0 0 0 0,3-7 3007 0 0,-3 7-3007 0 0,1 0 0 0 0,-1-1 1 0 0,0 1-1 0 0,0 0 1 0 0,1 0-1 0 0,-1 0 0 0 0,0 0 1 0 0,1 0-1 0 0,-1 0 0 0 0,25-5 1410 0 0,28 5-1121 0 0,-21 2-547 0 0,1 3 0 0 0,-1 1 0 0 0,0 1 0 0 0,31 11 0 0 0,-43-10-445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9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46 8287 0 0,'-7'82'3122'0'0,"-9"184"2619"0"0,35-374-3904 0 0,-9 14-1722 0 0,-7 53-117 0 0,2 0 0 0 0,12-47-1 0 0,-17 87 3 0 0,0 0-1 0 0,0 0 0 0 0,0 0 0 0 0,0 0 1 0 0,1 0-1 0 0,-1 0 0 0 0,0 0 1 0 0,1 0-1 0 0,-1 0 0 0 0,1 0 0 0 0,-1 1 1 0 0,1-1-1 0 0,0 0 0 0 0,-1 0 1 0 0,1 0-1 0 0,0 1 0 0 0,-1-1 0 0 0,1 0 1 0 0,0 1-1 0 0,0-1 0 0 0,0 0 1 0 0,-1 1-1 0 0,1-1 0 0 0,0 1 1 0 0,0-1-1 0 0,1 1 0 0 0,0 0-4 0 0,-1 0 1 0 0,0 1-1 0 0,0-1 1 0 0,0 1-1 0 0,0-1 0 0 0,0 1 1 0 0,0 0-1 0 0,0-1 1 0 0,0 1-1 0 0,0 0 0 0 0,0 0 1 0 0,0 0-1 0 0,0 0 0 0 0,-1 0 1 0 0,1 0-1 0 0,0 0 1 0 0,0 0-1 0 0,-1 0 0 0 0,1 0 1 0 0,-1 0-1 0 0,1 0 0 0 0,0 2 1 0 0,36 97 31 0 0,-22-60 55 0 0,21 46 0 0 0,-30-74-36 0 0,1 0 0 0 0,1 0 0 0 0,0 0-1 0 0,0-1 1 0 0,1 0 0 0 0,0-1-1 0 0,19 16 1 0 0,-26-24-17 0 0,0 0 0 0 0,0-1-1 0 0,0 1 1 0 0,0 0 0 0 0,1-1 0 0 0,-1 1 0 0 0,0-1-1 0 0,1 0 1 0 0,-1 0 0 0 0,1 0 0 0 0,0 0-1 0 0,-1 0 1 0 0,1-1 0 0 0,0 1 0 0 0,-1-1-1 0 0,1 0 1 0 0,0 1 0 0 0,0-1 0 0 0,-1 0-1 0 0,1-1 1 0 0,0 1 0 0 0,-1 0 0 0 0,1-1 0 0 0,0 0-1 0 0,-1 0 1 0 0,1 1 0 0 0,0-1 0 0 0,-1-1-1 0 0,0 1 1 0 0,1 0 0 0 0,-1-1 0 0 0,0 1-1 0 0,1-1 1 0 0,-1 0 0 0 0,0 1 0 0 0,0-1-1 0 0,0 0 1 0 0,-1 0 0 0 0,1-1 0 0 0,2-2-1 0 0,2-5 64 0 0,0 1-1 0 0,-1-1 0 0 0,0 0 0 0 0,0-1 0 0 0,-1 1 0 0 0,0-1 0 0 0,-1 0 0 0 0,3-18 0 0 0,-4 9-30 0 0,-2 0 1 0 0,0 0-1 0 0,-1 0 0 0 0,0 0 1 0 0,-7-24-1 0 0,-1-24-28 0 0,9 68-45 0 0,0-1 1 0 0,0 1-1 0 0,0-1 0 0 0,0 1 0 0 0,0-1 0 0 0,0 1 0 0 0,0-1 0 0 0,0 1 1 0 0,0-1-1 0 0,0 1 0 0 0,0 0 0 0 0,0-1 0 0 0,0 1 0 0 0,0-1 1 0 0,0 1-1 0 0,1-1 0 0 0,-1 1 0 0 0,0-1 0 0 0,0 1 0 0 0,1 0 1 0 0,-1-1-1 0 0,0 1 0 0 0,1 0 0 0 0,-1-1 0 0 0,0 1 0 0 0,1 0 1 0 0,-1-1-1 0 0,0 1 0 0 0,1 0 0 0 0,-1 0 0 0 0,1-1 0 0 0,-1 1 1 0 0,0 0-1 0 0,1 0 0 0 0,-1 0 0 0 0,1 0 0 0 0,-1 0 0 0 0,1 0 1 0 0,-1-1-1 0 0,1 1 0 0 0,-1 0 0 0 0,1 0 0 0 0,0 1 0 0 0,25 4-2247 0 0,-15-2 95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9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 11807 0 0,'10'149'5551'0'0,"-4"-79"-4510"0"0,6 30 526 0 0,-10-90-1397 0 0,0 0-1 0 0,1 0 1 0 0,0 0 0 0 0,1-1 0 0 0,0 1 0 0 0,0-1 0 0 0,10 15-1 0 0,-13-23-147 0 0,0 1 0 0 0,1-1-1 0 0,-1 1 1 0 0,0-1-1 0 0,0 1 1 0 0,1-1-1 0 0,-1 0 1 0 0,1 1 0 0 0,0-1-1 0 0,-1 0 1 0 0,1 0-1 0 0,0 0 1 0 0,-1 0-1 0 0,1-1 1 0 0,0 1 0 0 0,0 0-1 0 0,0-1 1 0 0,0 1-1 0 0,0-1 1 0 0,-1 0-1 0 0,4 1 1 0 0,-2-2-2 0 0,0 1-1 0 0,0-1 1 0 0,0 0-1 0 0,0 1 1 0 0,0-1 0 0 0,-1-1-1 0 0,1 1 1 0 0,0 0 0 0 0,-1-1-1 0 0,1 1 1 0 0,-1-1-1 0 0,5-3 1 0 0,0-2 24 0 0,1-1-1 0 0,-1 0 1 0 0,0 0-1 0 0,0 0 1 0 0,-1-1 0 0 0,9-17-1 0 0,-7 8-39 0 0,-1 0-1 0 0,0-1 1 0 0,-1 0 0 0 0,-2 0-1 0 0,0-1 1 0 0,0 1 0 0 0,-1-25-1 0 0,-2 4-75 0 0,-1 0-1 0 0,-10-64 0 0 0,20 110-332 0 0,2 0 1 0 0,-1-1 0 0 0,22 7 0 0 0,-1-4 310 0 0,1 0 1 0 0,0-2 0 0 0,36 2 0 0 0,-50-7 137 0 0,1-1 0 0 0,-1-1 1 0 0,1 0-1 0 0,-1-1 0 0 0,0-1 1 0 0,32-10-1 0 0,-48 12 17 0 0,0 0 1 0 0,0 0-1 0 0,1 0 0 0 0,-1 0 1 0 0,0-1-1 0 0,0 0 0 0 0,-1 1 1 0 0,1-1-1 0 0,5-5 0 0 0,-11 8 28 0 0,0 0 0 0 0,0 0 1 0 0,0 0-1 0 0,0 0 0 0 0,0 0 0 0 0,-4 3 0 0 0,-5 3-63 0 0,1 0-1 0 0,0 1 1 0 0,0 0 0 0 0,1 1-1 0 0,0 0 1 0 0,0 1 0 0 0,1 0-1 0 0,1 0 1 0 0,0 1 0 0 0,0 0-1 0 0,-9 18 1 0 0,3-2-28 0 0,2 0-1 0 0,1 0 1 0 0,1 1 0 0 0,-8 35-1 0 0,14-47 51 0 0,1 1 0 0 0,0 0 1 0 0,2 0-1 0 0,0 0 0 0 0,1 0 0 0 0,0 0 0 0 0,6 33 0 0 0,-5-44-24 0 0,1-1-1 0 0,-1 1 0 0 0,1-1 1 0 0,0 0-1 0 0,1 1 1 0 0,-1-1-1 0 0,1 0 0 0 0,0 0 1 0 0,1-1-1 0 0,-1 1 1 0 0,8 7-1 0 0,-8-9-13 0 0,1 0-1 0 0,0-1 1 0 0,0 1-1 0 0,0-1 1 0 0,0 0-1 0 0,1 0 1 0 0,-1 0-1 0 0,0 0 1 0 0,1-1-1 0 0,-1 0 1 0 0,1 0 0 0 0,0 0-1 0 0,-1 0 1 0 0,1-1-1 0 0,0 0 1 0 0,6 0-1 0 0,13-3-104 0 0,0-1 0 0 0,0-1 0 0 0,-1-1-1 0 0,1-1 1 0 0,-2-1 0 0 0,1-1 0 0 0,30-16 0 0 0,-24 6-3704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39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82 11975 0 0,'-1'-1'165'0'0,"1"1"1"0"0,-1-1-1 0 0,0 0 0 0 0,0 1 0 0 0,1-1 0 0 0,-1 0 0 0 0,1 0 0 0 0,-1 0 0 0 0,0 1 0 0 0,1-1 1 0 0,0 0-1 0 0,-1 0 0 0 0,1 0 0 0 0,-1 0 0 0 0,1 0 0 0 0,0 0 0 0 0,0 0 0 0 0,0 0 0 0 0,-1 0 1 0 0,1 0-1 0 0,0 0 0 0 0,0 0 0 0 0,0 0 0 0 0,1 0 0 0 0,-1 0 0 0 0,0 0 0 0 0,0 0 0 0 0,0 0 1 0 0,1 0-1 0 0,-1 0 0 0 0,0 0 0 0 0,1-1 0 0 0,2 0 111 0 0,0 0 0 0 0,0 0 0 0 0,0 0 0 0 0,0 0 0 0 0,0 0 0 0 0,0 1 0 0 0,1-1 0 0 0,5-1 1 0 0,12-3-389 0 0,-1 1 0 0 0,2 0 0 0 0,41-2 1 0 0,-13 2-5317 0 0,-17 0-615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0.0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279 11 6447 0 0,'-1'-2'267'0'0,"-1"1"-1"0"0,0 0 0 0 0,0 0 1 0 0,0 0-1 0 0,0 0 0 0 0,0 0 0 0 0,0 1 1 0 0,-1-1-1 0 0,1 0 0 0 0,0 1 1 0 0,0 0-1 0 0,0-1 0 0 0,-1 1 1 0 0,1 0-1 0 0,0 0 0 0 0,-3 1 0 0 0,-42 6 5835 0 0,32-4-6387 0 0,-9 1 1736 0 0,-35 12 0 0 0,51-14-1156 0 0,0 1 0 0 0,-1 1 0 0 0,2 0 0 0 0,-1 0 0 0 0,0 0 0 0 0,1 1 0 0 0,-13 10-1 0 0,18-13-251 0 0,0 0-1 0 0,0 0 0 0 0,1 1 0 0 0,-1-1 0 0 0,0 0 1 0 0,1 1-1 0 0,0-1 0 0 0,-1 1 0 0 0,1 0 0 0 0,0-1 1 0 0,0 1-1 0 0,1 0 0 0 0,-1-1 0 0 0,0 1 0 0 0,1 0 1 0 0,0 0-1 0 0,0 0 0 0 0,0 0 0 0 0,0 0 0 0 0,0-1 1 0 0,0 1-1 0 0,1 0 0 0 0,-1 0 0 0 0,1 0 0 0 0,0-1 0 0 0,0 1 1 0 0,0 0-1 0 0,0-1 0 0 0,0 1 0 0 0,1-1 0 0 0,2 4 1 0 0,5 8-25 0 0,0-1 1 0 0,1-1-1 0 0,1 0 1 0 0,15 14-1 0 0,-20-21 0 0 0,55 51-8 0 0,-35-35-135 0 0,-2 1 0 0 0,-1 1-1 0 0,35 45 1 0 0,-56-65 106 0 0,1 0 0 0 0,-2 0 0 0 0,1 0 0 0 0,0 0 0 0 0,0 1 0 0 0,-1-1 0 0 0,0 0 0 0 0,0 1 0 0 0,0-1 0 0 0,0 1 0 0 0,0 0 0 0 0,-1-1 0 0 0,1 1 0 0 0,-1-1 0 0 0,0 1 0 0 0,0 0 0 0 0,0-1 0 0 0,-2 6 0 0 0,1-6 3 0 0,0 0 0 0 0,-1 1 0 0 0,0-1 0 0 0,0 0 0 0 0,0 0 0 0 0,0 0 0 0 0,0-1 0 0 0,-1 1 0 0 0,1 0 0 0 0,-1-1 0 0 0,1 0 0 0 0,-1 1-1 0 0,0-1 1 0 0,0 0 0 0 0,0 0 0 0 0,0-1 0 0 0,0 1 0 0 0,-7 1 0 0 0,0 1 35 0 0,0-1-1 0 0,0 0 1 0 0,-1 0-1 0 0,1-2 1 0 0,-1 1 0 0 0,0-1-1 0 0,-19-1 1 0 0,25 0-13 0 0,0 0 1 0 0,1 0-1 0 0,-1-1 0 0 0,0 0 1 0 0,1 0-1 0 0,-1 0 0 0 0,1 0 1 0 0,-1-1-1 0 0,1 0 0 0 0,0 0 1 0 0,0 0-1 0 0,-1 0 1 0 0,2 0-1 0 0,-1-1 0 0 0,0 0 1 0 0,0 0-1 0 0,1 0 0 0 0,-1 0 1 0 0,1-1-1 0 0,-4-4 0 0 0,6 5-93 0 0,0 0 0 0 0,0 0-1 0 0,0 0 1 0 0,1 0 0 0 0,-1 0-1 0 0,1 0 1 0 0,0 0 0 0 0,-1 0-1 0 0,2 0 1 0 0,-1 0-1 0 0,0 0 1 0 0,0 0 0 0 0,1 0-1 0 0,0 0 1 0 0,-1 0 0 0 0,1 0-1 0 0,0 0 1 0 0,0 0 0 0 0,1 1-1 0 0,-1-1 1 0 0,2-2 0 0 0,10-17-1798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0.1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14743 0 0,'3'7'399'0'0,"-1"0"0"0"0,1 0 1 0 0,-1 0-1 0 0,-1 1 0 0 0,1-1 0 0 0,-1 0 0 0 0,0 11 0 0 0,-3 56 2154 0 0,0-42-2413 0 0,-12 169 1686 0 0,-1-117-8008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0.3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92 8751 0 0,'1'-2'162'0'0,"0"0"-1"0"0,1 0 0 0 0,-1 1 0 0 0,0-1 0 0 0,1 0 0 0 0,-1 0 0 0 0,1 1 0 0 0,0-1 1 0 0,0 1-1 0 0,-1-1 0 0 0,1 1 0 0 0,0 0 0 0 0,0 0 0 0 0,0 0 0 0 0,3-1 1 0 0,37-11 3866 0 0,-21 8-3395 0 0,22-8 110 0 0,1 2-1 0 0,0 3 0 0 0,1 1 1 0 0,56-2-1 0 0,-70 9-575 0 0,1 0-1 0 0,-1 3 1 0 0,1 0 0 0 0,-1 2-1 0 0,0 1 1 0 0,59 20 0 0 0,-47-6-2311 0 0,-34-15 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0.9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36 15519 0 0,'-92'284'4930'0'0,"73"-220"-4413"0"0,13-45-286 0 0,1-6-64 0 0,1 1-1 0 0,0-1 0 0 0,1 1 1 0 0,0 0-1 0 0,2 0 1 0 0,-1 0-1 0 0,1 0 1 0 0,2 16-1 0 0,-1-29-156 0 0,0 0 1 0 0,0 0-1 0 0,0-1 0 0 0,0 1 0 0 0,0 0 1 0 0,1 0-1 0 0,-1 0 0 0 0,0 0 0 0 0,1-1 1 0 0,-1 1-1 0 0,0 0 0 0 0,1 0 0 0 0,-1 0 1 0 0,1-1-1 0 0,-1 1 0 0 0,1 0 0 0 0,-1-1 1 0 0,1 1-1 0 0,0 0 0 0 0,-1-1 0 0 0,2 1 1 0 0,-2-1-16 0 0,1 0 1 0 0,0 0 0 0 0,-1 0 0 0 0,1 0 0 0 0,-1 0 0 0 0,1 0-1 0 0,0 0 1 0 0,-1 0 0 0 0,1 0 0 0 0,-1 0 0 0 0,1-1-1 0 0,-1 1 1 0 0,1 0 0 0 0,-1-1 0 0 0,1 1 0 0 0,0 0 0 0 0,-1-1-1 0 0,0 1 1 0 0,1 0 0 0 0,-1-1 0 0 0,1 1 0 0 0,0-1-1 0 0,2-3-184 0 0,1-1-1 0 0,-1 1 0 0 0,1-1 0 0 0,4-10 0 0 0,-2 1-284 0 0,-1-1 0 0 0,0 1 0 0 0,-1-1-1 0 0,0 0 1 0 0,-1-1 0 0 0,-1 1 0 0 0,-1-1 0 0 0,0-22-1 0 0,-4-14-745 0 0,-10-62 0 0 0,-1-5 470 0 0,9 65 2518 0 0,6 53-1688 0 0,-1 1 1 0 0,0-1-1 0 0,0 1 1 0 0,0 0-1 0 0,1-1 1 0 0,-1 1-1 0 0,0-1 1 0 0,1 1-1 0 0,-1 0 1 0 0,0-1-1 0 0,1 1 1 0 0,-1 0-1 0 0,0 0 1 0 0,1-1-1 0 0,-1 1 1 0 0,1 0 0 0 0,-1 0-1 0 0,0-1 1 0 0,1 1-1 0 0,-1 0 1 0 0,1 0-1 0 0,-1 0 1 0 0,1 0-1 0 0,-1 0 1 0 0,1 0-1 0 0,-1 0 1 0 0,1 0-1 0 0,-1 0 1 0 0,0 0-1 0 0,1 0 1 0 0,-1 0-1 0 0,1 0 1 0 0,0 0-1 0 0,22 2 1382 0 0,-17-1-1053 0 0,50 4 81 0 0,-1-3 0 0 0,1-3 0 0 0,101-13 1 0 0,-135 10-461 0 0,-12 1 2 0 0,0 1 0 0 0,1 1 0 0 0,-1 0 0 0 0,0 0 0 0 0,0 1-1 0 0,1 0 1 0 0,-1 1 0 0 0,18 3 0 0 0,-26-4 5 0 0,-1 1 0 0 0,1 0 0 0 0,-1 0 0 0 0,1 0 0 0 0,-1 0 0 0 0,0 0-1 0 0,1 0 1 0 0,-1 0 0 0 0,0 1 0 0 0,0-1 0 0 0,0 0 0 0 0,0 1 0 0 0,0-1 0 0 0,0 1 0 0 0,0-1-1 0 0,0 1 1 0 0,-1-1 0 0 0,1 1 0 0 0,0-1 0 0 0,-1 1 0 0 0,0 0 0 0 0,1-1 0 0 0,-1 1 0 0 0,0 0-1 0 0,0 0 1 0 0,0-1 0 0 0,0 1 0 0 0,0 0 0 0 0,0-1 0 0 0,-1 4 0 0 0,-1 6 197 0 0,0 0 0 0 0,-1 0 0 0 0,-6 16 0 0 0,5-17-105 0 0,-19 55 658 0 0,-17 53 448 0 0,35-99-1021 0 0,0 1 1 0 0,2-1 0 0 0,0 1-1 0 0,0 24 1 0 0,3-39-192 0 0,0-1 0 0 0,0 1 1 0 0,1 0-1 0 0,0 0 0 0 0,-1 0 0 0 0,2 0 0 0 0,-1-1 0 0 0,0 1 1 0 0,1 0-1 0 0,0-1 0 0 0,0 1 0 0 0,1-1 0 0 0,4 7 0 0 0,-5-8-92 0 0,0-1 0 0 0,1 0 0 0 0,-1 0 0 0 0,1 0 0 0 0,-1 0 0 0 0,1-1 0 0 0,-1 1 0 0 0,1-1-1 0 0,0 0 1 0 0,0 1 0 0 0,0-1 0 0 0,0 0 0 0 0,0-1 0 0 0,0 1 0 0 0,0-1 0 0 0,0 1-1 0 0,0-1 1 0 0,0 0 0 0 0,0 0 0 0 0,0 0 0 0 0,0 0 0 0 0,5-2 0 0 0,2 0-522 0 0,0 0 1 0 0,0-1 0 0 0,-1 0 0 0 0,0 0-1 0 0,0-1 1 0 0,13-8 0 0 0,7-5-1293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1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13823 0 0,'3'-3'1526'0'0,"-2"3"-1308"0"0,-1 0 0 0 0,1-1 0 0 0,-1 1 0 0 0,1 0 0 0 0,-1 0 0 0 0,1 0 0 0 0,-1-1 0 0 0,1 1 0 0 0,0 0 0 0 0,-1 0 0 0 0,1 0 0 0 0,-1 0 0 0 0,1 0 0 0 0,0 0 0 0 0,-1 0 0 0 0,2 0 0 0 0,22 0 3315 0 0,-16 1-3393 0 0,109 2 2678 0 0,-71 1-2207 0 0,-1-3 0 0 0,1-2 1 0 0,91-13-1 0 0,-124 11-720 0 0,-16 3-474 0 0,-23 6-108 0 0,0 3 552 0 0,0 0 0 0 0,1 2-1 0 0,1 1 1 0 0,0 1-1 0 0,1 1 1 0 0,0 0 0 0 0,1 2-1 0 0,-36 34 1 0 0,45-38 141 0 0,1 0 0 0 0,1 2 0 0 0,0-1 0 0 0,0 1 1 0 0,2 1-1 0 0,-1 0 0 0 0,2 0 0 0 0,0 1 0 0 0,1 0 0 0 0,1 0 0 0 0,0 1 0 0 0,1 0 1 0 0,1 0-1 0 0,-4 29 0 0 0,8-39 47 0 0,0-1 1 0 0,0 0-1 0 0,0 0 0 0 0,1 1 1 0 0,-1-1-1 0 0,2 0 1 0 0,-1 0-1 0 0,1 0 0 0 0,0 0 1 0 0,0 0-1 0 0,0 0 1 0 0,1 0-1 0 0,0-1 1 0 0,0 1-1 0 0,1-1 0 0 0,-1 0 1 0 0,8 8-1 0 0,-5-7 21 0 0,0-1 0 0 0,1 0 0 0 0,-1 0 0 0 0,1-1 0 0 0,0 1 0 0 0,0-1-1 0 0,1-1 1 0 0,-1 0 0 0 0,1 0 0 0 0,0 0 0 0 0,0-1 0 0 0,0 0 0 0 0,8 1 0 0 0,-1-1-206 0 0,-1-1 0 0 0,0 0-1 0 0,1-1 1 0 0,-1 0 0 0 0,0-1 0 0 0,1-1 0 0 0,-1 0 0 0 0,0-1 0 0 0,0-1 0 0 0,0 0 0 0 0,16-7-1 0 0,-18 3-1559 0 0,-3-3-85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1.3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17 122 15199 0 0,'-3'-2'-49'0'0,"-11"-16"2386"0"0,14 18-2167 0 0,0-1 0 0 0,0 0 0 0 0,0 1 0 0 0,0-1 0 0 0,0 0 0 0 0,0 1 0 0 0,1-1 0 0 0,-1 1 0 0 0,0-1 0 0 0,0 0 0 0 0,0 1 0 0 0,0-1 0 0 0,1 1 0 0 0,-1-1 0 0 0,0 0 0 0 0,1 1 0 0 0,-1-1 0 0 0,0 1 0 0 0,1-1 0 0 0,-1 1 0 0 0,1-1 0 0 0,-1 1 0 0 0,1 0 0 0 0,-1-1 0 0 0,1 1 1 0 0,-1 0-1 0 0,1-1 0 0 0,-1 1 0 0 0,1 0 0 0 0,0-1 0 0 0,-1 1 0 0 0,2 0 0 0 0,27-13 187 0 0,0 2 0 0 0,1 1 1 0 0,0 1-1 0 0,58-8 0 0 0,-43 9-1382 0 0,0-1-684 0 0,3 0-90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1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150 288 6447 0 0,'1'7'458'0'0,"-1"0"0"0"0,0 0 0 0 0,-1 14 1 0 0,0-10 1388 0 0,-1 0 1 0 0,-1 0 0 0 0,-6 18-1 0 0,-18 31 5250 0 0,7-23-5787 0 0,13-24-2017 0 0,2-3 1122 0 0,-18 29 965 0 0,22-38-1267 0 0,0 1 1 0 0,0 0-1 0 0,0-1 0 0 0,-1 1 1 0 0,1-1-1 0 0,0 0 1 0 0,-1 1-1 0 0,1-1 0 0 0,-1 0 1 0 0,1 0-1 0 0,-1 0 0 0 0,0 0 1 0 0,1 0-1 0 0,-1 0 1 0 0,0-1-1 0 0,0 1 0 0 0,0 0 1 0 0,-2 0-1 0 0,3-2-65 0 0,0 1-1 0 0,-1-1 0 0 0,1 1 1 0 0,0-1-1 0 0,1 1 1 0 0,-1-1-1 0 0,0 0 1 0 0,0 1-1 0 0,0-1 1 0 0,0 0-1 0 0,0 0 1 0 0,1 0-1 0 0,-1 0 0 0 0,0 0 1 0 0,1 1-1 0 0,-1-1 1 0 0,1 0-1 0 0,-1-1 1 0 0,1 1-1 0 0,-1 0 1 0 0,1 0-1 0 0,0 0 1 0 0,-1 0-1 0 0,1 0 0 0 0,0 0 1 0 0,0 0-1 0 0,0-2 1 0 0,-4-32 274 0 0,4 34-316 0 0,1-43-151 0 0,2 0-1 0 0,2 0 1 0 0,2 0-1 0 0,2 1 1 0 0,16-48-1 0 0,-20 74-92 0 0,12-27 1 0 0,-15 39 166 0 0,0 1 0 0 0,0 0 0 0 0,1 0 0 0 0,-1 0 0 0 0,1 0-1 0 0,0 1 1 0 0,0-1 0 0 0,1 1 0 0 0,-1 0 0 0 0,1 0 0 0 0,6-5 0 0 0,-8 7 49 0 0,-1 0-1 0 0,1 1 1 0 0,0-1 0 0 0,-1 1-1 0 0,1 0 1 0 0,0-1 0 0 0,-1 1-1 0 0,1 0 1 0 0,0 0 0 0 0,-1 0-1 0 0,1 0 1 0 0,0 1 0 0 0,-1-1-1 0 0,1 0 1 0 0,0 1 0 0 0,-1-1-1 0 0,1 1 1 0 0,0-1 0 0 0,-1 1-1 0 0,1 0 1 0 0,-1-1 0 0 0,1 1-1 0 0,-1 0 1 0 0,0 0-1 0 0,1 0 1 0 0,-1 0 0 0 0,0 1-1 0 0,0-1 1 0 0,0 0 0 0 0,0 0-1 0 0,0 1 1 0 0,0-1 0 0 0,1 2-1 0 0,4 6-41 0 0,0-1 0 0 0,-1 1 0 0 0,7 19 0 0 0,38 115-205 0 0,-2-5 301 0 0,-39-115 77 0 0,2-1 1 0 0,0 0-1 0 0,26 37 0 0 0,-32-53-33 0 0,-1-1 1 0 0,1 1-1 0 0,0-1 0 0 0,0 0 1 0 0,0 0-1 0 0,1-1 0 0 0,-1 0 1 0 0,13 7-1 0 0,-15-10-36 0 0,-1 1 0 0 0,1-1 0 0 0,0 0 0 0 0,0-1 0 0 0,0 1 0 0 0,0 0 0 0 0,0-1 0 0 0,0 0 0 0 0,0 1 1 0 0,0-1-1 0 0,0 0 0 0 0,0-1 0 0 0,0 1 0 0 0,0 0 0 0 0,0-1 0 0 0,0 0 0 0 0,0 0 0 0 0,-1 0 0 0 0,1 0 0 0 0,0 0 0 0 0,0 0 0 0 0,-1-1 0 0 0,4-1 0 0 0,7-7 34 0 0,-1-1-1 0 0,0 0 1 0 0,0 0-1 0 0,-1-1 0 0 0,-1-1 1 0 0,0 0-1 0 0,-1 0 1 0 0,0-1-1 0 0,-1 0 1 0 0,0 0-1 0 0,-2-1 1 0 0,10-27-1 0 0,-2-7-36 0 0,-2 0-1 0 0,10-90 0 0 0,-18 70-31 0 0,-4 48-46 0 0,1 0-1 0 0,6-35 0 0 0,-6 54-139 0 0,-1 1 0 0 0,0 0 0 0 0,1-1 0 0 0,-1 1 0 0 0,0 0 0 0 0,1-1 0 0 0,0 1 0 0 0,-1 0 0 0 0,1 0 0 0 0,0-1 0 0 0,1-1 0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2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137 108 919 0 0,'2'-6'12339'0'0,"-9"35"-8400"0"0,-1 9-3115 0 0,-81 339 2073 0 0,55-265-2624 0 0,90-418-214 0 0,-15 66-1091 0 0,-39 231 988 0 0,1-6-91 0 0,9-30 0 0 0,-11 43 126 0 0,0-1 1 0 0,0 0 0 0 0,0 1-1 0 0,1-1 1 0 0,-1 1 0 0 0,1-1-1 0 0,-1 1 1 0 0,1-1 0 0 0,0 1-1 0 0,0 0 1 0 0,0 0 0 0 0,0 0-1 0 0,0 0 1 0 0,0 0 0 0 0,1 1 0 0 0,-1-1-1 0 0,5-2 1 0 0,-6 4 13 0 0,1 0 1 0 0,0 0-1 0 0,0 0 0 0 0,0 0 1 0 0,-1 0-1 0 0,1 0 1 0 0,0 0-1 0 0,0 1 0 0 0,0-1 1 0 0,-1 0-1 0 0,1 1 1 0 0,0 0-1 0 0,-1-1 0 0 0,1 1 1 0 0,0 0-1 0 0,-1 0 0 0 0,1 0 1 0 0,-1 0-1 0 0,1 0 1 0 0,-1 0-1 0 0,0 0 0 0 0,1 1 1 0 0,0 1-1 0 0,28 35 226 0 0,-29-37-227 0 0,89 144 2300 0 0,118 257 1 0 0,-207-398-2224 0 0,1-1-1 0 0,0 1 1 0 0,-1 0-1 0 0,0 0 1 0 0,1 0-1 0 0,-2 0 0 0 0,1 0 1 0 0,0 7-1 0 0,-1-11-64 0 0,0 1 0 0 0,0-1-1 0 0,0 1 1 0 0,0-1 0 0 0,0 1-1 0 0,0-1 1 0 0,-1 1 0 0 0,1-1-1 0 0,0 1 1 0 0,0-1 0 0 0,-1 1-1 0 0,1-1 1 0 0,0 1-1 0 0,0-1 1 0 0,-1 1 0 0 0,1-1-1 0 0,-1 0 1 0 0,1 1 0 0 0,0-1-1 0 0,-1 0 1 0 0,1 1 0 0 0,-1-1-1 0 0,1 0 1 0 0,-1 1 0 0 0,0-1-1 0 0,0 0 5 0 0,-1 1 0 0 0,0-1-1 0 0,1 0 1 0 0,-1 0-1 0 0,0 0 1 0 0,1 0 0 0 0,-1 0-1 0 0,0-1 1 0 0,1 1 0 0 0,-1 0-1 0 0,0-1 1 0 0,-2 0 0 0 0,-38-14 23 0 0,-111-31 222 0 0,138 43-244 0 0,-1 0 0 0 0,0 1 1 0 0,0 0-1 0 0,0 2 0 0 0,1 0 0 0 0,-1 0 0 0 0,-28 6 0 0 0,41-6-195 0 0,0 1-1 0 0,0 0 0 0 0,0 0 1 0 0,0 1-1 0 0,0-1 1 0 0,0 1-1 0 0,-4 2 0 0 0,7-4 138 0 0,0 0 1 0 0,0 0-1 0 0,-1 1 0 0 0,1-1 0 0 0,0 0 0 0 0,0 0 0 0 0,0 0 0 0 0,-1 1 0 0 0,1-1 0 0 0,0 0 0 0 0,0 0 0 0 0,0 1 0 0 0,0-1 0 0 0,-1 0 0 0 0,1 0 0 0 0,0 1 0 0 0,0-1 0 0 0,0 0 0 0 0,0 1 0 0 0,0-1 0 0 0,0 0 0 0 0,0 0 0 0 0,0 1 0 0 0,0-1 0 0 0,0 0 0 0 0,0 1 0 0 0,0-1 1 0 0,0 0-1 0 0,0 0 0 0 0,0 1 0 0 0,1 0-20 0 0,0-1 0 0 0,-1 1 0 0 0,1 0 0 0 0,0-1 0 0 0,0 1 0 0 0,-1-1 0 0 0,1 1 0 0 0,0-1 0 0 0,0 1 0 0 0,0-1 0 0 0,0 0 0 0 0,0 0 1 0 0,0 1-1 0 0,0-1 0 0 0,1 0 0 0 0,9 1-1592 0 0,2-2-273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3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15287 0 0,'-1'3'148'0'0,"1"-1"0"0"0,0 0 0 0 0,-1 0 0 0 0,1 0 0 0 0,0 1 0 0 0,1-1 0 0 0,-1 0 0 0 0,0 0 0 0 0,0 0 0 0 0,2 4 0 0 0,-1 2 270 0 0,35 317 3856 0 0,-34-316-4215 0 0,-1 0-121 0 0,1 0 0 0 0,-1 0 0 0 0,2 0 0 0 0,-1-1 0 0 0,2 1 0 0 0,-1-1 0 0 0,1 0 0 0 0,7 12 1 0 0,-2-15-3318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3.4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42 5063 0 0,'-1'-12'-89'0'0,"1"10"285"0"0,0 1 1 0 0,0-1 0 0 0,0 0 0 0 0,0 0 0 0 0,0 1-1 0 0,0-1 1 0 0,0 0 0 0 0,1 0 0 0 0,-1 1-1 0 0,7-8 2828 0 0,-6 8-2671 0 0,0 1 0 0 0,0 0 1 0 0,-1-1-1 0 0,1 1 0 0 0,0 0 1 0 0,0-1-1 0 0,0 1 0 0 0,0 0 1 0 0,0 0-1 0 0,0 0 0 0 0,0 0 1 0 0,0 0-1 0 0,0 0 0 0 0,0 0 1 0 0,0 0-1 0 0,1 1 0 0 0,13 1 9 0 0,1 1 0 0 0,-1 0 0 0 0,1 1 0 0 0,-1 1 0 0 0,0 1 0 0 0,-1 0 0 0 0,0 0 0 0 0,0 2 0 0 0,0 0 0 0 0,-1 0 0 0 0,0 1 0 0 0,14 13 1 0 0,-2 0-78 0 0,-1 1 1 0 0,-2 1 0 0 0,0 1 0 0 0,33 49 0 0 0,-44-57-124 0 0,-1 0 0 0 0,-1 1-1 0 0,11 29 1 0 0,-17-41-112 0 0,-1 0-1 0 0,0 1 1 0 0,-1 0 0 0 0,0-1 0 0 0,0 1 0 0 0,0 0-1 0 0,-1-1 1 0 0,1 1 0 0 0,-2 0 0 0 0,1 0-1 0 0,-1 0 1 0 0,0-1 0 0 0,0 1 0 0 0,-3 6-1 0 0,1-8 18 0 0,0 0 0 0 0,0 0-1 0 0,0 0 1 0 0,0-1-1 0 0,-1 0 1 0 0,0 1-1 0 0,0-2 1 0 0,0 1 0 0 0,0 0-1 0 0,-1-1 1 0 0,1 1-1 0 0,-1-1 1 0 0,0-1-1 0 0,0 1 1 0 0,0-1 0 0 0,0 1-1 0 0,-1-2 1 0 0,-9 4-1 0 0,-3-1 257 0 0,-1 0-1 0 0,1-1 1 0 0,-1-1-1 0 0,-26 0 1 0 0,24-3-828 0 0,-34-4 0 0 0,47 4 483 0 0,0-1 0 0 0,0 1 0 0 0,0-2 0 0 0,0 1-1 0 0,1-1 1 0 0,0 0 0 0 0,-11-6 0 0 0,18 9 6 0 0,0 0 0 0 0,0-1 0 0 0,-1 1 0 0 0,1 0 0 0 0,0 0 0 0 0,0 0 0 0 0,0 0 0 0 0,0 0 0 0 0,-1 0 0 0 0,1-1 0 0 0,0 1 0 0 0,0 0 0 0 0,0 0 0 0 0,0 0 0 0 0,-1 0 0 0 0,1-1 0 0 0,0 1 0 0 0,0 0 0 0 0,0 0 0 0 0,0 0 0 0 0,0-1 0 0 0,0 1 0 0 0,0 0 0 0 0,0 0 0 0 0,0 0 0 0 0,0-1 0 0 0,0 1 0 0 0,0 0 0 0 0,0 0 0 0 0,0-1 0 0 0,0 1 0 0 0,0 0 0 0 0,0 0 0 0 0,0 0 0 0 0,0-1 0 0 0,0 1 0 0 0,0 0 0 0 0,9-6-1146 0 0,18 0-4598 0 0,-7 3-3070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3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32 111 15199 0 0,'0'0'51'0'0,"-1"0"0"0"0,1 0 1 0 0,0 0-1 0 0,0 0 0 0 0,0 0 0 0 0,-1 0 0 0 0,1 0 0 0 0,0 0 0 0 0,0 0 0 0 0,0 0 0 0 0,0 0 1 0 0,-1 0-1 0 0,1 0 0 0 0,0 0 0 0 0,0 0 0 0 0,0 0 0 0 0,-1 0 0 0 0,1 1 0 0 0,0-1 0 0 0,0 0 0 0 0,0 0 1 0 0,0 0-1 0 0,0 0 0 0 0,-1 0 0 0 0,1 0 0 0 0,0 1 0 0 0,0-1 0 0 0,0 0 0 0 0,0 0 0 0 0,0 0 0 0 0,0 0 1 0 0,0 1-1 0 0,0-1 0 0 0,0 0 0 0 0,0 0 0 0 0,0 0 0 0 0,-1 1 0 0 0,1-1 0 0 0,0 0 0 0 0,0 0 1 0 0,0 0-1 0 0,0 1 0 0 0,0-1 0 0 0,1 0 0 0 0,-1 0 0 0 0,-4 16 1471 0 0,4-12-953 0 0,-8 34 513 0 0,2 0 0 0 0,-3 70 0 0 0,9-90-805 0 0,1 1 0 0 0,0 0-1 0 0,2 0 1 0 0,0 0 0 0 0,1-1 0 0 0,0 0 0 0 0,14 32 0 0 0,-16-46-233 0 0,-1 0 0 0 0,2 0-1 0 0,-1 0 1 0 0,0 0 0 0 0,1 0 0 0 0,0-1 0 0 0,0 1 0 0 0,0-1 0 0 0,0 0 0 0 0,0 0 0 0 0,1 0 0 0 0,0 0-1 0 0,-1 0 1 0 0,1-1 0 0 0,0 0 0 0 0,0 0 0 0 0,0 0 0 0 0,0 0 0 0 0,1 0 0 0 0,-1-1 0 0 0,0 0-1 0 0,1 0 1 0 0,-1 0 0 0 0,1-1 0 0 0,-1 1 0 0 0,8-1 0 0 0,-6-1-22 0 0,0 0-1 0 0,0 0 1 0 0,1 0 0 0 0,-1-1-1 0 0,0 0 1 0 0,0 0 0 0 0,0-1-1 0 0,-1 1 1 0 0,1-1 0 0 0,0 0 0 0 0,-1-1-1 0 0,0 0 1 0 0,0 1 0 0 0,0-2-1 0 0,0 1 1 0 0,-1 0 0 0 0,0-1-1 0 0,6-8 1 0 0,-3 2-8 0 0,0 0 0 0 0,-1 0-1 0 0,-1 0 1 0 0,0-1 0 0 0,0 0 0 0 0,-1 0-1 0 0,-1 0 1 0 0,4-25 0 0 0,-3-3-12 0 0,-1-61 0 0 0,-4 66-278 0 0,2 0 0 0 0,8-53 0 0 0,-8 84 173 0 0,0-1 0 0 0,0 1 0 0 0,0 0 0 0 0,1 0 0 0 0,0 0 0 0 0,-1 0 0 0 0,2 1 1 0 0,-1-1-1 0 0,0 0 0 0 0,0 1 0 0 0,1-1 0 0 0,0 1 0 0 0,0 0 0 0 0,0 0 0 0 0,0 0 0 0 0,0 0 0 0 0,5-2 0 0 0,-6 4 19 0 0,1 0 1 0 0,-1 0-1 0 0,1 0 1 0 0,-1 0-1 0 0,1 0 0 0 0,0 1 1 0 0,-1-1-1 0 0,1 1 0 0 0,0 0 1 0 0,-1 0-1 0 0,1 0 0 0 0,0 0 1 0 0,-1 0-1 0 0,1 1 0 0 0,0-1 1 0 0,-1 1-1 0 0,1-1 1 0 0,0 1-1 0 0,-1 0 0 0 0,1 0 1 0 0,-1 0-1 0 0,0 1 0 0 0,1-1 1 0 0,-1 1-1 0 0,0-1 0 0 0,0 1 1 0 0,0 0-1 0 0,3 2 1 0 0,2 3 31 0 0,0 1 1 0 0,-1 0 0 0 0,0 0 0 0 0,0 0 0 0 0,-1 1-1 0 0,0 0 1 0 0,-1 0 0 0 0,7 17 0 0 0,-3-2 263 0 0,-1 1-1 0 0,5 32 1 0 0,-5-4 659 0 0,-1 55-1 0 0,-5-61-252 0 0,3-1-1 0 0,9 47 0 0 0,-12-89-596 0 0,0 0-1 0 0,0 0 0 0 0,0 0 0 0 0,1 0 1 0 0,-1-1-1 0 0,1 1 0 0 0,0-1 0 0 0,2 4 1 0 0,-3-6-177 0 0,0 1 1 0 0,0-1-1 0 0,0 0 0 0 0,0-1 1 0 0,0 1-1 0 0,0 0 1 0 0,0 0-1 0 0,1 0 1 0 0,-1 0-1 0 0,0-1 1 0 0,0 1-1 0 0,1-1 1 0 0,-1 1-1 0 0,0-1 1 0 0,1 1-1 0 0,-1-1 1 0 0,0 0-1 0 0,1 0 0 0 0,-1 0 1 0 0,1 0-1 0 0,-1 0 1 0 0,0 0-1 0 0,1 0 1 0 0,-1 0-1 0 0,1 0 1 0 0,1-1-1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0:44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331 113 8287 0 0,'0'-2'23'0'0,"1"-1"96"0"0,-1 0 1 0 0,0 0-1 0 0,0 0 1 0 0,0 0 0 0 0,0 0-1 0 0,0 1 1 0 0,0-1-1 0 0,-2-3 1 0 0,2 5 119 0 0,-1 0-1 0 0,0 0 1 0 0,1 0 0 0 0,-1 0-1 0 0,0 0 1 0 0,1 0 0 0 0,-1 0 0 0 0,0 1-1 0 0,0-1 1 0 0,0 0 0 0 0,0 1 0 0 0,0-1-1 0 0,0 0 1 0 0,0 1 0 0 0,0-1-1 0 0,0 1 1 0 0,0 0 0 0 0,0-1 0 0 0,0 1-1 0 0,0 0 1 0 0,-1 0 0 0 0,1 0-1 0 0,0-1 1 0 0,-2 1 0 0 0,-8 0 163 0 0,0 0 1 0 0,0 0-1 0 0,0 1 0 0 0,0 1 1 0 0,0 0-1 0 0,0 0 0 0 0,0 1 1 0 0,1 0-1 0 0,-1 1 0 0 0,1 0 1 0 0,0 1-1 0 0,0 0 0 0 0,-14 9 0 0 0,19-10-352 0 0,0-1-1 0 0,-1 1 1 0 0,1 0-1 0 0,1 1 1 0 0,-1-1-1 0 0,1 1 1 0 0,-1 0-1 0 0,1 0 1 0 0,1 0-1 0 0,-1 0 1 0 0,1 1-1 0 0,0 0 1 0 0,0 0-1 0 0,1-1 1 0 0,-1 1-1 0 0,1 1 0 0 0,1-1 1 0 0,-1 0-1 0 0,1 0 1 0 0,0 1-1 0 0,0-1 1 0 0,1 1-1 0 0,0-1 1 0 0,1 10-1 0 0,1-4-39 0 0,1 0 1 0 0,1 0-1 0 0,-1-1 0 0 0,2 0 1 0 0,0 0-1 0 0,8 14 0 0 0,43 59 107 0 0,-39-62-19 0 0,-1 1 0 0 0,22 43 0 0 0,-37-64-71 0 0,0 0 1 0 0,0 0 0 0 0,0 0-1 0 0,0 0 1 0 0,0 0 0 0 0,-1 0-1 0 0,1 0 1 0 0,-1 0-1 0 0,0 0 1 0 0,1 1 0 0 0,-1-1-1 0 0,0 0 1 0 0,0 0 0 0 0,-1 0-1 0 0,1 0 1 0 0,0 0-1 0 0,-1 0 1 0 0,1 0 0 0 0,-1 1-1 0 0,1-1 1 0 0,-1 0 0 0 0,0 0-1 0 0,-2 2 1 0 0,1-1 53 0 0,-1 0 0 0 0,0 0-1 0 0,0-1 1 0 0,0 1 0 0 0,-1-1 0 0 0,1 0 0 0 0,-1 0 0 0 0,1 0 0 0 0,-1-1-1 0 0,1 1 1 0 0,-8 1 0 0 0,1 0 11 0 0,0 0-1 0 0,0-1 1 0 0,0 0-1 0 0,0-1 1 0 0,0 0-1 0 0,0-1 1 0 0,0 0 0 0 0,0 0-1 0 0,-1-1 1 0 0,1-1-1 0 0,0 1 1 0 0,0-2-1 0 0,1 1 1 0 0,-18-8-1 0 0,26 10-111 0 0,0-1 0 0 0,0 1 0 0 0,0-1 0 0 0,0 1 0 0 0,-1-1 0 0 0,1 0 0 0 0,0 1 0 0 0,0-1 0 0 0,0 0 0 0 0,0 0 0 0 0,1 0 0 0 0,-1 0 0 0 0,0 0 0 0 0,0 0 0 0 0,0 0 0 0 0,1 0 0 0 0,-1 0 0 0 0,1-1 0 0 0,-1 1 0 0 0,1 0 0 0 0,-1 0 0 0 0,1 0 0 0 0,-1-3 0 0 0,1 2-114 0 0,1 1-1 0 0,-1-1 0 0 0,1 1 1 0 0,-1-1-1 0 0,1 1 1 0 0,-1-1-1 0 0,1 1 0 0 0,0 0 1 0 0,0-1-1 0 0,0 1 1 0 0,0 0-1 0 0,0 0 0 0 0,0-1 1 0 0,0 1-1 0 0,0 0 1 0 0,2-1-1 0 0,5-4-669 0 0,-1 1-1 0 0,2 0 0 0 0,-1 0 1 0 0,0 1-1 0 0,11-4 1 0 0,-7 4-82 0 0,0 0 0 0 0,1 1 0 0 0,-1 0 0 0 0,1 1 1 0 0,0 0-1 0 0,0 1 0 0 0,0 0 0 0 0,0 1 1 0 0,0 1-1 0 0,22 3 0 0 0,-25-2 719 0 0,0 1 0 0 0,0 0 0 0 0,0 1 1 0 0,0 0-1 0 0,0 1 0 0 0,-1 0 0 0 0,0 0 0 0 0,12 9 0 0 0,2 4 2198 0 0,-9-7-181 0 0,-1 0 0 0 0,1-1 0 0 0,19 9-1 0 0,-28-17-1451 0 0,0 0-1 0 0,0 0 1 0 0,0 0-1 0 0,0-1 1 0 0,0 1-1 0 0,0-1 0 0 0,0 0 1 0 0,1-1-1 0 0,-1 0 1 0 0,0 0-1 0 0,0 0 1 0 0,1 0-1 0 0,-1-1 1 0 0,10-2-1 0 0,-1-1-20 0 0,0 0-1 0 0,-1-2 0 0 0,0 1 1 0 0,0-2-1 0 0,0 0 1 0 0,-1 0-1 0 0,0-1 1 0 0,-1 0-1 0 0,1-1 1 0 0,-2-1-1 0 0,20-21 0 0 0,-24 24-323 0 0,-1 0 0 0 0,0-1 0 0 0,0 0 0 0 0,0 0 0 0 0,-1 0 0 0 0,-1 0 0 0 0,1 0-1 0 0,-1-1 1 0 0,-1 0 0 0 0,1 0 0 0 0,-2 0 0 0 0,1 0 0 0 0,-1 0 0 0 0,-1 0-1 0 0,1 0 1 0 0,-1 0 0 0 0,-1 0 0 0 0,0 0 0 0 0,-4-17 0 0 0,2 15-27 0 0,-1 1 0 0 0,0 0 0 0 0,0 0 1 0 0,-1 1-1 0 0,0-1 0 0 0,-1 1 0 0 0,0 0 0 0 0,0 0 1 0 0,-1 1-1 0 0,0 0 0 0 0,-11-9 0 0 0,14 13-57 0 0,-1 0-1 0 0,1 0 1 0 0,-1 1 0 0 0,0 0-1 0 0,0 0 1 0 0,0 0 0 0 0,-1 0-1 0 0,1 1 1 0 0,-1 0 0 0 0,1 0-1 0 0,-1 0 1 0 0,0 1 0 0 0,1 0-1 0 0,-1 0 1 0 0,0 1 0 0 0,0-1-1 0 0,0 1 1 0 0,0 0-1 0 0,0 1 1 0 0,0 0 0 0 0,1-1-1 0 0,-8 3 1 0 0,9-1-49 0 0,0-1 0 0 0,0 1-1 0 0,0 0 1 0 0,1 0 0 0 0,-1 0-1 0 0,1 1 1 0 0,-1-1 0 0 0,1 1 0 0 0,0 0-1 0 0,0-1 1 0 0,0 2 0 0 0,0-1-1 0 0,0 0 1 0 0,1 0 0 0 0,0 1 0 0 0,-1 0-1 0 0,1-1 1 0 0,0 1 0 0 0,1 0-1 0 0,-1 0 1 0 0,1 0 0 0 0,0 0 0 0 0,0 0-1 0 0,0 0 1 0 0,0 1 0 0 0,1-1 0 0 0,0 0-1 0 0,-1 0 1 0 0,2 5 0 0 0,0 4-215 0 0,0 0 0 0 0,1 0 0 0 0,0-1 0 0 0,1 1 0 0 0,1-1 0 0 0,0 1 0 0 0,0-1 0 0 0,9 16 1 0 0,-2-9 100 0 0,0-1 1 0 0,1 0 0 0 0,1-1 0 0 0,0 0 0 0 0,2-1 0 0 0,0 0 0 0 0,0-1 0 0 0,2-1 0 0 0,0-1-1 0 0,0 0 1 0 0,1-1 0 0 0,1-1 0 0 0,0-1 0 0 0,0 0 0 0 0,1-1 0 0 0,0-2 0 0 0,25 7 0 0 0,-42-13 259 0 0,1 0 1 0 0,-1-1 0 0 0,0 1-1 0 0,1-1 1 0 0,-1 0-1 0 0,0 0 1 0 0,1 0 0 0 0,-1 0-1 0 0,1-1 1 0 0,-1 1 0 0 0,0-1-1 0 0,1 0 1 0 0,-1 0 0 0 0,0 0-1 0 0,0 0 1 0 0,0-1 0 0 0,0 1-1 0 0,0-1 1 0 0,0 0 0 0 0,0 0-1 0 0,0 0 1 0 0,-1 0 0 0 0,5-5-1 0 0,-5 4 94 0 0,0-1 0 0 0,1 1 0 0 0,-1-1-1 0 0,0 0 1 0 0,-1 0 0 0 0,1 0-1 0 0,-1 0 1 0 0,0 0 0 0 0,0 0 0 0 0,0 0-1 0 0,0 0 1 0 0,-1-1 0 0 0,0 1 0 0 0,0 0-1 0 0,0 0 1 0 0,0 0 0 0 0,-1-1-1 0 0,-1-6 1 0 0,-11-40 1315 0 0,-25-62 0 0 0,-9-36-536 0 0,42 130-855 0 0,2 0 0 0 0,0-1 0 0 0,1 1-1 0 0,1-1 1 0 0,2-36 0 0 0,-1 51-89 0 0,1 1-1 0 0,0-1 1 0 0,0 0-1 0 0,0 0 1 0 0,0 1-1 0 0,1-1 1 0 0,-1 0-1 0 0,1 1 1 0 0,0 0-1 0 0,1-1 1 0 0,-1 1-1 0 0,1 0 1 0 0,0 0-1 0 0,0 0 1 0 0,0 1 0 0 0,0-1-1 0 0,1 1 1 0 0,-1 0-1 0 0,1-1 1 0 0,0 2-1 0 0,0-1 1 0 0,0 0-1 0 0,0 1 1 0 0,1 0-1 0 0,-1 0 1 0 0,1 0-1 0 0,-1 0 1 0 0,1 1-1 0 0,0 0 1 0 0,-1 0-1 0 0,1 0 1 0 0,0 1 0 0 0,0-1-1 0 0,0 1 1 0 0,0 0-1 0 0,-1 0 1 0 0,1 1-1 0 0,6 1 1 0 0,-4-1-4 0 0,0 0 0 0 0,-1 1 0 0 0,1 0 0 0 0,0 0 0 0 0,0 1 0 0 0,-1 0 0 0 0,1 0 0 0 0,-1 0 0 0 0,0 1 0 0 0,0 0 1 0 0,0 0-1 0 0,-1 0 0 0 0,1 1 0 0 0,-1 0 0 0 0,0 0 0 0 0,-1 1 0 0 0,1-1 0 0 0,-1 1 0 0 0,0 0 0 0 0,0 0 0 0 0,-1 0 0 0 0,4 9 0 0 0,-2-3-6 0 0,-1 1-1 0 0,-1-1 0 0 0,1 1 0 0 0,-2 0 1 0 0,0 0-1 0 0,-1 0 0 0 0,0 0 0 0 0,0 0 0 0 0,-2 0 1 0 0,0 0-1 0 0,-3 18 0 0 0,-5 5 44 0 0,-1-1 0 0 0,-15 36 1 0 0,-7 22 54 0 0,31-88-51 0 0,-1-1 0 0 0,1 0-1 0 0,0 1 1 0 0,1-1 0 0 0,-1 1 0 0 0,1 0-1 0 0,0-1 1 0 0,0 1 0 0 0,1 5 0 0 0,-1-8-12 0 0,1 0 1 0 0,-1 0 0 0 0,1-1 0 0 0,0 1 0 0 0,0 0 0 0 0,0-1 0 0 0,0 1 0 0 0,0 0 0 0 0,1-1 0 0 0,-1 1-1 0 0,0-1 1 0 0,1 0 0 0 0,-1 0 0 0 0,1 1 0 0 0,-1-1 0 0 0,1 0 0 0 0,-1 0 0 0 0,1 0 0 0 0,0 0 0 0 0,0-1-1 0 0,-1 1 1 0 0,1 0 0 0 0,0-1 0 0 0,3 1 0 0 0,18 4 178 0 0,1-1 1 0 0,-1-2-1 0 0,1 0 0 0 0,33-2 0 0 0,9-3-3755 0 0,-33 2-1232 0 0,22-2-4224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12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18 12583 0 0,'-4'-17'1142'0'0,"4"17"-1128"0"0,-1-1-1 0 0,1 1 1 0 0,0 0 0 0 0,0 0-1 0 0,0 0 1 0 0,0 0 0 0 0,0 0-1 0 0,0 0 1 0 0,0 0 0 0 0,-1 0-1 0 0,1 0 1 0 0,0 0 0 0 0,0 0 0 0 0,0 0-1 0 0,0 0 1 0 0,0 0 0 0 0,0 0-1 0 0,0 0 1 0 0,0 0 0 0 0,-1 0-1 0 0,1 0 1 0 0,0 1 0 0 0,0-1-1 0 0,0 0 1 0 0,0 0 0 0 0,0 0-1 0 0,0 0 1 0 0,0 0 0 0 0,0 0-1 0 0,0 0 1 0 0,-1 0 0 0 0,1 0-1 0 0,0 0 1 0 0,0 0 0 0 0,0 1-1 0 0,0-1 1 0 0,0 0 0 0 0,0 0-1 0 0,0 0 1 0 0,0 0 0 0 0,0 0-1 0 0,0 0 1 0 0,0 0 0 0 0,0 0-1 0 0,0 1 1 0 0,0-1 0 0 0,0 0 0 0 0,0 0-1 0 0,0 0 1 0 0,0 0 0 0 0,0 0-1 0 0,0 0 1 0 0,0 0 0 0 0,0 0-1 0 0,0 1 1 0 0,0-1 0 0 0,0 0-1 0 0,0 0 1 0 0,0 0 0 0 0,0 0-1 0 0,-2 35 1259 0 0,30 705 2855 0 0,-1-139-2719 0 0,-24-323-792 0 0,10 290 534 0 0,-10-512-1069 0 0,2 0 0 0 0,3-1-1 0 0,14 54 1 0 0,-22-108-98 0 0,0-1-1 0 0,0 1 1 0 0,0-1-1 0 0,0 1 1 0 0,0-1-1 0 0,0 1 1 0 0,0-1-1 0 0,0 1 1 0 0,1-1-1 0 0,-1 0 1 0 0,0 1-1 0 0,0-1 1 0 0,1 1-1 0 0,-1-1 1 0 0,0 0-1 0 0,0 1 1 0 0,1-1-1 0 0,-1 1 1 0 0,0-1-1 0 0,1 0 1 0 0,-1 0-1 0 0,1 1 1 0 0,-1-1-1 0 0,0 0 1 0 0,2 1-1 0 0,4-10-517 0 0,3-22-408 0 0,-3-3-497 0 0,-2-7-339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13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13 15407 0 0,'-10'-12'1718'0'0,"21"13"-943"0"0,2 2-372 0 0,316 38 2308 0 0,6-27-1270 0 0,-137-7-762 0 0,82 5 139 0 0,457 23 1741 0 0,-709-33-2301 0 0,175 6-840 0 0,-174-9 232 0 0,0-1 0 0 0,0-2 0 0 0,0 0 0 0 0,51-16-1 0 0,-76 19 67 0 0,-2 1 13 0 0,0-1-1 0 0,0 1 0 0 0,0-1 0 0 0,0 0 1 0 0,0 0-1 0 0,0 0 0 0 0,0 0 0 0 0,0 0 1 0 0,0 0-1 0 0,-1 0 0 0 0,1-1 1 0 0,0 1-1 0 0,-1-1 0 0 0,1 1 0 0 0,2-4 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13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35 208 9671 0 0,'-34'-24'6835'0'0,"58"29"-3039"0"0,67 17-2267 0 0,163 17 0 0 0,-116-27-1113 0 0,-1-7 0 0 0,207-19 0 0 0,258-63 481 0 0,-235 24 56 0 0,390-28-87 0 0,-745 81-857 0 0,-6 0-8 0 0,0 0 1 0 0,0-1-1 0 0,0 0 0 0 0,0 0 1 0 0,0 0-1 0 0,0 0 1 0 0,0-1-1 0 0,0 0 1 0 0,9-5-1 0 0,-15 7 13 0 0,0-1 0 0 0,0 1 0 0 0,-1-1 0 0 0,1 0 0 0 0,0 1 0 0 0,0-1 0 0 0,-1 1 0 0 0,1-1 0 0 0,0 1-1 0 0,-1-1 1 0 0,1 1 0 0 0,-1-1 0 0 0,1 1 0 0 0,-1-1 0 0 0,1 1 0 0 0,-1-1 0 0 0,1 1 0 0 0,-1 0 0 0 0,1-1 0 0 0,-1 1 0 0 0,-1-1 0 0 0,-14-9-784 0 0,8 5-2663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14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50 9215 0 0,'-2'-18'659'0'0,"2"-13"6482"0"0,7 41-6230 0 0,7 32-46 0 0,-2 1-1 0 0,-2 0 1 0 0,9 85-1 0 0,-10-67-409 0 0,16 155 1297 0 0,-4 330-1 0 0,-61 218 491 0 0,21-207-3444 0 0,20-529-349 0 0,2-5-73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7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46 4919 0 0,'8'-27'1780'0'0,"-8"26"-1486"0"0,0 0 0 0 0,1 0 0 0 0,-1 0-1 0 0,1 0 1 0 0,-1 0 0 0 0,1 0-1 0 0,0 0 1 0 0,-1 0 0 0 0,1 0 0 0 0,0 0-1 0 0,-1 0 1 0 0,1 0 0 0 0,0 0-1 0 0,0 1 1 0 0,0-1 0 0 0,0 0-1 0 0,0 1 1 0 0,0-1 0 0 0,0 1 0 0 0,2-2-1 0 0,-3 5 124 0 0,1 0-1 0 0,-1-1 0 0 0,1 1 1 0 0,-1 0-1 0 0,0-1 0 0 0,0 1 1 0 0,-1 3-1 0 0,-4 44 845 0 0,-16 66 0 0 0,10-62-887 0 0,-34 162 651 0 0,44-214-1009 0 0,1-1 0 0 0,-1 1 0 0 0,1 0 0 0 0,0 0 0 0 0,0 0 0 0 0,0 0 0 0 0,0 0 0 0 0,0 0 0 0 0,0-1 0 0 0,0 1 0 0 0,0 0 0 0 0,1 0 0 0 0,-1 0 0 0 0,1 0 0 0 0,0-1 0 0 0,-1 1 0 0 0,3 3 0 0 0,-3-5-10 0 0,1 0 0 0 0,-1 0 0 0 0,1 0 0 0 0,-1-1 0 0 0,0 1-1 0 0,1 0 1 0 0,-1 0 0 0 0,1-1 0 0 0,-1 1 0 0 0,0 0 0 0 0,1-1 0 0 0,-1 1 0 0 0,0 0-1 0 0,1-1 1 0 0,-1 1 0 0 0,0-1 0 0 0,0 1 0 0 0,1 0 0 0 0,-1-1 0 0 0,0 1 0 0 0,0-1-1 0 0,0 1 1 0 0,1-1 0 0 0,-1 1 0 0 0,0-1 0 0 0,0 1 0 0 0,0-1 0 0 0,6-17 49 0 0,-6 18-37 0 0,7-25 29 0 0,-2-1 1 0 0,0 1 0 0 0,-2-1 0 0 0,0-46 0 0 0,-3 39-53 0 0,3 0 1 0 0,5-34 0 0 0,-6 58 3 0 0,1 1 0 0 0,-1 0 0 0 0,1-1 0 0 0,0 2 0 0 0,1-1 0 0 0,0 0 0 0 0,6-7 0 0 0,-10 13-1 0 0,1 1 0 0 0,0-1 1 0 0,0 1-1 0 0,0-1 0 0 0,1 1 0 0 0,-1 0 0 0 0,0-1 0 0 0,0 1 0 0 0,1 0 0 0 0,-1 0 0 0 0,1 0 1 0 0,-1 0-1 0 0,1 0 0 0 0,-1 1 0 0 0,1-1 0 0 0,-1 0 0 0 0,1 1 0 0 0,0-1 0 0 0,-1 1 1 0 0,1-1-1 0 0,0 1 0 0 0,0 0 0 0 0,-1 0 0 0 0,1 0 0 0 0,0 0 0 0 0,0 0 0 0 0,-1 0 0 0 0,1 0 1 0 0,0 0-1 0 0,0 1 0 0 0,-1-1 0 0 0,1 1 0 0 0,0 0 0 0 0,-1-1 0 0 0,1 1 0 0 0,-1 0 0 0 0,1 0 1 0 0,-1 0-1 0 0,1 0 0 0 0,2 2 0 0 0,7 8-16 0 0,1 2-1 0 0,-2-1 1 0 0,0 1 0 0 0,0 0-1 0 0,-2 1 1 0 0,9 17 0 0 0,1-2 26 0 0,-2 2 40 0 0,-2 1 0 0 0,0 0 1 0 0,14 58-1 0 0,-16-52-60 0 0,2-3-440 0 0,-5-20-3081 0 0,-6-11 1790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8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5 9671 0 0,'-9'-5'5150'0'0,"9"6"-5074"0"0,0-1 0 0 0,1 0 0 0 0,-1 1 1 0 0,0-1-1 0 0,0 0 0 0 0,1 1 0 0 0,-1-1 0 0 0,0 0 1 0 0,0 1-1 0 0,1-1 0 0 0,-1 0 0 0 0,0 0 0 0 0,1 1 1 0 0,-1-1-1 0 0,1 0 0 0 0,-1 0 0 0 0,0 0 1 0 0,1 0-1 0 0,-1 0 0 0 0,1 1 0 0 0,-1-1 0 0 0,0 0 1 0 0,1 0-1 0 0,-1 0 0 0 0,1 0 0 0 0,-1 0 0 0 0,0 0 1 0 0,1 0-1 0 0,-1 0 0 0 0,1 0 0 0 0,-1 0 1 0 0,1-1-1 0 0,-1 1 0 0 0,0 0 0 0 0,1 0 0 0 0,0-1 1 0 0,18-3-1413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8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65 3679 0 0,'2'-1'427'0'0,"1"0"0"0"0,-1 0 0 0 0,0 0-1 0 0,0 0 1 0 0,0-1 0 0 0,0 1-1 0 0,-1-1 1 0 0,1 1 0 0 0,0-1 0 0 0,-1 1-1 0 0,1-1 1 0 0,-1 0 0 0 0,1 0-1 0 0,-1 0 1 0 0,0 0 0 0 0,0 0 0 0 0,0 0-1 0 0,0 0 1 0 0,0-1 0 0 0,1-3-1 0 0,-2 5-367 0 0,0 1 0 0 0,0-1-1 0 0,0 0 1 0 0,1 0 0 0 0,-1 0-1 0 0,-1 0 1 0 0,1 0-1 0 0,0 0 1 0 0,0 0 0 0 0,0 1-1 0 0,0-1 1 0 0,-1 0 0 0 0,1 0-1 0 0,0 0 1 0 0,-1 0-1 0 0,1 1 1 0 0,0-1 0 0 0,-1 0-1 0 0,1 0 1 0 0,-1 1 0 0 0,-1-2-1 0 0,1 1 4 0 0,0 0 0 0 0,0 0 0 0 0,-1 1 0 0 0,1-1 0 0 0,-1 1 1 0 0,1-1-1 0 0,-1 1 0 0 0,1-1 0 0 0,-1 1 0 0 0,1 0 0 0 0,-1 0 0 0 0,1-1 0 0 0,-1 1 0 0 0,1 0 0 0 0,-1 1 0 0 0,1-1 0 0 0,-3 0 0 0 0,-6 2 120 0 0,0 1 0 0 0,0 0 0 0 0,0 0-1 0 0,1 0 1 0 0,-1 2 0 0 0,1-1 0 0 0,0 1-1 0 0,0 0 1 0 0,0 1 0 0 0,1 0 0 0 0,0 0 0 0 0,0 1-1 0 0,0 0 1 0 0,-9 13 0 0 0,8-9-12 0 0,0 0 0 0 0,1 0 1 0 0,1 0-1 0 0,0 1 0 0 0,0 1 1 0 0,2-1-1 0 0,-1 1 0 0 0,1 0 1 0 0,1 0-1 0 0,-4 21 0 0 0,5-14 33 0 0,0 1 0 0 0,2-1 0 0 0,0 1 0 0 0,1 0 0 0 0,4 24 0 0 0,-3-38-156 0 0,0-1 0 0 0,0 1-1 0 0,1 0 1 0 0,0-1 0 0 0,1 1-1 0 0,0-1 1 0 0,-1 0 0 0 0,2 1-1 0 0,-1-2 1 0 0,1 1 0 0 0,0 0 0 0 0,0-1-1 0 0,1 1 1 0 0,-1-1 0 0 0,1-1-1 0 0,0 1 1 0 0,1 0 0 0 0,-1-1-1 0 0,9 5 1 0 0,-3-4-19 0 0,0 0-1 0 0,0 0 1 0 0,0-1 0 0 0,1 0-1 0 0,0-1 1 0 0,-1 0 0 0 0,1-1-1 0 0,0-1 1 0 0,0 0 0 0 0,23-1-1 0 0,-27 0-11 0 0,1-1 0 0 0,-1 0 0 0 0,0-1 0 0 0,0 0 0 0 0,0 0 0 0 0,0 0 0 0 0,0-1 0 0 0,0-1 0 0 0,-1 1 0 0 0,1-1 0 0 0,-1 0 0 0 0,0-1 0 0 0,0 0 0 0 0,-1 0 0 0 0,0 0 0 0 0,9-10 0 0 0,-9 8-76 0 0,0-1 0 0 0,-1 0 0 0 0,0 1 0 0 0,0-2 0 0 0,4-9 0 0 0,-8 16 41 0 0,-1 0 0 0 0,1 0 0 0 0,0 0 0 0 0,-1-1 0 0 0,1 1 0 0 0,-1 0 0 0 0,0 0 0 0 0,0-1 0 0 0,0 1 0 0 0,0 0 0 0 0,0 0 0 0 0,-1-3 0 0 0,1 4 14 0 0,-1-1 0 0 0,1 1 0 0 0,-1 0 0 0 0,1 0 0 0 0,-1 0 0 0 0,0 0 0 0 0,0 0 1 0 0,0-1-1 0 0,1 1 0 0 0,-1 0 0 0 0,0 1 0 0 0,0-1 0 0 0,0 0 0 0 0,-1 0 0 0 0,1 0 0 0 0,0 1 0 0 0,0-1 1 0 0,0 0-1 0 0,0 1 0 0 0,-1-1 0 0 0,1 1 0 0 0,-2-1 0 0 0,-1 0 3 0 0,-1 1 0 0 0,0-1 0 0 0,0 1 1 0 0,1 0-1 0 0,-1 0 0 0 0,0 1 0 0 0,1-1 0 0 0,-1 1 0 0 0,0 0 0 0 0,-8 3 0 0 0,3 0-8 0 0,0 0 1 0 0,0 0-1 0 0,-15 10 0 0 0,24-14 13 0 0,0 0 0 0 0,1 0 1 0 0,-1 0-1 0 0,1 1 0 0 0,-1-1 0 0 0,1 0 0 0 0,-1 1 0 0 0,0-1 1 0 0,1 0-1 0 0,-1 1 0 0 0,1-1 0 0 0,-1 1 0 0 0,1-1 0 0 0,0 1 0 0 0,-1-1 1 0 0,1 1-1 0 0,0-1 0 0 0,-1 1 0 0 0,1 0 0 0 0,0-1 0 0 0,-1 1 0 0 0,1-1 1 0 0,0 1-1 0 0,0 0 0 0 0,0-1 0 0 0,0 1 0 0 0,0 0 0 0 0,0-1 1 0 0,-1 1-1 0 0,2 1 0 0 0,-1-2-51 0 0,1 1 0 0 0,0 0-1 0 0,0 0 1 0 0,-1 0 0 0 0,1-1 0 0 0,0 1 0 0 0,0 0 0 0 0,0-1 0 0 0,0 1 0 0 0,0-1-1 0 0,0 1 1 0 0,0-1 0 0 0,0 0 0 0 0,0 1 0 0 0,2-1 0 0 0,5 2-853 0 0,0 0-1 0 0,1-1 1 0 0,13 0 0 0 0,-2-2-570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9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13247 0 0,'7'40'1448'0'0,"10"126"451"0"0,2 33 778 0 0,-18-182-2115 0 0,1 0 0 0 0,0 0 0 0 0,8 26 0 0 0,-10-42-548 0 0,0-1-1 0 0,1 1 1 0 0,-1 0 0 0 0,1 0-1 0 0,-1 0 1 0 0,1-1 0 0 0,-1 1-1 0 0,1 0 1 0 0,0-1-1 0 0,-1 1 1 0 0,1 0 0 0 0,0-1-1 0 0,0 1 1 0 0,-1-1 0 0 0,1 1-1 0 0,0-1 1 0 0,0 0 0 0 0,0 1-1 0 0,-1-1 1 0 0,1 0-1 0 0,0 1 1 0 0,0-1 0 0 0,0 0-1 0 0,0 0 1 0 0,0 0 0 0 0,0 0-1 0 0,0 0 1 0 0,-1 0-1 0 0,1 0 1 0 0,0 0 0 0 0,0 0-1 0 0,0 0 1 0 0,0 0 0 0 0,0-1-1 0 0,0 1 1 0 0,0 0-1 0 0,-1-1 1 0 0,2 0 0 0 0,6-2 7 0 0,0 0 0 0 0,0-1 1 0 0,9-6-1 0 0,-6 3 90 0 0,0 2-91 0 0,0 0 0 0 0,1 0 0 0 0,0 1 1 0 0,0 1-1 0 0,0 0 0 0 0,0 1 0 0 0,1 0 0 0 0,-1 0 0 0 0,0 2 0 0 0,1 0 0 0 0,14 1 0 0 0,-26-1-164 0 0,-1 0 0 0 0,1 0 0 0 0,-1 0 0 0 0,1 1 0 0 0,-1-1 0 0 0,1 0 0 0 0,-1 0 0 0 0,1 1 0 0 0,-1-1 0 0 0,1 0 0 0 0,-1 1 0 0 0,1-1 0 0 0,-1 0 0 0 0,0 1 0 0 0,1-1 0 0 0,-1 1 0 0 0,0-1 0 0 0,1 0 0 0 0,-1 1-1 0 0,0-1 1 0 0,1 1 0 0 0,-1-1 0 0 0,0 1 0 0 0,0 0 0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29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 16007 0 0,'48'-6'3416'0'0,"-7"3"-4160"0"0,42-9-1 0 0,-68 9 10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0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54 5983 0 0,'2'2'178'0'0,"0"0"0"0"0,-1-1-1 0 0,1 1 1 0 0,-1 0-1 0 0,1 1 1 0 0,-1-1 0 0 0,0 0-1 0 0,0 0 1 0 0,0 1-1 0 0,0-1 1 0 0,0 0 0 0 0,-1 1-1 0 0,1-1 1 0 0,-1 1-1 0 0,1 3 1 0 0,0 46 4462 0 0,-2-33-3946 0 0,-5 244 5484 0 0,8-237-5239 0 0,3-22-380 0 0,3-15-419 0 0,2-13-111 0 0,-1-1 0 0 0,-2 0 0 0 0,0-1-1 0 0,5-37 1 0 0,-8 9 76 0 0,-3 31 36 0 0,5-28-1 0 0,-5 45-124 0 0,1 1 0 0 0,-1 0 0 0 0,0 0 0 0 0,1-1 0 0 0,0 1 0 0 0,1 0 0 0 0,-1 1 1 0 0,1-1-1 0 0,0 0 0 0 0,5-6 0 0 0,-7 10-14 0 0,-1 0-1 0 0,1 1 1 0 0,-1-1 0 0 0,1 0 0 0 0,0 1-1 0 0,0-1 1 0 0,-1 1 0 0 0,1-1 0 0 0,0 1 0 0 0,0-1-1 0 0,-1 1 1 0 0,1-1 0 0 0,0 1 0 0 0,0 0-1 0 0,0 0 1 0 0,0-1 0 0 0,0 1 0 0 0,0 0-1 0 0,0 0 1 0 0,0 0 0 0 0,-1 0 0 0 0,1 0 0 0 0,0 0-1 0 0,1 0 1 0 0,0 1-8 0 0,-1-1 0 0 0,0 1 0 0 0,1 0-1 0 0,-1 0 1 0 0,0-1 0 0 0,0 1 0 0 0,0 0 0 0 0,1 0 0 0 0,-1 0-1 0 0,0 0 1 0 0,0 0 0 0 0,0 1 0 0 0,1 1 0 0 0,3 6-49 0 0,-1 0 0 0 0,0 0 0 0 0,6 16 0 0 0,-8-18 50 0 0,12 37-80 0 0,-7-20 121 0 0,1-1 0 0 0,19 40 0 0 0,-24-58-22 0 0,0 0 0 0 0,0 0 1 0 0,0 0-1 0 0,0-1 0 0 0,1 0 0 0 0,-1 0 1 0 0,1 0-1 0 0,0 0 0 0 0,0 0 1 0 0,1-1-1 0 0,-1 1 0 0 0,1-1 1 0 0,0 0-1 0 0,0-1 0 0 0,0 1 1 0 0,0-1-1 0 0,9 3 0 0 0,-10-4 19 0 0,-1-1 0 0 0,0 1 1 0 0,1-1-1 0 0,-1 1 0 0 0,0-1 0 0 0,1 0 0 0 0,-1-1 0 0 0,0 1 0 0 0,0 0 0 0 0,1-1 1 0 0,-1 0-1 0 0,0 0 0 0 0,0 0 0 0 0,0 0 0 0 0,1 0 0 0 0,-1-1 0 0 0,-1 1 1 0 0,1-1-1 0 0,0 0 0 0 0,0 0 0 0 0,-1 0 0 0 0,1 0 0 0 0,-1 0 0 0 0,1-1 0 0 0,-1 1 1 0 0,0-1-1 0 0,0 1 0 0 0,0-1 0 0 0,0 0 0 0 0,-1 0 0 0 0,1 0 0 0 0,1-6 1 0 0,3-7 83 0 0,0-1-1 0 0,-2-1 1 0 0,0 1 0 0 0,3-33 0 0 0,-6 41-107 0 0,3-40 165 0 0,3-23-132 0 0,-6 64-110 0 0,1 1 0 0 0,0-1 0 0 0,0 1-1 0 0,1 0 1 0 0,0 0 0 0 0,0 0-1 0 0,6-9 1 0 0,-8 15-193 0 0,0-1 1 0 0,1 1-1 0 0,-1 0 0 0 0,1 0 0 0 0,-1-1 0 0 0,1 1 1 0 0,-1 0-1 0 0,1 0 0 0 0,0 1 0 0 0,0-1 0 0 0,-1 0 1 0 0,1 1-1 0 0,0-1 0 0 0,0 1 0 0 0,0-1 0 0 0,0 1 1 0 0,0 0-1 0 0,0 0 0 0 0,0-1 0 0 0,-1 2 0 0 0,1-1 1 0 0,0 0-1 0 0,0 0 0 0 0,0 1 0 0 0,0-1 0 0 0,2 1 1 0 0,1 1-163 0 0,0-1 0 0 0,0 1 0 0 0,-1 0 1 0 0,1 0-1 0 0,-1 0 0 0 0,1 0 0 0 0,-1 1 0 0 0,8 6 1 0 0,-6-3 145 0 0,0 1 0 0 0,0 0 0 0 0,-1 0 0 0 0,0 1 0 0 0,0-1 0 0 0,-1 1 0 0 0,5 11 1 0 0,19 63 2549 0 0,-18-47-571 0 0,5 31 1390 0 0,-13-50-2026 0 0,2 1 1 0 0,9 29-1 0 0,-12-45-1067 0 0,-1 1-1 0 0,1-1 1 0 0,0 0 0 0 0,-1 0 0 0 0,1 0 0 0 0,0 0-1 0 0,0 0 1 0 0,0 0 0 0 0,0 0 0 0 0,0 0 0 0 0,0 0-1 0 0,2 1 1 0 0,8 0-3258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0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38 20503 0 0,'0'0'72'0'0,"0"-1"0"0"0,-1 1 0 0 0,1-1-1 0 0,0 1 1 0 0,0-1 0 0 0,0 1 0 0 0,0-1 0 0 0,0 1 0 0 0,0-1-1 0 0,0 1 1 0 0,0-1 0 0 0,0 1 0 0 0,0-1 0 0 0,0 1 0 0 0,0-1-1 0 0,0 1 1 0 0,0-1 0 0 0,0 1 0 0 0,1-1 0 0 0,-1 1 0 0 0,0-1-1 0 0,0 1 1 0 0,1-1 0 0 0,-1 1 0 0 0,0-1 0 0 0,1 1-1 0 0,-1-1 1 0 0,0 1 0 0 0,1-1 0 0 0,19-10 914 0 0,23 0 137 0 0,-17 10-1180 0 0,1 2-1 0 0,-1 0 1 0 0,0 2-1 0 0,0 1 1 0 0,36 9-1 0 0,-50-10-474 0 0,14 0-2865 0 0,-19-1 1639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4.6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7255 0 0,'-2'13'2848'0'0,"11"35"-481"0"0,-1-10-925 0 0,-2 0 1 0 0,-1 0-1 0 0,-1 49 0 0 0,-4-75-1276 0 0,-1 0 0 0 0,2 0-1 0 0,0 0 1 0 0,0 0 0 0 0,1 0-1 0 0,6 22 1 0 0,-5-32-462 0 0,0-8-120 0 0,0-9-2061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5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11287 0 0,'0'0'50'0'0,"0"-1"-1"0"0,0 0 0 0 0,0 0 0 0 0,0 1 0 0 0,1-1 0 0 0,-1 0 1 0 0,0 1-1 0 0,0-1 0 0 0,1 0 0 0 0,-1 1 0 0 0,1-1 1 0 0,-1 0-1 0 0,0 1 0 0 0,1-1 0 0 0,-1 1 0 0 0,1-1 1 0 0,-1 1-1 0 0,1-1 0 0 0,0 1 0 0 0,-1-1 0 0 0,1 1 1 0 0,-1 0-1 0 0,1-1 0 0 0,0 1 0 0 0,-1 0 0 0 0,1-1 1 0 0,0 1-1 0 0,0 0 0 0 0,-1 0 0 0 0,2 0 0 0 0,25-9 750 0 0,-18 7-576 0 0,0 1 0 0 0,0 0-1 0 0,0 1 1 0 0,0 0 0 0 0,-1 0-1 0 0,1 1 1 0 0,0 0 0 0 0,0 0-1 0 0,0 1 1 0 0,-1 1 0 0 0,1-1-1 0 0,-1 1 1 0 0,16 8 0 0 0,-14-5-119 0 0,0 0 1 0 0,-1 0 0 0 0,1 1-1 0 0,-1 0 1 0 0,-1 1-1 0 0,0 0 1 0 0,0 0-1 0 0,0 1 1 0 0,-1 0 0 0 0,9 14-1 0 0,-15-21-103 0 0,0-1 0 0 0,0 1 0 0 0,0 0-1 0 0,0 0 1 0 0,-1-1 0 0 0,1 1 0 0 0,0 0-1 0 0,-1 0 1 0 0,1 0 0 0 0,-1 0 0 0 0,0 0 0 0 0,0-1-1 0 0,0 1 1 0 0,0 0 0 0 0,0 0 0 0 0,0 0-1 0 0,0 0 1 0 0,0 0 0 0 0,-1 0 0 0 0,1 0 0 0 0,-1 0-1 0 0,1-1 1 0 0,-1 1 0 0 0,0 0 0 0 0,0 0-1 0 0,0-1 1 0 0,0 1 0 0 0,0 0 0 0 0,0-1 0 0 0,0 1-1 0 0,-1-1 1 0 0,1 0 0 0 0,-3 3 0 0 0,-3 1 41 0 0,-1 1 1 0 0,0-1 0 0 0,-1 0 0 0 0,1-1-1 0 0,-13 5 1 0 0,15-6 43 0 0,0-1 1 0 0,1 0-1 0 0,-1 0 0 0 0,0 0 1 0 0,0-1-1 0 0,0 0 0 0 0,0 0 1 0 0,0 0-1 0 0,-1-1 0 0 0,1 0 1 0 0,0 0-1 0 0,-7-1 1 0 0,13 1-82 0 0,0 0 1 0 0,0 0 0 0 0,0 0 0 0 0,0 0-1 0 0,0 0 1 0 0,-1 0 0 0 0,1-1-1 0 0,0 1 1 0 0,0 0 0 0 0,0 0 0 0 0,0 0-1 0 0,0 0 1 0 0,0 0 0 0 0,0 0 0 0 0,-1 0-1 0 0,1 0 1 0 0,0 0 0 0 0,0 0 0 0 0,0 0-1 0 0,0 0 1 0 0,0-1 0 0 0,0 1 0 0 0,0 0-1 0 0,0 0 1 0 0,0 0 0 0 0,0 0 0 0 0,0 0-1 0 0,0 0 1 0 0,0 0 0 0 0,0-1 0 0 0,0 1-1 0 0,-1 0 1 0 0,1 0 0 0 0,0 0 0 0 0,0 0-1 0 0,0 0 1 0 0,0 0 0 0 0,0-1 0 0 0,1 1-1 0 0,-1 0 1 0 0,0 0 0 0 0,0 0 0 0 0,0 0-1 0 0,0 0 1 0 0,0 0 0 0 0,0-1 0 0 0,0 1-1 0 0,0 0 1 0 0,0 0 0 0 0,0 0-1 0 0,0 0 1 0 0,0 0 0 0 0,0 0 0 0 0,0 0-1 0 0,0 0 1 0 0,1 0 0 0 0,-1-1 0 0 0,11-6-9 0 0,13-3-513 0 0,16-1-4722 0 0,-25 10 3256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6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9327 0 0,'-1'-2'2001'0'0,"-1"11"-342"0"0,0 15-233 0 0,3-13-1084 0 0,0 1 1 0 0,1-1 0 0 0,0 0 0 0 0,1 0 0 0 0,1 0 0 0 0,0-1 0 0 0,9 19 0 0 0,-9-22-186 0 0,0 0 1 0 0,0 0 0 0 0,1-1-1 0 0,0 1 1 0 0,0-1-1 0 0,1 0 1 0 0,0-1 0 0 0,0 1-1 0 0,0-1 1 0 0,1 0 0 0 0,10 6-1 0 0,-13-9-110 0 0,0 0 1 0 0,0-1-1 0 0,0 1 0 0 0,0-1 0 0 0,0 0 0 0 0,1 0 1 0 0,-1-1-1 0 0,0 1 0 0 0,0-1 0 0 0,1 0 0 0 0,-1 0 1 0 0,0 0-1 0 0,1-1 0 0 0,-1 1 0 0 0,0-1 0 0 0,0 0 1 0 0,0 0-1 0 0,0-1 0 0 0,0 1 0 0 0,0-1 0 0 0,0 0 1 0 0,0 0-1 0 0,-1 0 0 0 0,1-1 0 0 0,-1 1 0 0 0,1-1 1 0 0,-1 0-1 0 0,0 0 0 0 0,0 0 0 0 0,3-4 0 0 0,-3 3-55 0 0,1 0 0 0 0,-1 0 0 0 0,0-1 0 0 0,0 1 0 0 0,-1-1 0 0 0,1 0-1 0 0,-1 0 1 0 0,0 0 0 0 0,-1 0 0 0 0,1 0 0 0 0,-1 0 0 0 0,0 0 0 0 0,0-1-1 0 0,0 1 1 0 0,-1 0 0 0 0,0-1 0 0 0,0 1 0 0 0,-1 0 0 0 0,1-1 0 0 0,-1 1 0 0 0,0 0-1 0 0,0 0 1 0 0,-4-9 0 0 0,4 12-3 0 0,0 0-1 0 0,0 0 0 0 0,-1 0 1 0 0,1 0-1 0 0,0 0 1 0 0,-1 0-1 0 0,0 1 0 0 0,1-1 1 0 0,-1 0-1 0 0,0 1 0 0 0,0 0 1 0 0,0-1-1 0 0,0 1 1 0 0,0 0-1 0 0,0 0 0 0 0,0 0 1 0 0,0 0-1 0 0,-1 0 1 0 0,1 1-1 0 0,0-1 0 0 0,0 1 1 0 0,-1-1-1 0 0,-3 1 1 0 0,56 8-4243 0 0,-37-7 3294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6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0 100 8751 0 0,'22'100'4609'0'0,"-6"-17"-1738"0"0,-22-201-2431 0 0,5 98-388 0 0,2 0 0 0 0,2-24-1 0 0,-3 39-33 0 0,1-1 1 0 0,0 1-1 0 0,0 0 0 0 0,1 0 0 0 0,-1 0 0 0 0,1 0 1 0 0,0 0-1 0 0,1 1 0 0 0,-1-1 0 0 0,1 0 0 0 0,0 1 1 0 0,0 0-1 0 0,0 0 0 0 0,4-4 0 0 0,-6 7 11 0 0,-1 1-1 0 0,0-1 0 0 0,1 1 1 0 0,-1 0-1 0 0,1-1 0 0 0,-1 1 1 0 0,1 0-1 0 0,-1-1 0 0 0,1 1 1 0 0,0 0-1 0 0,-1 0 1 0 0,1-1-1 0 0,-1 1 0 0 0,1 0 1 0 0,0 0-1 0 0,-1 0 0 0 0,1 0 1 0 0,-1 0-1 0 0,1 0 0 0 0,0 0 1 0 0,-1 0-1 0 0,1 0 0 0 0,-1 0 1 0 0,1 0-1 0 0,0 0 1 0 0,-1 0-1 0 0,2 1 0 0 0,-1 0-4 0 0,0 0 1 0 0,0-1-1 0 0,0 1 0 0 0,0 0 0 0 0,0 0 0 0 0,-1 0 1 0 0,1 0-1 0 0,0 0 0 0 0,0 1 0 0 0,-1-1 0 0 0,1 0 0 0 0,0 2 1 0 0,1 2-15 0 0,0 0 1 0 0,-1 0-1 0 0,0 0 1 0 0,0 1 0 0 0,0 7-1 0 0,-1-2-269 0 0,-1-1-1 0 0,-1 0 1 0 0,0 0-1 0 0,-3 12 0 0 0,-5 20-1391 0 0,10-39 1710 0 0,1-1 0 0 0,-1 0 0 0 0,0 0 0 0 0,1 1 0 0 0,0-1 1 0 0,-1 0-1 0 0,1 0 0 0 0,0 0 0 0 0,0 0 0 0 0,0 0 0 0 0,0 0 0 0 0,1 0 0 0 0,-1 0 0 0 0,0 0 0 0 0,1 0 1 0 0,0-1-1 0 0,-1 1 0 0 0,1-1 0 0 0,0 1 0 0 0,0-1 0 0 0,0 0 0 0 0,2 2 0 0 0,4 2 339 0 0,0 0-1 0 0,1 0 1 0 0,17 6-1 0 0,-11-5-315 0 0,34 10 863 0 0,-46-15-1146 0 0,1 0-1 0 0,-1-1 0 0 0,0 1 1 0 0,1-1-1 0 0,-1 0 0 0 0,0 1 0 0 0,1-2 1 0 0,-1 1-1 0 0,0 0 0 0 0,1-1 1 0 0,5-1-1 0 0,-4-1-1094 0 0,-2 0-15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7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0 14511 0 0,'-7'1'298'0'0,"0"0"0"0"0,0 1 1 0 0,1-1-1 0 0,-1 1 0 0 0,0 1 0 0 0,1-1 0 0 0,0 1 0 0 0,0 0 0 0 0,0 0 0 0 0,0 1 0 0 0,0 0 1 0 0,1 0-1 0 0,-1 0 0 0 0,1 1 0 0 0,-5 5 0 0 0,6-6-238 0 0,0 0-1 0 0,0 0 1 0 0,0 1 0 0 0,1-1-1 0 0,0 1 1 0 0,-1 0 0 0 0,2 0 0 0 0,-1 0-1 0 0,1 0 1 0 0,-1 1 0 0 0,1-1-1 0 0,1 1 1 0 0,-1-1 0 0 0,1 1-1 0 0,0 0 1 0 0,0-1 0 0 0,1 1-1 0 0,0 8 1 0 0,0-11-35 0 0,0 0 1 0 0,1 0-1 0 0,-1 0 0 0 0,1-1 0 0 0,0 1 0 0 0,0 0 1 0 0,0 0-1 0 0,0-1 0 0 0,0 1 0 0 0,1-1 1 0 0,-1 1-1 0 0,1-1 0 0 0,-1 1 0 0 0,1-1 0 0 0,0 0 1 0 0,0 0-1 0 0,0 0 0 0 0,0 0 0 0 0,1 0 1 0 0,-1 0-1 0 0,0-1 0 0 0,1 1 0 0 0,-1-1 0 0 0,1 0 1 0 0,0 1-1 0 0,-1-1 0 0 0,1 0 0 0 0,0-1 1 0 0,0 1-1 0 0,-1 0 0 0 0,1-1 0 0 0,0 0 0 0 0,0 1 1 0 0,3-1-1 0 0,9-1-48 0 0,0-1 0 0 0,0 0 0 0 0,0-1 0 0 0,-1 0 0 0 0,20-8 0 0 0,-8 3-575 0 0,-12 6-1025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7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13471 0 0,'-13'222'4504'0'0,"13"-218"-4413"0"0,3 33 217 0 0,-3-37-304 0 0,0 0 0 0 0,0 1 0 0 0,0-1 0 0 0,0 1 0 0 0,1-1 0 0 0,-1 0 0 0 0,0 1 0 0 0,0-1 0 0 0,0 0 0 0 0,1 1 0 0 0,-1-1 0 0 0,0 0 1 0 0,0 1-1 0 0,1-1 0 0 0,-1 0 0 0 0,0 1 0 0 0,0-1 0 0 0,1 0 0 0 0,-1 0 0 0 0,1 1 0 0 0,-1-1 0 0 0,0 0 0 0 0,1 0 0 0 0,-1 0 0 0 0,0 1 0 0 0,1-1 1 0 0,0 0 4 0 0,0-1 1 0 0,0 1 0 0 0,0 0 0 0 0,0-1 0 0 0,0 1 0 0 0,0-1 0 0 0,0 1 0 0 0,0-1 0 0 0,-1 1 0 0 0,1-1 0 0 0,0 0 0 0 0,0 1 0 0 0,-1-1 0 0 0,1 0 0 0 0,0 0 0 0 0,0-1 0 0 0,10-12-35 0 0,-1-1 1 0 0,8-16 0 0 0,-13 20 1 0 0,1 0 1 0 0,1 1 0 0 0,-1 0-1 0 0,2 1 1 0 0,-1-1 0 0 0,17-14-1 0 0,-21 21-87 0 0,0 1 77 0 0,0-1 0 0 0,0 1 0 0 0,0-1 0 0 0,0 1 0 0 0,1 0 0 0 0,-1 0 1 0 0,5-1-1 0 0,-7 3 49 0 0,0-1 0 0 0,-1 1 0 0 0,1 0 0 0 0,0 0 0 0 0,-1 0 0 0 0,1 0 0 0 0,-1 0 1 0 0,1 0-1 0 0,0 0 0 0 0,-1 0 0 0 0,1 1 0 0 0,0-1 0 0 0,-1 0 0 0 0,1 0 0 0 0,-1 0 0 0 0,1 1 1 0 0,0-1-1 0 0,-1 0 0 0 0,2 1 0 0 0,-1 0 26 0 0,0 0 1 0 0,0 1-1 0 0,0-1 1 0 0,-1 0-1 0 0,1 0 1 0 0,0 1-1 0 0,0-1 1 0 0,-1 0-1 0 0,1 1 1 0 0,-1-1-1 0 0,1 0 1 0 0,-1 2 0 0 0,3 9 354 0 0,-2-1 0 0 0,1 0 0 0 0,-2 0 0 0 0,0 13 0 0 0,0-15-317 0 0,0 0 0 0 0,0 1 0 0 0,1-1 1 0 0,0 0-1 0 0,0 0 0 0 0,1 0 0 0 0,4 11 0 0 0,3-10-1112 0 0,-9-10 775 0 0,1 0 0 0 0,-1 1 0 0 0,1-1 0 0 0,0 0 0 0 0,0 0 0 0 0,-1 0 0 0 0,1 0 0 0 0,0 0 0 0 0,-1 0 0 0 0,1 0 0 0 0,0 0 0 0 0,-1 0 0 0 0,1 0 0 0 0,0-1 0 0 0,-1 1 0 0 0,1 0 0 0 0,-1 0 0 0 0,1-1 0 0 0,0 1 0 0 0,3-3-1285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7.9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0 222 13935 0 0,'3'6'393'0'0,"-1"1"0"0"0,0-1 0 0 0,-1 1 0 0 0,2 8 0 0 0,-2-10-201 0 0,-1 0-1 0 0,1 0 1 0 0,0-1 0 0 0,0 1-1 0 0,1 0 1 0 0,-1-1-1 0 0,1 1 1 0 0,0-1-1 0 0,0 0 1 0 0,1 0 0 0 0,4 7-1 0 0,-7-11-164 0 0,1 0 0 0 0,-1 1 0 0 0,0-1 0 0 0,1 0 0 0 0,-1 1 0 0 0,0-1 1 0 0,1 0-1 0 0,-1 0 0 0 0,0 0 0 0 0,1 1 0 0 0,-1-1 0 0 0,1 0 0 0 0,-1 0 0 0 0,0 0 0 0 0,1 0 0 0 0,-1 0 0 0 0,1 0 0 0 0,-1 0 0 0 0,0 0 0 0 0,1 0 0 0 0,-1 0 0 0 0,1 0 0 0 0,-1 0 0 0 0,1 0 0 0 0,-1 0 0 0 0,0 0 0 0 0,1 0 1 0 0,-1 0-1 0 0,1 0 0 0 0,-1-1 0 0 0,0 1 0 0 0,1 0 0 0 0,12-15 288 0 0,2-20-192 0 0,-10 13-287 0 0,-1 1 0 0 0,-1-1 1 0 0,0 0-1 0 0,-2-43 0 0 0,-1 38 147 0 0,1-1 0 0 0,6-36-1 0 0,-3 60 221 0 0,0 9-6 0 0,3 11 87 0 0,2 23 312 0 0,3 0 0 0 0,1-1-1 0 0,1 0 1 0 0,25 43 0 0 0,-35-75-531 0 0,-3-4-33 0 0,1 0-1 0 0,-1 1 0 0 0,1-1 1 0 0,-1 0-1 0 0,0 1 0 0 0,0-1 1 0 0,1 5-1 0 0,-29-17 1114 0 0,27 10-1136 0 0,-12-5 144 0 0,0 0-1 0 0,0 1 1 0 0,0 1 0 0 0,-1 0-1 0 0,1 0 1 0 0,-17 0-1 0 0,62 7-2402 0 0,-24-5 829 0 0,1 0 1 0 0,-1-1-1 0 0,1 0 0 0 0,-1-1 1 0 0,13-6-1 0 0,-7 2-946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8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20 16583 0 0,'-1'-1'86'0'0,"1"0"-1"0"0,0 0 1 0 0,-1 0 0 0 0,1 0-1 0 0,-1 0 1 0 0,1 0-1 0 0,-1 0 1 0 0,0 0 0 0 0,1 0-1 0 0,-1 0 1 0 0,0 0 0 0 0,0 1-1 0 0,0-1 1 0 0,0 0-1 0 0,1 1 1 0 0,-1-1 0 0 0,0 0-1 0 0,0 1 1 0 0,0-1-1 0 0,0 1 1 0 0,0-1 0 0 0,-1 1-1 0 0,1 0 1 0 0,0 0-1 0 0,0-1 1 0 0,0 1 0 0 0,0 0-1 0 0,0 0 1 0 0,0 0-1 0 0,0 0 1 0 0,-1 0 0 0 0,1 0-1 0 0,0 0 1 0 0,-1 1-1 0 0,0-1 52 0 0,0 0 0 0 0,0 1-1 0 0,0-1 1 0 0,0 1-1 0 0,0-1 1 0 0,0 1-1 0 0,1 0 1 0 0,-1 0-1 0 0,0 0 1 0 0,0 0-1 0 0,1 0 1 0 0,-1 0-1 0 0,1 0 1 0 0,-1 1-1 0 0,1-1 1 0 0,-1 0 0 0 0,1 1-1 0 0,0-1 1 0 0,0 1-1 0 0,-1 0 1 0 0,0 3-1 0 0,-1 1-38 0 0,2 0-1 0 0,-1 0 1 0 0,1 0-1 0 0,0 0 0 0 0,0 0 1 0 0,0 0-1 0 0,1 1 1 0 0,0-1-1 0 0,0 0 1 0 0,1 0-1 0 0,0 1 1 0 0,0-1-1 0 0,0 0 0 0 0,3 8 1 0 0,3 4 2 0 0,1-1 0 0 0,1 1 0 0 0,13 19 0 0 0,-18-30-79 0 0,-1-1-28 0 0,-1-1 0 0 0,0 0 0 0 0,0 1 1 0 0,0-1-1 0 0,0 1 0 0 0,-1-1 0 0 0,0 1 0 0 0,0 11 1 0 0,-1-15-8 0 0,1 0 1 0 0,-1 0-1 0 0,0 0 0 0 0,0 0 1 0 0,0 0-1 0 0,-1-1 1 0 0,1 1-1 0 0,0 0 1 0 0,-1 0-1 0 0,0 0 1 0 0,1 0-1 0 0,-1 0 1 0 0,0 0-1 0 0,0-1 1 0 0,0 1-1 0 0,0 0 1 0 0,0-1-1 0 0,0 1 1 0 0,0-1-1 0 0,0 1 1 0 0,-1-1-1 0 0,1 1 1 0 0,-1-1-1 0 0,1 0 1 0 0,-1 0-1 0 0,0 0 1 0 0,1 0-1 0 0,-1 0 1 0 0,-2 1-1 0 0,3-2-73 0 0,0 1-1 0 0,1-1 0 0 0,-1 0 1 0 0,1 0-1 0 0,-1 0 1 0 0,1 0-1 0 0,-1 0 1 0 0,1 0-1 0 0,-1 0 0 0 0,0 0 1 0 0,1 0-1 0 0,-1 0 1 0 0,1 0-1 0 0,-1-1 0 0 0,1 1 1 0 0,-1 0-1 0 0,1 0 1 0 0,-1-1-1 0 0,1 1 1 0 0,-1 0-1 0 0,1 0 0 0 0,-1-1 1 0 0,1 1-1 0 0,0 0 1 0 0,-1-1-1 0 0,1 1 1 0 0,-1-1-1 0 0,1 1 0 0 0,0-1 1 0 0,-1 1-1 0 0,1-1 1 0 0,0 1-1 0 0,0-1 1 0 0,-1 1-1 0 0,1-1 0 0 0,0 1 1 0 0,0-1-1 0 0,0 1 1 0 0,0-2-1 0 0,-3-22-5741 0 0,3 22 5159 0 0,0-8-1728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8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91 16127 0 0,'8'-8'412'0'0,"1"1"0"0"0,0 0-1 0 0,0 0 1 0 0,0 1 0 0 0,1 0-1 0 0,0 0 1 0 0,0 1 0 0 0,14-4-1 0 0,26-15 443 0 0,-43 18-3770 0 0,-17 8-138 0 0,-17 9-787 0 0,-30 32 175 0 0,44-32 4364 0 0,1 1 1 0 0,1 0-1 0 0,0 1 0 0 0,-17 25 0 0 0,23-32-106 0 0,2 1 0 0 0,-1 0 1 0 0,1 0-1 0 0,0 0 0 0 0,0 1 0 0 0,1-1 1 0 0,0 1-1 0 0,0 0 0 0 0,0 10 0 0 0,2-12-335 0 0,0 0 0 0 0,0-1-1 0 0,1 1 1 0 0,0 0 0 0 0,0 0-1 0 0,0 0 1 0 0,1 0-1 0 0,0-1 1 0 0,0 1 0 0 0,0-1-1 0 0,1 1 1 0 0,-1-1 0 0 0,7 8-1 0 0,-4-6-65 0 0,0-1 0 0 0,0 0 0 0 0,1 0 0 0 0,0 0-1 0 0,0-1 1 0 0,1 0 0 0 0,-1 0 0 0 0,1-1 0 0 0,0 1 0 0 0,0-1-1 0 0,11 3 1 0 0,-15-5-202 0 0,1 0 0 0 0,0-1 1 0 0,0 0-1 0 0,0 0 0 0 0,0-1 0 0 0,1 1 0 0 0,-1-1 0 0 0,0 1 0 0 0,0-1 0 0 0,0-1 0 0 0,0 1 0 0 0,0-1 0 0 0,1 1 0 0 0,-1-1 0 0 0,0 0 1 0 0,0 0-1 0 0,0-1 0 0 0,-1 1 0 0 0,1-1 0 0 0,0 0 0 0 0,-1 0 0 0 0,1 0 0 0 0,6-6 0 0 0,-9 7-261 0 0,0 0-1 0 0,0 0 0 0 0,0 0 1 0 0,-1 0-1 0 0,1 0 1 0 0,0 0-1 0 0,0-1 0 0 0,0 1 1 0 0,-1 0-1 0 0,1-1 1 0 0,-1 1-1 0 0,1 0 1 0 0,-1-1-1 0 0,0 1 0 0 0,1-1 1 0 0,-1 1-1 0 0,0 0 1 0 0,0-1-1 0 0,0 1 0 0 0,0-1 1 0 0,0 1-1 0 0,0-1 1 0 0,-1 1-1 0 0,1-2 1 0 0,-3-2-1838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38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16815 0 0,'1'0'368'0'0,"3"-1"80"0"0,2 1 8 0 0,-3-2 24 0 0,0 2-384 0 0,0 0-96 0 0,1-1 0 0 0,5 2 0 0 0,6-2 120 0 0,1-2 8 0 0,0 0 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40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248 80 6911 0 0,'1'-1'123'0'0,"0"1"0"0"0,0 0-1 0 0,0-1 1 0 0,0 1-1 0 0,0-1 1 0 0,0 1 0 0 0,-1-1-1 0 0,1 1 1 0 0,0-1-1 0 0,0 0 1 0 0,0 1 0 0 0,-1-1-1 0 0,1 0 1 0 0,0 0-1 0 0,-1 0 1 0 0,1 1 0 0 0,0-1-1 0 0,-1 0 1 0 0,0 0-1 0 0,1 0 1 0 0,-1 0 0 0 0,1 0-1 0 0,-1 0 1 0 0,0 0 0 0 0,0 0-1 0 0,1 0 1 0 0,-1 0-1 0 0,0 0 1 0 0,0 0 0 0 0,0 0-1 0 0,0 0 1 0 0,0 0-1 0 0,-1 0 1 0 0,1 0 0 0 0,0 0-1 0 0,0 0 1 0 0,-1 0-1 0 0,1 0 1 0 0,0 0 0 0 0,-1 0-1 0 0,1 0 1 0 0,-1 0-1 0 0,1 0 1 0 0,-2-1 0 0 0,0-1 23 0 0,-1 0 0 0 0,1 0 0 0 0,-1 1 0 0 0,0-1 1 0 0,0 1-1 0 0,0 0 0 0 0,0-1 0 0 0,0 1 1 0 0,-1 1-1 0 0,1-1 0 0 0,-5-1 0 0 0,-3 0-17 0 0,1 0-1 0 0,-1 1 1 0 0,0 1 0 0 0,0 0-1 0 0,0 0 1 0 0,0 1-1 0 0,0 0 1 0 0,-11 3-1 0 0,14-2 91 0 0,0 0-1 0 0,0 1 0 0 0,0 0 0 0 0,0 0 1 0 0,0 1-1 0 0,1 0 0 0 0,-1 0 0 0 0,1 1 0 0 0,0 0 1 0 0,0 0-1 0 0,-9 8 0 0 0,15-12-144 0 0,0 1 0 0 0,0 0 0 0 0,0 0 0 0 0,1 0 0 0 0,-1 0 0 0 0,0 0 0 0 0,1 0-1 0 0,-1 0 1 0 0,1 0 0 0 0,-1 0 0 0 0,1 0 0 0 0,-1 0 0 0 0,1 0 0 0 0,-1 0 0 0 0,1 0 0 0 0,0 0 0 0 0,0 1-1 0 0,0-1 1 0 0,0 0 0 0 0,0 0 0 0 0,0 0 0 0 0,0 2 0 0 0,1 0-6 0 0,-1-1-1 0 0,1 0 1 0 0,0 1-1 0 0,0-1 1 0 0,0 0 0 0 0,1 0-1 0 0,-1 0 1 0 0,0 0-1 0 0,1 0 1 0 0,2 2 0 0 0,5 5 1 0 0,0-2 0 0 0,0 1 1 0 0,16 9-1 0 0,-23-16-54 0 0,29 17-40 0 0,45 18 0 0 0,-13-6 155 0 0,-42-20-87 0 0,-8-4-35 0 0,-1 0 0 0 0,17 12-1 0 0,-26-16-7 0 0,-1 0 0 0 0,1 0 0 0 0,0 0 0 0 0,-1 1 0 0 0,0-1-1 0 0,1 1 1 0 0,-1-1 0 0 0,0 1 0 0 0,0 0 0 0 0,-1 0 0 0 0,1 0 0 0 0,0 0-1 0 0,-1 0 1 0 0,2 7 0 0 0,-3-9 0 0 0,0 0 0 0 0,1 0 0 0 0,-1 0 0 0 0,0 0 0 0 0,0 0 0 0 0,0 0 0 0 0,0 0 0 0 0,-1 0 0 0 0,1-1 0 0 0,0 1 0 0 0,0 0 1 0 0,0 0-1 0 0,-1 0 0 0 0,1 0 0 0 0,-1 0 0 0 0,1 0 0 0 0,-1 0 0 0 0,1 0 0 0 0,-1-1 0 0 0,1 1 0 0 0,-2 1 0 0 0,0 0 0 0 0,0 0-1 0 0,0-1 1 0 0,0 1 0 0 0,-1-1 0 0 0,1 0 0 0 0,0 0 0 0 0,-1 0-1 0 0,-2 1 1 0 0,-5 1 3 0 0,0 0 0 0 0,0-1 0 0 0,-13 1 0 0 0,4-2 120 0 0,0-1-1 0 0,0 0 1 0 0,0-1 0 0 0,1-1-1 0 0,-1-1 1 0 0,0 0 0 0 0,1-2-1 0 0,-36-12 1 0 0,52 16-91 0 0,1 0 0 0 0,-1 1-1 0 0,0-1 1 0 0,1 0 0 0 0,-1 0 0 0 0,1 1 0 0 0,-1-1 0 0 0,1-1-1 0 0,-1 1 1 0 0,1 0 0 0 0,-1 0 0 0 0,1 0 0 0 0,0-1 0 0 0,0 1 0 0 0,0-1-1 0 0,0 1 1 0 0,0-1 0 0 0,0 1 0 0 0,0-1 0 0 0,0 1 0 0 0,1-1-1 0 0,-1 0 1 0 0,1 0 0 0 0,-1 1 0 0 0,1-1 0 0 0,-1 0 0 0 0,1 0 0 0 0,0-2-1 0 0,1 1-38 0 0,0 0-1 0 0,0 0 1 0 0,0 0-1 0 0,0 0 1 0 0,0 0-1 0 0,1 1 1 0 0,-1-1-1 0 0,1 0 1 0 0,0 1-1 0 0,0-1 1 0 0,0 1-1 0 0,0 0 1 0 0,0 0-1 0 0,0 0 1 0 0,1 0-1 0 0,2-2 1 0 0,5-2-551 0 0,-1 0-1 0 0,1 0 1 0 0,1 1 0 0 0,-1 0 0 0 0,1 1 0 0 0,0 1-1 0 0,0-1 1 0 0,22-2 0 0 0,-5 0-1137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40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13247 0 0,'0'-1'39'0'0,"0"1"-1"0"0,0 0 0 0 0,1 0 1 0 0,-1 0-1 0 0,0 0 0 0 0,1 0 1 0 0,-1 0-1 0 0,0 0 0 0 0,0-1 1 0 0,1 1-1 0 0,-1 0 0 0 0,0 0 1 0 0,1 0-1 0 0,-1 0 0 0 0,0 0 1 0 0,0 0-1 0 0,1 0 0 0 0,-1 0 1 0 0,0 0-1 0 0,1 1 0 0 0,-1-1 1 0 0,0 0-1 0 0,0 0 0 0 0,1 0 0 0 0,-1 0 1 0 0,0 0-1 0 0,0 0 0 0 0,1 1 1 0 0,-1-1-1 0 0,0 0 0 0 0,0 0 1 0 0,1 1-1 0 0,6 10 671 0 0,2 21 210 0 0,-8-27-580 0 0,4 23 169 0 0,0-1-1 0 0,-2 1 1 0 0,-1 0-1 0 0,-2 0 1 0 0,-2 32 0 0 0,-1-45-2258 0 0,0-16 1142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41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3 108 16239 0 0,'0'-1'115'0'0,"-1"0"0"0"0,1-1 0 0 0,0 1-1 0 0,-1 0 1 0 0,1 0 0 0 0,0-1 0 0 0,0 1-1 0 0,0 0 1 0 0,0 0 0 0 0,0-1 0 0 0,0 1 0 0 0,0 0-1 0 0,1 0 1 0 0,-1-1 0 0 0,0 1 0 0 0,1 0 0 0 0,-1 0-1 0 0,0 0 1 0 0,1-1 0 0 0,0 1 0 0 0,1-2-1 0 0,0 0 99 0 0,0 0 0 0 0,1 1 0 0 0,0-1 0 0 0,-1 0 0 0 0,1 1 0 0 0,0 0 1 0 0,5-4-1 0 0,6-1 238 0 0,0 0 1 0 0,25-9-1 0 0,-21 10-383 0 0,1 1-1 0 0,0 1 1 0 0,0 0-1 0 0,1 2 1 0 0,-1 0-1 0 0,22 1 1 0 0,38 6-2350 0 0,-2 10-4622 0 0,-47-8 1225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41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59 14743 0 0,'-5'22'807'0'0,"0"-3"411"0"0,-5 35 0 0 0,9-49-979 0 0,1-1-1 0 0,0 0 0 0 0,0 1 1 0 0,0-1-1 0 0,0 1 0 0 0,1-1 1 0 0,0 0-1 0 0,0 1 0 0 0,0-1 1 0 0,0 0-1 0 0,1 0 0 0 0,-1 0 1 0 0,5 7-1 0 0,-5-10-189 0 0,0 1 0 0 0,1-1-1 0 0,-1 0 1 0 0,0 0 0 0 0,1 0-1 0 0,-1 0 1 0 0,0 0 0 0 0,1-1-1 0 0,-1 1 1 0 0,1 0 0 0 0,-1-1-1 0 0,1 1 1 0 0,0-1 0 0 0,-1 1-1 0 0,1-1 1 0 0,0 0 0 0 0,-1 0-1 0 0,1 0 1 0 0,-1 0 0 0 0,1 0-1 0 0,0 0 1 0 0,-1 0 0 0 0,1 0-1 0 0,0-1 1 0 0,-1 1 0 0 0,1-1-1 0 0,-1 1 1 0 0,1-1 0 0 0,-1 0 0 0 0,1 1-1 0 0,2-3 1 0 0,3-1 12 0 0,1 0 0 0 0,-1 0 0 0 0,0-1 0 0 0,12-11 0 0 0,-10 7-117 0 0,0-1-1 0 0,-1 0 1 0 0,0-1 0 0 0,10-18 0 0 0,-15 24-10 0 0,0 0 0 0 0,0-1 0 0 0,-1 1 0 0 0,0-1 0 0 0,0 0 0 0 0,0 0 0 0 0,-1 0 0 0 0,1 1 0 0 0,-1-1 0 0 0,-1 0 0 0 0,1-1 0 0 0,-2-6 0 0 0,1 11 48 0 0,0 0 1 0 0,0 0-1 0 0,-1 1 0 0 0,1-1 0 0 0,-1 0 0 0 0,1 0 0 0 0,-1 0 1 0 0,0 0-1 0 0,0 1 0 0 0,0-1 0 0 0,0 0 0 0 0,0 1 0 0 0,0-1 1 0 0,0 1-1 0 0,-1-1 0 0 0,1 1 0 0 0,-1 0 0 0 0,1-1 1 0 0,-1 1-1 0 0,1 0 0 0 0,-1 0 0 0 0,-3-2 0 0 0,2 2 24 0 0,-1 0 0 0 0,0 0 1 0 0,0 1-1 0 0,1-1 0 0 0,-1 1 0 0 0,0 0 0 0 0,0-1 0 0 0,0 2 0 0 0,1-1 0 0 0,-1 0 1 0 0,-4 2-1 0 0,-5 1 198 0 0,-1 1 0 0 0,1 0 0 0 0,0 1 0 0 0,1 1 0 0 0,-20 10 0 0 0,31-15-168 0 0,-1 0 1 0 0,0 0-1 0 0,0 1 0 0 0,1-1 1 0 0,-1 0-1 0 0,0 1 0 0 0,1-1 0 0 0,-1 1 1 0 0,1-1-1 0 0,0 1 0 0 0,0-1 1 0 0,-1 1-1 0 0,1 0 0 0 0,0 0 0 0 0,0 0 1 0 0,1 0-1 0 0,-1 0 0 0 0,-1 3 1 0 0,2-4-40 0 0,1 0 0 0 0,-1 1 0 0 0,0-1 1 0 0,0 0-1 0 0,1 1 0 0 0,-1-1 1 0 0,1 0-1 0 0,-1 0 0 0 0,1 1 0 0 0,0-1 1 0 0,-1 0-1 0 0,1 0 0 0 0,0 0 1 0 0,0 0-1 0 0,-1 0 0 0 0,1 0 0 0 0,0 0 1 0 0,0 0-1 0 0,0 0 0 0 0,1 0 1 0 0,-1-1-1 0 0,0 1 0 0 0,0 0 0 0 0,0-1 1 0 0,0 1-1 0 0,1-1 0 0 0,-1 1 1 0 0,0-1-1 0 0,2 1 0 0 0,6 1-547 0 0,-1 0 1 0 0,1 0-1 0 0,0 0 1 0 0,-1-1-1 0 0,1 0 0 0 0,0-1 1 0 0,12-1-1 0 0,2-1-6509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2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248 32 7711 0 0,'-2'-2'959'0'0,"2"2"-863"0"0,0 0 0 0 0,0 0 0 0 0,0-1 0 0 0,0 1-1 0 0,-1 0 1 0 0,1 0 0 0 0,0-1 0 0 0,0 1 0 0 0,0 0 0 0 0,0 0 0 0 0,0-1 0 0 0,0 1-1 0 0,0 0 1 0 0,0-1 0 0 0,0 1 0 0 0,0 0 0 0 0,0 0 0 0 0,0-1 0 0 0,0 1 0 0 0,0 0-1 0 0,0-1 1 0 0,0 1 0 0 0,0 0 0 0 0,0 0 0 0 0,2-3 958 0 0,-2 3-958 0 0,1 0 0 0 0,-1 0 0 0 0,0 0 0 0 0,0-1 0 0 0,1 1 0 0 0,-1 0 0 0 0,0 0-1 0 0,0 0 1 0 0,1 0 0 0 0,-1 0 0 0 0,0 0 0 0 0,1 0 0 0 0,-1 0 0 0 0,0 0 0 0 0,0 0-1 0 0,1 0 1 0 0,-1 0 0 0 0,0 0 0 0 0,1 0 0 0 0,-1 0 0 0 0,-18-14 916 0 0,11 13-914 0 0,0-1-1 0 0,0 1 1 0 0,0 0-1 0 0,0 0 1 0 0,0 1-1 0 0,0 0 1 0 0,0 1-1 0 0,0-1 1 0 0,0 1-1 0 0,0 1 1 0 0,0-1 0 0 0,0 1-1 0 0,1 0 1 0 0,-1 1-1 0 0,0-1 1 0 0,1 1-1 0 0,-8 5 1 0 0,5-3 106 0 0,1 0 0 0 0,0 1 0 0 0,0 0 0 0 0,0 0 0 0 0,1 1 0 0 0,0 0 0 0 0,0 0 0 0 0,1 0 0 0 0,0 1 0 0 0,0 0 0 0 0,-8 16 0 0 0,12-22-160 0 0,1 1 0 0 0,0-1 0 0 0,0 1-1 0 0,0-1 1 0 0,0 1 0 0 0,0 0 0 0 0,0-1 0 0 0,1 1-1 0 0,0 0 1 0 0,-1 0 0 0 0,1 0 0 0 0,0-1 0 0 0,0 1-1 0 0,1 0 1 0 0,-1 0 0 0 0,0-1 0 0 0,1 1 0 0 0,0 0-1 0 0,0-1 1 0 0,-1 1 0 0 0,2 0 0 0 0,-1-1 0 0 0,0 1-1 0 0,0-1 1 0 0,1 0 0 0 0,-1 1 0 0 0,1-1-1 0 0,2 3 1 0 0,0-2-30 0 0,0 0-1 0 0,0-1 1 0 0,0 1 0 0 0,0-1-1 0 0,1 0 1 0 0,-1 0 0 0 0,0 0-1 0 0,1-1 1 0 0,0 1-1 0 0,-1-1 1 0 0,1 0 0 0 0,0-1-1 0 0,-1 1 1 0 0,1-1 0 0 0,8 0-1 0 0,7-2-425 0 0,-1-1 1 0 0,1 0-1 0 0,30-11 0 0 0,-24 7-4207 0 0,-8 3-1643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2.5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0 12551 0 0,'-6'15'1095'0'0,"0"0"-1"0"0,2 0 1 0 0,-5 21-1 0 0,-2 8-506 0 0,10-40-530 0 0,-6 16 48 0 0,2-1 0 0 0,0 1 1 0 0,1 0-1 0 0,-2 31 0 0 0,6-51-100 0 0,0 1 0 0 0,0-1 0 0 0,0 0 0 0 0,-1 1 1 0 0,1-1-1 0 0,0 1 0 0 0,0-1 0 0 0,0 0 0 0 0,1 1 0 0 0,-1-1 0 0 0,0 1 0 0 0,0-1 1 0 0,0 0-1 0 0,0 1 0 0 0,0-1 0 0 0,0 0 0 0 0,0 1 0 0 0,1-1 0 0 0,-1 0 0 0 0,0 1 1 0 0,0-1-1 0 0,0 0 0 0 0,1 1 0 0 0,-1-1 0 0 0,0 0 0 0 0,1 1 0 0 0,-1-1 0 0 0,0 0 1 0 0,0 0-1 0 0,1 0 0 0 0,-1 1 0 0 0,1-1 0 0 0,-1 0 0 0 0,0 0 0 0 0,1 0 0 0 0,-1 1 0 0 0,15-8 191 0 0,11-19 59 0 0,2-4 138 0 0,46-40 1 0 0,-51 49-171 0 0,-17 16-169 0 0,0 0 0 0 0,0 0 0 0 0,1 1 0 0 0,-1 0 0 0 0,1 0 0 0 0,0 1 0 0 0,0 0 1 0 0,1 0-1 0 0,-1 0 0 0 0,1 1 0 0 0,-1 0 0 0 0,1 1 0 0 0,0-1 0 0 0,-1 2 0 0 0,17-1 0 0 0,30-2 231 0 0,-54 3-277 0 0,0-1 1 0 0,0 1 0 0 0,1 0 0 0 0,-1 0-1 0 0,0 0 1 0 0,0 0 0 0 0,0-1 0 0 0,1 1-1 0 0,-1 0 1 0 0,0 0 0 0 0,0 0 0 0 0,0-1 0 0 0,0 1-1 0 0,0 0 1 0 0,0 0 0 0 0,0-1 0 0 0,1 1-1 0 0,-1 0 1 0 0,0 0 0 0 0,0-1 0 0 0,0 1 0 0 0,0 0-1 0 0,0 0 1 0 0,0-1 0 0 0,0 1 0 0 0,0 0-1 0 0,0 0 1 0 0,0-1 0 0 0,0 1 0 0 0,-1 0 0 0 0,1 0-1 0 0,0-1 1 0 0,0 1 0 0 0,0 0 0 0 0,0 0-1 0 0,0-1 1 0 0,0 1 0 0 0,-1 0 0 0 0,1 0 0 0 0,0 0-1 0 0,0-1 1 0 0,0 1 0 0 0,0 0 0 0 0,-1 0-1 0 0,1 0 1 0 0,0 0 0 0 0,-1-1 0 0 0,-6-3-1150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1:52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4143 0 0,'5'3'184'0'0,"-4"-1"40"0"0,3 3-224 0 0,-2-4 0 0 0,1 2 0 0 0,5 7 4416 0 0,3-1-1952 0 0,0 4 8 0 0,4-1-1536 0 0,1 1-304 0 0,0 2-64 0 0,0-4-16 0 0,0 2-440 0 0,-2-3-112 0 0,1-1 0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1.3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174 35 1839 0 0,'-3'-35'9628'0'0,"-2"58"-6216"0"0,-5 49-555 0 0,-33 127-1 0 0,-39 64-1309 0 0,82-261-1539 0 0,-24 85 180 0 0,20-103-410 0 0,2-15-17 0 0,6-35-29 0 0,1-36-1088 0 0,20-100 0 0 0,-23 190 1226 0 0,1 1 0 0 0,1 0 0 0 0,0 0 0 0 0,0 0 0 0 0,1 0 0 0 0,0 0 0 0 0,1 1 0 0 0,12-17 0 0 0,-16 25 167 0 0,0-1 0 0 0,0 1 0 0 0,0 0 1 0 0,0-1-1 0 0,0 1 0 0 0,0 0 0 0 0,1 1 1 0 0,-1-1-1 0 0,1 0 0 0 0,-1 1 0 0 0,1-1 1 0 0,0 1-1 0 0,-1 0 0 0 0,1 0 0 0 0,0 0 1 0 0,0 0-1 0 0,0 0 0 0 0,0 0 0 0 0,0 1 1 0 0,0 0-1 0 0,0 0 0 0 0,0-1 0 0 0,0 2 1 0 0,0-1-1 0 0,0 0 0 0 0,0 1 0 0 0,0-1 1 0 0,0 1-1 0 0,0 0 0 0 0,0 0 0 0 0,-1 0 1 0 0,1 0-1 0 0,0 0 0 0 0,0 1 0 0 0,-1 0 1 0 0,1-1-1 0 0,-1 1 0 0 0,4 3 1 0 0,2 3 213 0 0,0-1 0 0 0,0 2 0 0 0,-1-1 0 0 0,0 1 0 0 0,-1 0 0 0 0,10 17 0 0 0,27 67 755 0 0,-31-65-783 0 0,13 34 67 0 0,-11-26 352 0 0,1-1 1 0 0,34 57-1 0 0,-45-87-1247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1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95 7999 0 0,'0'0'155'0'0,"-1"-1"0"0"0,0 1 0 0 0,0 0-1 0 0,0-1 1 0 0,1 1 0 0 0,-1-1-1 0 0,0 1 1 0 0,0-1 0 0 0,1 1 0 0 0,-1-1-1 0 0,0 1 1 0 0,1-1 0 0 0,-1 0-1 0 0,1 1 1 0 0,-1-1 0 0 0,1 0 0 0 0,-1 0-1 0 0,1 1 1 0 0,-1-1 0 0 0,1 0 0 0 0,0 0-1 0 0,-1 0 1 0 0,1 1 0 0 0,0-3-1 0 0,0 2 74 0 0,0 0-1 0 0,1 0 1 0 0,-1 0-1 0 0,1 0 1 0 0,0 0-1 0 0,-1 0 1 0 0,1 0-1 0 0,-1 0 1 0 0,1 0-1 0 0,0 0 0 0 0,0 0 1 0 0,0 0-1 0 0,0 1 1 0 0,-1-1-1 0 0,1 0 1 0 0,0 1-1 0 0,0-1 1 0 0,0 0-1 0 0,2 0 1 0 0,1 0 38 0 0,0-1 0 0 0,-1 1 1 0 0,1 0-1 0 0,0 0 1 0 0,0 0-1 0 0,0 0 1 0 0,0 1-1 0 0,4 0 0 0 0,23-5 1222 0 0,-9 0-574 0 0,-17 3-810 0 0,0 1 0 0 0,1 0 0 0 0,-1-1 0 0 0,0 0-1 0 0,9-5 1 0 0,21-11-949 0 0,-11 9-3054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2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63 5527 0 0,'14'-5'7865'0'0,"-12"3"-7293"0"0,10-13 3068 0 0,-11 15-3633 0 0,-1-1 1 0 0,1 0-1 0 0,-1 0 1 0 0,1 0-1 0 0,-1 0 1 0 0,0 0 0 0 0,1 0-1 0 0,-1 0 1 0 0,0 0-1 0 0,0 0 1 0 0,0 0-1 0 0,0 0 1 0 0,1 0-1 0 0,-2 0 1 0 0,1 0 0 0 0,0 0-1 0 0,0 0 1 0 0,0 0-1 0 0,0 0 1 0 0,0 0-1 0 0,-1 0 1 0 0,1 1-1 0 0,-1-1 1 0 0,1 0 0 0 0,0 0-1 0 0,-1 0 1 0 0,1 0-1 0 0,-1 0 1 0 0,0 1-1 0 0,1-1 1 0 0,-1 0-1 0 0,0 0 1 0 0,0 0 0 0 0,-3-1 24 0 0,0 1 0 0 0,0-1 1 0 0,0 1-1 0 0,0 0 1 0 0,-1 0-1 0 0,1 0 1 0 0,0 1-1 0 0,0-1 1 0 0,-1 1-1 0 0,1 0 0 0 0,0 0 1 0 0,-1 1-1 0 0,1-1 1 0 0,0 1-1 0 0,0 0 1 0 0,0 0-1 0 0,0 0 1 0 0,0 1-1 0 0,0 0 0 0 0,0-1 1 0 0,0 1-1 0 0,-6 5 1 0 0,0-1 110 0 0,1 0 0 0 0,-1 1 0 0 0,2 0 0 0 0,-1 1 0 0 0,1-1 0 0 0,0 2 0 0 0,-11 14 0 0 0,13-12-48 0 0,0-1 0 0 0,0 1 0 0 0,1 0 0 0 0,1 0 0 0 0,0 0 0 0 0,1 1 0 0 0,0 0 0 0 0,0-1 0 0 0,1 1 0 0 0,1 0 0 0 0,0 0 0 0 0,1 0 0 0 0,0 0 0 0 0,0 0 0 0 0,2 0 0 0 0,3 16 0 0 0,-4-20-68 0 0,1 0 0 0 0,1 0 0 0 0,-1-1 0 0 0,1 1 0 0 0,1-1 0 0 0,-1 0 1 0 0,1 0-1 0 0,0 0 0 0 0,1 0 0 0 0,0-1 0 0 0,0 0 0 0 0,0 0 0 0 0,1 0 0 0 0,0-1 0 0 0,0 1 0 0 0,0-1 0 0 0,0-1 0 0 0,1 1 0 0 0,0-1 0 0 0,0 0 0 0 0,0-1 1 0 0,1 0-1 0 0,-1 0 0 0 0,1-1 0 0 0,9 3 0 0 0,-10-4-54 0 0,0 0 0 0 0,0 0 1 0 0,0 0-1 0 0,0-1 0 0 0,0 0 0 0 0,0 0 1 0 0,0-1-1 0 0,0 0 0 0 0,0 0 0 0 0,0-1 1 0 0,0 0-1 0 0,-1 0 0 0 0,10-4 1 0 0,-12 3 19 0 0,1 1 1 0 0,-1-1 0 0 0,0 0 0 0 0,0 0 0 0 0,-1-1 0 0 0,1 1 0 0 0,0-1 0 0 0,-1 0 0 0 0,0 0 0 0 0,0 0 0 0 0,0 0 0 0 0,-1 0 0 0 0,1-1 0 0 0,-1 1 0 0 0,0-1 0 0 0,0 1 0 0 0,-1-1 0 0 0,0 0 0 0 0,2-7 0 0 0,-2 6 10 0 0,0 0-1 0 0,0 0 1 0 0,-1 0-1 0 0,0 0 1 0 0,0 0 0 0 0,0 0-1 0 0,-1 0 1 0 0,-2-7-1 0 0,3 11-2 0 0,-1 0 1 0 0,1 0-1 0 0,-1 0 0 0 0,0 0 0 0 0,0 0 1 0 0,0 0-1 0 0,0 0 0 0 0,0 0 0 0 0,-1 0 0 0 0,1 1 1 0 0,-1-1-1 0 0,1 1 0 0 0,-1-1 0 0 0,1 1 1 0 0,-1-1-1 0 0,0 1 0 0 0,1 0 0 0 0,-1 0 1 0 0,0 0-1 0 0,0 0 0 0 0,0 0 0 0 0,0 0 0 0 0,0 1 1 0 0,0-1-1 0 0,-4 0 0 0 0,0 0-578 0 0,10 2-986 0 0,14-1-3521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2.5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5063 0 0,'16'0'9577'0'0,"-1"2"-6062"0"0,-11-1-3191 0 0,11 0 801 0 0,1 0 0 0 0,27-1 0 0 0,-34-1-1170 0 0,-1 0 1 0 0,1-1-1 0 0,-1 0 1 0 0,1 0-1 0 0,-1 0 0 0 0,12-6 1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2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 9671 0 0,'-5'10'918'0'0,"1"1"-1"0"0,-1 0 1 0 0,2 0-1 0 0,0 0 1 0 0,0 0-1 0 0,1 0 1 0 0,-2 19-1 0 0,3-10-379 0 0,1-1 0 0 0,0 1-1 0 0,6 32 1 0 0,-5-45-441 0 0,1 1 1 0 0,-1-1 0 0 0,2-1-1 0 0,-1 1 1 0 0,1 0-1 0 0,0 0 1 0 0,0-1-1 0 0,1 0 1 0 0,0 1-1 0 0,0-2 1 0 0,9 12 0 0 0,-10-15-63 0 0,0 1 0 0 0,0-1 0 0 0,0 0 0 0 0,0 0 0 0 0,0 0 1 0 0,0 0-1 0 0,0 0 0 0 0,0-1 0 0 0,1 1 0 0 0,-1-1 0 0 0,1 0 1 0 0,-1 0-1 0 0,1 0 0 0 0,-1 0 0 0 0,1-1 0 0 0,0 0 1 0 0,-1 1-1 0 0,1-1 0 0 0,0-1 0 0 0,-1 1 0 0 0,1 0 0 0 0,0-1 1 0 0,-1 0-1 0 0,1 0 0 0 0,3-1 0 0 0,42-20-778 0 0,-45 20 662 0 0,-1 0 0 0 0,0 0 0 0 0,0 0 0 0 0,0-1 0 0 0,0 1 0 0 0,0-1 0 0 0,0 1 0 0 0,-1-1 0 0 0,1 0 0 0 0,-1 0 0 0 0,0 0 0 0 0,2-4 0 0 0,-4 6-25 0 0,0 1 0 0 0,0-1-1 0 0,1 1 1 0 0,-1 0 0 0 0,0-1 0 0 0,0 1-1 0 0,0-1 1 0 0,0 1 0 0 0,0-1-1 0 0,0 1 1 0 0,0-1 0 0 0,0 1 0 0 0,0-1-1 0 0,0 1 1 0 0,0-1 0 0 0,0 1 0 0 0,-1-1-1 0 0,1 1 1 0 0,0 0 0 0 0,0-1-1 0 0,0 1 1 0 0,-1-1 0 0 0,1 0 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2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13271 0 0,'5'1'5282'0'0,"15"1"-3647"0"0,28-1-1298 0 0,-40-2-721 0 0,0 0 1 0 0,0-1-1 0 0,0 0 1 0 0,9-3-1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3.5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19 116 2303 0 0,'-7'65'3331'0'0,"-4"54"9395"0"0,11-105-12591 0 0,0 0 0 0 0,1 0 0 0 0,5 20 1 0 0,-3-26 25 0 0,0-7-61 0 0,4-16-39 0 0,2-29-151 0 0,-8 41 88 0 0,9-75-11 0 0,-7 50 14 0 0,1 0-1 0 0,14-49 0 0 0,-18 75-1 0 0,1 1 0 0 0,-1-1 0 0 0,1 0 1 0 0,0 1-1 0 0,-1-1 0 0 0,1 0 0 0 0,0 1 0 0 0,0-1 0 0 0,0 1 0 0 0,0 0 0 0 0,1-1 0 0 0,-1 1 0 0 0,0 0 0 0 0,0 0 0 0 0,1-1 0 0 0,-1 1 1 0 0,2-1-1 0 0,-2 2-1 0 0,0 0 0 0 0,0 0 0 0 0,0 0 1 0 0,0 0-1 0 0,0 0 0 0 0,0 0 0 0 0,0 1 1 0 0,0-1-1 0 0,0 0 0 0 0,-1 0 0 0 0,1 1 0 0 0,0-1 1 0 0,0 0-1 0 0,0 1 0 0 0,0-1 0 0 0,-1 1 1 0 0,1-1-1 0 0,0 1 0 0 0,0 0 0 0 0,-1-1 1 0 0,1 1-1 0 0,0 0 0 0 0,-1-1 0 0 0,1 1 1 0 0,-1 0-1 0 0,1 0 0 0 0,-1-1 0 0 0,1 1 1 0 0,-1 0-1 0 0,1 0 0 0 0,-1 0 0 0 0,1 1 1 0 0,6 15 169 0 0,0 0 1 0 0,-1 0 0 0 0,7 34-1 0 0,-8-28 174 0 0,15 39 0 0 0,-17-55-271 0 0,2 6 167 0 0,1 0-1 0 0,10 16 1 0 0,-14-26-163 0 0,0-1 0 0 0,-1 1 0 0 0,1-1 0 0 0,0 1 0 0 0,0-1 0 0 0,1 0 0 0 0,-1 0 0 0 0,0 0 0 0 0,1 0 0 0 0,-1 0 0 0 0,1 0 0 0 0,0-1 0 0 0,0 1 0 0 0,-1-1 0 0 0,1 0 0 0 0,5 2 0 0 0,-6-3-50 0 0,0 0 0 0 0,0 0-1 0 0,-1 0 1 0 0,1 0 0 0 0,0 0 0 0 0,-1 0 0 0 0,1 0 0 0 0,0 0 0 0 0,-1-1-1 0 0,1 1 1 0 0,-1-1 0 0 0,1 1 0 0 0,0-1 0 0 0,-1 0 0 0 0,1 0 0 0 0,-1 1-1 0 0,1-1 1 0 0,-1 0 0 0 0,0 0 0 0 0,1 0 0 0 0,-1-1 0 0 0,0 1 0 0 0,0 0-1 0 0,0 0 1 0 0,0-1 0 0 0,0 1 0 0 0,1-2 0 0 0,2-4 15 0 0,-1-1-1 0 0,1 1 1 0 0,-2-1 0 0 0,4-12-1 0 0,1-1 4 0 0,8-21-85 0 0,25-60-346 0 0,-34 88 22 0 0,1 1 0 0 0,1 1 1 0 0,-1-1-1 0 0,2 1 0 0 0,12-14 0 0 0,-13 19-206 0 0,0-1 0 0 0,0 2 0 0 0,0-1 0 0 0,1 1 0 0 0,12-6 0 0 0,-18 10 333 0 0,1 0-1 0 0,0 0 1 0 0,0 0 0 0 0,0 1-1 0 0,0-1 1 0 0,0 1 0 0 0,0 0-1 0 0,0 1 1 0 0,1-1 0 0 0,-1 1-1 0 0,0-1 1 0 0,0 1 0 0 0,1 1-1 0 0,-1-1 1 0 0,8 2 0 0 0,-10-1 282 0 0,0 0-1 0 0,0 0 1 0 0,0 0 0 0 0,0 1 0 0 0,0-1 0 0 0,0 1 0 0 0,0-1 0 0 0,-1 1 0 0 0,1 0 0 0 0,-1-1 0 0 0,1 1 0 0 0,-1 0 0 0 0,1 0 0 0 0,-1 0-1 0 0,0 0 1 0 0,2 5 0 0 0,11 39 2275 0 0,-11-32-1741 0 0,17 81 2596 0 0,-14-61-2603 0 0,1-1-1 0 0,18 50 1 0 0,-25-83-629 0 0,0 0 0 0 0,0 1 0 0 0,0-1 1 0 0,0 0-1 0 0,1 1 0 0 0,-1-1 0 0 0,0 0 0 0 0,0 1 0 0 0,0-1 0 0 0,0 0 0 0 0,1 1 0 0 0,-1-1 0 0 0,0 0 0 0 0,0 0 1 0 0,0 1-1 0 0,1-1 0 0 0,-1 0 0 0 0,0 0 0 0 0,1 0 0 0 0,-1 1 0 0 0,0-1 0 0 0,0 0 0 0 0,1 0 0 0 0,-1 0 0 0 0,0 0 1 0 0,1 1-1 0 0,-1-1 0 0 0,0 0 0 0 0,1 0 0 0 0,-1 0 0 0 0,0 0 0 0 0,1 0 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3:53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5 144 14279 0 0,'-3'-3'1624'0'0,"3"3"-1499"0"0,0 0-1 0 0,-1-1 1 0 0,1 1 0 0 0,0 0 0 0 0,0 0 0 0 0,0-1 0 0 0,0 1 0 0 0,0 0 0 0 0,0-1 0 0 0,0 1-1 0 0,0 0 1 0 0,0-1 0 0 0,0 1 0 0 0,0 0 0 0 0,0-1 0 0 0,0 1 0 0 0,0 0 0 0 0,0-1-1 0 0,9-11 2124 0 0,23-9-582 0 0,-24 16-1233 0 0,21-11 548 0 0,1 0 0 0 0,34-12 0 0 0,-16 7-683 0 0,-18 10-2427 0 0,-18 6 802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1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0 7199 0 0,'-1'1'58'0'0,"0"0"0"0"0,0 0-1 0 0,-1 0 1 0 0,1 1-1 0 0,0-1 1 0 0,0 0 0 0 0,0 0-1 0 0,0 1 1 0 0,1-1-1 0 0,-1 1 1 0 0,0-1 0 0 0,1 1-1 0 0,-1-1 1 0 0,0 1-1 0 0,1-1 1 0 0,0 1 0 0 0,-1 3-1 0 0,-2 32 1679 0 0,3-33-1355 0 0,-1 21 392 0 0,1 1 1 0 0,2 0-1 0 0,0 0 0 0 0,2-1 1 0 0,8 32-1 0 0,-9-47-587 0 0,0-1 0 0 0,0 1-1 0 0,1-1 1 0 0,0 0 0 0 0,1-1-1 0 0,0 1 1 0 0,0-1 0 0 0,0 0-1 0 0,1 0 1 0 0,1 0 0 0 0,-1-1-1 0 0,1 0 1 0 0,1 0 0 0 0,-1-1-1 0 0,1 0 1 0 0,0 0 0 0 0,9 4-1 0 0,-10-7-128 0 0,-1-1 0 0 0,0 0 0 0 0,1 0 0 0 0,-1 0 0 0 0,1-1 0 0 0,-1 0 1 0 0,1-1-1 0 0,0 1 0 0 0,-1-1 0 0 0,1-1 0 0 0,-1 1 0 0 0,1-1 0 0 0,0 0 0 0 0,-1 0 0 0 0,1-1 0 0 0,-1 0 0 0 0,0 0 0 0 0,0-1 0 0 0,0 0 0 0 0,0 0 0 0 0,0 0 0 0 0,0 0 0 0 0,-1-1 0 0 0,1 0 0 0 0,-1 0 0 0 0,0-1 0 0 0,6-6 0 0 0,-6 5-37 0 0,0 1-1 0 0,0 0 0 0 0,-1-1 0 0 0,1 0 0 0 0,-1 0 1 0 0,-1-1-1 0 0,1 1 0 0 0,-1-1 0 0 0,0 0 0 0 0,0 0 1 0 0,-1 0-1 0 0,0 0 0 0 0,0 0 0 0 0,-1 0 0 0 0,0-1 1 0 0,0 1-1 0 0,-1 0 0 0 0,0-1 0 0 0,0 1 1 0 0,0 0-1 0 0,-1-1 0 0 0,0 1 0 0 0,-1 0 0 0 0,-3-12 1 0 0,1 13-46 0 0,1 0 1 0 0,-1 1-1 0 0,0-1 1 0 0,0 1-1 0 0,-1 0 1 0 0,0 0 0 0 0,0 0-1 0 0,0 1 1 0 0,0-1-1 0 0,-1 1 1 0 0,-10-6-1 0 0,14 9-42 0 0,2 1 46 0 0,0 0 1 0 0,0 0-1 0 0,0 0 0 0 0,0 0 0 0 0,0 0 0 0 0,0 0 0 0 0,0 0 1 0 0,1 0-1 0 0,-1 0 0 0 0,0 0 0 0 0,0 0 0 0 0,0 0 0 0 0,0 0 1 0 0,0 0-1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2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8 6447 0 0,'-9'-2'4554'0'0,"-13"-3"-2496"0"0,16 5-1759 0 0,-1 1 1 0 0,0-1-1 0 0,1 2 0 0 0,-1-1 0 0 0,1 1 0 0 0,0 0 1 0 0,0 0-1 0 0,-1 0 0 0 0,1 1 0 0 0,1 0 0 0 0,-1 1 0 0 0,-6 4 1 0 0,9-7-258 0 0,1 1 1 0 0,0 0-1 0 0,0 0 1 0 0,0 0-1 0 0,0 0 1 0 0,0 0 0 0 0,0 0-1 0 0,0 0 1 0 0,1 1-1 0 0,-1-1 1 0 0,1 1 0 0 0,0-1-1 0 0,0 1 1 0 0,0-1-1 0 0,0 1 1 0 0,0 0-1 0 0,0 0 1 0 0,1-1 0 0 0,-1 1-1 0 0,1 0 1 0 0,0 0-1 0 0,0 0 1 0 0,0-1-1 0 0,0 1 1 0 0,0 0 0 0 0,1 0-1 0 0,-1 0 1 0 0,1-1-1 0 0,0 1 1 0 0,1 3 0 0 0,1 0-36 0 0,0-1 1 0 0,0 1 0 0 0,0-1 0 0 0,1 0 0 0 0,-1 0 0 0 0,1 0 0 0 0,1 0 0 0 0,-1-1-1 0 0,6 5 1 0 0,5 2 44 0 0,27 16-1 0 0,-31-21-31 0 0,-1 0 0 0 0,0 0 0 0 0,-1 1 0 0 0,0 0 0 0 0,0 1 0 0 0,0 0 0 0 0,11 13 0 0 0,-19-19-18 0 0,0-1 0 0 0,0 0-1 0 0,0 1 1 0 0,-1-1 0 0 0,1 1 0 0 0,0-1 0 0 0,-1 1 0 0 0,1-1 0 0 0,-1 1 0 0 0,1-1-1 0 0,-1 1 1 0 0,0 0 0 0 0,0-1 0 0 0,0 1 0 0 0,0-1 0 0 0,0 1 0 0 0,0 0-1 0 0,0-1 1 0 0,0 1 0 0 0,-1-1 0 0 0,1 1 0 0 0,-1 1 0 0 0,-1 0 0 0 0,1 0 1 0 0,-1 0-1 0 0,0-1 1 0 0,1 1-1 0 0,-2 0 1 0 0,1-1-1 0 0,0 0 1 0 0,0 1-1 0 0,-1-1 0 0 0,-3 3 1 0 0,-3 1 17 0 0,-1-1 1 0 0,1 0-1 0 0,-1 0 0 0 0,1-1 1 0 0,-22 6-1 0 0,-17-2 74 0 0,45-8-76 0 0,1 0 0 0 0,0 0 1 0 0,0 1-1 0 0,0-1 0 0 0,-1-1 0 0 0,1 1 0 0 0,0 0 0 0 0,0 0 0 0 0,0-1 0 0 0,-1 0 0 0 0,1 1 0 0 0,0-1 0 0 0,0 0 0 0 0,0 0 1 0 0,0 0-1 0 0,0 0 0 0 0,1 0 0 0 0,-1 0 0 0 0,-3-3 0 0 0,5 3-21 0 0,-1 1 1 0 0,1-1-1 0 0,0 1 0 0 0,0 0 0 0 0,0-1 1 0 0,0 1-1 0 0,-1-1 0 0 0,1 1 1 0 0,0-1-1 0 0,0 1 0 0 0,0 0 1 0 0,0-1-1 0 0,0 1 0 0 0,0-1 1 0 0,0 1-1 0 0,0-1 0 0 0,0 1 1 0 0,1 0-1 0 0,-1-1 0 0 0,0 1 1 0 0,0-1-1 0 0,0 1 0 0 0,0 0 1 0 0,1-1-1 0 0,-1 1 0 0 0,0-1 1 0 0,0 1-1 0 0,1 0 0 0 0,-1-1 1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2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4143 0 0,'7'-38'13141'0'0,"-5"37"-12642"0"0,10-4-1061 0 0,2 1 782 0 0,1 1 1 0 0,0 1-1 0 0,1 0 1 0 0,-1 0-1 0 0,0 2 0 0 0,0 0 1 0 0,1 1-1 0 0,-1 0 1 0 0,0 1-1 0 0,19 6 1 0 0,-19-2-2220 0 0,-10-4 775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2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 5063 0 0,'-13'9'5630'0'0,"11"-6"-5118"0"0,-10 18 2201 0 0,-2 26-1771 0 0,11-37-555 0 0,0-1-171 0 0,1 1-1 0 0,0 0 0 0 0,0 0 0 0 0,1 0 1 0 0,1 0-1 0 0,0 0 0 0 0,0 0 0 0 0,1 0 1 0 0,0 0-1 0 0,2 10 0 0 0,-2-16-143 0 0,1 0 1 0 0,-1 0-1 0 0,1-1 0 0 0,-1 1 0 0 0,1 0 1 0 0,1-1-1 0 0,-1 1 0 0 0,0-1 0 0 0,1 1 1 0 0,-1-1-1 0 0,1 0 0 0 0,0 0 0 0 0,0 0 1 0 0,1-1-1 0 0,-1 1 0 0 0,0-1 0 0 0,1 0 1 0 0,0 0-1 0 0,-1 0 0 0 0,1 0 0 0 0,0 0 1 0 0,0-1-1 0 0,0 0 0 0 0,0 0 0 0 0,0 0 1 0 0,6 1-1 0 0,0-2-94 0 0,0 1-1 0 0,-1-1 1 0 0,1-1-1 0 0,0 1 1 0 0,0-2 0 0 0,-1 1-1 0 0,1-2 1 0 0,-1 1 0 0 0,0-1-1 0 0,1 0 1 0 0,-1-1 0 0 0,12-7-1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3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 8287 0 0,'1'-1'454'0'0,"-1"-1"0"0"0,1 1-1 0 0,0 0 1 0 0,-1-1-1 0 0,1 1 1 0 0,0 0 0 0 0,0 0-1 0 0,0 0 1 0 0,0-1-1 0 0,0 1 1 0 0,0 0 0 0 0,1 0-1 0 0,-1 0 1 0 0,0 1 0 0 0,3-2-1 0 0,0 0-99 0 0,-1 0 0 0 0,1 1-1 0 0,0 0 1 0 0,0 0 0 0 0,7-1-1 0 0,-1 1-131 0 0,0 0 0 0 0,0 1-1 0 0,20 3 1 0 0,6 5-970 0 0,-27-8-339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3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19 118 8751 0 0,'1'1'72'0'0,"-1"-1"0"0"0,1 1 0 0 0,-1-1 0 0 0,1 1-1 0 0,-1-1 1 0 0,1 1 0 0 0,-1-1 0 0 0,1 1-1 0 0,-1-1 1 0 0,0 1 0 0 0,1-1 0 0 0,-1 1 0 0 0,0-1-1 0 0,0 1 1 0 0,1 0 0 0 0,-1-1 0 0 0,0 1-1 0 0,0 0 1 0 0,0-1 0 0 0,0 1 0 0 0,0 0 0 0 0,0-1-1 0 0,0 1 1 0 0,0 0 0 0 0,0 1 0 0 0,0 24 2266 0 0,0-21-1781 0 0,-7 178 3819 0 0,7-182-4363 0 0,0-1 0 0 0,0 0 1 0 0,0 1-1 0 0,0-1 0 0 0,0 1 1 0 0,0-1-1 0 0,0 0 0 0 0,0 1 1 0 0,0-1-1 0 0,0 1 0 0 0,0-1 1 0 0,0 1-1 0 0,0-1 0 0 0,0 0 1 0 0,0 1-1 0 0,-1-1 0 0 0,1 0 1 0 0,0 1-1 0 0,0-1 0 0 0,0 1 1 0 0,-1-1-1 0 0,1 0 0 0 0,0 1 1 0 0,0-1-1 0 0,-1 0 0 0 0,1 0 1 0 0,-1 1-1 0 0,-4-11 160 0 0,-3-19-426 0 0,7 19 201 0 0,1 1 0 0 0,0-1 0 0 0,0 1 0 0 0,1-1 1 0 0,0 1-1 0 0,1-1 0 0 0,0 1 0 0 0,0 0 0 0 0,1 0 0 0 0,0 0 0 0 0,8-16 1 0 0,7-8-214 0 0,33-48 1 0 0,-44 71 338 0 0,1 0-1 0 0,-1 1 1 0 0,2 0 0 0 0,14-12-1 0 0,-20 18-42 0 0,0 1 0 0 0,0 0 0 0 0,1 0 0 0 0,-1 0 0 0 0,1 0-1 0 0,-1 0 1 0 0,1 1 0 0 0,5-2 0 0 0,-8 3-22 0 0,1 0 0 0 0,0-1 0 0 0,-1 1 0 0 0,1 0 0 0 0,0 0-1 0 0,0 0 1 0 0,-1 0 0 0 0,1 1 0 0 0,0-1 0 0 0,-1 0 0 0 0,1 1 0 0 0,0-1 0 0 0,-1 1 0 0 0,1 0 0 0 0,-1-1 0 0 0,1 1-1 0 0,-1 0 1 0 0,1 0 0 0 0,1 2 0 0 0,-1-1 14 0 0,0 0 0 0 0,0 0 0 0 0,-1 0-1 0 0,1 0 1 0 0,-1 1 0 0 0,1-1 0 0 0,-1 1 0 0 0,0-1-1 0 0,0 1 1 0 0,0-1 0 0 0,0 1 0 0 0,0 0 0 0 0,-1 0-1 0 0,1-1 1 0 0,-1 1 0 0 0,0 0 0 0 0,0 0 0 0 0,0-1-1 0 0,0 1 1 0 0,0 0 0 0 0,-1 0 0 0 0,1 0 0 0 0,-1-1-1 0 0,-1 5 1 0 0,-2 5 43 0 0,0 0 0 0 0,-1-1-1 0 0,0 1 1 0 0,-7 11 0 0 0,0-5 10 0 0,0-1-1 0 0,-2 0 1 0 0,1-1 0 0 0,-20 17 0 0 0,33-32-75 0 0,0-1 1 0 0,-1 0-1 0 0,1 0 1 0 0,0 0 0 0 0,0 0-1 0 0,0 0 1 0 0,0 1-1 0 0,0-1 1 0 0,-1 0 0 0 0,1 0-1 0 0,0 0 1 0 0,0 1-1 0 0,0-1 1 0 0,0 0 0 0 0,0 0-1 0 0,0 0 1 0 0,0 1-1 0 0,0-1 1 0 0,0 0 0 0 0,0 0-1 0 0,-1 0 1 0 0,1 1-1 0 0,0-1 1 0 0,0 0 0 0 0,0 0-1 0 0,1 0 1 0 0,-1 1-1 0 0,0-1 1 0 0,0 0 0 0 0,0 0-1 0 0,0 1 1 0 0,0-1-1 0 0,0 0 1 0 0,0 0 0 0 0,0 0-1 0 0,0 1 1 0 0,0-1-1 0 0,1 0 1 0 0,9 5 12 0 0,18-2 24 0 0,-24-2 1 0 0,29 2 376 0 0,1 3 1 0 0,43 13 0 0 0,-17 1-6018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4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3 5527 0 0,'0'-1'20'0'0,"0"1"1"0"0,0 0-1 0 0,0 0 0 0 0,0 0 0 0 0,0 0 0 0 0,-1 0 0 0 0,1-1 0 0 0,0 1 0 0 0,0 0 0 0 0,0 0 0 0 0,0 0 0 0 0,-1 0 0 0 0,1 0 0 0 0,0 0 0 0 0,0 0 0 0 0,0 0 1 0 0,0-1-1 0 0,-1 1 0 0 0,1 0 0 0 0,0 0 0 0 0,0 0 0 0 0,0 0 0 0 0,-1 0 0 0 0,1 0 0 0 0,0 0 0 0 0,0 0 0 0 0,0 0 0 0 0,-1 0 0 0 0,1 0 0 0 0,0 0 0 0 0,0 1 0 0 0,0-1 1 0 0,-1 0-1 0 0,1 0 0 0 0,0 0 0 0 0,0 0 0 0 0,0 0 0 0 0,0 0 0 0 0,-1 0 0 0 0,1 0 0 0 0,0 1 0 0 0,0-1 0 0 0,-4 11 2778 0 0,2 16 1369 0 0,3 10-2385 0 0,-5 59 1 0 0,1-56-1076 0 0,3 54 1 0 0,1-81-827 0 0,-2-9-64 0 0,1 0 0 0 0,0 1 0 0 0,0-1 0 0 0,1 0 0 0 0,-1 0-1 0 0,1 0 1 0 0,0 0 0 0 0,0 0 0 0 0,0 0 0 0 0,3 6 0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5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 8287 0 0,'1'-1'162'0'0,"-1"0"0"0"0,0 0 1 0 0,0-1-1 0 0,0 1 0 0 0,1 0 0 0 0,-1 0 0 0 0,0 0 0 0 0,1 0 0 0 0,-1 0 0 0 0,1-1 0 0 0,0 1 0 0 0,-1 0 0 0 0,1 0 0 0 0,0 0 0 0 0,0 0 0 0 0,-1 1 0 0 0,1-1 0 0 0,0 0 1 0 0,0 0-1 0 0,0 0 0 0 0,0 1 0 0 0,0-1 0 0 0,0 0 0 0 0,0 1 0 0 0,2-1 0 0 0,2 0 355 0 0,-1 0 1 0 0,0 0-1 0 0,0 1 0 0 0,0 0 0 0 0,0 0 1 0 0,6 1-1 0 0,-3-1-1056 0 0,1 1 721 0 0,0 0 0 0 0,-1 0-1 0 0,1 0 1 0 0,-1 1 0 0 0,0 1-1 0 0,1-1 1 0 0,-1 1 0 0 0,0 0 0 0 0,9 6-1 0 0,-12-6-120 0 0,1-1 0 0 0,-1 2-1 0 0,0-1 1 0 0,0 0 0 0 0,-1 1 0 0 0,1-1-1 0 0,0 1 1 0 0,-1 0 0 0 0,0 0 0 0 0,0 0-1 0 0,0 1 1 0 0,-1-1 0 0 0,0 1-1 0 0,4 8 1 0 0,-5-11-50 0 0,-1 0-1 0 0,0 0 1 0 0,1 0 0 0 0,-1 0-1 0 0,0 0 1 0 0,0 0-1 0 0,0 0 1 0 0,0 0 0 0 0,0 0-1 0 0,0 0 1 0 0,-1-1-1 0 0,1 1 1 0 0,-1 0-1 0 0,1 0 1 0 0,-1 0 0 0 0,0 0-1 0 0,1-1 1 0 0,-1 1-1 0 0,0 0 1 0 0,-2 2 0 0 0,0-1 22 0 0,1 0 0 0 0,-1-1 0 0 0,0 1 0 0 0,0-1 1 0 0,0 0-1 0 0,-1 1 0 0 0,1-1 0 0 0,-1-1 1 0 0,-6 4-1 0 0,-2-1 99 0 0,-1 0 0 0 0,1-1 0 0 0,-1 0 1 0 0,0-1-1 0 0,-15 0 0 0 0,23-2-97 0 0,2 1-17 0 0,1-1-1 0 0,-1 0 1 0 0,1 1 0 0 0,-1-1 0 0 0,0-1 0 0 0,1 1-1 0 0,-1 0 1 0 0,0-1 0 0 0,1 1 0 0 0,-1-1 0 0 0,1 0 0 0 0,-1 1-1 0 0,-4-4 1 0 0,41 9-6623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5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43 7831 0 0,'-2'1'335'0'0,"1"1"1"0"0,0-1-1 0 0,0 1 0 0 0,0 0 0 0 0,0-1 0 0 0,0 1 0 0 0,0 0 0 0 0,0 0 0 0 0,0 0 0 0 0,1 0 0 0 0,-1 0 0 0 0,1 0 0 0 0,0 0 0 0 0,-1 0 1 0 0,1 3-1 0 0,-2 7 513 0 0,-4 15 174 0 0,1 0 0 0 0,-2 32 1 0 0,6-45-665 0 0,1 1 0 0 0,0-1 0 0 0,1 0 0 0 0,1 0 0 0 0,0 0 0 0 0,5 15 0 0 0,-7-28-346 0 0,0 0 1 0 0,0 0 0 0 0,0 0-1 0 0,1 0 1 0 0,-1-1 0 0 0,0 1-1 0 0,0 0 1 0 0,1 0 0 0 0,-1 0-1 0 0,1 0 1 0 0,-1-1-1 0 0,1 1 1 0 0,-1 0 0 0 0,1 0-1 0 0,-1-1 1 0 0,1 1 0 0 0,0 0-1 0 0,0 0 1 0 0,3-14 331 0 0,-4-29 97 0 0,-3 19-534 0 0,2 0-1 0 0,0 1 0 0 0,2-1 1 0 0,6-44-1 0 0,-5 60 58 0 0,0-1-1 0 0,0 1 1 0 0,1-1-1 0 0,0 1 1 0 0,0 0-1 0 0,0 0 1 0 0,1 0-1 0 0,5-6 1 0 0,-6 9 24 0 0,0 0 0 0 0,1 0 1 0 0,0 1-1 0 0,0-1 0 0 0,0 1 1 0 0,0 0-1 0 0,0 0 0 0 0,0 1 1 0 0,1-1-1 0 0,-1 1 0 0 0,1 0 1 0 0,0 0-1 0 0,7-2 0 0 0,-11 4 5 0 0,1-1-1 0 0,0 1 1 0 0,-1-1 0 0 0,1 1-1 0 0,0 0 1 0 0,-1-1-1 0 0,1 1 1 0 0,0 0 0 0 0,-1 0-1 0 0,1 0 1 0 0,0 0-1 0 0,0 1 1 0 0,-1-1-1 0 0,1 0 1 0 0,-1 1 0 0 0,1-1-1 0 0,0 1 1 0 0,-1 0-1 0 0,1 0 1 0 0,-1-1 0 0 0,1 1-1 0 0,-1 0 1 0 0,3 2-1 0 0,-3-1 3 0 0,1 0 0 0 0,-1 0 0 0 0,0 0 0 0 0,0 1 0 0 0,0-1 0 0 0,0 0 0 0 0,0 1 0 0 0,0-1 0 0 0,-1 0 0 0 0,1 1 0 0 0,-1-1 0 0 0,1 1 0 0 0,-1-1 0 0 0,0 4 0 0 0,0 4-8 0 0,-1-1 1 0 0,0 0 0 0 0,-1 0-1 0 0,0 0 1 0 0,0 0 0 0 0,-1 0 0 0 0,-6 16-1 0 0,0-11 24 0 0,0-1 1 0 0,-1 0-1 0 0,0 0 0 0 0,0-1 0 0 0,-15 13 1 0 0,18-19 30 0 0,16-5 424 0 0,-1 0 0 0 0,1 0 0 0 0,12-2 0 0 0,-15 1-305 0 0,11 1-240 0 0,0 1 1 0 0,0 0-1 0 0,-1 1 0 0 0,1 1 1 0 0,-1 1-1 0 0,29 11 0 0 0,-35-13-3521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5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5 133 9671 0 0,'0'6'1097'0'0,"0"0"0"0"0,1 0-1 0 0,0 0 1 0 0,3 11 0 0 0,-2-11-778 0 0,0 0 1 0 0,1 0-1 0 0,-1-1 0 0 0,1 1 1 0 0,1 0-1 0 0,-1-1 1 0 0,1 0-1 0 0,4 5 1 0 0,-6-7-217 0 0,0-1 0 0 0,0 1 0 0 0,1-1 1 0 0,-1 0-1 0 0,1 0 0 0 0,-1 0 0 0 0,1-1 0 0 0,0 1 1 0 0,0 0-1 0 0,0-1 0 0 0,0 0 0 0 0,0 0 0 0 0,0 0 1 0 0,0 0-1 0 0,0 0 0 0 0,0 0 0 0 0,0-1 0 0 0,0 0 1 0 0,1 1-1 0 0,-1-1 0 0 0,0-1 0 0 0,0 1 0 0 0,1 0 1 0 0,-1-1-1 0 0,0 1 0 0 0,0-1 0 0 0,0 0 0 0 0,0 0 1 0 0,6-3-1 0 0,-4 1-18 0 0,1-1 0 0 0,-1 1 0 0 0,1-1 0 0 0,-1 0-1 0 0,0 0 1 0 0,-1-1 0 0 0,1 0 0 0 0,-1 1 0 0 0,0-2 0 0 0,0 1 0 0 0,0 0 0 0 0,-1-1 0 0 0,0 1 0 0 0,0-1 0 0 0,0 0 0 0 0,-1 0-1 0 0,3-8 1 0 0,-4 9-115 0 0,0 0-1 0 0,0-1 1 0 0,0 1 0 0 0,-1 0-1 0 0,0 0 1 0 0,0-1-1 0 0,0 1 1 0 0,0 0-1 0 0,-1 0 1 0 0,0-1-1 0 0,0 1 1 0 0,0 0 0 0 0,-1 0-1 0 0,0 0 1 0 0,0 0-1 0 0,0 0 1 0 0,0 1-1 0 0,-1-1 1 0 0,0 1-1 0 0,0-1 1 0 0,-6-5-1 0 0,6 7 6 0 0,0-1 0 0 0,0 1-1 0 0,0 0 1 0 0,0 1-1 0 0,-1-1 1 0 0,0 0 0 0 0,1 1-1 0 0,-1 0 1 0 0,0 0-1 0 0,0 0 1 0 0,0 0-1 0 0,0 1 1 0 0,-1 0 0 0 0,1 0-1 0 0,0 0 1 0 0,0 0-1 0 0,-1 0 1 0 0,1 1-1 0 0,-1 0 1 0 0,1 0 0 0 0,0 0-1 0 0,-1 1 1 0 0,1-1-1 0 0,-1 1 1 0 0,1 0-1 0 0,0 0 1 0 0,0 1 0 0 0,0-1-1 0 0,0 1 1 0 0,0 0-1 0 0,0 0 1 0 0,0 0-1 0 0,0 1 1 0 0,1-1 0 0 0,-1 1-1 0 0,1 0 1 0 0,0 0-1 0 0,0 0 1 0 0,0 0-1 0 0,0 1 1 0 0,0-1 0 0 0,-3 7-1 0 0,3-6 25 0 0,1 0 0 0 0,0 0 0 0 0,0 0 0 0 0,1 1 0 0 0,-1-1 0 0 0,1 1 0 0 0,0-1 0 0 0,0 1 0 0 0,0-1 0 0 0,1 1 0 0 0,-1 0 0 0 0,1-1 0 0 0,1 1 0 0 0,-1-1 0 0 0,0 1-1 0 0,1 0 1 0 0,0-1 0 0 0,2 6 0 0 0,-2-7-93 0 0,0 0 0 0 0,1 0-1 0 0,0 0 1 0 0,0 0 0 0 0,0 0-1 0 0,0 0 1 0 0,0 0 0 0 0,0-1-1 0 0,1 1 1 0 0,-1-1-1 0 0,1 1 1 0 0,0-1 0 0 0,0 0-1 0 0,0 0 1 0 0,0 0 0 0 0,0-1-1 0 0,0 1 1 0 0,0-1 0 0 0,1 0-1 0 0,-1 1 1 0 0,0-1 0 0 0,1-1-1 0 0,-1 1 1 0 0,5 0 0 0 0,9 0-4489 0 0,1 0-1420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0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13647 0 0,'6'-9'780'0'0,"-1"9"19"0"0,1 18 691 0 0,-4 29-114 0 0,-2-46-1393 0 0,-3 89 878 0 0,0-59-175 0 0,2 1 0 0 0,1 0-1 0 0,9 63 1 0 0,-8-91-612 0 0,0 1-1 0 0,0-1 0 0 0,0 0 1 0 0,1 1-1 0 0,4 6 1 0 0,-6-11-78 0 0,0 1 0 0 0,0-1 0 0 0,0 0 0 0 0,0 0 0 0 0,0 0 0 0 0,0 0 0 0 0,0 0 0 0 0,0 1 0 0 0,0-1 0 0 0,0 0 0 0 0,1 0 0 0 0,-1 0 0 0 0,0 0 0 0 0,0 0 0 0 0,0 0 0 0 0,0 1 0 0 0,0-1 0 0 0,1 0 0 0 0,-1 0 0 0 0,0 0 0 0 0,0 0 0 0 0,0 0 0 0 0,0 0 0 0 0,0 0 0 0 0,1 0 0 0 0,-1 0 0 0 0,0 0 0 0 0,0 0 0 0 0,0 0 0 0 0,0 0 0 0 0,1 0 0 0 0,-1 0 0 0 0,0 0 0 0 0,0 0 0 0 0,0 0 0 0 0,0 0 0 0 0,1 0 0 0 0,-1 0 0 0 0,0 0 0 0 0,0 0 0 0 0,0 0 0 0 0,0 0 0 0 0,0-1 0 0 0,1 1 0 0 0,-1 0 0 0 0,0 0 0 0 0,0 0 0 0 0,5-18-591 0 0,4-26-4147 0 0,-8 35 2654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10591 0 0,'2'-4'425'0'0,"1"1"0"0"0,-1 0-1 0 0,1-1 1 0 0,0 1-1 0 0,0 1 1 0 0,0-1 0 0 0,1 0-1 0 0,-1 1 1 0 0,1-1 0 0 0,-1 1-1 0 0,1 0 1 0 0,0 0-1 0 0,0 1 1 0 0,0-1 0 0 0,0 1-1 0 0,0 0 1 0 0,0 0 0 0 0,5-1-1 0 0,4-1-190 0 0,0 1-1 0 0,0 1 1 0 0,0 0-1 0 0,0 0 1 0 0,0 1 0 0 0,0 1-1 0 0,0 0 1 0 0,0 1-1 0 0,0 1 1 0 0,0-1-1 0 0,24 10 1 0 0,-26-3-1426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11975 0 0,'2'0'447'0'0,"0"1"0"0"0,1-1 0 0 0,-1 0 0 0 0,1 1-1 0 0,-1 0 1 0 0,0 0 0 0 0,1-1 0 0 0,-1 1 0 0 0,0 1 0 0 0,0-1-1 0 0,3 2 1 0 0,5 2-90 0 0,2 0 125 0 0,0-1-1 0 0,0-1 1 0 0,1 0 0 0 0,21 2 0 0 0,-29-4-957 0 0,0-1 0 0 0,0 0-1 0 0,0-1 1 0 0,10-1 0 0 0,-9 0-965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12959 0 0,'0'0'39'0'0,"0"0"1"0"0,0 0-1 0 0,0-1 0 0 0,0 1 0 0 0,0 0 0 0 0,1 0 0 0 0,-1 0 0 0 0,0-1 0 0 0,0 1 1 0 0,0 0-1 0 0,0 0 0 0 0,0 0 0 0 0,1-1 0 0 0,-1 1 0 0 0,0 0 0 0 0,0 0 0 0 0,0 0 1 0 0,1 0-1 0 0,-1 0 0 0 0,0-1 0 0 0,0 1 0 0 0,1 0 0 0 0,-1 0 0 0 0,0 0 0 0 0,0 0 1 0 0,0 0-1 0 0,1 0 0 0 0,-1 0 0 0 0,0 0 0 0 0,0 0 0 0 0,1 0 0 0 0,-1 0 0 0 0,0 0 1 0 0,0 0-1 0 0,1 0 0 0 0,-1 0 0 0 0,0 0 0 0 0,0 0 0 0 0,1 0 0 0 0,-1 0 0 0 0,0 1 1 0 0,0-1-1 0 0,1 0 0 0 0,-1 0 0 0 0,0 0 0 0 0,0 0 0 0 0,0 0 0 0 0,0 1 0 0 0,1-1 1 0 0,6 17 1610 0 0,0 22 59 0 0,-5-3-763 0 0,-2 1-1 0 0,-2 0 1 0 0,-7 37-1 0 0,4-37-327 0 0,2 0 0 0 0,2 65 0 0 0,2-93-1560 0 0,2-10 193 0 0,4-18-2014 0 0,-1 1-3991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6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3 14855 0 0,'0'0'49'0'0,"1"-1"-1"0"0,-1 1 1 0 0,0 0-1 0 0,1 0 1 0 0,-1 0-1 0 0,0-1 1 0 0,1 1-1 0 0,-1 0 1 0 0,0 0-1 0 0,1 0 1 0 0,-1 0-1 0 0,1 0 1 0 0,-1 0-1 0 0,0 0 1 0 0,1 0-1 0 0,-1 0 1 0 0,0 0-1 0 0,1 0 1 0 0,-1 0-1 0 0,1 0 1 0 0,-1 0-1 0 0,0 0 1 0 0,1 0-1 0 0,-1 0 1 0 0,0 0-1 0 0,1 1 1 0 0,-1-1-1 0 0,0 0 1 0 0,1 0-1 0 0,-1 0 1 0 0,0 1-1 0 0,1-1 1 0 0,-1 0-1 0 0,1 1 1 0 0,1 14 1341 0 0,-11 27 251 0 0,7-35-1503 0 0,-1 5 166 0 0,-4 14 344 0 0,2 0 1 0 0,-5 49-1 0 0,10-69-557 0 0,0 0 0 0 0,0 0-1 0 0,0 0 1 0 0,1 0 0 0 0,-1 0-1 0 0,1 0 1 0 0,1 0 0 0 0,-1 0 0 0 0,1-1-1 0 0,0 1 1 0 0,1 0 0 0 0,-1-1 0 0 0,1 0-1 0 0,0 1 1 0 0,0-1 0 0 0,1 0 0 0 0,-1-1-1 0 0,8 8 1 0 0,-10-12-56 0 0,0 1-1 0 0,-1-1 1 0 0,1 1-1 0 0,0-1 1 0 0,0 0-1 0 0,0 0 1 0 0,0 0-1 0 0,0 1 1 0 0,0-1-1 0 0,0 0 1 0 0,0 0-1 0 0,0 0 1 0 0,0 0-1 0 0,0-1 1 0 0,0 1-1 0 0,0 0 1 0 0,0 0-1 0 0,0-1 1 0 0,0 1-1 0 0,0 0 1 0 0,1-1-1 0 0,24-12 356 0 0,-15 7-238 0 0,33-11 290 0 0,2 0-763 0 0,-18 2-3657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7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82 7367 0 0,'10'-3'1685'0'0,"0"0"-1"0"0,0 0 1 0 0,-1-1-1 0 0,1 0 1 0 0,14-10-1 0 0,15-6 2760 0 0,-11 11-4856 0 0,-27 8 428 0 0,1 1-1 0 0,-1-1 1 0 0,0 1 0 0 0,0-1 0 0 0,1 1-1 0 0,-1-1 1 0 0,0 0 0 0 0,0 0 0 0 0,0 0 0 0 0,0 0-1 0 0,0 0 1 0 0,0 0 0 0 0,0 0 0 0 0,0 0-1 0 0,0 0 1 0 0,0 0 0 0 0,1-3 0 0 0,-1 3-7 0 0,-1 1-13 0 0,0-1 1 0 0,0 1-1 0 0,1 0 0 0 0,-1 0 1 0 0,0 0-1 0 0,0-1 0 0 0,1 1 0 0 0,-1 0 1 0 0,0 0-1 0 0,1 0 0 0 0,-1 0 1 0 0,0-1-1 0 0,0 1 0 0 0,1 0 0 0 0,-1 0 1 0 0,0 0-1 0 0,1 0 0 0 0,-1 0 1 0 0,0 0-1 0 0,1 0 0 0 0,-1 0 0 0 0,0 0 1 0 0,1 0-1 0 0,-1 0 0 0 0,0 0 0 0 0,1 0 1 0 0,-1 0-1 0 0,0 0 0 0 0,1 1 1 0 0,-1-1-1 0 0,0 0 0 0 0,1 0 0 0 0,-1 0 1 0 0,0 0-1 0 0,0 1 0 0 0,1-1 1 0 0,-1 0-1 0 0,0 0 0 0 0,0 1 0 0 0,1-1 1 0 0,-1 0-1 0 0,0 0 0 0 0,0 1 1 0 0,0-1-1 0 0,1 0 0 0 0,-1 1 0 0 0,0-1 1 0 0,0 0-1 0 0,0 0 0 0 0,0 1 1 0 0,0-1-1 0 0,0 0 0 0 0,0 1 0 0 0,1 0-67 0 0,0 0 0 0 0,-1 0 0 0 0,1 0 0 0 0,-1 0 0 0 0,0 1 0 0 0,1-1-1 0 0,-1 0 1 0 0,0 0 0 0 0,1 0 0 0 0,-1 0 0 0 0,0 1 0 0 0,0-1 0 0 0,0 0-1 0 0,0 0 1 0 0,0 0 0 0 0,-1 1 0 0 0,1 0 0 0 0,-2 0-155 0 0,1 0 0 0 0,-1 0 0 0 0,1 0 1 0 0,-1-1-1 0 0,0 1 0 0 0,1 0 0 0 0,-1-1 0 0 0,0 0 1 0 0,0 1-1 0 0,0-1 0 0 0,-1 0 0 0 0,1 0 0 0 0,0 0 0 0 0,-4 1 1 0 0,-17 9-851 0 0,3 7 749 0 0,0 1 0 0 0,1 1 0 0 0,2 0 1 0 0,-20 30-1 0 0,32-43 472 0 0,0 1 0 0 0,1-1 1 0 0,1 1-1 0 0,-1 0 0 0 0,1 1 1 0 0,0-1-1 0 0,1 1 0 0 0,0-1 1 0 0,0 1-1 0 0,1 0 0 0 0,0-1 0 0 0,1 17 1 0 0,0-19 25 0 0,0-1 0 0 0,1 1 0 0 0,0 0 0 0 0,0 0 0 0 0,0-1 0 0 0,1 1 1 0 0,-1-1-1 0 0,1 1 0 0 0,1-1 0 0 0,-1 1 0 0 0,1-1 0 0 0,0 0 0 0 0,0 0 0 0 0,0-1 1 0 0,1 1-1 0 0,0-1 0 0 0,0 1 0 0 0,0-1 0 0 0,0 0 0 0 0,7 4 0 0 0,-10-7-127 0 0,1 0 0 0 0,-1-1 0 0 0,1 1 0 0 0,0-1 0 0 0,0 1 0 0 0,-1-1 0 0 0,1 1 0 0 0,0-1 0 0 0,0 0 0 0 0,0 0 0 0 0,-1 0-1 0 0,1 0 1 0 0,0 0 0 0 0,0 0 0 0 0,0 0 0 0 0,-1-1 0 0 0,1 1 0 0 0,3-2 0 0 0,35-18 1163 0 0,-33 15-1045 0 0,0 1-1 0 0,1 1 1 0 0,10-5-1 0 0,64-15-44 0 0,-82 23-152 0 0,1 0 0 0 0,-1 0 0 0 0,1 0 0 0 0,-1 0 0 0 0,0 0 0 0 0,1 0-1 0 0,-1 0 1 0 0,0 0 0 0 0,1 0 0 0 0,-1 0 0 0 0,1 0 0 0 0,-1 1 0 0 0,0-1-1 0 0,1 0 1 0 0,-1 0 0 0 0,0 0 0 0 0,1 0 0 0 0,-1 1 0 0 0,0-1 0 0 0,1 0-1 0 0,-1 0 1 0 0,0 1 0 0 0,0-1 0 0 0,1 0 0 0 0,-1 0 0 0 0,0 1-1 0 0,0-1 1 0 0,0 0 0 0 0,1 1 0 0 0,-1-1 0 0 0,0 0 0 0 0,0 1 0 0 0,0-1-1 0 0,0 1 1 0 0,0-1 0 0 0,1 0 0 0 0,-1 1 0 0 0,0-1 0 0 0,0 1 0 0 0,-1 16-5987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7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62 7367 0 0,'3'-19'94'0'0,"5"0"6030"0"0,9 8-123 0 0,1 5-6125 0 0,-6 4 320 0 0,0 0 0 0 0,0 1 0 0 0,0 0 0 0 0,17 1 0 0 0,3 2-5720 0 0,-32-2 5333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7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16127 0 0,'1'3'179'0'0,"0"0"-1"0"0,1 0 1 0 0,-1 0-1 0 0,0-1 1 0 0,0 1 0 0 0,-1 0-1 0 0,1 0 1 0 0,0 0-1 0 0,-1 4 1 0 0,1-3-133 0 0,3 17 346 0 0,2 9 611 0 0,-1 0 1 0 0,-2 0-1 0 0,0 47 0 0 0,-4-70 82 0 0,-2-7-424 0 0,-5-15-233 0 0,-4-24-463 0 0,10 26-72 0 0,0 1 0 0 0,0-1-1 0 0,1 1 1 0 0,1-1 0 0 0,0 0 0 0 0,1 1 0 0 0,0-1-1 0 0,1 1 1 0 0,1-1 0 0 0,0 1 0 0 0,5-14 0 0 0,-4 16 41 0 0,1 0 0 0 0,0 0 0 0 0,0 0 0 0 0,1 1 0 0 0,1 0 1 0 0,-1 0-1 0 0,2 1 0 0 0,-1 0 0 0 0,1 0 0 0 0,0 0 1 0 0,0 1-1 0 0,1 1 0 0 0,10-7 0 0 0,-14 10 68 0 0,0 0 0 0 0,0 0 0 0 0,0 1 0 0 0,0 0 0 0 0,0 0 0 0 0,1 0 0 0 0,10-2 0 0 0,-15 4 17 0 0,0 0-1 0 0,0 0 0 0 0,0 0 0 0 0,-1 0 1 0 0,1 0-1 0 0,0 0 0 0 0,0 0 0 0 0,0 0 1 0 0,0 1-1 0 0,0-1 0 0 0,0 0 1 0 0,0 1-1 0 0,0-1 0 0 0,0 1 0 0 0,0-1 1 0 0,0 1-1 0 0,-1-1 0 0 0,1 1 0 0 0,0-1 1 0 0,1 2-1 0 0,-1 0-6 0 0,-1-1-1 0 0,1 1 1 0 0,0-1-1 0 0,0 1 1 0 0,-1 0-1 0 0,1 0 1 0 0,-1-1-1 0 0,1 1 1 0 0,-1 0-1 0 0,0 0 1 0 0,1 0-1 0 0,-1-1 1 0 0,0 1-1 0 0,0 0 1 0 0,-1 2-1 0 0,0 4 10 0 0,-1 0 1 0 0,0 0-1 0 0,0-1 0 0 0,-1 1 0 0 0,0 0 0 0 0,-1-1 1 0 0,1 0-1 0 0,-1 0 0 0 0,-1 0 0 0 0,1 0 0 0 0,-10 10 1 0 0,9-12 10 0 0,0 2 1 0 0,0-1 0 0 0,0 0 0 0 0,1 1 0 0 0,0 0-1 0 0,1 0 1 0 0,0 0 0 0 0,0 1 0 0 0,0-1 0 0 0,1 1-1 0 0,-2 12 1 0 0,3-18-35 0 0,1 0 0 0 0,0 0 0 0 0,1 0 1 0 0,-1 0-1 0 0,0 0 0 0 0,1 0 0 0 0,-1 0 0 0 0,1 0 0 0 0,-1 0 0 0 0,1-1 0 0 0,0 1 0 0 0,0 0 0 0 0,0 0 0 0 0,0-1 0 0 0,0 1 1 0 0,0 0-1 0 0,0-1 0 0 0,2 2 0 0 0,0 0 14 0 0,0-1-1 0 0,0 1 1 0 0,1-1 0 0 0,-1 0 0 0 0,1 0-1 0 0,-1-1 1 0 0,1 1 0 0 0,5 1 0 0 0,5 1 185 0 0,0-1 1 0 0,0-1 0 0 0,28 2-1 0 0,-11-6 374 0 0,-25 1-755 0 0,1 1 0 0 0,-1-1 0 0 0,1 1 0 0 0,7 1 0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9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98 134 7711 0 0,'-8'-119'4920'0'0,"6"105"-1975"0"0,-2 26-2236 0 0,-3 29-913 0 0,-17 413 1874 0 0,-15 235-203 0 0,26-443-1420 0 0,12-167 15 0 0,11 91 1 0 0,-5-130 27 0 0,1 4-264 0 0,-1 65 1 0 0,-3-62-815 0 0,4 5-62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19.8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0 106 9215 0 0,'2'3'119'0'0,"0"-1"0"0"0,0 0-1 0 0,0 0 1 0 0,1 0 0 0 0,-1-1-1 0 0,0 1 1 0 0,1 0-1 0 0,-1-1 1 0 0,1 0 0 0 0,0 1-1 0 0,-1-1 1 0 0,1 0 0 0 0,0 0-1 0 0,0-1 1 0 0,-1 1-1 0 0,1-1 1 0 0,0 1 0 0 0,5-1-1 0 0,18 3 670 0 0,28-2-1 0 0,-18-1 123 0 0,75 9 481 0 0,-54-3-682 0 0,0-3 0 0 0,104-7-1 0 0,238-26 548 0 0,-191 23-331 0 0,89 2-195 0 0,37 18-458 0 0,1 0-140 0 0,-240-11 138 0 0,147-17 1 0 0,-76 1 13 0 0,-109 10-122 0 0,0-2 1 0 0,85-21-1 0 0,-83 13 50 0 0,69-8 0 0 0,-121 20 259 0 0,-10-2 158 0 0,-18-5 144 0 0,4 2-2422 0 0,11-4-608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0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33 5527 0 0,'0'-1'29'0'0,"1"0"0"0"0,-1 0 0 0 0,0 0 0 0 0,0 0-1 0 0,0 0 1 0 0,0 1 0 0 0,1-1 0 0 0,-1 0 0 0 0,1 0-1 0 0,-1 0 1 0 0,0 0 0 0 0,1 0 0 0 0,0 0 0 0 0,-1 1-1 0 0,1-1 1 0 0,0-1 0 0 0,5-5 81 0 0,-5 6 78 0 0,0 0 0 0 0,0 0 0 0 0,0 0-1 0 0,0 1 1 0 0,0-1 0 0 0,1 0-1 0 0,-1 1 1 0 0,0-1 0 0 0,0 0 0 0 0,1 1-1 0 0,-1 0 1 0 0,0-1 0 0 0,1 1-1 0 0,-1 0 1 0 0,1-1 0 0 0,-1 1 0 0 0,0 0-1 0 0,1 0 1 0 0,-1 0 0 0 0,0 0-1 0 0,1 1 1 0 0,-1-1 0 0 0,1 0 0 0 0,-1 0-1 0 0,0 1 1 0 0,1-1 0 0 0,-1 1 0 0 0,0-1-1 0 0,0 1 1 0 0,1 0 0 0 0,-1-1-1 0 0,0 1 1 0 0,0 0 0 0 0,0 0 0 0 0,0 0-1 0 0,0 0 1 0 0,0 0 0 0 0,0 0-1 0 0,0 0 1 0 0,0 0 0 0 0,-1 0 0 0 0,2 2-1 0 0,-1 8 79 0 0,0 0-1 0 0,0 0 0 0 0,-2 0 1 0 0,1 0-1 0 0,-1 0 0 0 0,-1 0 1 0 0,-3 14-1 0 0,0 4 60 0 0,-19 201 1106 0 0,-1 4-323 0 0,12-152-992 0 0,-30 212 654 0 0,24 5-275 0 0,34-92-489 0 0,-12-180 2 0 0,4 48 56 0 0,18 109 56 0 0,-22-155-187 0 0,0 1 1 0 0,-2 0 0 0 0,-2-1 0 0 0,-4 34 0 0 0,-1-11-978 0 0,2-27 437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1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59 4607 0 0,'0'-17'-2'0'0,"0"15"301"0"0,0 0 0 0 0,-1 0 0 0 0,1 0 1 0 0,0 0-1 0 0,0 0 0 0 0,0 0 0 0 0,0 0 0 0 0,1 0 0 0 0,-1 0 0 0 0,0 0 0 0 0,1 0 0 0 0,0 0 0 0 0,-1 1 0 0 0,1-1 0 0 0,0 0 1 0 0,0 0-1 0 0,0 0 0 0 0,0 1 0 0 0,0-1 0 0 0,2-2 0 0 0,-3 29 1126 0 0,-72 467 3403 0 0,57-376-4499 0 0,6 1 0 0 0,5 0 0 0 0,14 159 0 0 0,-8-253-329 0 0,-1-1 0 0 0,-1 0 0 0 0,-6 39 0 0 0,4-43-377 0 0,1 0 0 0 0,0 18-1 0 0,2 2-930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2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10 6447 0 0,'-16'-9'7699'0'0,"29"18"-7159"0"0,3-3-340 0 0,-1-1-1 0 0,1 0 1 0 0,1-2-1 0 0,-1 1 1 0 0,26 0-1 0 0,-22-2-73 0 0,422 17 1576 0 0,-158-13-790 0 0,-53 6-171 0 0,216 12-28 0 0,60-5-575 0 0,-289-26-146 0 0,-133 1 52 0 0,121 8 0 0 0,-164 2-38 0 0,253 14 124 0 0,-272-18-85 0 0,0 2-1 0 0,0 0 1 0 0,-1 1-1 0 0,1 2 0 0 0,23 7 1 0 0,-59-15 258 0 0,-1 1 0 0 0,-17-1 0 0 0,33 4-308 0 0,0 0-1 0 0,-1 1 1 0 0,1-1-1 0 0,0 1 1 0 0,-1-1-1 0 0,1 1 1 0 0,-1 0-1 0 0,0-1 1 0 0,1 1-1 0 0,-1 0 1 0 0,0 0-1 0 0,0 0 1 0 0,0 0-1 0 0,-1 0 1 0 0,2 4-1 0 0,1 18-58 0 0,0 1-1 0 0,-2 1 0 0 0,-1-1 1 0 0,-1 0-1 0 0,-6 30 1 0 0,2-4-61 0 0,0 18 16 0 0,-12 187 90 0 0,5-122-315 0 0,3-46-1626 0 0,6-41 686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2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1 9671 0 0,'-2'0'135'0'0,"-1"-1"-1"0"0,1 1 0 0 0,0 0 0 0 0,0 0 1 0 0,-1 0-1 0 0,1 1 0 0 0,0-1 0 0 0,0 0 0 0 0,-1 1 1 0 0,1 0-1 0 0,0-1 0 0 0,0 1 0 0 0,0 0 1 0 0,0 0-1 0 0,0 0 0 0 0,0 0 0 0 0,0 1 1 0 0,0-1-1 0 0,0 0 0 0 0,1 1 0 0 0,-1-1 1 0 0,1 1-1 0 0,-1 0 0 0 0,1 0 0 0 0,-1-1 1 0 0,1 1-1 0 0,0 0 0 0 0,0 0 0 0 0,0 0 0 0 0,-1 2 1 0 0,-3 9 844 0 0,-1 0 0 0 0,2 1 0 0 0,-5 24 0 0 0,4-17-1491 0 0,-1-4 614 0 0,4-13-96 0 0,0 1 0 0 0,1-1 0 0 0,0 0 0 0 0,0 1-1 0 0,0-1 1 0 0,0 1 0 0 0,0 4 0 0 0,3 3-105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4:23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3223 0 0,'8'-16'1910'0'0,"-2"31"4579"0"0,-5-9-6236 0 0,5 24 454 0 0,-2 1 0 0 0,-2-1 0 0 0,0 1 0 0 0,-5 57 0 0 0,-1-61-552 0 0,2-21-154 0 0,1 0 1 0 0,0 0-1 0 0,1 0 1 0 0,-1 0-1 0 0,2 7 1 0 0,1 5-177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2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9 4143 0 0,'3'-9'4637'0'0,"-13"19"-2916"0"0,-12 21-1024 0 0,-15 38 635 0 0,-47 123 1 0 0,54-117-605 0 0,29-72-687 0 0,-20 54 454 0 0,19-51-453 0 0,1-1 0 0 0,0 1 0 0 0,0 0 0 0 0,0-1 0 0 0,0 1 0 0 0,1-1 1 0 0,0 1-1 0 0,1 8 0 0 0,-1-14-39 0 0,0 0 0 0 0,0 0 0 0 0,0 0 0 0 0,0 1 0 0 0,0-1 0 0 0,1 0 0 0 0,-1 0 0 0 0,0 0 0 0 0,0 0 0 0 0,0 0 0 0 0,0 0-1 0 0,0 0 1 0 0,0 0 0 0 0,0 1 0 0 0,0-1 0 0 0,0 0 0 0 0,0 0 0 0 0,0 0 0 0 0,0 0 0 0 0,0 0 0 0 0,1 0 0 0 0,-1 0 0 0 0,0 0 0 0 0,0 0 0 0 0,0 0 0 0 0,0 0 0 0 0,0 0 0 0 0,0 0 0 0 0,0 0 0 0 0,0 0 0 0 0,1 0 0 0 0,-1 0 0 0 0,0 0 0 0 0,0 0 0 0 0,0 0 0 0 0,0 0 0 0 0,0 0-1 0 0,0 0 1 0 0,0 0 0 0 0,1 0 0 0 0,-1 0 0 0 0,0 0 0 0 0,0 0 0 0 0,0 0 0 0 0,0 0 0 0 0,0 0 0 0 0,0 0 0 0 0,0 0 0 0 0,0 0 0 0 0,0 0 0 0 0,1 0 0 0 0,-1 0 0 0 0,0 0 0 0 0,0 0 0 0 0,0 0 0 0 0,0-1 0 0 0,0 1 0 0 0,0 0 0 0 0,0 0 0 0 0,0 0 0 0 0,0 0 0 0 0,9-11 67 0 0,5-14-163 0 0,0-18-288 0 0,10-52 0 0 0,-15 57 165 0 0,1-1-1 0 0,16-36 0 0 0,-21 64 143 0 0,0 1 0 0 0,1 0 0 0 0,13-17 0 0 0,-16 23 63 0 0,1-1 1 0 0,0 1-1 0 0,0 0 0 0 0,0 0 0 0 0,1 0 0 0 0,-1 0 1 0 0,1 1-1 0 0,0 0 0 0 0,8-4 0 0 0,-12 7 12 0 0,0 0 0 0 0,0-1-1 0 0,0 1 1 0 0,0 0-1 0 0,0 0 1 0 0,0 0 0 0 0,0 0-1 0 0,0 0 1 0 0,0 0-1 0 0,1 0 1 0 0,-1 0 0 0 0,0 0-1 0 0,0 0 1 0 0,0 1-1 0 0,0-1 1 0 0,0 0 0 0 0,0 1-1 0 0,0-1 1 0 0,0 1-1 0 0,0-1 1 0 0,1 2 0 0 0,1 0 32 0 0,-1 0 0 0 0,1 0 1 0 0,-1 1-1 0 0,1-1 0 0 0,-1 1 0 0 0,4 5 1 0 0,0 2 127 0 0,-1 1 0 0 0,0 0 1 0 0,5 12-1 0 0,30 121 900 0 0,-30-99-785 0 0,2 0 1 0 0,25 59 0 0 0,-23-83-112 0 0,-14-20-230 0 0,0 0 0 0 0,1 0-1 0 0,-1-1 1 0 0,1 1 0 0 0,-1 0-1 0 0,1-1 1 0 0,-1 1 0 0 0,1-1 0 0 0,0 1-1 0 0,-1 0 1 0 0,1-1 0 0 0,0 0-1 0 0,-1 1 1 0 0,1-1 0 0 0,0 1 0 0 0,0-1-1 0 0,-1 0 1 0 0,1 1 0 0 0,0-1 0 0 0,0 0-1 0 0,0 0 1 0 0,-1 0 0 0 0,1 0-1 0 0,0 0 1 0 0,0 0 0 0 0,1 0 0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2.4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3679 0 0,'-6'6'4641'0'0,"35"2"-1434"0"0,-3-3-2403 0 0,-21-3-713 0 0,0-1 0 0 0,0 0 0 0 0,0 0-1 0 0,1-1 1 0 0,-1 1 0 0 0,0-1 0 0 0,0 0 0 0 0,0-1-1 0 0,0 1 1 0 0,7-2 0 0 0,60-10 289 0 0,-29 6-1373 0 0,-35 5 451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3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248 97 919 0 0,'2'-1'365'0'0,"0"-1"-1"0"0,-1 1 0 0 0,1-1 1 0 0,-1 1-1 0 0,1-1 0 0 0,-1 0 1 0 0,0 0-1 0 0,0 0 0 0 0,1 0 0 0 0,-1 0 1 0 0,-1 0-1 0 0,1 0 0 0 0,0 0 1 0 0,0 0-1 0 0,-1 0 0 0 0,1-1 0 0 0,-1 1 1 0 0,0 0-1 0 0,0 0 0 0 0,0 0 1 0 0,0-1-1 0 0,0 1 0 0 0,-1-4 0 0 0,0 2-165 0 0,1 1-1 0 0,-1 0 0 0 0,0 0 0 0 0,-1 0 1 0 0,1 0-1 0 0,0 0 0 0 0,-1 0 1 0 0,0 0-1 0 0,0 0 0 0 0,-2-3 0 0 0,3 5-145 0 0,0 0 0 0 0,-1 1-1 0 0,1-1 1 0 0,0 0 0 0 0,0 0-1 0 0,0 1 1 0 0,-1-1-1 0 0,1 1 1 0 0,0-1 0 0 0,-1 1-1 0 0,1-1 1 0 0,-1 1 0 0 0,1 0-1 0 0,0 0 1 0 0,-1 0 0 0 0,1 0-1 0 0,-1 0 1 0 0,1 0 0 0 0,0 0-1 0 0,-1 0 1 0 0,1 0 0 0 0,-1 1-1 0 0,1-1 1 0 0,0 0-1 0 0,-1 1 1 0 0,-1 0 0 0 0,-32 18 281 0 0,18-6-236 0 0,0 0-1 0 0,1 1 0 0 0,1 1 1 0 0,0 0-1 0 0,-22 31 0 0 0,29-35 14 0 0,1-1-1 0 0,1 1 1 0 0,0 0 0 0 0,0 0-1 0 0,1 1 1 0 0,0 0-1 0 0,1 0 1 0 0,1 0-1 0 0,0 0 1 0 0,-3 26-1 0 0,6-33 25 0 0,0 1 1 0 0,0-1-1 0 0,0 1 0 0 0,1 0 0 0 0,0-1 0 0 0,0 1 0 0 0,0-1 0 0 0,1 0 0 0 0,0 1 0 0 0,0-1 1 0 0,0 0-1 0 0,1 0 0 0 0,0 0 0 0 0,-1-1 0 0 0,2 1 0 0 0,-1-1 0 0 0,0 1 0 0 0,1-1 1 0 0,0 0-1 0 0,0 0 0 0 0,0-1 0 0 0,1 1 0 0 0,-1-1 0 0 0,11 6 0 0 0,-4-3 182 0 0,1-1-1 0 0,0 0 0 0 0,0-1 0 0 0,26 6 1 0 0,20-1-2974 0 0,-54-8 2605 0 0,-1-2 0 0 0,1 1-1 0 0,-1 0 1 0 0,1-1 0 0 0,-1 1 0 0 0,1-1 0 0 0,-1 0 0 0 0,0 0-1 0 0,1-1 1 0 0,-1 1 0 0 0,0 0 0 0 0,0-1 0 0 0,0 0 0 0 0,0 0-1 0 0,0 0 1 0 0,-1 0 0 0 0,1 0 0 0 0,0-1 0 0 0,-1 1 0 0 0,4-6-1 0 0,-3 5 172 0 0,-1 1-1 0 0,-1-1 0 0 0,1 0 1 0 0,0 0-1 0 0,-1 0 0 0 0,1 1 0 0 0,-1-2 1 0 0,0 1-1 0 0,0 0 0 0 0,0 0 0 0 0,0 0 1 0 0,0 0-1 0 0,-1-1 0 0 0,0 1 1 0 0,1 0-1 0 0,-1 0 0 0 0,-1-1 0 0 0,1 1 1 0 0,0 0-1 0 0,-1 0 0 0 0,-1-6 1 0 0,1 0 110 0 0,5 8-132 0 0,-13-8-25 0 0,-39-23-24 0 0,46 30-158 0 0,-1 1 0 0 0,0-1 0 0 0,0 1 0 0 0,0-1 0 0 0,0 1 0 0 0,0 0 0 0 0,0 0 0 0 0,0 1 0 0 0,-1-1 0 0 0,1 1 0 0 0,0-1 0 0 0,0 1 0 0 0,-1 0 0 0 0,1 0 0 0 0,-4 1 0 0 0,6-1 104 0 0,1 0 0 0 0,0 0-1 0 0,0 0 1 0 0,-1 0 0 0 0,1 0-1 0 0,0 0 1 0 0,0 0 0 0 0,-1 0-1 0 0,1 0 1 0 0,0 1 0 0 0,0-1-1 0 0,0 0 1 0 0,-1 0 0 0 0,1 0-1 0 0,0 0 1 0 0,0 0 0 0 0,0 0-1 0 0,-1 1 1 0 0,1-1 0 0 0,0 0-1 0 0,0 0 1 0 0,0 0 0 0 0,0 0-1 0 0,0 1 1 0 0,-1-1 0 0 0,1 0-1 0 0,0 0 1 0 0,0 0 0 0 0,0 1-1 0 0,0-1 1 0 0,0 0 0 0 0,0 0-1 0 0,0 1 1 0 0,0-1 0 0 0,0 0-1 0 0,0 0 1 0 0,0 1 0 0 0,0-1-1 0 0,0 0 1 0 0,0 0 0 0 0,0 0-1 0 0,0 1 1 0 0,0-1 0 0 0,0 0-1 0 0,0 0 1 0 0,0 1 0 0 0,0-1-1 0 0,0 0 1 0 0,0 0 0 0 0,1 0-1 0 0,-1 1 1 0 0,0-1 0 0 0,0 0-1 0 0,0 0 1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3.5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67 2303 0 0,'-3'-18'6632'0'0,"4"4"-3304"0"0,0 12-3228 0 0,-1 1 1 0 0,1 0-1 0 0,0 0 1 0 0,0 0-1 0 0,0 0 1 0 0,0 0 0 0 0,0 0-1 0 0,0 0 1 0 0,0 0-1 0 0,0 0 1 0 0,0 1-1 0 0,0-1 1 0 0,1 0-1 0 0,-1 1 1 0 0,0-1-1 0 0,0 0 1 0 0,1 1 0 0 0,-1 0-1 0 0,0-1 1 0 0,1 1-1 0 0,-1 0 1 0 0,2 0-1 0 0,17-4 121 0 0,-1-1-657 0 0,-1 2 0 0 0,32-2 1 0 0,-42 4-999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3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 3223 0 0,'-1'6'1089'0'0,"0"1"0"0"0,0 0 0 0 0,-1 0 0 0 0,-2 6 0 0 0,-2 10-254 0 0,5-17-588 0 0,-5 20 744 0 0,2 1 0 0 0,-2 27 0 0 0,6-48-900 0 0,-1 0 0 0 0,1 0-1 0 0,1 0 1 0 0,-1 0 0 0 0,1 0 0 0 0,0 0-1 0 0,1 0 1 0 0,-1 0 0 0 0,1 0 0 0 0,0 0-1 0 0,1 0 1 0 0,-1-1 0 0 0,1 1 0 0 0,0-1 0 0 0,4 5-1 0 0,-4-7-52 0 0,-1-1-1 0 0,1 0 1 0 0,0 0-1 0 0,0 0 1 0 0,0 0-1 0 0,0 0 1 0 0,0-1-1 0 0,0 1 1 0 0,1-1-1 0 0,-1 0 1 0 0,0 0-1 0 0,1 0 1 0 0,5 0-1 0 0,52 2 96 0 0,-23-2-551 0 0,-35-1 141 0 0,0 0 1 0 0,-1 1-1 0 0,1-1 0 0 0,0 0 0 0 0,-1-1 0 0 0,1 1 0 0 0,0 0 0 0 0,-1-1 0 0 0,1 1 0 0 0,-1-1 1 0 0,4-1-1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4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92 5063 0 0,'-1'0'212'0'0,"0"-1"-1"0"0,0 0 1 0 0,1 1-1 0 0,-1-1 0 0 0,1 0 1 0 0,-1 1-1 0 0,1-1 1 0 0,-1 0-1 0 0,1 0 0 0 0,-1 0 1 0 0,1 0-1 0 0,0 1 1 0 0,-1-1-1 0 0,1 0 0 0 0,0 0 1 0 0,0 0-1 0 0,-1 0 0 0 0,1 0 1 0 0,0 0-1 0 0,0 0 1 0 0,0 0-1 0 0,0 0 0 0 0,0 1 1 0 0,0-1-1 0 0,1 0 1 0 0,-1-1-1 0 0,1 0-2 0 0,0 0-1 0 0,0 0 1 0 0,0 1-1 0 0,1-1 1 0 0,-1 1 0 0 0,0-1-1 0 0,1 1 1 0 0,-1-1 0 0 0,1 1-1 0 0,-1 0 1 0 0,4-2-1 0 0,7-3 26 0 0,0 0 0 0 0,0 1 0 0 0,14-4-1 0 0,-18 6 43 0 0,0 0-381 0 0,-1 0-105 0 0,0 0-1 0 0,1 1 1 0 0,-1-1-1 0 0,1 1 1 0 0,0 1-1 0 0,0 0 1 0 0,0 0-1 0 0,-1 0 1 0 0,10 1-1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4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42 105 3679 0 0,'-3'8'1034'0'0,"1"0"0"0"0,0 1 0 0 0,0-1 0 0 0,0 0 0 0 0,0 13 0 0 0,-2 11-507 0 0,-2-4-196 0 0,0-1 586 0 0,1 0 0 0 0,-3 49 1 0 0,20-108-505 0 0,18-99-1336 0 0,-29 126 880 0 0,5-21-526 0 0,12-33 0 0 0,-15 53 436 0 0,-1-1 1 0 0,1 1 0 0 0,0-1-1 0 0,1 1 1 0 0,0 0 0 0 0,0 0-1 0 0,0 1 1 0 0,0-1 0 0 0,1 1-1 0 0,7-6 1 0 0,-12 10 133 0 0,1 1 0 0 0,-1-1 0 0 0,1 1 0 0 0,-1 0 1 0 0,1-1-1 0 0,-1 1 0 0 0,1 0 0 0 0,0-1 0 0 0,-1 1 0 0 0,1 0 0 0 0,0 0 0 0 0,-1 0 0 0 0,1-1 0 0 0,0 1 1 0 0,-1 0-1 0 0,1 0 0 0 0,0 0 0 0 0,-1 0 0 0 0,1 0 0 0 0,0 0 0 0 0,-1 0 0 0 0,1 1 0 0 0,0-1 0 0 0,-1 0 1 0 0,1 0-1 0 0,-1 0 0 0 0,2 1 0 0 0,-1 0 39 0 0,1 0 0 0 0,-1 0 0 0 0,0 1 0 0 0,0-1 0 0 0,0 0 1 0 0,0 0-1 0 0,0 1 0 0 0,0-1 0 0 0,0 1 0 0 0,0-1 0 0 0,0 3 0 0 0,3 6 410 0 0,-1 0 0 0 0,4 21 0 0 0,-5-24-240 0 0,2 12 390 0 0,0 0-1 0 0,2 0 1 0 0,0 0-1 0 0,1-1 1 0 0,17 30-1 0 0,-24-47-548 0 0,1 1-1 0 0,0-1 0 0 0,0 0 1 0 0,0 1-1 0 0,0-1 0 0 0,0 0 1 0 0,0 0-1 0 0,0 0 0 0 0,0 1 1 0 0,1-1-1 0 0,-1 0 1 0 0,0-1-1 0 0,1 1 0 0 0,-1 0 1 0 0,0 0-1 0 0,1-1 0 0 0,1 2 1 0 0,-2-3-40 0 0,0 1 0 0 0,1 0 0 0 0,-1 0 0 0 0,0-1 1 0 0,0 1-1 0 0,0-1 0 0 0,0 1 0 0 0,0-1 0 0 0,0 0 0 0 0,0 1 1 0 0,-1-1-1 0 0,1 0 0 0 0,0 1 0 0 0,0-1 0 0 0,0 0 1 0 0,-1 0-1 0 0,1 0 0 0 0,0 0 0 0 0,-1 0 0 0 0,1 0 0 0 0,-1 0 1 0 0,1 0-1 0 0,0-2 0 0 0,4-10 32 0 0,0 0 0 0 0,0-1 0 0 0,-2 1-1 0 0,1-1 1 0 0,-2 0 0 0 0,0 0 0 0 0,-1 0 0 0 0,0 0 0 0 0,-2-19 0 0 0,4-27 41 0 0,-3 59-111 0 0,0-1-1 0 0,0 1 1 0 0,1 0-1 0 0,-1 0 1 0 0,1-1-1 0 0,-1 1 1 0 0,1 0 0 0 0,-1 0-1 0 0,1-1 1 0 0,0 1-1 0 0,0 0 1 0 0,-1 0-1 0 0,1 0 1 0 0,0 0-1 0 0,0 0 1 0 0,0 0-1 0 0,0 1 1 0 0,0-1 0 0 0,0 0-1 0 0,1 0 1 0 0,-1 1-1 0 0,0-1 1 0 0,0 0-1 0 0,0 1 1 0 0,1 0-1 0 0,-1-1 1 0 0,0 1-1 0 0,2-1 1 0 0,5 0-700 0 0,0-1-1 0 0,0 2 1 0 0,14-1 0 0 0,-10 1-244 0 0,4-1-209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4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8495 0 0,'2'4'207'0'0,"0"0"-1"0"0,0 0 1 0 0,0 0-1 0 0,-1 0 0 0 0,1 0 1 0 0,-1 0-1 0 0,0 1 1 0 0,0-1-1 0 0,0 8 1 0 0,0 45 1608 0 0,-2-28-1580 0 0,0 35 302 0 0,-1-44-311 0 0,2 0 0 0 0,0 1 0 0 0,1-1 0 0 0,8 40 0 0 0,-8-56-176 0 0,0-1 0 0 0,0 1 0 0 0,1-1 0 0 0,0 1 0 0 0,-1-1 0 0 0,5 6 0 0 0,-5-8-291 0 0,0 0 1 0 0,0 1-1 0 0,0-1 1 0 0,0 0-1 0 0,1 0 1 0 0,-1 0-1 0 0,0 0 1 0 0,0-1-1 0 0,1 1 1 0 0,-1 0-1 0 0,0 0 0 0 0,1-1 1 0 0,-1 1-1 0 0,1-1 1 0 0,-1 1-1 0 0,0-1 1 0 0,1 1-1 0 0,2-1 1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4.9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34 12439 0 0,'-14'-27'1323'0'0,"14"26"-1228"0"0,0 1 0 0 0,0 0 0 0 0,0-1 0 0 0,1 1 1 0 0,-1 0-1 0 0,0-1 0 0 0,1 1 0 0 0,-1 0 0 0 0,0-1 0 0 0,1 1 0 0 0,-1 0 0 0 0,0 0 0 0 0,1-1 0 0 0,-1 1 1 0 0,0 0-1 0 0,1 0 0 0 0,-1 0 0 0 0,1 0 0 0 0,-1 0 0 0 0,1-1 0 0 0,-1 1 0 0 0,0 0 0 0 0,1 0 1 0 0,-1 0-1 0 0,1 0 0 0 0,-1 0 0 0 0,1 0 0 0 0,-1 0 0 0 0,1 1 0 0 0,17-3 1019 0 0,156 6-114 0 0,-58 7-7127 0 0,-91-8 708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8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5959 0 0,'0'0'29'0'0,"0"0"-1"0"0,0 0 0 0 0,0 0 1 0 0,0 1-1 0 0,0-1 1 0 0,0 0-1 0 0,0 0 0 0 0,0 0 1 0 0,0 0-1 0 0,0 0 0 0 0,0 0 1 0 0,-1 0-1 0 0,1 1 0 0 0,0-1 1 0 0,0 0-1 0 0,0 0 0 0 0,0 0 1 0 0,0 0-1 0 0,0 0 1 0 0,-1 0-1 0 0,1 0 0 0 0,0 0 1 0 0,0 0-1 0 0,0 0 0 0 0,0 0 1 0 0,0 0-1 0 0,0 0 0 0 0,-1 0 1 0 0,1 0-1 0 0,0 0 1 0 0,0 0-1 0 0,0 0 0 0 0,0 0 1 0 0,0 0-1 0 0,-1 0 0 0 0,1 0 1 0 0,0 0-1 0 0,0 0 0 0 0,0 0 1 0 0,0 0-1 0 0,0 0 0 0 0,-1 0 1 0 0,1 0-1 0 0,0 0 1 0 0,0 0-1 0 0,0 0 0 0 0,0-1 1 0 0,0 1-1 0 0,0 0 0 0 0,0 0 1 0 0,0 0-1 0 0,-1 0 0 0 0,1 0 1 0 0,0 0-1 0 0,0 0 0 0 0,0-1 1 0 0,0 1-1 0 0,0 0 1 0 0,0 0-1 0 0,0 0 0 0 0,0 0 1 0 0,0 0-1 0 0,0-1 0 0 0,-9 23 728 0 0,-5 31 383 0 0,7-6-217 0 0,3-28-316 0 0,1 1 1 0 0,0 0 0 0 0,2 0 0 0 0,0 0 0 0 0,3 25 0 0 0,-2-40-531 0 0,1 0 0 0 0,0-1 0 0 0,1 1 0 0 0,-1 0 0 0 0,1-1 0 0 0,-1 1 0 0 0,1-1 0 0 0,1 0 0 0 0,-1 1 0 0 0,1-1 0 0 0,-1 0 0 0 0,1-1 0 0 0,0 1 0 0 0,1 0 0 0 0,-1-1 0 0 0,1 0 0 0 0,-1 1 0 0 0,1-1 0 0 0,0-1 0 0 0,0 1 0 0 0,0-1-1 0 0,1 1 1 0 0,-1-1 0 0 0,0 0 0 0 0,1-1 0 0 0,0 1 0 0 0,4 0 0 0 0,-5-1-56 0 0,0 0 0 0 0,0 0 0 0 0,0 0 0 0 0,0-1 0 0 0,0 0-1 0 0,0 0 1 0 0,0 0 0 0 0,0 0 0 0 0,0 0 0 0 0,0-1 0 0 0,0 0 0 0 0,0 0-1 0 0,0 0 1 0 0,-1 0 0 0 0,1 0 0 0 0,0-1 0 0 0,3-2 0 0 0,-3 1-4 0 0,0 0 0 0 0,0 0 1 0 0,0 0-1 0 0,0-1 1 0 0,-1 0-1 0 0,1 0 1 0 0,-1 0-1 0 0,0 0 0 0 0,-1-1 1 0 0,1 1-1 0 0,3-8 1 0 0,-1-3 15 0 0,0 1 0 0 0,-1-1 0 0 0,0 1 0 0 0,-1-1 0 0 0,-1 0 0 0 0,-1 0 0 0 0,0-29 0 0 0,-5 3 25 0 0,2 30-50 0 0,1 0 1 0 0,0-1 0 0 0,1 1-1 0 0,1-13 1 0 0,-1 23-43 0 0,0 1 0 0 0,0-1 0 0 0,0 1 1 0 0,0-1-1 0 0,1 1 0 0 0,-1-1 1 0 0,0 1-1 0 0,0-1 0 0 0,1 1 0 0 0,-1-1 1 0 0,0 1-1 0 0,1-1 0 0 0,-1 1 1 0 0,0 0-1 0 0,1-1 0 0 0,-1 1 1 0 0,1 0-1 0 0,-1-1 0 0 0,0 1 0 0 0,1 0 1 0 0,-1-1-1 0 0,1 1 0 0 0,-1 0 1 0 0,1 0-1 0 0,-1 0 0 0 0,1 0 0 0 0,0-1 1 0 0,-1 1-1 0 0,1 0 0 0 0,18 1-2572 0 0,-18-1 2500 0 0,6 1-1371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8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45 3223 0 0,'-14'-2'657'0'0,"-16"-5"8586"0"0,15-1-5186 0 0,10 0-4458 0 0,5 7 349 0 0,0 1-1 0 0,0-1 1 0 0,0 0 0 0 0,0 0-1 0 0,0 0 1 0 0,0 1 0 0 0,1-1-1 0 0,-1 0 1 0 0,0 0-1 0 0,1 1 1 0 0,-1-1 0 0 0,0 0-1 0 0,1 0 1 0 0,-1 1 0 0 0,1-1-1 0 0,-1 1 1 0 0,1-1-1 0 0,-1 0 1 0 0,1 1 0 0 0,0-1-1 0 0,-1 1 1 0 0,1-1 0 0 0,0 1-1 0 0,-1 0 1 0 0,1-1-1 0 0,0 1 1 0 0,1-1 0 0 0,5-1-990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8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188 47 1839 0 0,'-1'-3'613'0'0,"0"1"-1"0"0,-1-1 0 0 0,1 0 0 0 0,-1 0 0 0 0,1 1 0 0 0,-1-1 0 0 0,0 1 0 0 0,0-1 0 0 0,-4-3 0 0 0,4 4-456 0 0,0 0-1 0 0,-1 1 0 0 0,1-1 0 0 0,-1 1 1 0 0,1-1-1 0 0,-1 1 0 0 0,0 0 1 0 0,1 0-1 0 0,-1 0 0 0 0,0 1 1 0 0,0-1-1 0 0,0 1 0 0 0,0-1 0 0 0,0 1 1 0 0,0 0-1 0 0,1 0 0 0 0,-1 0 1 0 0,0 1-1 0 0,0-1 0 0 0,0 0 1 0 0,0 1-1 0 0,0 0 0 0 0,0 0 0 0 0,1 0 1 0 0,-5 2-1 0 0,-7 3 328 0 0,-35 20 346 0 0,46-25-802 0 0,1 1-1 0 0,0-1 1 0 0,0 1-1 0 0,0-1 1 0 0,0 1-1 0 0,0 0 1 0 0,1 0-1 0 0,-1 0 1 0 0,0 0-1 0 0,1 0 1 0 0,-1 0-1 0 0,1 0 1 0 0,0 1-1 0 0,0-1 1 0 0,0 0-1 0 0,0 1 1 0 0,-1 4-1 0 0,2-5-16 0 0,0 0-1 0 0,1 0 1 0 0,-1 0 0 0 0,0 0-1 0 0,1 0 1 0 0,-1 0 0 0 0,1-1-1 0 0,0 1 1 0 0,0 0-1 0 0,0 0 1 0 0,0 0 0 0 0,0-1-1 0 0,0 1 1 0 0,0 0-1 0 0,0-1 1 0 0,1 1 0 0 0,-1-1-1 0 0,1 0 1 0 0,1 2-1 0 0,36 25 149 0 0,-26-19-90 0 0,10 6 30 0 0,33 25-29 0 0,-52-37-64 0 0,0 1 0 0 0,-1-1 0 0 0,1 1 0 0 0,-1 0 0 0 0,1 1 1 0 0,-1-1-1 0 0,0 0 0 0 0,-1 1 0 0 0,1 0 0 0 0,1 5 1 0 0,-3-9 1 0 0,-1 0 1 0 0,0 0 0 0 0,0 0-1 0 0,0 1 1 0 0,0-1 0 0 0,0 0 0 0 0,-1 0-1 0 0,1 1 1 0 0,0-1 0 0 0,-1 0-1 0 0,1 0 1 0 0,0 0 0 0 0,-1 0-1 0 0,1 0 1 0 0,-1 0 0 0 0,0 0 0 0 0,1 0-1 0 0,-1 0 1 0 0,0 0 0 0 0,0 0-1 0 0,1 0 1 0 0,-1 0 0 0 0,0 0-1 0 0,0 0 1 0 0,0-1 0 0 0,0 1 0 0 0,0 0-1 0 0,0-1 1 0 0,0 1 0 0 0,-2 0-1 0 0,-2 1 93 0 0,0 1 0 0 0,0-1 0 0 0,0 0 0 0 0,0 0 0 0 0,-9 1 0 0 0,5-2 133 0 0,-1 0-1 0 0,1 0 1 0 0,-1-1 0 0 0,0 0-1 0 0,1 0 1 0 0,-1-1-1 0 0,0-1 1 0 0,-15-4 0 0 0,24 6-251 0 0,1 0 1 0 0,0 0-1 0 0,-1 0 1 0 0,1 0-1 0 0,-1 0 1 0 0,1 0 0 0 0,0-1-1 0 0,-1 1 1 0 0,1 0-1 0 0,0 0 1 0 0,-1 0-1 0 0,1-1 1 0 0,0 1-1 0 0,-1 0 1 0 0,1 0 0 0 0,0-1-1 0 0,0 1 1 0 0,-1 0-1 0 0,1-1 1 0 0,0 1-1 0 0,0 0 1 0 0,0-1 0 0 0,-1 1-1 0 0,1 0 1 0 0,0-1-1 0 0,0 1 1 0 0,0 0-1 0 0,0-1 1 0 0,0 1 0 0 0,0 0-1 0 0,0-1 1 0 0,-1 1-1 0 0,1-1 1 0 0,0 1-1 0 0,1 0 1 0 0,-1-1-1 0 0,0 1 1 0 0,0-1 0 0 0,0 1-1 0 0,0 0 1 0 0,0-1-1 0 0,0 1 1 0 0,0 0-1 0 0,0-1 1 0 0,1 1 0 0 0,-1 0-1 0 0,0-1 1 0 0,0 1-1 0 0,0 0 1 0 0,1-1-1 0 0,-1 1 1 0 0,0 0 0 0 0,1-1-1 0 0,-1 1 1 0 0,0 0-1 0 0,1 0 1 0 0,-1 0-1 0 0,0-1 1 0 0,1 1-1 0 0,-1 0 1 0 0,0 0 0 0 0,1 0-1 0 0,-1 0 1 0 0,1-1-1 0 0,8-3-1578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09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31 11519 0 0,'-7'-6'1024'0'0,"-1"3"-824"0"0,1 3 1312 0 0,4 0-680 0 0,-3-3 0 0 0,-1 1-608 0 0,0-3-112 0 0,-1 2-24 0 0,3 0-8 0 0,0 0-208 0 0,4 2-48 0 0,2 0-8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3.0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11 919 0 0,'1'-4'5323'0'0,"1"-2"-3360"0"0,-32 18-245 0 0,23-10-1559 0 0,0 1-1 0 0,0 0 0 0 0,1 0 0 0 0,-1 0 1 0 0,1 1-1 0 0,-9 6 0 0 0,5-1-37 0 0,7-7-81 0 0,0 0 0 0 0,0 0 1 0 0,1 1-1 0 0,-1-1 0 0 0,1 1 0 0 0,-1-1 0 0 0,1 1 0 0 0,-2 3 1 0 0,4-5-24 0 0,0 0 0 0 0,-1 0 0 0 0,1 0-1 0 0,0 0 1 0 0,0 1 0 0 0,0-1 0 0 0,0 0 0 0 0,0 0 0 0 0,0 0 0 0 0,0 0 0 0 0,0 0 0 0 0,0 1 0 0 0,0-1 0 0 0,1 0 0 0 0,-1 0 0 0 0,1 0 0 0 0,-1 0 0 0 0,1 0 0 0 0,-1 0 0 0 0,1 0 0 0 0,-1 0 0 0 0,1 0 0 0 0,0 0 0 0 0,-1 0 0 0 0,1-1 0 0 0,0 1 0 0 0,0 0-1 0 0,0 0 1 0 0,0-1 0 0 0,1 2 0 0 0,37 24 457 0 0,-33-23-444 0 0,1 1-1 0 0,-1 0 0 0 0,0 0 1 0 0,0 0-1 0 0,-1 1 1 0 0,0 0-1 0 0,1 0 0 0 0,-1 0 1 0 0,4 7-1 0 0,-9-11-23 0 0,1-1 0 0 0,-1 1 0 0 0,1 0 0 0 0,-1-1 0 0 0,0 1 0 0 0,0 0 0 0 0,1 0 1 0 0,-1 0-1 0 0,0-1 0 0 0,0 1 0 0 0,0 0 0 0 0,0 0 0 0 0,0 0 0 0 0,0-1 0 0 0,0 1 0 0 0,0 0 0 0 0,0 0 0 0 0,-1 0 0 0 0,1-1 0 0 0,0 1 0 0 0,0 0 0 0 0,-1 0 0 0 0,0 1 0 0 0,0-1 28 0 0,0 1-1 0 0,-1 0 1 0 0,1-1 0 0 0,-1 1-1 0 0,1-1 1 0 0,-1 0 0 0 0,0 1-1 0 0,1-1 1 0 0,-3 1 0 0 0,-6 3 291 0 0,0 0-1 0 0,-19 5 1 0 0,23-8-127 0 0,-30 8 415 0 0,57-9-2500 0 0,-14-2 427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3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6447 0 0,'-2'7'394'0'0,"0"0"0"0"0,0 0 0 0 0,0 0-1 0 0,1 1 1 0 0,0-1 0 0 0,1 0 0 0 0,0 12-1 0 0,-2 14 747 0 0,-2 1-554 0 0,-11 139 2339 0 0,15-154-2759 0 0,0 1 0 0 0,2-1-1 0 0,0 0 1 0 0,1 0 0 0 0,1 0 0 0 0,12 35 0 0 0,-4-20-1906 0 0,-10-29 974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3.7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26 9127 0 0,'-1'0'53'0'0,"1"0"-1"0"0,0-1 1 0 0,-1 1-1 0 0,1 0 0 0 0,0 0 1 0 0,-1-1-1 0 0,1 1 1 0 0,0 0-1 0 0,0-1 1 0 0,-1 1-1 0 0,1-1 0 0 0,0 1 1 0 0,0 0-1 0 0,0-1 1 0 0,0 1-1 0 0,-1-1 1 0 0,1 1-1 0 0,0-1 0 0 0,0 1 1 0 0,0 0-1 0 0,0-1 1 0 0,0 1-1 0 0,0-1 1 0 0,0 1-1 0 0,0-1 0 0 0,0 1 1 0 0,0 0-1 0 0,0-1 1 0 0,1 0-1 0 0,12-1 1638 0 0,-3 1-1337 0 0,141-6 1807 0 0,-131 5-2906 0 0,41 0 0 0 0,-47 3-10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4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44 7199 0 0,'-1'2'45'0'0,"-3"9"851"0"0,1-1 0 0 0,-3 18 0 0 0,6-25-742 0 0,-1-1 1 0 0,1 0-1 0 0,0 1 1 0 0,0-1-1 0 0,0 0 1 0 0,0 1-1 0 0,1-1 1 0 0,-1 0-1 0 0,1 1 1 0 0,-1-1-1 0 0,1 0 1 0 0,0 0-1 0 0,0 0 1 0 0,0 1-1 0 0,0-1 1 0 0,0 0-1 0 0,0 0 1 0 0,3 3-1 0 0,-2-4-98 0 0,-1 0 0 0 0,1 0-1 0 0,-1-1 1 0 0,1 1 0 0 0,-1-1-1 0 0,1 1 1 0 0,0-1 0 0 0,0 1-1 0 0,-1-1 1 0 0,1 0 0 0 0,0 0-1 0 0,0 0 1 0 0,-1 0 0 0 0,1 0-1 0 0,0 0 1 0 0,-1 0 0 0 0,1 0-1 0 0,0-1 1 0 0,0 1 0 0 0,-1-1-1 0 0,1 1 1 0 0,-1-1 0 0 0,1 0-1 0 0,1-1 1 0 0,38-21 276 0 0,-37 20-326 0 0,-1 0-1 0 0,1 0 0 0 0,-1-1 0 0 0,0 1 1 0 0,0-1-1 0 0,0 0 0 0 0,-1 0 1 0 0,0 0-1 0 0,1 0 0 0 0,-1 0 0 0 0,0 0 1 0 0,-1-1-1 0 0,2-4 0 0 0,-2 7-4 0 0,-1 1 1 0 0,1-1-1 0 0,-1 0 0 0 0,1 0 0 0 0,-1 0 0 0 0,0 0 0 0 0,0 0 0 0 0,0 0 0 0 0,0 1 0 0 0,0-1 1 0 0,0 0-1 0 0,-1 0 0 0 0,1 0 0 0 0,-1 0 0 0 0,1 0 0 0 0,-1 1 0 0 0,0-1 0 0 0,1 0 1 0 0,-1 0-1 0 0,0 1 0 0 0,0-1 0 0 0,0 1 0 0 0,0-1 0 0 0,-1 1 0 0 0,1-1 0 0 0,0 1 0 0 0,-1 0 1 0 0,1-1-1 0 0,-1 1 0 0 0,1 0 0 0 0,-1 0 0 0 0,1 0 0 0 0,-4-1 0 0 0,1 1-5 0 0,1 0-1 0 0,-1 1 1 0 0,0-1-1 0 0,1 1 1 0 0,-1 0-1 0 0,1 0 1 0 0,-1 0-1 0 0,0 1 0 0 0,1-1 1 0 0,-1 1-1 0 0,1 0 1 0 0,-1 0-1 0 0,1 0 1 0 0,-6 3-1 0 0,5-2 0 0 0,0 0-1 0 0,0 0 0 0 0,0 0 1 0 0,0 0-1 0 0,1 1 0 0 0,-1-1 1 0 0,1 1-1 0 0,0 0 0 0 0,-1 0 1 0 0,1 0-1 0 0,-4 7 0 0 0,6-8-54 0 0,1-1 0 0 0,-1 1 0 0 0,1-1-1 0 0,-1 1 1 0 0,1-1 0 0 0,0 1 0 0 0,0-1 0 0 0,0 1-1 0 0,0-1 1 0 0,0 1 0 0 0,0 0 0 0 0,0-1 0 0 0,0 1-1 0 0,1-1 1 0 0,-1 1 0 0 0,0-1 0 0 0,1 1 0 0 0,0-1-1 0 0,-1 1 1 0 0,1-1 0 0 0,0 0 0 0 0,0 1 0 0 0,-1-1-1 0 0,1 0 1 0 0,0 1 0 0 0,0-1 0 0 0,1 0-1 0 0,-1 0 1 0 0,0 0 0 0 0,0 0 0 0 0,2 1 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4.4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13 2759 0 0,'-16'-11'-445'0'0,"14"11"836"0"0,1 0 0 0 0,0-1 0 0 0,-1 1 0 0 0,1 0 0 0 0,-1 0 0 0 0,1 0 0 0 0,-1 0 0 0 0,1 0 0 0 0,0 0 0 0 0,-1 0-1 0 0,1 0 1 0 0,-1 1 0 0 0,1-1 0 0 0,0 0 0 0 0,-1 1 0 0 0,1-1 0 0 0,0 1 0 0 0,-1 0 0 0 0,1-1 0 0 0,0 1 0 0 0,0 0 0 0 0,0 0-1 0 0,-1 0 1 0 0,0 1 0 0 0,-10 7-225 0 0,1 0 1 0 0,0 0-1 0 0,0 1 0 0 0,1 1 0 0 0,-9 12 0 0 0,15-19-81 0 0,1 1 0 0 0,0-1-1 0 0,0 1 1 0 0,0-1 0 0 0,1 1 0 0 0,-1 0-1 0 0,1 0 1 0 0,1 0 0 0 0,-1 0-1 0 0,1 0 1 0 0,-1 1 0 0 0,2-1 0 0 0,-1 0-1 0 0,0 1 1 0 0,1-1 0 0 0,1 11 0 0 0,-1-14-53 0 0,1 0 1 0 0,0 0-1 0 0,0 0 0 0 0,0 0 1 0 0,0-1-1 0 0,0 1 1 0 0,0 0-1 0 0,0 0 1 0 0,0-1-1 0 0,1 1 1 0 0,-1-1-1 0 0,1 1 0 0 0,-1-1 1 0 0,1 1-1 0 0,-1-1 1 0 0,1 0-1 0 0,0 0 1 0 0,0 0-1 0 0,0 0 1 0 0,0 0-1 0 0,-1 0 0 0 0,1-1 1 0 0,0 1-1 0 0,0-1 1 0 0,0 1-1 0 0,1-1 1 0 0,-1 0-1 0 0,0 1 1 0 0,3-2-1 0 0,8 2-301 0 0,0-2-1 0 0,1 1 1 0 0,19-5-1 0 0,-20 3-653 0 0,-3 0-375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4.7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10591 0 0,'0'0'49'0'0,"-1"0"-1"0"0,0 0 0 0 0,0 1 0 0 0,1-1 0 0 0,-1 0 1 0 0,0 1-1 0 0,1-1 0 0 0,-1 1 0 0 0,0-1 1 0 0,1 1-1 0 0,-1-1 0 0 0,1 1 0 0 0,-1-1 0 0 0,1 1 1 0 0,-1 0-1 0 0,1-1 0 0 0,-1 1 0 0 0,1 0 1 0 0,0-1-1 0 0,-1 1 0 0 0,1 0 0 0 0,0 0 0 0 0,0-1 1 0 0,-1 1-1 0 0,1 0 0 0 0,0 0 0 0 0,0-1 1 0 0,0 1-1 0 0,0 1 0 0 0,-2 31 394 0 0,1-23-217 0 0,-16 138 768 0 0,0 9 632 0 0,16-140-1347 0 0,2 0 1 0 0,5 29-1 0 0,-2-18-119 0 0,-4-27-159 0 0,0-1 1 0 0,0 0 0 0 0,0 1-1 0 0,0-1 1 0 0,0 1 0 0 0,0-1-1 0 0,0 1 1 0 0,0-1 0 0 0,0 0-1 0 0,0 1 1 0 0,0-1 0 0 0,0 1-1 0 0,1-1 1 0 0,-1 0 0 0 0,0 1-1 0 0,0-1 1 0 0,0 1 0 0 0,1-1-1 0 0,-1 0 1 0 0,0 1 0 0 0,0-1-1 0 0,1 0 1 0 0,-1 0 0 0 0,0 1-1 0 0,1-1 1 0 0,-1 0 0 0 0,0 0-1 0 0,1 1 1 0 0,0-1 0 0 0,8-7-67 0 0,8-24-204 0 0,-16 28 212 0 0,4-7 31 0 0,0 2-1 0 0,0-1 0 0 0,0 1 1 0 0,1 0-1 0 0,10-12 0 0 0,-11 16 18 0 0,-1 0 0 0 0,1 1-1 0 0,-1-1 1 0 0,1 1-1 0 0,0 0 1 0 0,0 1 0 0 0,1-1-1 0 0,-1 1 1 0 0,0 0 0 0 0,12-3-1 0 0,-4 2-414 0 0,-1 0-1 0 0,1 1 0 0 0,17 0 1 0 0,-24 2-1025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4.8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 11543 0 0,'-5'-2'512'0'0,"4"2"104"0"0,-1 2-488 0 0,2-1-128 0 0,2 1 0 0 0,-2-1 0 0 0,3 1 336 0 0,0 2 48 0 0,2 0 0 0 0,4 4 8 0 0,1 0-216 0 0,3 1-48 0 0,1 0 0 0 0,-1-2-8 0 0,1 0-120 0 0,-1-1 0 0 0,2 0 0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6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55 8551 0 0,'-2'-1'187'0'0,"0"-1"0"0"0,0 0-1 0 0,0 0 1 0 0,0 0 0 0 0,0 0-1 0 0,0 0 1 0 0,0 0-1 0 0,1 0 1 0 0,-1-1 0 0 0,1 1-1 0 0,0-1 1 0 0,-2-3 0 0 0,3 6-95 0 0,0-1 1 0 0,0 0 0 0 0,0 1 0 0 0,0-1-1 0 0,-1 0 1 0 0,1 1 0 0 0,0-1 0 0 0,1 0 0 0 0,-1 1-1 0 0,0-1 1 0 0,0 0 0 0 0,0 1 0 0 0,0-1-1 0 0,0 0 1 0 0,1 1 0 0 0,-1-1 0 0 0,0 0-1 0 0,0 1 1 0 0,1-1 0 0 0,0 0 0 0 0,0 0 8 0 0,0 0 0 0 0,0 0 0 0 0,0 1 0 0 0,0-1 0 0 0,0 0 0 0 0,0 1 0 0 0,0-1 0 0 0,0 1 1 0 0,1-1-1 0 0,-1 1 0 0 0,0 0 0 0 0,0-1 0 0 0,1 1 0 0 0,-1 0 0 0 0,2 0 0 0 0,11-1 442 0 0,0 1-1 0 0,0 0 0 0 0,14 3 0 0 0,41 9-1914 0 0,-58-9 598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6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0 5527 0 0,'-4'5'418'0'0,"1"0"0"0"0,0 0 0 0 0,0 0 0 0 0,1 0 0 0 0,0 1 0 0 0,-4 10 0 0 0,-2 6-33 0 0,-21 33 505 0 0,19-37-189 0 0,1 0-1 0 0,0 0 1 0 0,1 1 0 0 0,-11 39-1 0 0,19-56-612 0 0,-1 1 1 0 0,1-1-1 0 0,-1 0 0 0 0,1 1 0 0 0,0-1 0 0 0,0 1 0 0 0,0-1 0 0 0,0 1 0 0 0,0-1 1 0 0,1 1-1 0 0,-1-1 0 0 0,1 1 0 0 0,0-1 0 0 0,-1 0 0 0 0,1 1 0 0 0,0-1 0 0 0,0 0 1 0 0,1 0-1 0 0,-1 0 0 0 0,0 0 0 0 0,4 4 0 0 0,-3-4-33 0 0,1-1 0 0 0,-1 1 0 0 0,1-1 0 0 0,0 1 0 0 0,-1-1 0 0 0,1 0 0 0 0,0 0 0 0 0,0 0 0 0 0,0 0 0 0 0,0-1 0 0 0,0 1 0 0 0,0-1-1 0 0,0 0 1 0 0,0 0 0 0 0,0 0 0 0 0,0 0 0 0 0,4-1 0 0 0,39-10 224 0 0,-40 8-552 0 0,0 1 1 0 0,1 0 0 0 0,-1 1 0 0 0,0-1 0 0 0,1 1-1 0 0,-1 0 1 0 0,1 1 0 0 0,0 0 0 0 0,-1 0 0 0 0,12 2-1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6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64 5063 0 0,'-27'-24'7368'0'0,"36"18"-5929"0"0,8 0-1467 0 0,73-14 771 0 0,-30 13-3255 0 0,-48 6 1246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7.0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267 1 8287 0 0,'-1'0'58'0'0,"-1"0"1"0"0,1 0-1 0 0,0 1 0 0 0,-1-1 0 0 0,1 1 0 0 0,0-1 0 0 0,0 1 0 0 0,-1-1 0 0 0,1 1 0 0 0,0 0 0 0 0,0-1 0 0 0,0 1 0 0 0,0 0 0 0 0,0 0 0 0 0,0 0 1 0 0,0 0-1 0 0,-1 2 0 0 0,-16 23 401 0 0,9-10-50 0 0,-33 39 6 0 0,-69 69 0 0 0,100-112-360 0 0,0 0 0 0 0,1 0-1 0 0,1 1 1 0 0,-13 21 0 0 0,22-34-84 0 0,0 1 0 0 0,0-1-1 0 0,0 0 1 0 0,0 0 0 0 0,0 1 0 0 0,-1-1 0 0 0,1 0 0 0 0,0 0 0 0 0,0 1 0 0 0,0-1 0 0 0,0 0 0 0 0,0 1 0 0 0,0-1 0 0 0,0 0-1 0 0,0 0 1 0 0,0 1 0 0 0,0-1 0 0 0,0 0 0 0 0,0 1 0 0 0,0-1 0 0 0,0 0 0 0 0,0 0 0 0 0,0 1 0 0 0,0-1 0 0 0,1 0 0 0 0,-1 1-1 0 0,0-1 1 0 0,0 0 0 0 0,0 0 0 0 0,0 1 0 0 0,0-1 0 0 0,1 0 0 0 0,-1 0 0 0 0,0 0 0 0 0,0 1 0 0 0,1-1 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7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10735 0 0,'16'36'1768'0'0,"-4"-19"-1402"0"0,-1 0-1 0 0,2-1 1 0 0,0 0-1 0 0,1-1 1 0 0,1 0-1 0 0,26 20 1 0 0,-23-20-383 0 0,-7-6-787 0 0,1 0-1 0 0,17 11 0 0 0,-20-16-579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7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22 100 7831 0 0,'0'151'8323'0'0,"-15"-179"-8440"0"0,13 18-149 0 0,0 0 0 0 0,1 0 1 0 0,0-1-1 0 0,1 1 1 0 0,0 0-1 0 0,0 0 1 0 0,1-1-1 0 0,1 1 1 0 0,0 0-1 0 0,0 0 0 0 0,1 0 1 0 0,6-17-1 0 0,-6 22 143 0 0,-1-1 0 0 0,1 1-1 0 0,0 0 1 0 0,0 0 0 0 0,1 1-1 0 0,-1-1 1 0 0,1 1 0 0 0,0 0-1 0 0,0 0 1 0 0,9-6 0 0 0,-10 7 126 0 0,1 1 0 0 0,0 0-1 0 0,-1 1 1 0 0,1-1 0 0 0,0 1 0 0 0,0-1 0 0 0,0 1 0 0 0,0 0 0 0 0,1 1 0 0 0,-1-1-1 0 0,0 1 1 0 0,0 0 0 0 0,0 0 0 0 0,1 0 0 0 0,-1 0 0 0 0,5 2 0 0 0,-5-2 110 0 0,0 1-1 0 0,0 1 1 0 0,0-1 0 0 0,0 0 0 0 0,-1 1 0 0 0,1 0 0 0 0,0 0 0 0 0,-1 0 0 0 0,1 1 0 0 0,-1-1 0 0 0,0 1-1 0 0,0-1 1 0 0,0 1 0 0 0,0 0 0 0 0,0 0 0 0 0,0 1 0 0 0,-1-1 0 0 0,0 0 0 0 0,0 1 0 0 0,0 0 0 0 0,0-1 0 0 0,0 1-1 0 0,-1 0 1 0 0,1 0 0 0 0,-1 0 0 0 0,0 0 0 0 0,1 7 0 0 0,-3-9-74 0 0,1 0 1 0 0,-1 0-1 0 0,1 0 0 0 0,-1 0 1 0 0,0 0-1 0 0,0 0 1 0 0,0 0-1 0 0,0-1 0 0 0,0 1 1 0 0,0 0-1 0 0,-1 0 0 0 0,1-1 1 0 0,0 1-1 0 0,-1-1 0 0 0,1 1 1 0 0,-1-1-1 0 0,0 0 1 0 0,1 1-1 0 0,-1-1 0 0 0,0 0 1 0 0,0 0-1 0 0,0 0 0 0 0,0-1 1 0 0,0 1-1 0 0,0 0 0 0 0,0-1 1 0 0,-3 1-1 0 0,-5 2 78 0 0,0-1 0 0 0,0 0 1 0 0,0-1-1 0 0,-14 0 0 0 0,15-1-72 0 0,-1 0 0 0 0,1-1 1 0 0,0 0-1 0 0,-12-4 0 0 0,17 4-109 0 0,0 0 0 0 0,1 0 0 0 0,-1-1 0 0 0,1 1 0 0 0,-1-1 0 0 0,1 0 0 0 0,0 0 0 0 0,-1 0-1 0 0,1-1 1 0 0,1 1 0 0 0,-1-1 0 0 0,0 0 0 0 0,-2-3 0 0 0,5 6 29 0 0,0 0 0 0 0,0 0 1 0 0,0-1-1 0 0,0 1 0 0 0,0 0 0 0 0,0 0 0 0 0,0 0 0 0 0,0-1 0 0 0,0 1 0 0 0,1 0 1 0 0,-1 0-1 0 0,0 0 0 0 0,0-1 0 0 0,0 1 0 0 0,0 0 0 0 0,1 0 0 0 0,-1 0 0 0 0,0 0 0 0 0,0 0 1 0 0,0-1-1 0 0,0 1 0 0 0,1 0 0 0 0,-1 0 0 0 0,0 0 0 0 0,0 0 0 0 0,1 0 0 0 0,-1 0 0 0 0,0 0 1 0 0,0 0-1 0 0,0 0 0 0 0,1 0 0 0 0,-1 0 0 0 0,0 0 0 0 0,0 0 0 0 0,1 0 0 0 0,-1 0 0 0 0,0 0 1 0 0,0 0-1 0 0,0 0 0 0 0,1 0 0 0 0,-1 0 0 0 0,0 0 0 0 0,15 0-4053 0 0,-4 1-164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8.2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25 113 7367 0 0,'0'-4'361'0'0,"1"1"-1"0"0,-1-1 1 0 0,0 1-1 0 0,1 0 0 0 0,-1-1 1 0 0,1 1-1 0 0,0-1 0 0 0,0 1 1 0 0,1 0-1 0 0,-1 0 1 0 0,0 0-1 0 0,1 0 0 0 0,0 0 1 0 0,0 0-1 0 0,0 0 0 0 0,0 0 1 0 0,0 1-1 0 0,1-1 1 0 0,-1 1-1 0 0,5-3 0 0 0,-2 0-128 0 0,1 1 0 0 0,1 0 0 0 0,-1 0-1 0 0,1 1 1 0 0,-1 0 0 0 0,1 0 0 0 0,9-3 0 0 0,18-7 1329 0 0,-38 25-4505 0 0,-11 9 2179 0 0,7-12 649 0 0,-15 16 103 0 0,-26 35 1 0 0,42-50 162 0 0,1 0 0 0 0,0 1 1 0 0,1-1-1 0 0,0 1 0 0 0,0 1 1 0 0,1-1-1 0 0,-3 16 0 0 0,5-16 33 0 0,0 0-1 0 0,0 0 1 0 0,1 0-1 0 0,1-1 1 0 0,0 1-1 0 0,1 15 1 0 0,0-24-154 0 0,-1 1-1 0 0,1-1 1 0 0,-1 1 0 0 0,1-1 0 0 0,0 1-1 0 0,0-1 1 0 0,0 1 0 0 0,0-1-1 0 0,0 0 1 0 0,1 0 0 0 0,-1 1 0 0 0,1-1-1 0 0,-1 0 1 0 0,1 0 0 0 0,0-1-1 0 0,0 1 1 0 0,0 0 0 0 0,0-1 0 0 0,0 1-1 0 0,0-1 1 0 0,0 1 0 0 0,0-1-1 0 0,1 0 1 0 0,-1 0 0 0 0,0 0 0 0 0,1 0-1 0 0,-1 0 1 0 0,1-1 0 0 0,0 1-1 0 0,-1-1 1 0 0,1 0 0 0 0,2 0 0 0 0,5 0-61 0 0,0 0 0 0 0,0-2 0 0 0,0 1 0 0 0,19-6 0 0 0,18-3-1371 0 0,-22 5-809 0 0,-15 2 377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8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56 5983 0 0,'0'-1'185'0'0,"0"1"0"0"0,0-1 0 0 0,0 1 0 0 0,-1-1 0 0 0,1 1 0 0 0,0-1 0 0 0,0 1 0 0 0,0-1 0 0 0,0 1 0 0 0,0-1 0 0 0,0 1 0 0 0,0-1 0 0 0,0 0 0 0 0,0 1 0 0 0,0-1-1 0 0,0 1 1 0 0,1-1 0 0 0,-1 1 0 0 0,0-1 0 0 0,0 1 0 0 0,0-1 0 0 0,1 1 0 0 0,-1-1 0 0 0,0 1 0 0 0,1-1 0 0 0,14-11 1250 0 0,23-2-1638 0 0,-34 13 568 0 0,62-13-1497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8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3 100 1375 0 0,'-1'38'7893'0'0,"0"-23"-6882"0"0,0 1 1 0 0,2 0-1 0 0,0 0 1 0 0,0 0-1 0 0,7 28 1 0 0,-1-32-717 0 0,-4-18-540 0 0,-4-22-739 0 0,0 14 603 0 0,-3-8-216 0 0,2 0-1 0 0,1-43 1 0 0,2 59 569 0 0,0 0-1 0 0,-1 0 1 0 0,2 0 0 0 0,-1 0-1 0 0,1 0 1 0 0,0 0 0 0 0,0 0-1 0 0,1 0 1 0 0,-1 1 0 0 0,1-1-1 0 0,1 1 1 0 0,-1 0 0 0 0,1 0-1 0 0,0 0 1 0 0,6-6 0 0 0,-9 9 90 0 0,1 1 1 0 0,0-1-1 0 0,1 0 1 0 0,-1 1-1 0 0,0-1 1 0 0,0 1-1 0 0,1-1 1 0 0,-1 1-1 0 0,0 0 1 0 0,1 0-1 0 0,-1 0 1 0 0,1 1-1 0 0,0-1 1 0 0,-1 1-1 0 0,1-1 1 0 0,0 1 0 0 0,-1 0-1 0 0,1 0 1 0 0,0 0-1 0 0,-1 0 1 0 0,1 0-1 0 0,0 1 1 0 0,-1-1-1 0 0,1 1 1 0 0,-1 0-1 0 0,1 0 1 0 0,-1 0-1 0 0,1 0 1 0 0,-1 0-1 0 0,0 0 1 0 0,1 1-1 0 0,-1-1 1 0 0,0 1-1 0 0,0-1 1 0 0,0 1-1 0 0,0 0 1 0 0,0 0-1 0 0,0 0 1 0 0,-1 0-1 0 0,1 0 1 0 0,-1 0 0 0 0,1 1-1 0 0,-1-1 1 0 0,0 0-1 0 0,2 5 1 0 0,-1 2 16 0 0,0-1 1 0 0,0 1 0 0 0,-1-1 0 0 0,0 1-1 0 0,-1 0 1 0 0,0 0 0 0 0,0-1-1 0 0,-1 1 1 0 0,0 0 0 0 0,-1 0 0 0 0,1-1-1 0 0,-2 1 1 0 0,1-1 0 0 0,-1 0 0 0 0,0 0-1 0 0,-1 0 1 0 0,0 0 0 0 0,0 0 0 0 0,-10 11-1 0 0,14-18-75 0 0,0-1 1 0 0,-1 1-1 0 0,1-1 0 0 0,0 1 0 0 0,-1-1 1 0 0,1 0-1 0 0,0 1 0 0 0,-1-1 0 0 0,1 0 0 0 0,-1 1 1 0 0,1-1-1 0 0,-1 0 0 0 0,1 1 0 0 0,-1-1 1 0 0,1 0-1 0 0,-1 0 0 0 0,1 0 0 0 0,-1 0 0 0 0,1 1 1 0 0,-1-1-1 0 0,1 0 0 0 0,-1 0 0 0 0,-2-7 111 0 0,3 7-107 0 0,0 0-1 0 0,0-1 1 0 0,0 1-1 0 0,0-1 0 0 0,0 1 1 0 0,0 0-1 0 0,0-1 1 0 0,0 1-1 0 0,1 0 0 0 0,-1-1 1 0 0,0 1-1 0 0,0 0 0 0 0,0-1 1 0 0,1 1-1 0 0,-1 0 1 0 0,0-1-1 0 0,0 1 0 0 0,1 0 1 0 0,-1 0-1 0 0,0-1 1 0 0,1 1-1 0 0,-1 0 0 0 0,0 0 1 0 0,1 0-1 0 0,-1 0 1 0 0,0-1-1 0 0,1 1 0 0 0,-1 0 1 0 0,0 0-1 0 0,1 0 0 0 0,-1 0 1 0 0,1 0-1 0 0,-1 0 1 0 0,0 0-1 0 0,1 0 0 0 0,-1 0 1 0 0,0 0-1 0 0,1 0 1 0 0,-1 0-1 0 0,1 0 0 0 0,-1 0 1 0 0,0 0-1 0 0,1 0 0 0 0,-1 1 1 0 0,0-1-1 0 0,1 0 1 0 0,-1 0-1 0 0,0 0 0 0 0,1 1 1 0 0,-1-1-1 0 0,0 0 1 0 0,1 0-1 0 0,-1 1 0 0 0,0-1 1 0 0,0 0-1 0 0,1 0 0 0 0,-1 1 1 0 0,0 0-1 0 0,32 27 541 0 0,48 58 0 0 0,-77-83-701 0 0,-1 0 0 0 0,1 0 0 0 0,0 0 1 0 0,1 0-1 0 0,-1-1 0 0 0,0 1 0 0 0,1-1 0 0 0,-1 0 0 0 0,1 0 0 0 0,0 0 0 0 0,0-1 0 0 0,0 1 0 0 0,0-1 0 0 0,0 0 1 0 0,7 1-1 0 0,-1-2-1657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9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13 919 0 0,'-7'-12'3962'0'0,"10"34"3125"0"0,-1-1-3977 0 0,16 136-1086 0 0,-17-154-2300 0 0,-1 0 0 0 0,1 1 0 0 0,-1-1 0 0 0,0 0 0 0 0,0 1 0 0 0,-1-1 0 0 0,1 0 0 0 0,-1 4 0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19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54 12063 0 0,'-1'-1'82'0'0,"1"0"-1"0"0,0-1 1 0 0,0 1-1 0 0,0 0 1 0 0,0 0-1 0 0,0 0 1 0 0,0 0-1 0 0,0-1 1 0 0,0 1-1 0 0,0 0 1 0 0,0 0-1 0 0,1 0 1 0 0,-1 0-1 0 0,0-1 1 0 0,1 1-1 0 0,-1 0 1 0 0,1 0-1 0 0,0 0 1 0 0,-1 0-1 0 0,1 0 1 0 0,0 0-1 0 0,-1 0 1 0 0,2 0-1 0 0,1-1 101 0 0,0 0 0 0 0,0 1 0 0 0,0-1 0 0 0,0 1 0 0 0,1 0 0 0 0,-1 0 0 0 0,4-1 0 0 0,0 0-28 0 0,9-2-10 0 0,1 1 1 0 0,0 0 0 0 0,0 2-1 0 0,19-1 1 0 0,8 4-4659 0 0,-23-1-565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21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8 201 2303 0 0,'-7'1'7678'0'0,"14"-1"-7057"0"0,-1 1 1 0 0,1 0 0 0 0,0 0 0 0 0,-1 1-1 0 0,13 3 1 0 0,3 2-152 0 0,-1-3-373 0 0,-1-1 0 0 0,1-1 0 0 0,1-1-1 0 0,-1-1 1 0 0,0-1 0 0 0,23-4 0 0 0,42 0 123 0 0,156 11-220 0 0,-64-20 32 0 0,0 0 0 0 0,-100 13 0 0 0,88-14 0 0 0,-100 5 48 0 0,2 4-1 0 0,-1 2 0 0 0,94 7 1 0 0,-147-2-70 0 0,0-1 0 0 0,1 0 0 0 0,-1-1 0 0 0,0 0 1 0 0,22-6-1 0 0,65-24 108 0 0,-1 0 592 0 0,-58 24-534 0 0,-1 2 0 0 0,75 0 0 0 0,-39 3-95 0 0,-38 0 233 0 0,77-7 1114 0 0,-60 1-2097 0 0,91-4 0 0 0,15 5 1211 0 0,-83 2-296 0 0,-20 2 90 0 0,83-16 0 0 0,-142 19-329 0 0,0 0 0 0 0,0 0-1 0 0,1 0 1 0 0,-1 0 0 0 0,0 0 0 0 0,0 0-1 0 0,0 0 1 0 0,0 0 0 0 0,1 0-1 0 0,-1 0 1 0 0,0 0 0 0 0,0-1 0 0 0,0 1-1 0 0,0 0 1 0 0,0 0 0 0 0,1 0 0 0 0,-1 0-1 0 0,0 0 1 0 0,0 0 0 0 0,0 0-1 0 0,0 0 1 0 0,0 0 0 0 0,0 0 0 0 0,1-1-1 0 0,-1 1 1 0 0,0 0 0 0 0,0 0 0 0 0,0 0-1 0 0,0 0 1 0 0,0 0 0 0 0,0-1-1 0 0,0 1 1 0 0,0 0 0 0 0,0 0 0 0 0,0 0-1 0 0,0 0 1 0 0,0-1 0 0 0,0 1 0 0 0,0 0-1 0 0,0 0 1 0 0,0 0 0 0 0,0 0-1 0 0,0 0 1 0 0,0-1 0 0 0,0 1 0 0 0,0 0-1 0 0,0 0 1 0 0,0 0 0 0 0,0 0 0 0 0,0-1-1 0 0,0 1 1 0 0,0 0 0 0 0,0 0-1 0 0,0 0 1 0 0,0 0 0 0 0,0 0 0 0 0,-1 0-1 0 0,1-1 1 0 0,0 1 0 0 0,0 0 0 0 0,0 0-1 0 0,0 0 1 0 0,0 0 0 0 0,-1 0-1 0 0,1 0-49 0 0,0-1-1 0 0,-1 1 0 0 0,1 0 0 0 0,0 0 0 0 0,0 0 0 0 0,-1 0 1 0 0,1 0-1 0 0,0 0 0 0 0,-1 0 0 0 0,1 0 0 0 0,-1 0 1 0 0,1 0-1 0 0,0 0 0 0 0,-1 0 0 0 0,1 0 0 0 0,0 0 0 0 0,-1 0 1 0 0,1 0-1 0 0,0 0 0 0 0,-1 0 0 0 0,1 0 0 0 0,0 0 0 0 0,0 1 1 0 0,-1-1-1 0 0,1 0 0 0 0,0 0 0 0 0,-1 0 0 0 0,1 0 0 0 0,0 1 1 0 0,0-1-1 0 0,-1 0 0 0 0,1 0 0 0 0,0 1 0 0 0,0-1 1 0 0,0 0-1 0 0,-1 1 0 0 0,1-1 0 0 0,0 1 0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23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42 177 4607 0 0,'0'0'40'0'0,"0"0"1"0"0,0-1-1 0 0,0 1 0 0 0,0 0 0 0 0,0 0 0 0 0,0 0 0 0 0,0 0 0 0 0,0 0 0 0 0,-1 0 0 0 0,1-1 0 0 0,0 1 0 0 0,0 0 0 0 0,0 0 0 0 0,0 0 0 0 0,0 0 0 0 0,0 0 0 0 0,0 0 0 0 0,0 0 0 0 0,-1 0 0 0 0,1-1 0 0 0,0 1 0 0 0,0 0 0 0 0,0 0 0 0 0,0 0 0 0 0,0 0 0 0 0,0 0 0 0 0,-1 0 0 0 0,1 0 1 0 0,0 0-1 0 0,0 0 0 0 0,0 0 0 0 0,0 0 0 0 0,0 0 0 0 0,-1 0 0 0 0,1 0 0 0 0,0 0 0 0 0,0 0 0 0 0,0 0 0 0 0,0 0 0 0 0,0 0 0 0 0,-1 0 0 0 0,1 0 0 0 0,0 0 0 0 0,0 0 0 0 0,0 1 0 0 0,0-1 0 0 0,0 0 0 0 0,0 0 0 0 0,-1 0 0 0 0,1 0 0 0 0,0 0 0 0 0,0 0 0 0 0,0 0 0 0 0,0 0 0 0 0,0 1 1 0 0,0-1-1 0 0,0 0 0 0 0,0 0 0 0 0,0 0 0 0 0,0 0 0 0 0,-7 15 997 0 0,-2 21-423 0 0,1 14 741 0 0,-3 86 0 0 0,11 52 220 0 0,0-148-1266 0 0,36 492 3224 0 0,-17-320-2962 0 0,-13-138-396 0 0,11 108 651 0 0,-12-145-625 0 0,2-1 1 0 0,22 66 0 0 0,-25-91-177 0 0,0 0 0 0 0,1-1 0 0 0,1 0-1 0 0,0 1 1 0 0,0-2 0 0 0,1 1 0 0 0,13 14 0 0 0,-14-18-7 0 0,0-1-1 0 0,0 0 0 0 0,0 0 1 0 0,1 0-1 0 0,0-1 1 0 0,0 0-1 0 0,0 0 0 0 0,0 0 1 0 0,1-1-1 0 0,-1-1 0 0 0,16 5 1 0 0,9-2 49 0 0,0-1 0 0 0,0-2 1 0 0,1-1-1 0 0,49-4 0 0 0,-25-4 158 0 0,96-25 0 0 0,-85 15-271 0 0,2 2 0 0 0,-1 3 0 0 0,87-3 0 0 0,6 0 342 0 0,-90 6-160 0 0,-3 2-13 0 0,156-12 18 0 0,-60 5 80 0 0,-36 1-64 0 0,221-21 1097 0 0,-238 8-1157 0 0,-4 1 9 0 0,14 14-505 0 0,-81 9 673 0 0,52-10 0 0 0,-86 11-168 0 0,1-1-1 0 0,-1 0 0 0 0,0 0 1 0 0,0-1-1 0 0,0 0 1 0 0,0 0-1 0 0,-1-1 1 0 0,1 0-1 0 0,-1 0 0 0 0,0 0 1 0 0,0-1-1 0 0,-1 0 1 0 0,1 0-1 0 0,-1-1 1 0 0,0 1-1 0 0,0-1 0 0 0,6-10 1 0 0,-3 0-94 0 0,0 0 1 0 0,-1-1-1 0 0,-1 0 0 0 0,0 0 0 0 0,-1 0 1 0 0,3-22-1 0 0,-1 0 71 0 0,-1 0 1 0 0,-2 0-1 0 0,-2 0 0 0 0,-1-1 0 0 0,-2 1 0 0 0,-2-1 1 0 0,-2 1-1 0 0,-1 0 0 0 0,-14-45 0 0 0,-35-154 346 0 0,31 123-282 0 0,6 13 145 0 0,-6-105-1 0 0,-15-93 150 0 0,38 295-430 0 0,1 1-5 0 0,-1-1-1 0 0,0 0 1 0 0,0 1 0 0 0,0-1 0 0 0,-1 1 0 0 0,0-1 0 0 0,1 1 0 0 0,-2 0 0 0 0,1 0 0 0 0,0 0 0 0 0,-1 0 0 0 0,0 0-1 0 0,-5-6 1 0 0,5 9-156 0 0,5 5-137 0 0,6 5-508 0 0,32 27-3843 0 0,-31-25 2671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23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7367 0 0,'4'8'3726'0'0,"2"25"-2853"0"0,-2 32 659 0 0,-7 98-1 0 0,-20 63-700 0 0,-1 27-1056 0 0,19-175-845 0 0,1-27-2692 0 0,-2-7-890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24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3 198 3679 0 0,'0'-1'161'0'0,"-1"0"-1"0"0,1 0 1 0 0,-1 0-1 0 0,1-1 1 0 0,0 1-1 0 0,0 0 1 0 0,-1 0-1 0 0,1-1 1 0 0,0 1-1 0 0,0 0 0 0 0,0-1 1 0 0,0 1-1 0 0,1 0 1 0 0,-1 0-1 0 0,0-1 1 0 0,0 1-1 0 0,1 0 1 0 0,-1 0-1 0 0,1-1 1 0 0,-1 1-1 0 0,1 0 0 0 0,1-2 1 0 0,0 2 188 0 0,1-1 0 0 0,0 1-1 0 0,-1 0 1 0 0,1 0 0 0 0,0 0 0 0 0,-1 0 0 0 0,1 0 0 0 0,0 1 0 0 0,0-1-1 0 0,3 1 1 0 0,22-3 186 0 0,0 1-1 0 0,32 3 1 0 0,-4 0-12 0 0,10-2-109 0 0,20 1 62 0 0,0-4 0 0 0,106-17-1 0 0,-79 4-144 0 0,149-1 1 0 0,-166 13-221 0 0,2-1-42 0 0,235-4 144 0 0,-281 12-191 0 0,24 2 14 0 0,83-8 0 0 0,87-5 138 0 0,-99 7 6 0 0,-114-1-69 0 0,0-1 1 0 0,-1-2-1 0 0,41-13 0 0 0,-42 11 80 0 0,0 0 0 0 0,0 2-1 0 0,48-3 1 0 0,-55 8-117 0 0,0 2 0 0 0,26 4 0 0 0,-41-4-55 0 0,0 1 0 0 0,0 0 0 0 0,0 0 0 0 0,0 1 0 0 0,-1 0 0 0 0,1 1-1 0 0,-1 0 1 0 0,14 9 0 0 0,17 23 133 0 0,-32-28-110 0 0,0 0 0 0 0,1-1-1 0 0,0-1 1 0 0,12 9-1 0 0,-19-14-37 0 0,-1-1 0 0 0,1 1 0 0 0,0 0-1 0 0,0-1 1 0 0,-1 1 0 0 0,1 0 0 0 0,-1 0 0 0 0,1-1 0 0 0,0 1-1 0 0,-1 0 1 0 0,0 0 0 0 0,1 0 0 0 0,-1 0 0 0 0,1 0-1 0 0,-1 0 1 0 0,0 0 0 0 0,0 0 0 0 0,0 0 0 0 0,1 0-1 0 0,-1 2 1 0 0,-5 28 192 0 0,-3-6 41 0 0,-12 26-1 0 0,7-20-89 0 0,4-3-14 0 0,1 0 0 0 0,2 0 0 0 0,-6 51 0 0 0,4 89 355 0 0,8-155-484 0 0,5 83-384 0 0,-2-65-303 0 0,-1 43 0 0 0,-2-45-1203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7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409 54 2303 0 0,'0'-3'640'0'0,"0"-1"-1"0"0,0 1 0 0 0,1-1 0 0 0,-1 1 0 0 0,1 0 0 0 0,-1-1 0 0 0,1 1 0 0 0,0 0 0 0 0,1-1 0 0 0,-1 1 1 0 0,0 0-1 0 0,1 0 0 0 0,0 0 0 0 0,3-5 0 0 0,-17 20-190 0 0,-2-1 0 0 0,1-1 0 0 0,-2 0 0 0 0,1 0 0 0 0,-1-2 0 0 0,-25 11 0 0 0,-104 31 747 0 0,57-21-258 0 0,16-8-766 0 0,82-17-4120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7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4 8351 0 0,'0'0'38'0'0,"0"-1"0"0"0,-1 1 0 0 0,1 0 0 0 0,0-1 0 0 0,-1 1 0 0 0,1 0 0 0 0,-1 0 0 0 0,1-1 0 0 0,-1 1 0 0 0,1 0-1 0 0,-1 0 1 0 0,1 0 0 0 0,-1-1 0 0 0,1 1 0 0 0,-1 0 0 0 0,1 0 0 0 0,-1 0 0 0 0,1 0 0 0 0,-1 0 0 0 0,1 0 0 0 0,-1 0 0 0 0,1 0-1 0 0,-1 0 1 0 0,1 0 0 0 0,-1 0 0 0 0,1 1 0 0 0,-1-1 0 0 0,1 0 0 0 0,-1 0 0 0 0,1 0 0 0 0,-1 1 0 0 0,0 0 0 0 0,0 0 105 0 0,1 0 0 0 0,-1 0 0 0 0,1 0 0 0 0,-1 0 0 0 0,1 0 0 0 0,-1 1-1 0 0,1-1 1 0 0,0 0 0 0 0,0 0 0 0 0,-1 0 0 0 0,1 1 0 0 0,0 1 0 0 0,5 39 1491 0 0,2-19-1284 0 0,0 0 1 0 0,1 0-1 0 0,1-1 0 0 0,2-1 0 0 0,0 1 0 0 0,1-2 0 0 0,1 1 0 0 0,0-2 0 0 0,2 0 1 0 0,17 17-1 0 0,-16-20-1029 0 0,0 0 0 0 0,2-2 0 0 0,0 0 1 0 0,0-1-1 0 0,1-1 0 0 0,30 15 0 0 0,-26-18-4557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1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5307 1475 1375 0 0,'8'0'9295'0'0,"-18"4"-9358"0"0,-12 3 390 0 0,-1 0-1 0 0,1-2 0 0 0,-1-1 0 0 0,0-1 1 0 0,0-1-1 0 0,-30-1 0 0 0,-12 3 701 0 0,-151 23 400 0 0,-17 3-1042 0 0,-650-22 1812 0 0,376-34-453 0 0,342 9-1638 0 0,-50-3-20 0 0,-136-4-75 0 0,25 0 280 0 0,14-1 240 0 0,175 13-440 0 0,-131-28 309 0 0,2-29-91 0 0,207 51-219 0 0,-44-10 60 0 0,44 13 55 0 0,-1-3 0 0 0,-93-41 0 0 0,118 41-99 0 0,1-2-1 0 0,1-1 1 0 0,1-1-1 0 0,1-2 1 0 0,2-1-1 0 0,0-2 1 0 0,1-1-1 0 0,2-1 1 0 0,1-1-1 0 0,1-1 1 0 0,2-1-1 0 0,1-1 1 0 0,2-1-1 0 0,1 0 1 0 0,-19-53-1 0 0,35 81-105 0 0,-121-291 0 0 0,40 130 0 0 0,53 105 46 0 0,-14-31 36 0 0,39 64-140 0 0,4 24-4 0 0,1 1-1 0 0,-1 0 1 0 0,1 0-1 0 0,-1 0 0 0 0,-3-7 1 0 0,14 19-2227 0 0,-1 0 571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2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1 1 1375 0 0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3.0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 53 1375 0 0,'0'-1'153'0'0,"-1"-1"-1"0"0,0 1 1 0 0,1 0-1 0 0,-1 0 1 0 0,1-1-1 0 0,-1 1 1 0 0,1 0-1 0 0,0-1 1 0 0,0 1-1 0 0,-1 0 1 0 0,1-1-1 0 0,0 1 0 0 0,0 0 1 0 0,0-1-1 0 0,0 1 1 0 0,1-1-1 0 0,-1 1 1 0 0,1-2-1 0 0,-5-23 5983 0 0,7 38-1529 0 0,-5 16-3443 0 0,1-16-460 0 0,-1 47 684 0 0,-16 90 0 0 0,5-78-1082 0 0,4 0 1 0 0,-1 102 0 0 0,13-148-45 0 0,-3-25-85 0 0,-3-12-56 0 0,-13-86-249 0 0,8 40 24 0 0,7 51 102 0 0,-7-38-64 0 0,2 0 1 0 0,1-1-1 0 0,4-82 0 0 0,1 121 78 0 0,1 0 101 0 0,0-1 0 0 0,0 1 0 0 0,0-1 0 0 0,1 1 0 0 0,5-12 0 0 0,-7 17-93 0 0,1 1 0 0 0,0-1 0 0 0,0 1 0 0 0,0-1 0 0 0,0 1 1 0 0,0 0-1 0 0,0 0 0 0 0,0-1 0 0 0,0 1 0 0 0,0 0 0 0 0,1 0 0 0 0,-1 0 0 0 0,1 0 1 0 0,-1 0-1 0 0,0 1 0 0 0,1-1 0 0 0,-1 0 0 0 0,1 1 0 0 0,0-1 0 0 0,-1 1 0 0 0,1-1 1 0 0,-1 1-1 0 0,1 0 0 0 0,0 0 0 0 0,-1 0 0 0 0,1 0 0 0 0,0 0 0 0 0,-1 0 0 0 0,1 0 1 0 0,0 0-1 0 0,2 1 0 0 0,6 1 29 0 0,1 1 0 0 0,-1 0 0 0 0,0 1 0 0 0,0 0 0 0 0,0 1 0 0 0,-1-1 0 0 0,0 2 0 0 0,0 0 0 0 0,9 7 0 0 0,5 6 160 0 0,38 42 1 0 0,-47-44-163 0 0,1-1 0 0 0,1-1 0 0 0,1 0-1 0 0,0-1 1 0 0,30 19 0 0 0,-26-23-112 0 0,0-1-1 0 0,1-1 1 0 0,0-1 0 0 0,35 6 0 0 0,-42-9-86 0 0,-6-2 170 0 0,-1 0 1 0 0,1 1-1 0 0,-1 0 0 0 0,0 1 1 0 0,0-1-1 0 0,11 9 0 0 0,-31-28 155 0 0,11 14-153 0 0,0 1 0 0 0,1-1 1 0 0,-1 1-1 0 0,0-1 1 0 0,0 1-1 0 0,0-1 0 0 0,0 1 1 0 0,0 0-1 0 0,0-1 1 0 0,0 1-1 0 0,-1 0 1 0 0,1 0-1 0 0,0 0 0 0 0,-1 0 1 0 0,1 0-1 0 0,-1 0 1 0 0,1 1-1 0 0,-1-1 0 0 0,1 0 1 0 0,-1 1-1 0 0,1-1 1 0 0,-1 1-1 0 0,0-1 1 0 0,1 1-1 0 0,-1 0 0 0 0,0 0 1 0 0,1 0-1 0 0,-1 0 1 0 0,0 0-1 0 0,-1 0 0 0 0,-11 3-18 0 0,0 1 0 0 0,0 1 0 0 0,1 0 0 0 0,0 0 0 0 0,-16 10-1 0 0,-27 11-1 0 0,28-17 0 0 0,0-1 0 0 0,0-2 0 0 0,-1 0 0 0 0,0-2 0 0 0,-31 0 0 0 0,60-4-32 0 0,-17 2 155 0 0,17-2-163 0 0,0 0 0 0 0,0 0 0 0 0,-1 0-1 0 0,1 0 1 0 0,0 0 0 0 0,-1 0 0 0 0,1 0 0 0 0,0 0-1 0 0,0 0 1 0 0,-1 0 0 0 0,1 0 0 0 0,0 0 0 0 0,-1 0 0 0 0,1 0-1 0 0,0 0 1 0 0,0 0 0 0 0,-1 0 0 0 0,1 1 0 0 0,0-1 0 0 0,0 0-1 0 0,-1 0 1 0 0,1 0 0 0 0,0 0 0 0 0,0 1 0 0 0,-1-1-1 0 0,1 0 1 0 0,0 0 0 0 0,0 1 0 0 0,0-1 0 0 0,-1 0 0 0 0,1 0-1 0 0,0 1 1 0 0,0-1 0 0 0,0 0 0 0 0,0 0 0 0 0,0 1-1 0 0,0-1 1 0 0,0 0 0 0 0,0 1 0 0 0,0-1 0 0 0,0 0 0 0 0,0 0-1 0 0,0 1 1 0 0,0-1 0 0 0,0 1 0 0 0,6 5-939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3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20 5439 0 0,'1'1'128'0'0,"-1"1"0"0"0,1-1-1 0 0,0 0 1 0 0,-1 0 0 0 0,1 0-1 0 0,0 0 1 0 0,0 0 0 0 0,-1 0-1 0 0,1 0 1 0 0,0 0-1 0 0,0 0 1 0 0,0 0 0 0 0,0-1-1 0 0,1 1 1 0 0,-1 0 0 0 0,0-1-1 0 0,0 1 1 0 0,0 0 0 0 0,0-1-1 0 0,1 0 1 0 0,-1 1-1 0 0,0-1 1 0 0,1 0 0 0 0,-1 1-1 0 0,0-1 1 0 0,0 0 0 0 0,1 0-1 0 0,-1 0 1 0 0,0 0-1 0 0,1-1 1 0 0,-1 1 0 0 0,0 0-1 0 0,1 0 1 0 0,-1-1 0 0 0,0 1-1 0 0,0-1 1 0 0,0 1 0 0 0,1-1-1 0 0,-1 1 1 0 0,0-1-1 0 0,0 0 1 0 0,0 0 0 0 0,0 0-1 0 0,0 1 1 0 0,0-1 0 0 0,0 0-1 0 0,0 0 1 0 0,0 0 0 0 0,-1 0-1 0 0,1 0 1 0 0,0-1-1 0 0,-1 1 1 0 0,1 0 0 0 0,-1 0-1 0 0,1 0 1 0 0,-1-1 0 0 0,1 1-1 0 0,-1 0 1 0 0,0 0 0 0 0,0-1-1 0 0,0 1 1 0 0,1 0-1 0 0,-1-1 1 0 0,0 1 0 0 0,-1 0-1 0 0,1-1 1 0 0,0 1 0 0 0,0 0-1 0 0,-1-2 1 0 0,4 12 162 0 0,1 1 0 0 0,-2-1 0 0 0,0 1 0 0 0,0 0 0 0 0,0-1 1 0 0,-2 1-1 0 0,1 0 0 0 0,-1 0 0 0 0,0 0 0 0 0,-3 11 0 0 0,0 5-20 0 0,-2 0-1 0 0,-13 40 1 0 0,3-25-187 0 0,8-23-129 0 0,1 1 1 0 0,0 0-1 0 0,1 1 0 0 0,1-1 0 0 0,-3 35 0 0 0,9-45-462 0 0,0 0 1 0 0,0 0-1 0 0,0 0 0 0 0,1 0 1 0 0,1 0-1 0 0,-1 0 0 0 0,7 10 1 0 0,-4-9-959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04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22 156 5815 0 0,'-2'-5'1012'0'0,"-1"1"0"0"0,-13-15 6974 0 0,55 54-6610 0 0,-15-13-1201 0 0,1-2-1 0 0,45 31 1 0 0,-57-44-168 0 0,44 24 36 0 0,-51-28-40 0 0,-1-1-1 0 0,1 0 1 0 0,-1-1 0 0 0,1 1-1 0 0,0-1 1 0 0,0 0 0 0 0,-1-1 0 0 0,13 1-1 0 0,-17-2 4 0 0,1 1 0 0 0,0 0 0 0 0,-1-1 0 0 0,1 1-1 0 0,-1-1 1 0 0,1 1 0 0 0,-1-1 0 0 0,1 0 0 0 0,-1 0-1 0 0,1 0 1 0 0,-1 1 0 0 0,1-1 0 0 0,-1-1 0 0 0,0 1 0 0 0,0 0-1 0 0,0 0 1 0 0,1 0 0 0 0,-1-1 0 0 0,0 1 0 0 0,-1-1-1 0 0,3-2 1 0 0,-3 4-3 0 0,0-1 0 0 0,0 0-1 0 0,1 1 1 0 0,-1-1 0 0 0,0 0-1 0 0,0 0 1 0 0,0 1 0 0 0,0-1-1 0 0,0 0 1 0 0,0 0 0 0 0,0 1-1 0 0,0-1 1 0 0,0 0 0 0 0,-1 0-1 0 0,1 1 1 0 0,0-1 0 0 0,0 0-1 0 0,-1 1 1 0 0,1-1 0 0 0,0 0-1 0 0,-1 0 1 0 0,1 1 0 0 0,0-1-1 0 0,-1 1 1 0 0,1-1 0 0 0,-1 1-1 0 0,1-1 1 0 0,-1 0 0 0 0,0 1-1 0 0,1 0 1 0 0,-1-1 0 0 0,0 1-1 0 0,1-1 1 0 0,-1 1 0 0 0,0 0-1 0 0,1-1 1 0 0,-1 1 0 0 0,0 0-1 0 0,1 0 1 0 0,-1 0 0 0 0,0-1-1 0 0,0 1 1 0 0,1 0 0 0 0,-1 0-1 0 0,0 0 1 0 0,0 0 0 0 0,-1 1-1 0 0,-40-5-210 0 0,14 2-74 0 0,-37-7-1 0 0,57 7 284 0 0,1 0 0 0 0,-1 0 0 0 0,1-1 1 0 0,0 0-1 0 0,0 0 0 0 0,0 0 0 0 0,0-1 0 0 0,0 0 1 0 0,-9-9-1 0 0,2-2 423 0 0,10 11 461 0 0,7 20-679 0 0,9 75-280 0 0,-12-91 75 0 0,0 0-1 0 0,0 0 0 0 0,0 0 1 0 0,0 0-1 0 0,0 0 0 0 0,0 1 1 0 0,-1-1-1 0 0,1 0 0 0 0,0 0 1 0 0,0 0-1 0 0,0 0 0 0 0,0 0 1 0 0,0 0-1 0 0,0 1 0 0 0,0-1 1 0 0,0 0-1 0 0,0 0 0 0 0,1 0 1 0 0,-1 0-1 0 0,0 0 0 0 0,0 0 1 0 0,0 1-1 0 0,0-1 0 0 0,0 0 1 0 0,0 0-1 0 0,0 0 0 0 0,0 0 1 0 0,0 0-1 0 0,0 0 0 0 0,0 0 1 0 0,0 0-1 0 0,0 0 0 0 0,1 1 1 0 0,-1-1-1 0 0,0 0 0 0 0,0 0 1 0 0,0 0-1 0 0,0 0 0 0 0,0 0 1 0 0,0 0-1 0 0,0 0 0 0 0,1 0 1 0 0,-1 0-1 0 0,0 0 0 0 0,0 0 1 0 0,0 0-1 0 0,0 0 0 0 0,0 0 1 0 0,0 0-1 0 0,0 0 0 0 0,1 0 1 0 0,-1 0-1 0 0,0 0 0 0 0,0 0 1 0 0,0 0-1 0 0,0 0 0 0 0,0 0 1 0 0,0 0-1 0 0,1 0 0 0 0,4-10 44 0 0,4-15 20 0 0,-1-1-151 0 0,20-44 0 0 0,-2 5-11 0 0,-20 46 93 0 0,-4 10-6 0 0,1 0-1 0 0,0 0 0 0 0,0 1 1 0 0,1-1-1 0 0,0 1 0 0 0,0 0 0 0 0,11-13 1 0 0,-14 20-84 0 0,0 1 0 0 0,0 0 0 0 0,0-1 0 0 0,1 1 1 0 0,-1 0-1 0 0,0 0 0 0 0,1 0 0 0 0,-1 0 1 0 0,0 0-1 0 0,0 0 0 0 0,1 0 0 0 0,-1 0 0 0 0,0 0 1 0 0,0 1-1 0 0,1-1 0 0 0,-1 0 0 0 0,0 1 1 0 0,0-1-1 0 0,0 1 0 0 0,1-1 0 0 0,-1 1 0 0 0,0 0 1 0 0,1 1-1 0 0,8 4-1052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44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1 133 1375 0 0,'1'-5'684'0'0,"0"0"0"0"0,1 0 0 0 0,0 1 0 0 0,0-1 0 0 0,0 0 0 0 0,1 1 0 0 0,-1-1 0 0 0,1 1-1 0 0,0 0 1 0 0,6-7 0 0 0,0 2-912 0 0,-6 6 314 0 0,0 1 0 0 0,0 1 0 0 0,0-1 0 0 0,1 0 0 0 0,-1 1 0 0 0,0 0 0 0 0,1-1 0 0 0,-1 1 0 0 0,1 1 0 0 0,-1-1 0 0 0,1 0 0 0 0,-1 1 0 0 0,8 0 0 0 0,52 5 76 0 0,-32-1-39 0 0,43 0 201 0 0,1-2 0 0 0,-1-4 0 0 0,93-15 0 0 0,-82 8-172 0 0,113 3 0 0 0,11-1 54 0 0,156-9 24 0 0,-118 12-165 0 0,55 1 106 0 0,-9 19-8 0 0,-239-13-79 0 0,67-6-1 0 0,-13 0 19 0 0,-28 4-65 0 0,414 17 158 0 0,-315-5-142 0 0,47 6 52 0 0,-88 4-33 0 0,-78-11-37 0 0,65 3-1 0 0,203 11 72 0 0,-1 13 0 0 0,457 117-1 0 0,-670-126-11 0 0,122 51 0 0 0,-204-66-21 0 0,-1 2-1 0 0,0 2 1 0 0,41 32-1 0 0,-34-23 122 0 0,53 29 0 0 0,29 1 196 0 0,44 25-88 0 0,-142-69-261 0 0,0 0 0 0 0,0 2 0 0 0,-1 1 0 0 0,35 36 0 0 0,37 65 8 0 0,-69-84-32 0 0,2-1 0 0 0,1-1 0 0 0,51 46 0 0 0,-38-48-17 0 0,1-2 0 0 0,50 25 0 0 0,-56-34 0 0 0,-1 2 0 0 0,0 0 0 0 0,-2 3 0 0 0,44 39 0 0 0,15 42 87 0 0,17 15 122 0 0,-94-106-185 0 0,2 0 0 0 0,0-1 0 0 0,1-1 0 0 0,0-1 0 0 0,34 17 0 0 0,83 27 193 0 0,22 10 86 0 0,-62-22-120 0 0,51 26 18 0 0,32 18 47 0 0,34 21 200 0 0,-184-92-403 0 0,1 0-1 0 0,1-2 1 0 0,0-1-1 0 0,0-2 1 0 0,2-1-1 0 0,-1-1 1 0 0,1-1-1 0 0,0-2 1 0 0,38 3 0 0 0,215 23 163 0 0,-194-21 45 0 0,160-3 0 0 0,-242-8-247 0 0,40 3 189 0 0,91 16 0 0 0,-63-7-211 0 0,-74-12 26 0 0,0 0-1 0 0,0 1 1 0 0,0-1 0 0 0,-1 0-1 0 0,1 0 1 0 0,0 0 0 0 0,0-1-1 0 0,0 1 1 0 0,0 0 0 0 0,-1-1-1 0 0,1 1 1 0 0,0-1-1 0 0,0 0 1 0 0,-1 1 0 0 0,1-1-1 0 0,-1 0 1 0 0,1 0 0 0 0,0 0-1 0 0,-1 0 1 0 0,0 0 0 0 0,3-3-1 0 0,-4 4-9 0 0,1-1 1 0 0,-1 1-1 0 0,1 0 0 0 0,-1-1 0 0 0,1 1 1 0 0,-1 0-1 0 0,1 0 0 0 0,-1-1 0 0 0,1 1 1 0 0,-1 0-1 0 0,1 0 0 0 0,-1 0 0 0 0,1 0 1 0 0,-1 0-1 0 0,1-1 0 0 0,0 1 0 0 0,-1 0 0 0 0,1 0 1 0 0,-1 0-1 0 0,1 1 0 0 0,-1-1 0 0 0,1 0 1 0 0,0 0-1 0 0,-1 0 0 0 0,1 0 0 0 0,-1 0 1 0 0,1 1-1 0 0,-1-1 0 0 0,1 0 0 0 0,-1 0 1 0 0,1 1-1 0 0,-1-1 0 0 0,1 0 0 0 0,-1 1 0 0 0,0-1 1 0 0,1 1-1 0 0,-1-1 0 0 0,1 0 0 0 0,-1 1 1 0 0,0-1-1 0 0,1 1 0 0 0,-1-1 0 0 0,0 1 1 0 0,2 2-706 0 0,-1-1 0 0 0,0 1 0 0 0,0-1 0 0 0,0 1 0 0 0,0-1 0 0 0,-1 1 0 0 0,1 4 0 0 0,1 10-5210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7:45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39 5983 0 0,'-10'-21'1939'0'0,"5"10"599"0"0,5 11-2506 0 0,0 0 1 0 0,0-1-1 0 0,0 1 0 0 0,0 0 1 0 0,0 0-1 0 0,0 0 0 0 0,0-1 1 0 0,0 1-1 0 0,0 0 0 0 0,0 0 1 0 0,0 0-1 0 0,0-1 0 0 0,0 1 1 0 0,0 0-1 0 0,0 0 0 0 0,0 0 0 0 0,0-1 1 0 0,0 1-1 0 0,0 0 0 0 0,0 0 1 0 0,0 0-1 0 0,0 0 0 0 0,1-1 1 0 0,-1 1-1 0 0,0 0 0 0 0,0 0 1 0 0,0 0-1 0 0,0 0 0 0 0,0-1 0 0 0,1 1 1 0 0,-1 0-1 0 0,0 0 0 0 0,0 0 1 0 0,0 0-1 0 0,1 0 0 0 0,3 0 20 0 0,0 0 0 0 0,1 0 0 0 0,-1 1-1 0 0,0 0 1 0 0,0-1 0 0 0,1 2 0 0 0,-1-1-1 0 0,0 0 1 0 0,0 1 0 0 0,5 3 0 0 0,0-2 26 0 0,38 17 233 0 0,73 43-1 0 0,38 37-143 0 0,-138-87-131 0 0,151 115 198 0 0,-164-122-138 0 0,-3-4 30 0 0,-1 1 1 0 0,1 0 0 0 0,-1 0 0 0 0,0 0 0 0 0,0 0-1 0 0,3 6 1 0 0,-5-8-89 0 0,0 0 0 0 0,-1 0 1 0 0,1 1-1 0 0,-1-1 0 0 0,0 0 0 0 0,1 0 0 0 0,-1 1 1 0 0,0-1-1 0 0,0 0 0 0 0,0 1 0 0 0,0-1 0 0 0,0 0 1 0 0,0 0-1 0 0,0 1 0 0 0,0-1 0 0 0,0 0 0 0 0,-1 1 1 0 0,1-1-1 0 0,-1 0 0 0 0,1 0 0 0 0,-1 1 0 0 0,1-1 0 0 0,-1 0 1 0 0,0 0-1 0 0,1 0 0 0 0,-2 2 0 0 0,-1 0 12 0 0,0 0 1 0 0,0 1-1 0 0,-1-1 0 0 0,1 0 0 0 0,-1 0 1 0 0,1-1-1 0 0,-1 1 0 0 0,0-1 0 0 0,0 0 0 0 0,0 0 1 0 0,-1 0-1 0 0,1 0 0 0 0,0-1 0 0 0,-1 1 0 0 0,1-1 1 0 0,-8 0-1 0 0,-8 1 148 0 0,1 0 1 0 0,-33-4-1 0 0,29 2-39 0 0,-190 0 873 0 0,179 3-947 0 0,-1 1 0 0 0,1 2 0 0 0,0 1-1 0 0,-37 13 1 0 0,59-17-103 0 0,0 2 0 0 0,1-1 0 0 0,0 2 0 0 0,0-1 0 0 0,0 1 0 0 0,1 1 0 0 0,-1 0 0 0 0,-11 12 0 0 0,-2 0-41 0 0,20-17 41 0 0,0 1 0 0 0,1-1 0 0 0,0 1 0 0 0,0 0 0 0 0,0 0 0 0 0,0 0-1 0 0,0 0 1 0 0,0 0 0 0 0,1 1 0 0 0,0-1 0 0 0,-1 1 0 0 0,1 0 0 0 0,-3 7 0 0 0,-2 19-1321 0 0,-1 5-440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22.6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7199 0 0,'2'8'959'0'0,"-2"-7"-892"0"0,0-1 0 0 0,0 1 0 0 0,0-1 0 0 0,0 1 0 0 0,0-1 0 0 0,0 1 0 0 0,0-1 0 0 0,0 1 0 0 0,0-1 0 0 0,0 1 0 0 0,0-1 0 0 0,1 1 0 0 0,-1-1 0 0 0,0 1 0 0 0,0-1 0 0 0,0 0 0 0 0,1 1 0 0 0,-1-1 0 0 0,0 1 0 0 0,1-1 0 0 0,-1 0 0 0 0,0 1 0 0 0,1-1 0 0 0,-1 0 0 0 0,0 1 0 0 0,1-1 0 0 0,-1 0 0 0 0,1 0 0 0 0,-1 1 0 0 0,1-1 0 0 0,-1 0 0 0 0,0 0 0 0 0,1 0 0 0 0,0 1 0 0 0,0-1 13 0 0,-1 0-1 0 0,1 0 0 0 0,-1 0 1 0 0,1-1-1 0 0,-1 1 0 0 0,1 0 1 0 0,0 0-1 0 0,-1 0 0 0 0,1 0 1 0 0,-1-1-1 0 0,1 1 0 0 0,-1 0 0 0 0,0 0 1 0 0,1-1-1 0 0,-1 1 0 0 0,1 0 1 0 0,-1-1-1 0 0,1 1 0 0 0,-1-1 1 0 0,0 1-1 0 0,1 0 0 0 0,-1-1 1 0 0,0 1-1 0 0,0-1 0 0 0,1 1 1 0 0,-1-1-1 0 0,0 1 0 0 0,0-1 1 0 0,1 0-1 0 0,1-18 836 0 0,-3 22-782 0 0,0 1 0 0 0,0 0 1 0 0,1 0-1 0 0,0 0 0 0 0,-1 0 0 0 0,2 7 0 0 0,-1-9-76 0 0,8 396 1440 0 0,-3-230-1203 0 0,-9 16 1059 0 0,-1-38-413 0 0,7-137-1746 0 0,11-32-6218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23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3679 0 0,'14'9'5327'0'0,"4"-4"-3717"0"0,-14-5-1485 0 0,-1 1 0 0 0,1 0 0 0 0,-1 0 0 0 0,0 0 0 0 0,0 1 0 0 0,1-1-1 0 0,4 4 1 0 0,-2 1 107 0 0,0 1 0 0 0,-1-1-1 0 0,0 1 1 0 0,0 0-1 0 0,-1 0 1 0 0,0 1 0 0 0,0-1-1 0 0,-1 1 1 0 0,0 0 0 0 0,4 15-1 0 0,12 27 45 0 0,83 132 375 0 0,-89-159-528 0 0,-10-17-45 0 0,0 1 0 0 0,0-2-1 0 0,1 1 1 0 0,0 0-1 0 0,0-1 1 0 0,0 1-1 0 0,1-1 1 0 0,8 6-1 0 0,-13-10-71 0 0,1 0 0 0 0,0 0 0 0 0,0-1-1 0 0,0 1 1 0 0,0 0 0 0 0,0-1 0 0 0,0 1-1 0 0,0-1 1 0 0,0 0 0 0 0,0 1 0 0 0,0-1-1 0 0,0 0 1 0 0,0 1 0 0 0,0-1 0 0 0,0 0-1 0 0,0 0 1 0 0,0 0 0 0 0,0 0 0 0 0,0 0-1 0 0,0 0 1 0 0,0 0 0 0 0,1 0 0 0 0,-1-1 0 0 0,0 1-1 0 0,0 0 1 0 0,0 0 0 0 0,0-1 0 0 0,0 1-1 0 0,1-1 1 0 0,1-2 12 0 0,-1 0 1 0 0,1 1-1 0 0,-1-1 1 0 0,1 0-1 0 0,-1 0 0 0 0,0 0 1 0 0,3-7-1 0 0,6-6-30 0 0,0 0 0 0 0,1 0 0 0 0,0 1 0 0 0,1 0 0 0 0,20-16 0 0 0,13-13-11 0 0,71-62-96 0 0,-43 41-684 0 0,-30 24-1224 0 0,-32 29 1271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43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0 355 1375 0 0,'2'-1'288'0'0,"0"-1"-1"0"0,0 0 0 0 0,0 0 0 0 0,0 0 0 0 0,0 0 0 0 0,0 0 0 0 0,-1-1 0 0 0,1 1 0 0 0,-1 0 0 0 0,0-1 0 0 0,0 1 0 0 0,1-4 0 0 0,4-5-12 0 0,14-20 448 0 0,-9 16-559 0 0,-1 0-1 0 0,-1-1 1 0 0,12-28-1 0 0,-9 14-99 0 0,1 1 0 0 0,1 0 0 0 0,26-37 0 0 0,-20 30-50 0 0,-18 34 52 0 0,-2 2-61 0 0,1 0 0 0 0,-1 0 0 0 0,0 1 0 0 0,1-1 0 0 0,-1 0 0 0 0,0 0 0 0 0,0 0 0 0 0,1 0 0 0 0,-1 1-1 0 0,0-1 1 0 0,0 0 0 0 0,1 0 0 0 0,-1 1 0 0 0,0-1 0 0 0,0 0 0 0 0,1 0 0 0 0,-1 1 0 0 0,0-1 0 0 0,0 0-1 0 0,0 1 1 0 0,0-1 0 0 0,0 0 0 0 0,1 1 0 0 0,-1-1 0 0 0,0 0 0 0 0,0 1 0 0 0,0-1 0 0 0,0 0 0 0 0,0 1-1 0 0,0-1 1 0 0,0 0 0 0 0,0 1 0 0 0,0-1 0 0 0,-1 1 0 0 0,3 13 106 0 0,-2 17-98 0 0,-11 337 371 0 0,-2-285-329 0 0,8-60-28 0 0,0 0 0 0 0,0 39 0 0 0,5-62-22 0 0,-1 0 0 0 0,1 1 0 0 0,0-1-1 0 0,0 0 1 0 0,0 0 0 0 0,0 1-1 0 0,0-1 1 0 0,0 0 0 0 0,0 0 0 0 0,0 0-1 0 0,0 1 1 0 0,0-1 0 0 0,0 0-1 0 0,0 0 1 0 0,1 0 0 0 0,-1 1 0 0 0,0-1-1 0 0,0 0 1 0 0,0 0 0 0 0,0 0 0 0 0,0 1-1 0 0,0-1 1 0 0,0 0 0 0 0,0 0-1 0 0,1 0 1 0 0,-1 0 0 0 0,0 0 0 0 0,0 1-1 0 0,0-1 1 0 0,0 0 0 0 0,1 0-1 0 0,-1 0 1 0 0,0 0 0 0 0,0 0 0 0 0,0 0-1 0 0,1 0 1 0 0,-1 1 0 0 0,0-1-1 0 0,0 0 1 0 0,0 0 0 0 0,1 0 0 0 0,-1 0-1 0 0,0 0 1 0 0,0 0 0 0 0,0 0 0 0 0,1 0-1 0 0,-1 0 1 0 0,0 0 0 0 0,0 0-1 0 0,0 0 1 0 0,1-1 0 0 0,-1 1 0 0 0,0 0-1 0 0,0 0 1 0 0,0 0 0 0 0,1 0-1 0 0,-1 0 1 0 0,0 0 0 0 0,0 0 0 0 0,0 0-1 0 0,0-1 1 0 0,1 1 0 0 0,-1 0-1 0 0,11-11-2416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44.9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825 325 5063 0 0,'-23'-54'1456'0'0,"17"39"-1192"0"0,1 1 0 0 0,-2 0 0 0 0,0 0 0 0 0,0 1 0 0 0,-2-1 0 0 0,-12-14 0 0 0,8 13-140 0 0,-5-5 122 0 0,0 0 0 0 0,-2 0 0 0 0,-42-30 0 0 0,55 45-209 0 0,1 1 0 0 0,-2 0-1 0 0,1 1 1 0 0,0-1 0 0 0,-1 1 0 0 0,1 1-1 0 0,-1 0 1 0 0,0 0 0 0 0,0 0-1 0 0,0 1 1 0 0,0 0 0 0 0,0 0-1 0 0,0 1 1 0 0,0 0 0 0 0,0 1 0 0 0,0 0-1 0 0,0 0 1 0 0,-8 2 0 0 0,-20 9 73 0 0,0 2 0 0 0,-43 22 1 0 0,54-24 20 0 0,9-4-25 0 0,1 0-1 0 0,0 1 1 0 0,0 1-1 0 0,1 0 0 0 0,0 1 1 0 0,-21 21-1 0 0,26-22-79 0 0,1 1 0 0 0,0-1 0 0 0,0 2 0 0 0,1-1 1 0 0,0 1-1 0 0,1 0 0 0 0,1 1 0 0 0,0-1 0 0 0,-4 17 0 0 0,-9 36-2 0 0,-40 170 77 0 0,55-205-95 0 0,0-1-1 0 0,3 1 0 0 0,0 0 1 0 0,2-1-1 0 0,1 1 0 0 0,2-1 1 0 0,0 0-1 0 0,2 0 0 0 0,1 0 1 0 0,2-1-1 0 0,16 34 0 0 0,-19-47 24 0 0,0 0 0 0 0,1-1 0 0 0,1 0 0 0 0,0 0 0 0 0,1-1 0 0 0,0 0 0 0 0,1-1 0 0 0,0 0 0 0 0,1-1-1 0 0,1 0 1 0 0,0-1 0 0 0,0 0 0 0 0,1-1 0 0 0,0 0 0 0 0,1-1 0 0 0,-1-1 0 0 0,2-1 0 0 0,19 7 0 0 0,-8-6 43 0 0,1-2 1 0 0,0 0-1 0 0,0-2 1 0 0,0-1-1 0 0,0-1 1 0 0,0-1-1 0 0,0-2 1 0 0,0-1-1 0 0,46-10 1 0 0,-39 4 58 0 0,0-2-1 0 0,0-1 1 0 0,-1-1 0 0 0,-1-2-1 0 0,0-1 1 0 0,60-41 0 0 0,-80 48-82 0 0,-1-1 1 0 0,0-1-1 0 0,0 0 1 0 0,-2 0-1 0 0,1-1 1 0 0,-1 0-1 0 0,-1-1 1 0 0,0 0-1 0 0,9-18 0 0 0,-9 11 13 0 0,-1 0-1 0 0,-1 0 1 0 0,0-1-1 0 0,-2 0 1 0 0,-1 0-1 0 0,3-27 1 0 0,-2-1-34 0 0,-2-1 0 0 0,-2 0 1 0 0,-3 0-1 0 0,-14-88 0 0 0,12 122-19 0 0,-1-1 0 0 0,-1 1 0 0 0,0 0 0 0 0,-1 0-1 0 0,-1 1 1 0 0,0 0 0 0 0,-1 1 0 0 0,-1-1 0 0 0,0 2-1 0 0,-1-1 1 0 0,-1 1 0 0 0,-25-21 0 0 0,5 7 17 0 0,-1 2 0 0 0,-1 2 0 0 0,-2 1 0 0 0,-45-21 1 0 0,64 35-65 0 0,0 1 0 0 0,-1 0 0 0 0,0 2 1 0 0,0 0-1 0 0,0 1 0 0 0,-1 1 0 0 0,1 0 1 0 0,-30 1-1 0 0,26 2-1202 0 0,0 2 0 0 0,0 0 1 0 0,-43 11-1 0 0,16 1-3083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47.0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85 356 2759 0 0,'-7'-3'847'0'0,"0"-1"0"0"0,0-1 0 0 0,0 1-1 0 0,-8-9 1 0 0,10 9-797 0 0,2 0 0 0 0,-1-1 1 0 0,0 1-1 0 0,1-1 0 0 0,0 0 0 0 0,0 0 0 0 0,0 0 0 0 0,1 0 0 0 0,0-1 0 0 0,0 1 1 0 0,0 0-1 0 0,0-1 0 0 0,1 0 0 0 0,0 1 0 0 0,0-1 0 0 0,1 0 0 0 0,0-11 0 0 0,0 8 64 0 0,1 0-1 0 0,1 0 0 0 0,-1 0 0 0 0,1 1 0 0 0,1-1 0 0 0,0 1 0 0 0,0-1 1 0 0,0 1-1 0 0,1 0 0 0 0,1 0 0 0 0,-1 0 0 0 0,1 1 0 0 0,1 0 0 0 0,-1 0 1 0 0,8-8-1 0 0,-4 6-17 0 0,1 0-1 0 0,0 1 1 0 0,0 0 0 0 0,0 0 0 0 0,1 1-1 0 0,0 0 1 0 0,1 1 0 0 0,0 1 0 0 0,22-9-1 0 0,-29 13-66 0 0,0 0-1 0 0,0 0 1 0 0,0 1-1 0 0,1-1 0 0 0,-1 1 1 0 0,0 0-1 0 0,0 0 1 0 0,0 1-1 0 0,0 0 0 0 0,0 0 1 0 0,0 0-1 0 0,0 0 1 0 0,0 1-1 0 0,0 0 0 0 0,0 0 1 0 0,0 0-1 0 0,-1 0 1 0 0,1 1-1 0 0,-1 0 0 0 0,0 0 1 0 0,0 0-1 0 0,5 6 1 0 0,-4-5 11 0 0,0 1 1 0 0,-1 0-1 0 0,0 0 1 0 0,0 1 0 0 0,-1-1-1 0 0,1 1 1 0 0,-1 0-1 0 0,0 0 1 0 0,-1 0 0 0 0,1 0-1 0 0,-1 1 1 0 0,0-1-1 0 0,-1 0 1 0 0,0 1 0 0 0,0-1-1 0 0,0 1 1 0 0,-1 8-1 0 0,-2 7-60 0 0,-1 1-1 0 0,-1 0 1 0 0,-1-1 0 0 0,-1 0-1 0 0,0 0 1 0 0,-2-1-1 0 0,-11 21 1 0 0,-5 6-90 0 0,-57 81-1 0 0,75-122 124 0 0,5-6-8 0 0,-1 1 0 0 0,1-1 0 0 0,0 1 0 0 0,0 0 0 0 0,0-1 0 0 0,0 1 0 0 0,0 0 0 0 0,0 0-1 0 0,0-1 1 0 0,0 1 0 0 0,0 3 0 0 0,25-19 342 0 0,-22 12-321 0 0,0 1 0 0 0,0-1 0 0 0,0 1-1 0 0,0-1 1 0 0,0 1 0 0 0,0 0 0 0 0,0 0 0 0 0,1 0 0 0 0,-1 0-1 0 0,0 1 1 0 0,1-1 0 0 0,-1 1 0 0 0,0-1 0 0 0,1 1 0 0 0,-1 0-1 0 0,1 0 1 0 0,-1 0 0 0 0,1 0 0 0 0,-1 0 0 0 0,0 0 0 0 0,1 1 0 0 0,-1-1-1 0 0,0 1 1 0 0,3 1 0 0 0,4 2 31 0 0,0 0-1 0 0,0 1 1 0 0,-1 1 0 0 0,15 11-1 0 0,-17-12-25 0 0,0 0-1 0 0,1 0 0 0 0,-1-1 0 0 0,1 0 1 0 0,0 0-1 0 0,14 5 0 0 0,-17-8-79 0 0,1 0-1 0 0,0 0 0 0 0,-1-1 0 0 0,1 1 0 0 0,0-1 1 0 0,0 0-1 0 0,-1-1 0 0 0,1 1 0 0 0,9-3 0 0 0,9-6-3612 0 0,-11 0-234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48.3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913 423 1839 0 0,'10'-49'4664'0'0,"-8"32"-4009"0"0,-1-1-1 0 0,-2-30 1 0 0,0 38-597 0 0,0 0 1 0 0,0 1-1 0 0,-1-1 0 0 0,0 0 1 0 0,-1 1-1 0 0,0 0 0 0 0,-1-1 1 0 0,0 1-1 0 0,0 0 1 0 0,-1 1-1 0 0,-8-12 0 0 0,-3 4 146 0 0,-1 0 0 0 0,0 1-1 0 0,-2 1 1 0 0,1 0-1 0 0,-42-21 1 0 0,46 27-183 0 0,-4-1 123 0 0,-1 1 1 0 0,0 1-1 0 0,-1 1 0 0 0,1 1 0 0 0,-1 0 1 0 0,-1 1-1 0 0,1 2 0 0 0,0 0 0 0 0,-22 0 1 0 0,26 3-63 0 0,0 0-1 0 0,0 1 1 0 0,0 0 0 0 0,0 1 0 0 0,1 1 0 0 0,-1 1 0 0 0,1 0-1 0 0,-23 12 1 0 0,10-3-33 0 0,1 3-1 0 0,1 0 1 0 0,-33 29-1 0 0,44-33 26 0 0,1 1-1 0 0,0 0 0 0 0,1 2 0 0 0,1-1 0 0 0,0 1 1 0 0,1 1-1 0 0,-14 28 0 0 0,9-11-30 0 0,3 0 0 0 0,0 1 0 0 0,-8 43 0 0 0,14-44-1 0 0,1 1 0 0 0,2 0 0 0 0,2 0 0 0 0,2 47 0 0 0,4-31-47 0 0,1 0 0 0 0,18 68-1 0 0,-11-79 6 0 0,1 0 0 0 0,2 0 0 0 0,2-2 0 0 0,2 0 0 0 0,1-1 0 0 0,2-1 0 0 0,51 64 0 0 0,-56-79 8 0 0,1-1 0 0 0,1 0 0 0 0,27 20-1 0 0,-35-31 23 0 0,1-2 0 0 0,0 1 0 0 0,0-2-1 0 0,0 0 1 0 0,0 0 0 0 0,1-1 0 0 0,0 0-1 0 0,20 3 1 0 0,-21-6-13 0 0,0 0 1 0 0,0-1-1 0 0,1 0 0 0 0,-1-1 1 0 0,0-1-1 0 0,1 0 0 0 0,-1-1 0 0 0,24-6 1 0 0,-1-3 62 0 0,56-27-1 0 0,-78 32-77 0 0,-1 1 2 0 0,11-5 69 0 0,0-1 1 0 0,-1-1-1 0 0,26-18 1 0 0,-41 25-54 0 0,-1 0-1 0 0,0 0 1 0 0,-1-1-1 0 0,1 0 1 0 0,-1 0 0 0 0,0 0-1 0 0,-1 0 1 0 0,1-1 0 0 0,-1 0-1 0 0,-1 0 1 0 0,1 0-1 0 0,-1 0 1 0 0,0-1 0 0 0,2-12-1 0 0,1-10 118 0 0,-2-1 1 0 0,-1 0-1 0 0,-2-58 0 0 0,-18-93 56 0 0,11 139-137 0 0,-2-24-30 0 0,-3 0 0 0 0,-4 1 0 0 0,-22-64 0 0 0,25 99-363 0 0,0 1 1 0 0,-3 1-1 0 0,0 0 1 0 0,-2 1 0 0 0,-1 1-1 0 0,-29-34 1 0 0,32 45-269 0 0,0 3-17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58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19 455 0 0,'0'0'29'0'0,"0"-1"-1"0"0,1 1 0 0 0,-1-1 0 0 0,0 1 0 0 0,0-1 0 0 0,0 1 1 0 0,0-1-1 0 0,-1 1 0 0 0,1-1 0 0 0,0 1 0 0 0,0-1 0 0 0,0 1 0 0 0,0-1 1 0 0,0 1-1 0 0,-1-1 0 0 0,1 1 0 0 0,0 0 0 0 0,0-1 0 0 0,-1 1 0 0 0,1-1 1 0 0,0 1-1 0 0,-1-1 0 0 0,1 1 0 0 0,0 0 0 0 0,-1-1 0 0 0,1 1 0 0 0,-1 0 1 0 0,1 0-1 0 0,0-1 0 0 0,-1 1 0 0 0,1 0 0 0 0,-2-1 0 0 0,1 1 88 0 0,0 0-1 0 0,0 0 0 0 0,-1 1 1 0 0,1-1-1 0 0,0 0 1 0 0,-1 0-1 0 0,1 1 0 0 0,0-1 1 0 0,0 1-1 0 0,0-1 1 0 0,-1 1-1 0 0,0 0 0 0 0,-30 23 2816 0 0,31-22-2777 0 0,-1 0 0 0 0,1-1-1 0 0,-1 1 1 0 0,0 0 0 0 0,1-1 0 0 0,-1 1-1 0 0,0-1 1 0 0,0 0 0 0 0,0 0-1 0 0,0 1 1 0 0,-1-1 0 0 0,1-1-1 0 0,0 1 1 0 0,0 0 0 0 0,-1-1-1 0 0,1 1 1 0 0,0-1 0 0 0,-3 1-1 0 0,-8-1 908 0 0,11 1-808 0 0,-1-1 0 0 0,1 0 0 0 0,0 1 0 0 0,-1-1 0 0 0,1 0 0 0 0,-1-1 0 0 0,1 1 0 0 0,0 0 0 0 0,-1-1 0 0 0,1 1 0 0 0,0-1 0 0 0,0 0 0 0 0,-1 0 0 0 0,1 0 0 0 0,0 0 0 0 0,0 0 0 0 0,0 0 0 0 0,-3-2 146 0 0,19-8 41 0 0,6 4-378 0 0,0 0 0 0 0,0 2 0 0 0,1 0 1 0 0,0 1-1 0 0,0 1 0 0 0,0 1 0 0 0,30 1 1 0 0,-41 1 35 0 0,-1 0 0 0 0,0 1 0 0 0,0 0 0 0 0,0 1 0 0 0,0 0-1 0 0,0 0 1 0 0,0 1 0 0 0,0 0 0 0 0,-1 1 0 0 0,1 0 0 0 0,-1 0 0 0 0,0 1 0 0 0,0 0 0 0 0,-1 0 0 0 0,1 1 0 0 0,-1 0 0 0 0,0 0 0 0 0,-1 1 0 0 0,9 10 0 0 0,-13-14-152 0 0,0 0-1 0 0,0 0 1 0 0,0 1-1 0 0,0-1 1 0 0,-1 0 0 0 0,1 1-1 0 0,-1 0 1 0 0,0-1 0 0 0,0 1-1 0 0,0 0 1 0 0,0 0 0 0 0,-1-1-1 0 0,1 1 1 0 0,-1 0 0 0 0,0 0-1 0 0,0 0 1 0 0,-1-1-1 0 0,1 1 1 0 0,-1 0 0 0 0,0 0-1 0 0,0-1 1 0 0,0 1 0 0 0,0 0-1 0 0,-1-1 1 0 0,0 1 0 0 0,1-1-1 0 0,-1 0 1 0 0,0 1 0 0 0,-1-1-1 0 0,1 0 1 0 0,-3 3-1 0 0,-8 7 131 0 0,-1 0-1 0 0,0-1 0 0 0,-1-1 0 0 0,0 0 0 0 0,-19 10 0 0 0,15-9-169 0 0,5-4 152 0 0,-1 0 0 0 0,0-1 0 0 0,-1-1 0 0 0,0 0 0 0 0,0-1 0 0 0,0-1 0 0 0,-20 3 0 0 0,31-7-62 0 0,6 0-7 0 0,17-4-22 0 0,28-4-15 0 0,-35 7 51 0 0,4 1 19 0 0,-1-1 0 0 0,1 2 0 0 0,18 2 0 0 0,-19 0 21 0 0,-14-3-43 0 0,14 3 3 0 0,0 2 1 0 0,18 6-1 0 0,-17-3-3 0 0,0 1 0 0 0,17 11 0 0 0,-25-14 5 0 0,0 0 0 0 0,0 0 0 0 0,-1 0 0 0 0,0 1 0 0 0,0 0 0 0 0,-1 0 0 0 0,1 1 0 0 0,-2-1 0 0 0,1 1 0 0 0,-1 0-1 0 0,6 16 1 0 0,-1-4 0 0 0,-7-16 38 0 0,0 1 1 0 0,0-1-1 0 0,0 1 0 0 0,-1 0 0 0 0,0 0 0 0 0,0 0 1 0 0,0 0-1 0 0,0 0 0 0 0,-1 0 0 0 0,0 0 0 0 0,0 0 1 0 0,0 0-1 0 0,0 0 0 0 0,-3 9 0 0 0,1-9 8 0 0,0 0-1 0 0,0 0 0 0 0,-1-1 0 0 0,1 1 1 0 0,-1 0-1 0 0,0-1 0 0 0,-1 1 1 0 0,1-1-1 0 0,-1 0 0 0 0,0 0 0 0 0,0-1 1 0 0,0 1-1 0 0,-7 4 0 0 0,-4 2 115 0 0,0 0 0 0 0,0-1 0 0 0,0-1-1 0 0,-1-1 1 0 0,-1 0 0 0 0,1-1 0 0 0,-1 0 0 0 0,0-2-1 0 0,-19 4 1 0 0,24-7-51 0 0,-1 0 0 0 0,1 0-1 0 0,-1-1 1 0 0,1-1 0 0 0,-1 0-1 0 0,1-1 1 0 0,-1 0 0 0 0,1-1 0 0 0,0-1-1 0 0,0 1 1 0 0,1-2 0 0 0,-1 0-1 0 0,-16-9 1 0 0,21 10-369 0 0,2 2-378 0 0,1-1 1 0 0,-1 0 0 0 0,1 0-1 0 0,0 0 1 0 0,-5-4 0 0 0,8 6 529 0 0,1 1 1 0 0,-1-1-1 0 0,1 1 1 0 0,0-1 0 0 0,-1 1-1 0 0,1-1 1 0 0,0 1-1 0 0,-1-1 1 0 0,1 0-1 0 0,0 1 1 0 0,0-1-1 0 0,-1 0 1 0 0,1 1-1 0 0,0-1 1 0 0,0 0 0 0 0,0 1-1 0 0,0-1 1 0 0,0 0-1 0 0,0 1 1 0 0,0-1-1 0 0,0 0 1 0 0,0 1-1 0 0,1-1 1 0 0,-1 1 0 0 0,0-1-1 0 0,0 0 1 0 0,0 1-1 0 0,1-1 1 0 0,-1 0-1 0 0,0 1 1 0 0,1-1-1 0 0,-1 1 1 0 0,1-1-1 0 0,-1 1 1 0 0,0-1 0 0 0,1 1-1 0 0,-1-1 1 0 0,1 1-1 0 0,-1 0 1 0 0,1-1-1 0 0,0 1 1 0 0,-1-1-1 0 0,1 1 1 0 0,-1 0 0 0 0,1 0-1 0 0,0-1 1 0 0,-1 1-1 0 0,1 0 1 0 0,0 0-1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4:59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1037 569 6559 0 0,'2'-7'605'0'0,"2"1"0"0"0,-1-1-1 0 0,8-9 1 0 0,-11 14-486 0 0,1 0 0 0 0,0 0-1 0 0,-1 0 1 0 0,1 0 0 0 0,-1 0 0 0 0,0 0 0 0 0,0 0 0 0 0,0-1-1 0 0,0 1 1 0 0,0 0 0 0 0,0 0 0 0 0,0 0 0 0 0,-1-2-1 0 0,-7-30 1273 0 0,7 29-1168 0 0,-13-51 156 0 0,-14-47 931 0 0,24 91-1198 0 0,-1 0 0 0 0,-1 0 0 0 0,0 0 0 0 0,-1 0 0 0 0,0 1-1 0 0,-9-11 1 0 0,1 7 56 0 0,0 2-1 0 0,0-1 0 0 0,-1 2 0 0 0,-32-19 1 0 0,9 5 30 0 0,15 10 262 0 0,0 0 0 0 0,-2 2 0 0 0,-35-16 0 0 0,47 25-603 0 0,1 1 0 0 0,-1 0 0 0 0,0 0 1 0 0,0 2-1 0 0,0 0 0 0 0,0 0 0 0 0,0 1 0 0 0,-28 2 1 0 0,-105 20 203 0 0,128-17 272 0 0,0 2 0 0 0,1 0-1 0 0,0 0 1 0 0,0 2 0 0 0,-28 16 0 0 0,29-14-358 0 0,2 2 0 0 0,-1 0 0 0 0,1 0 0 0 0,1 1 0 0 0,0 1 0 0 0,1 1 0 0 0,1 0 0 0 0,-21 32 0 0 0,22-26-69 0 0,0 0-1 0 0,1 1 0 0 0,1 0 0 0 0,1 0 1 0 0,1 1-1 0 0,-8 46 0 0 0,7-2 164 0 0,0 96 0 0 0,15 68 105 0 0,-5-183-166 0 0,1-17 150 0 0,0-1 0 0 0,2 1 0 0 0,17 53 0 0 0,-18-66-102 0 0,5 4-43 0 0,2 2 36 0 0,40 85 36 0 0,-44-97-28 0 0,0 0 0 0 0,1 0 0 0 0,1 0 1 0 0,-1-1-1 0 0,19 18 0 0 0,-6-9 131 0 0,42 30 1 0 0,-33-30 32 0 0,2-1 1 0 0,57 25-1 0 0,-78-39-190 0 0,-6-2-9 0 0,0-1 0 0 0,0 0-1 0 0,0 0 1 0 0,1-1 0 0 0,-1 1 0 0 0,1-1-1 0 0,8 0 1 0 0,-12-1 48 0 0,9 2 20 0 0,2 0-48 0 0,1 0 48 0 0,0-1 0 0 0,20 0 0 0 0,-9-4-8 0 0,-1 0 1 0 0,1-2-1 0 0,-1 0 0 0 0,0-2 1 0 0,0-1-1 0 0,31-14 0 0 0,-33 12 41 0 0,0-1 0 0 0,0 0 0 0 0,-1-2 0 0 0,-1-1 0 0 0,0 0 0 0 0,32-31 0 0 0,-1-16 202 0 0,-36 42-244 0 0,-8 9-60 0 0,-2 0 1 0 0,1-1-1 0 0,-1 1 1 0 0,-1-1-1 0 0,3-12 1 0 0,2 0 19 0 0,0-5 31 0 0,-1 0 1 0 0,-1 0-1 0 0,-1-1 0 0 0,2-33 0 0 0,-4 5-7 0 0,-4-64 0 0 0,-30-304-1136 0 0,29 385-490 0 0,3 15-3584 0 0,2 0-1494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28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79 5383 0 0,'-5'-22'1865'0'0,"5"21"-1807"0"0,0 1-1 0 0,0-1 1 0 0,0 1 0 0 0,0-1 0 0 0,0 1-1 0 0,-1-1 1 0 0,1 1 0 0 0,0-1 0 0 0,0 1 0 0 0,0-1-1 0 0,-1 1 1 0 0,1-1 0 0 0,0 1 0 0 0,-1-1-1 0 0,1 1 1 0 0,0-1 0 0 0,-1 1 0 0 0,1 0-1 0 0,-1-1 1 0 0,1 1 0 0 0,-1-1 0 0 0,1 1-1 0 0,0 0 1 0 0,-1 0 0 0 0,1-1 0 0 0,-1 1 0 0 0,0 0-1 0 0,1 0 1 0 0,-1 0 0 0 0,1-1 0 0 0,-1 1-1 0 0,1 0 1 0 0,-1 0 0 0 0,1 0 0 0 0,-2 0-1 0 0,1 1-29 0 0,0 0 0 0 0,0 0-1 0 0,0 0 1 0 0,1 0-1 0 0,-1 0 1 0 0,0 0-1 0 0,0 0 1 0 0,1 0 0 0 0,-1 0-1 0 0,0 0 1 0 0,1 0-1 0 0,-1 0 1 0 0,1 0-1 0 0,0 1 1 0 0,-1-1 0 0 0,1 0-1 0 0,0 2 1 0 0,-4 27-89 0 0,3-16 100 0 0,-4 18-29 0 0,2 1 1 0 0,1 0-1 0 0,2-1 0 0 0,5 49 0 0 0,-3-66-3 0 0,1 0-1 0 0,0 0 1 0 0,1-1-1 0 0,1 1 0 0 0,0-1 1 0 0,1 0-1 0 0,1 0 1 0 0,0-1-1 0 0,1 0 0 0 0,0 0 1 0 0,19 22-1 0 0,-19-27 65 0 0,0 1 0 0 0,1-1-1 0 0,0 0 1 0 0,1-1 0 0 0,0 0 0 0 0,0 0-1 0 0,0-1 1 0 0,1-1 0 0 0,-1 0 0 0 0,1 0 0 0 0,1-1-1 0 0,-1 0 1 0 0,1-1 0 0 0,-1 0 0 0 0,1-1-1 0 0,0 0 1 0 0,0-1 0 0 0,0-1 0 0 0,0 0 0 0 0,0 0-1 0 0,0-1 1 0 0,0-1 0 0 0,11-2 0 0 0,-9 1 3 0 0,0-1 0 0 0,-1-1 0 0 0,1 0 0 0 0,-1-1 0 0 0,0 0 0 0 0,21-15 0 0 0,-26 16-12 0 0,-1-1-1 0 0,0 0 1 0 0,-1-1 0 0 0,1 1-1 0 0,-1-1 1 0 0,0 0 0 0 0,-1-1-1 0 0,0 0 1 0 0,0 0 0 0 0,0 0 0 0 0,5-15-1 0 0,-4 5-20 0 0,-1 0 0 0 0,0 0 0 0 0,-2-1 0 0 0,0 1-1 0 0,-1-1 1 0 0,-1 0 0 0 0,-2-38 0 0 0,-2 29-12 0 0,-1 0 0 0 0,-2 1 0 0 0,0 0 0 0 0,-18-47 0 0 0,22 67-31 0 0,-1 1 0 0 0,0 0 0 0 0,0 0-1 0 0,0 0 1 0 0,-1 0 0 0 0,0 1 0 0 0,0-1-1 0 0,0 1 1 0 0,0 0 0 0 0,-1 0-1 0 0,0 1 1 0 0,-8-6 0 0 0,18 11-1853 0 0,-1-1 1219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29.0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30 7343 0 0,'-1'-1'30'0'0,"1"0"-1"0"0,-1-1 1 0 0,1 1-1 0 0,0 0 1 0 0,0 0-1 0 0,0 0 1 0 0,0-1-1 0 0,0 1 1 0 0,0 0 0 0 0,0 0-1 0 0,0 0 1 0 0,0-1-1 0 0,0 1 1 0 0,1 0-1 0 0,-1 0 1 0 0,1 0-1 0 0,-1 0 1 0 0,1 0-1 0 0,-1 0 1 0 0,1 0-1 0 0,-1 0 1 0 0,1 0-1 0 0,1-2 1 0 0,-1 3-31 0 0,1 0 1 0 0,-1-1 0 0 0,0 1-1 0 0,0 0 1 0 0,1 0 0 0 0,-1 0-1 0 0,0 1 1 0 0,0-1 0 0 0,1 0-1 0 0,-1 0 1 0 0,0 1 0 0 0,0-1-1 0 0,0 1 1 0 0,0-1 0 0 0,1 1-1 0 0,-1-1 1 0 0,0 1 0 0 0,0 0-1 0 0,0 0 1 0 0,0-1 0 0 0,0 1-1 0 0,-1 0 1 0 0,1 0 0 0 0,1 2-1 0 0,3 1 18 0 0,0 1-1 0 0,-1 0 1 0 0,0 0-1 0 0,0 1 1 0 0,-1-1 0 0 0,1 1-1 0 0,-1 0 1 0 0,0 0-1 0 0,-1 0 1 0 0,1 0-1 0 0,-1 1 1 0 0,-1-1-1 0 0,1 1 1 0 0,-1-1-1 0 0,1 8 1 0 0,-1 11 559 0 0,-1 0 0 0 0,-5 43 0 0 0,1-7 19 0 0,4-18-417 0 0,-3 43-74 0 0,2-75-159 0 0,-1 0 0 0 0,0 0 0 0 0,0-1 0 0 0,-1 1 0 0 0,-6 15 0 0 0,6-22 32 0 0,1-1 1 0 0,0 1-1 0 0,-1-1 0 0 0,0 0 0 0 0,0 0 0 0 0,0 0 0 0 0,0 0 0 0 0,-1-1 0 0 0,1 1 0 0 0,-1-1 0 0 0,-5 3 1 0 0,7-4 24 0 0,1 0 1 0 0,-1-1 0 0 0,0 1-1 0 0,0 0 1 0 0,0-1 0 0 0,0 1-1 0 0,0-1 1 0 0,0 0 0 0 0,0 1 0 0 0,0-1-1 0 0,-3-1 1 0 0,4 1 3 0 0,0 0 1 0 0,0 0-1 0 0,0-1 0 0 0,0 1 1 0 0,0 0-1 0 0,0-1 0 0 0,0 1 1 0 0,0-1-1 0 0,0 1 0 0 0,0-1 0 0 0,0 0 1 0 0,0 1-1 0 0,1-1 0 0 0,-1 0 1 0 0,0 0-1 0 0,1 0 0 0 0,-1 1 1 0 0,0-1-1 0 0,1 0 0 0 0,-1 0 1 0 0,1 0-1 0 0,-1 0 0 0 0,1-1 1 0 0,-1 1-5 0 0,1 1 1 0 0,0-1 0 0 0,0 0-1 0 0,-1 0 1 0 0,1 1 0 0 0,0-1-1 0 0,0 0 1 0 0,0 0 0 0 0,0 1 0 0 0,0-1-1 0 0,0 0 1 0 0,0 0 0 0 0,0 1-1 0 0,0-1 1 0 0,1 0 0 0 0,-1 0-1 0 0,0 1 1 0 0,0-1 0 0 0,1 0-1 0 0,-1 1 1 0 0,0-1 0 0 0,1 0-1 0 0,-1 1 1 0 0,0-1 0 0 0,2 0-1 0 0,-1-1 10 0 0,1 1-1 0 0,0 0 0 0 0,-1-1 0 0 0,1 1 1 0 0,0 0-1 0 0,0 0 0 0 0,0 0 0 0 0,0 0 1 0 0,2 0-1 0 0,4-1 60 0 0,0 0 0 0 0,1 0 0 0 0,13 0 0 0 0,9 2 12 0 0,1 1-1 0 0,0 2 1 0 0,33 7-1 0 0,-35-4-76 0 0,1-2-1 0 0,-1-1 1 0 0,43-2-1 0 0,-70-1-67 0 0,0 0 0 0 0,0-1-1 0 0,0 1 1 0 0,0-1 0 0 0,0 0-1 0 0,-1 0 1 0 0,1 0-1 0 0,0 0 1 0 0,0-1 0 0 0,0 1-1 0 0,-1-1 1 0 0,1 1 0 0 0,-1-1-1 0 0,1 0 1 0 0,-1 0 0 0 0,0 0-1 0 0,0 0 1 0 0,0-1-1 0 0,0 1 1 0 0,0 0 0 0 0,2-5-1 0 0,-2 1-517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29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6703 0 0,'1'1'316'0'0,"1"0"-1"0"0,-1 0 0 0 0,1 0 0 0 0,0-1 1 0 0,-1 1-1 0 0,1-1 0 0 0,0 1 0 0 0,-1-1 1 0 0,1 0-1 0 0,0 1 0 0 0,-1-1 0 0 0,1 0 0 0 0,0 0 1 0 0,0 0-1 0 0,2-1 0 0 0,41 0-726 0 0,-40 1 704 0 0,130-3 270 0 0,135-10-485 0 0,-232 11-715 0 0,-22 4-2815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1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11 919 0 0,'1'-2'354'0'0,"3"-7"1925"0"0,-1 9-1197 0 0,-1 9-605 0 0,7 57-258 0 0,-7-41-53 0 0,2 0 0 0 0,1 0 0 0 0,0 0 0 0 0,11 28-1 0 0,-11-41-122 0 0,0 0 0 0 0,1 0-1 0 0,0 0 1 0 0,0 0 0 0 0,2-1-1 0 0,11 15 1 0 0,-16-23 25 0 0,-1-1-1 0 0,1 1 1 0 0,0-1-1 0 0,0 0 1 0 0,0 0-1 0 0,0 0 1 0 0,0 0-1 0 0,0 0 1 0 0,0-1-1 0 0,1 1 1 0 0,-1-1-1 0 0,1 0 1 0 0,-1 0-1 0 0,1 0 0 0 0,-1 0 1 0 0,1-1-1 0 0,0 0 1 0 0,-1 0-1 0 0,1 1 1 0 0,0-2-1 0 0,-1 1 1 0 0,1 0-1 0 0,-1-1 1 0 0,1 0-1 0 0,0 0 1 0 0,-1 0-1 0 0,1 0 1 0 0,3-2-1 0 0,1-1 169 0 0,0 1-1 0 0,-1-1 0 0 0,1 0 1 0 0,-1-1-1 0 0,10-7 1 0 0,-14 9-214 0 0,0 0 0 0 0,0 0 1 0 0,0-1-1 0 0,0 1 1 0 0,-1-1-1 0 0,1 0 1 0 0,-1 1-1 0 0,0-1 1 0 0,0 0-1 0 0,0 0 0 0 0,-1 0 1 0 0,2-8-1 0 0,3-9-40 0 0,-1 0 1 0 0,-2 0-1 0 0,0-1 0 0 0,-1 0 0 0 0,-1 1 0 0 0,-4-44 0 0 0,-2 45-49 0 0,5 19 67 0 0,0 1 0 0 0,0-1 0 0 0,0 1 0 0 0,0-1 0 0 0,-1 1 0 0 0,1-1 0 0 0,0 1 0 0 0,0-1 0 0 0,0 0 0 0 0,-1 1 0 0 0,1-1 0 0 0,0 1 0 0 0,-1 0 0 0 0,1-1 0 0 0,0 1 0 0 0,-1-1 0 0 0,1 1 0 0 0,-1 0 0 0 0,1-1 0 0 0,-1 1 0 0 0,1 0 0 0 0,-1-1 0 0 0,1 1 0 0 0,-1 0 0 0 0,1-1 0 0 0,-1 1 0 0 0,1 0 0 0 0,-1 0 0 0 0,1 0 0 0 0,-2 0 0 0 0,1 2-9 0 0,0 0 0 0 0,0 0-1 0 0,1 0 1 0 0,-1 1 0 0 0,0-1 0 0 0,1 0-1 0 0,-1 1 1 0 0,1-1 0 0 0,0 0-1 0 0,-1 1 1 0 0,2 3 0 0 0,-2 1-16 0 0,-2 13 3 0 0,2-1 0 0 0,0 1 0 0 0,2 27 0 0 0,0-41 16 0 0,-1 0 1 0 0,1 0-1 0 0,0 1 0 0 0,1-1 0 0 0,-1 0 0 0 0,1 0 0 0 0,0 0 0 0 0,1-1 1 0 0,0 1-1 0 0,0 0 0 0 0,0-1 0 0 0,0 1 0 0 0,1-1 0 0 0,6 7 0 0 0,-8-10 19 0 0,0 0 0 0 0,1-1 0 0 0,-1 1 0 0 0,0-1 0 0 0,1 0 0 0 0,-1 1 0 0 0,1-1 0 0 0,-1 0 0 0 0,1-1 0 0 0,-1 1 0 0 0,1 0 0 0 0,0-1 0 0 0,0 1 0 0 0,-1-1 0 0 0,1 0-1 0 0,3 0 1 0 0,-1-1 49 0 0,0 1 0 0 0,1-1 0 0 0,-1 0 0 0 0,0-1 0 0 0,0 0-1 0 0,0 1 1 0 0,9-6 0 0 0,-4 1 55 0 0,0 0 0 0 0,0 0 0 0 0,0-1 0 0 0,-1-1 0 0 0,-1 0 0 0 0,16-17 0 0 0,-16 15 10 0 0,-1 0 0 0 0,0-1 0 0 0,-1 0 0 0 0,0 0 0 0 0,-1 0 0 0 0,0-1-1 0 0,-1 1 1 0 0,0-1 0 0 0,-1 0 0 0 0,0 0 0 0 0,-1-1 0 0 0,1-17 0 0 0,-3 30-142 0 0,0 0 0 0 0,0 0 0 0 0,0 0 1 0 0,0-1-1 0 0,0 1 0 0 0,0 0 0 0 0,1 0 0 0 0,-1 0 0 0 0,0 0 0 0 0,0-1 0 0 0,0 1 0 0 0,0 0 0 0 0,0 0 0 0 0,0 0 0 0 0,0 0 0 0 0,-1-1 0 0 0,1 1 0 0 0,0 0 0 0 0,0 0 0 0 0,0 0 1 0 0,0 0-1 0 0,0 0 0 0 0,0-1 0 0 0,0 1 0 0 0,0 0 0 0 0,0 0 0 0 0,0 0 0 0 0,0 0 0 0 0,-1 0 0 0 0,1-1 0 0 0,0 1 0 0 0,0 0 0 0 0,0 0 0 0 0,0 0 0 0 0,0 0 0 0 0,0 0 0 0 0,-1 0 1 0 0,1 0-1 0 0,0 0 0 0 0,0 0 0 0 0,0 0 0 0 0,0 0 0 0 0,-1 0 0 0 0,1-1 0 0 0,0 1 0 0 0,0 0 0 0 0,0 0 0 0 0,0 0 0 0 0,-1 0 0 0 0,1 0 0 0 0,0 1 0 0 0,0-1 0 0 0,0 0 0 0 0,0 0 1 0 0,-1 0-1 0 0,1 0 0 0 0,0 0 0 0 0,0 0 0 0 0,0 0 0 0 0,0 0 0 0 0,0 0 0 0 0,-1 0 0 0 0,1 0 0 0 0,0 1 0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2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6103 0 0,'2'1'74'0'0,"0"0"-1"0"0,-1 0 0 0 0,1 0 0 0 0,0 0 0 0 0,0-1 1 0 0,0 1-1 0 0,0-1 0 0 0,0 1 0 0 0,0-1 0 0 0,0 0 0 0 0,1 0 1 0 0,-1 0-1 0 0,0 0 0 0 0,4-1 0 0 0,32-5 697 0 0,-37 6-738 0 0,19-5 402 0 0,1 0 0 0 0,-1-1 0 0 0,30-15-1 0 0,-40 17-306 0 0,0-2-1 0 0,0 1 1 0 0,-1-1-1 0 0,0-1 1 0 0,0 0-1 0 0,0 0 1 0 0,-1-1-1 0 0,10-11 1 0 0,-17 18-127 0 0,0 0 0 0 0,0 0 1 0 0,0 0-1 0 0,0 0 0 0 0,0-1 1 0 0,-1 1-1 0 0,1 0 1 0 0,0-1-1 0 0,-1 1 0 0 0,0 0 1 0 0,1-1-1 0 0,-1 1 0 0 0,1-1 1 0 0,-1 1-1 0 0,0-3 0 0 0,0 4-5 0 0,0-1 0 0 0,0 1 0 0 0,-1-1 0 0 0,1 1 0 0 0,0-1 0 0 0,0 1 0 0 0,-1-1-1 0 0,1 1 1 0 0,0-1 0 0 0,-1 1 0 0 0,1-1 0 0 0,-1 1 0 0 0,1-1 0 0 0,0 1 0 0 0,-1-1-1 0 0,1 1 1 0 0,-1 0 0 0 0,1-1 0 0 0,-1 1 0 0 0,1 0 0 0 0,-1 0 0 0 0,0-1 0 0 0,1 1 0 0 0,-2 0-1 0 0,-2-1-40 0 0,0 0-1 0 0,0 1 0 0 0,0 0 0 0 0,0 0 0 0 0,0 0 0 0 0,0 0 1 0 0,0 1-1 0 0,0-1 0 0 0,-4 2 0 0 0,-10 3-7 0 0,0 1-1 0 0,0 0 1 0 0,0 1 0 0 0,1 1-1 0 0,0 1 1 0 0,-17 12 0 0 0,28-18 39 0 0,1 1 0 0 0,-1 0 0 0 0,1 0 0 0 0,0 1 0 0 0,0 0 0 0 0,1 0 0 0 0,-1 0 0 0 0,1 0 0 0 0,0 1 0 0 0,0-1 0 0 0,1 1 0 0 0,0 0 0 0 0,0 0 0 0 0,0 0 0 0 0,1 1 0 0 0,-1-1 0 0 0,2 1 0 0 0,-1-1 0 0 0,1 1 0 0 0,-1 9 0 0 0,2-13 35 0 0,0 1 0 0 0,1 0 0 0 0,-1-1-1 0 0,1 1 1 0 0,0-1 0 0 0,0 1 0 0 0,0-1 0 0 0,0 1-1 0 0,0-1 1 0 0,1 1 0 0 0,0-1 0 0 0,0 0-1 0 0,0 0 1 0 0,3 4 0 0 0,-1-2 64 0 0,1-1 0 0 0,-1 0 0 0 0,1 0 0 0 0,0 0-1 0 0,0 0 1 0 0,1-1 0 0 0,9 5 0 0 0,6 0 205 0 0,-1-1 0 0 0,1-1 0 0 0,37 6 0 0 0,-57-12-285 0 0,17 3 130 0 0,0-1-1 0 0,0-1 1 0 0,0-1-1 0 0,0 0 0 0 0,25-4 1 0 0,-31 2-152 0 0,1-1 0 0 0,-1 0 1 0 0,0 0-1 0 0,-1-1 0 0 0,1-1 1 0 0,-1 0-1 0 0,1 0 0 0 0,16-12 1 0 0,-26 16-38 0 0,0 0 1 0 0,-1-1-1 0 0,1 1 1 0 0,0-1-1 0 0,-1 1 1 0 0,1-1 0 0 0,-1 1-1 0 0,1-1 1 0 0,-1 0-1 0 0,0 0 1 0 0,1 0-1 0 0,-1 1 1 0 0,0-1 0 0 0,-1 0-1 0 0,1-1 1 0 0,0 1-1 0 0,0 0 1 0 0,-1 0-1 0 0,1 0 1 0 0,-1 0-1 0 0,0 0 1 0 0,0-1 0 0 0,0 1-1 0 0,0 0 1 0 0,0 0-1 0 0,0 0 1 0 0,0-1-1 0 0,-2-2 1 0 0,-2-4-273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2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2759 0 0,'7'23'7396'0'0,"-4"-11"-6869"0"0,6 28-800 0 0,-1 1 0 0 0,4 64 0 0 0,-11-99 97 0 0,-2 10 0 0 0,1-7 137 0 0,-1 34-117 0 0,-10 61-1 0 0,5-80 395 0 0,4-17-53 0 0,0 1 0 0 0,0-1 0 0 0,0 15 0 0 0,3-22-114 0 0,1 0 0 0 0,0 1 0 0 0,-1-1 0 0 0,1 0 0 0 0,0-1 0 0 0,0 1 0 0 0,-1 0 0 0 0,1 0 0 0 0,0-1 0 0 0,0 1 0 0 0,-1-1 0 0 0,1 1 0 0 0,-1-1 0 0 0,3-1-1 0 0,4-1 112 0 0,7-1-337 0 0,-1 0 0 0 0,0-1-1 0 0,19-11 1 0 0,23-7-328 0 0,-40 18 470 0 0,1 0-1 0 0,0 2 0 0 0,0 0 0 0 0,0 1 1 0 0,28-1-1 0 0,-40 3 75 0 0,0 1 0 0 0,1-1 0 0 0,-1 1 0 0 0,0 0 0 0 0,0 1 0 0 0,0-1 0 0 0,0 1 0 0 0,0 0 0 0 0,0 0 0 0 0,5 3 0 0 0,-8-3-19 0 0,1 0 1 0 0,-1 0 0 0 0,1 0-1 0 0,-1 1 1 0 0,0-1 0 0 0,0 0-1 0 0,0 1 1 0 0,0-1 0 0 0,0 1-1 0 0,-1 0 1 0 0,1 0-1 0 0,-1 0 1 0 0,0 0 0 0 0,0 0-1 0 0,0 0 1 0 0,0 0 0 0 0,0 0-1 0 0,0 4 1 0 0,-1-3-11 0 0,0 0 0 0 0,0 1 0 0 0,0-1 0 0 0,-1 0 0 0 0,1 1 0 0 0,-1-1 0 0 0,0 0 0 0 0,0 1 0 0 0,0-1 0 0 0,-1 0-1 0 0,0 0 1 0 0,1 0 0 0 0,-2 0 0 0 0,1 0 0 0 0,0-1 0 0 0,-1 1 0 0 0,1-1 0 0 0,-1 1 0 0 0,0-1 0 0 0,0 0 0 0 0,-1 0 0 0 0,1 0 0 0 0,-6 3 0 0 0,-9 6 550 0 0,1-2 0 0 0,-1 0 0 0 0,-33 12 0 0 0,43-19-337 0 0,6-2-190 0 0,-1 1 0 0 0,1-1 0 0 0,-1 0 0 0 0,0-1 0 0 0,0 1 0 0 0,1 0 0 0 0,-1-1 0 0 0,0 0 0 0 0,0 0 0 0 0,0 0 0 0 0,0 0 0 0 0,1 0-1 0 0,-1 0 1 0 0,0-1 0 0 0,0 1 0 0 0,0-1 0 0 0,1 0 0 0 0,-1 0 0 0 0,0 0 0 0 0,-4-2 0 0 0,3 0-56 0 0,0 0 0 0 0,1 0 0 0 0,-1-1 0 0 0,1 1 0 0 0,0-1 0 0 0,0 0 0 0 0,0 0 0 0 0,1 0-1 0 0,-1 0 1 0 0,1 0 0 0 0,-3-8 0 0 0,-14-26-815 0 0,-6-17-2680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4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129 164 2215 0 0,'3'-3'314'0'0,"1"0"-1"0"0,-1 0 1 0 0,0 0-1 0 0,0 0 1 0 0,0-1-1 0 0,0 1 0 0 0,2-5 1 0 0,7-8 314 0 0,8-4-226 0 0,13-15-206 0 0,-31 32-158 0 0,0 1 1 0 0,-1 0 0 0 0,1-1 0 0 0,-1 0 0 0 0,1 1-1 0 0,-1-1 1 0 0,0 0 0 0 0,0 1 0 0 0,0-1-1 0 0,0 0 1 0 0,-1 0 0 0 0,1-5 0 0 0,0 7-28 0 0,-1 0 0 0 0,0 0 1 0 0,0 1-1 0 0,-1-1 1 0 0,1 0-1 0 0,0 0 0 0 0,0 0 1 0 0,0 0-1 0 0,0 1 1 0 0,-1-1-1 0 0,1 0 0 0 0,0 0 1 0 0,-1 1-1 0 0,1-1 0 0 0,-1 0 1 0 0,1 0-1 0 0,-1 1 1 0 0,1-1-1 0 0,-1 0 0 0 0,1 1 1 0 0,-1-1-1 0 0,0 1 0 0 0,1-1 1 0 0,-1 1-1 0 0,0-1 1 0 0,0 0-1 0 0,-1 1 25 0 0,0-1-1 0 0,0 1 1 0 0,0-1 0 0 0,0 1-1 0 0,0 0 1 0 0,0 0 0 0 0,0 0-1 0 0,0 0 1 0 0,0 0 0 0 0,0 0-1 0 0,-2 1 1 0 0,-3 0 55 0 0,0 1 0 0 0,1 0 0 0 0,-1 1 0 0 0,0 0 0 0 0,-8 4 0 0 0,3 1-9 0 0,0 1 1 0 0,1 0-1 0 0,0 0 1 0 0,1 1-1 0 0,0 1 0 0 0,1-1 1 0 0,0 2-1 0 0,-9 13 0 0 0,11-14-42 0 0,0 0 0 0 0,2 0-1 0 0,-1 1 1 0 0,1-1-1 0 0,1 1 1 0 0,0 0 0 0 0,1 1-1 0 0,0-1 1 0 0,-2 20-1 0 0,5-30-29 0 0,-1 1 0 0 0,1-1 0 0 0,0 0 1 0 0,0 1-1 0 0,1-1 0 0 0,-1 1 0 0 0,0-1 0 0 0,1 0 0 0 0,0 1 0 0 0,-1-1 0 0 0,1 0 0 0 0,0 0 0 0 0,0 1 0 0 0,0-1 0 0 0,0 0 0 0 0,1 0 0 0 0,-1 0 0 0 0,1 0 0 0 0,-1-1 0 0 0,3 4 0 0 0,-1-4 28 0 0,-1 1 0 0 0,1-1 0 0 0,0 1 0 0 0,0-1 0 0 0,-1 0 1 0 0,1 0-1 0 0,0 0 0 0 0,0 0 0 0 0,0-1 0 0 0,0 1 0 0 0,0-1 0 0 0,0 0 0 0 0,6 0 0 0 0,1-1 125 0 0,0 0-1 0 0,0-1 1 0 0,0 0-1 0 0,0 0 1 0 0,0-1-1 0 0,-1-1 1 0 0,0 1-1 0 0,14-9 1 0 0,2-3 191 0 0,29-23 1 0 0,-45 31-324 0 0,-1-1 1 0 0,0 0-1 0 0,0 0 1 0 0,-1 0-1 0 0,0-1 1 0 0,8-14-1 0 0,-12 12 61 0 0,-9 10 41 0 0,5 1-127 0 0,-1 1 0 0 0,0-1-1 0 0,1 1 1 0 0,-1 0 0 0 0,1 0 0 0 0,-1 0-1 0 0,1-1 1 0 0,-1 1 0 0 0,1 1 0 0 0,-2 1-1 0 0,-1 1-5 0 0,1 0-1 0 0,0 0 0 0 0,0 1 1 0 0,0-1-1 0 0,1 1 0 0 0,0 0 0 0 0,0 0 1 0 0,0 0-1 0 0,0 0 0 0 0,1 0 1 0 0,0 0-1 0 0,0 0 0 0 0,0 1 0 0 0,1-1 1 0 0,-1 6-1 0 0,2-8 6 0 0,-1 0 0 0 0,0 0 0 0 0,1 0 0 0 0,0 0 0 0 0,0 0 0 0 0,0 0 0 0 0,0 0 0 0 0,0 0 0 0 0,0 0 0 0 0,1-1 0 0 0,-1 1 0 0 0,1-1 0 0 0,0 1 0 0 0,0-1 0 0 0,0 0 0 0 0,0 1 0 0 0,0-1 0 0 0,0 0 0 0 0,1 0 0 0 0,-1-1 0 0 0,1 1-1 0 0,-1 0 1 0 0,1-1 0 0 0,0 1 0 0 0,-1-1 0 0 0,1 0 0 0 0,5 1 0 0 0,-3 0-4 0 0,1-1-1 0 0,-1 0 0 0 0,1 0 0 0 0,-1-1 1 0 0,1 1-1 0 0,0-1 0 0 0,-1 0 0 0 0,1-1 1 0 0,9-1-1 0 0,0-2-546 0 0,-1 0 0 0 0,18-8-1 0 0,-13 5-934 0 0,-13 5-867 0 0,1 2-659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5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1 411 6335 0 0,'1'22'246'0'0,"1"-1"-1"0"0,2 1 0 0 0,7 28 1 0 0,15 26 1317 0 0,-19-56-1380 0 0,-5-16-84 0 0,0 0-1 0 0,0 1 1 0 0,0-1-1 0 0,1 0 1 0 0,4 7-1 0 0,-6-11-48 0 0,-1 1 1 0 0,1 0-1 0 0,0 0 1 0 0,-1-1-1 0 0,1 1 1 0 0,0 0-1 0 0,0-1 0 0 0,-1 1 1 0 0,1-1-1 0 0,0 1 1 0 0,0-1-1 0 0,0 1 1 0 0,0-1-1 0 0,0 0 0 0 0,0 1 1 0 0,0-1-1 0 0,2 0 1 0 0,-3 0-10 0 0,1 0-1 0 0,0 0 1 0 0,-1 0 0 0 0,1 0 0 0 0,0 0 0 0 0,-1-1 0 0 0,1 1 0 0 0,-1 0 0 0 0,1 0 0 0 0,0-1-1 0 0,-1 1 1 0 0,1-1 0 0 0,-1 1 0 0 0,1 0 0 0 0,-1-1 0 0 0,1 1 0 0 0,-1-1 0 0 0,1 1 0 0 0,-1-1 0 0 0,0 1-1 0 0,1-1 1 0 0,-1 0 0 0 0,1-1 36 0 0,0-1-1 0 0,0 1 1 0 0,0 0-1 0 0,0 0 1 0 0,-1 0 0 0 0,1-1-1 0 0,-1 1 1 0 0,1-4-1 0 0,-5-198 1248 0 0,0 143-1404 0 0,2 1 0 0 0,9-79 0 0 0,-5 125 42 0 0,1 0 0 0 0,0 0 0 0 0,1 1 0 0 0,9-22 0 0 0,-10 29-1 0 0,-1 1 0 0 0,1-1 0 0 0,1 1 0 0 0,-1-1 0 0 0,1 1 0 0 0,-1 0 0 0 0,2 0 0 0 0,-1 1 0 0 0,0-1 0 0 0,1 1 0 0 0,0 0 0 0 0,9-6 0 0 0,-12 9 30 0 0,-1 0 0 0 0,1 1 0 0 0,-1-1 0 0 0,1 0 0 0 0,0 0 0 0 0,-1 1 0 0 0,1-1 0 0 0,0 1 1 0 0,0 0-1 0 0,0-1 0 0 0,-1 1 0 0 0,1 0 0 0 0,0 0 0 0 0,0 0 0 0 0,0 0 0 0 0,-1 0 0 0 0,1 1 0 0 0,0-1 0 0 0,0 1 0 0 0,0-1 0 0 0,3 2 0 0 0,-3 0-3 0 0,0-1 0 0 0,0 1 0 0 0,0 0 1 0 0,0 0-1 0 0,-1 0 0 0 0,1 0 0 0 0,0 0 0 0 0,-1 0 0 0 0,1 0 0 0 0,-1 0 0 0 0,0 1 0 0 0,0-1 0 0 0,2 4 0 0 0,0 3-13 0 0,-1 0-1 0 0,0 0 1 0 0,0 1 0 0 0,-1-1-1 0 0,0 0 1 0 0,-1 1 0 0 0,0 12-1 0 0,-1-14 82 0 0,0-1 0 0 0,-1 1 1 0 0,0-1-1 0 0,0 1 0 0 0,-1-1 0 0 0,0 0 0 0 0,0 0 0 0 0,-1 0 0 0 0,0-1 0 0 0,0 1 0 0 0,0-1 0 0 0,-1 0 0 0 0,-7 8 0 0 0,8-10-8 0 0,-1 1-1 0 0,0-1 0 0 0,0 0 0 0 0,0 0 0 0 0,-1-1 1 0 0,1 1-1 0 0,-1-1 0 0 0,0-1 0 0 0,1 1 1 0 0,-2-1-1 0 0,1 0 0 0 0,0 0 0 0 0,0-1 1 0 0,0 1-1 0 0,-1-1 0 0 0,-8 0 0 0 0,15-1-89 0 0,-1 0 0 0 0,0 0-1 0 0,1 0 1 0 0,-1 0-1 0 0,0 0 1 0 0,1-1 0 0 0,-1 1-1 0 0,0 0 1 0 0,1 0 0 0 0,-1 0-1 0 0,1-1 1 0 0,-1 1-1 0 0,0 0 1 0 0,1 0 0 0 0,-1-1-1 0 0,1 1 1 0 0,-1-1-1 0 0,1 1 1 0 0,-1 0 0 0 0,1-1-1 0 0,-1 1 1 0 0,1-1 0 0 0,0 1-1 0 0,-1-1 1 0 0,1 1-1 0 0,-1-1 1 0 0,1 0 0 0 0,0 1-1 0 0,0-1 1 0 0,-1 1 0 0 0,1-1-1 0 0,0 0 1 0 0,0 1-1 0 0,0-1 1 0 0,0-1 0 0 0,3-23-3274 0 0,1 15-459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5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0 433 7279 0 0,'2'6'100'0'0,"11"34"1051"0"0,1-1-1 0 0,37 70 1 0 0,-51-108-1116 0 0,0-1-1 0 0,0 0 1 0 0,0 0-1 0 0,0 1 1 0 0,0-1-1 0 0,0 0 0 0 0,0 1 1 0 0,1-1-1 0 0,-1 0 1 0 0,0 0-1 0 0,0 1 1 0 0,0-1-1 0 0,0 0 1 0 0,0 0-1 0 0,1 1 0 0 0,-1-1 1 0 0,0 0-1 0 0,0 0 1 0 0,0 0-1 0 0,1 1 1 0 0,-1-1-1 0 0,0 0 1 0 0,0 0-1 0 0,1 0 0 0 0,-1 0 1 0 0,0 1-1 0 0,0-1 1 0 0,1 0-1 0 0,-1 0 1 0 0,0 0-1 0 0,0 0 1 0 0,1 0-1 0 0,-1 0 0 0 0,0 0 1 0 0,1 0-1 0 0,-1 0 1 0 0,0 0-1 0 0,0 0 1 0 0,1 0-1 0 0,-1 0 1 0 0,0 0-1 0 0,1 0 0 0 0,-1 0 1 0 0,1 0-1 0 0,2-16 981 0 0,-4-24-50 0 0,0 28-883 0 0,-8-75 8 0 0,4-1 0 0 0,9-129 1 0 0,-2 201-109 0 0,0 0 1 0 0,2 0-1 0 0,8-26 1 0 0,-9 35-28 0 0,-1 1 0 0 0,1 0 0 0 0,0 0 0 0 0,0 0 0 0 0,1 0 0 0 0,0 0 0 0 0,0 1 0 0 0,0 0-1 0 0,1 0 1 0 0,-1 0 0 0 0,9-6 0 0 0,-12 10 40 0 0,0 0-1 0 0,0 0 0 0 0,1 0 1 0 0,-1 0-1 0 0,0 1 0 0 0,1-1 0 0 0,-1 0 1 0 0,0 1-1 0 0,1-1 0 0 0,-1 1 1 0 0,1 0-1 0 0,-1-1 0 0 0,1 1 1 0 0,-1 0-1 0 0,1 0 0 0 0,-1 0 1 0 0,1 0-1 0 0,-1 0 0 0 0,1 0 0 0 0,-1 0 1 0 0,1 1-1 0 0,-1-1 0 0 0,1 0 1 0 0,1 2-1 0 0,-1-1-10 0 0,0 0-1 0 0,0 1 1 0 0,0 0-1 0 0,0-1 1 0 0,-1 1 0 0 0,1 0-1 0 0,-1 0 1 0 0,1 0-1 0 0,-1 0 1 0 0,0 0 0 0 0,1 0-1 0 0,-1 1 1 0 0,1 2-1 0 0,1 4-27 0 0,0 0 0 0 0,-1 0 0 0 0,0 1 0 0 0,0-1 0 0 0,-1 0 0 0 0,0 17 0 0 0,-2-20 99 0 0,1 1-1 0 0,-1-1 0 0 0,-1 1 1 0 0,1-1-1 0 0,-1 1 1 0 0,0-1-1 0 0,-1 0 0 0 0,1 0 1 0 0,-1 0-1 0 0,-1 0 1 0 0,1-1-1 0 0,-1 1 0 0 0,0-1 1 0 0,0 0-1 0 0,0 0 0 0 0,-1 0 1 0 0,0-1-1 0 0,-6 6 1 0 0,-7 2 154 0 0,-1 0 1 0 0,0-1 0 0 0,0-1 0 0 0,-24 8 0 0 0,34-17-169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8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226 29 1839 0 0,'-13'-20'589'0'0,"5"12"431"0"0,8 8-995 0 0,0 0 0 0 0,0 0 0 0 0,0 0 0 0 0,-1 0 0 0 0,1 0 0 0 0,0 0 0 0 0,0 0 0 0 0,0 0 0 0 0,0 0 0 0 0,0 0 0 0 0,0 0 0 0 0,0 0 0 0 0,0 0 0 0 0,-1 0 0 0 0,1 0 0 0 0,0 0 0 0 0,0 0 0 0 0,0 0 0 0 0,0 0 0 0 0,0 0 0 0 0,0 0 0 0 0,0 0 0 0 0,0 0 0 0 0,-1 0 0 0 0,1 0 0 0 0,0 0 0 0 0,0 0 0 0 0,0 0 0 0 0,0 0 0 0 0,0 1 0 0 0,0-1 0 0 0,0 0 0 0 0,0 0 0 0 0,0 0 0 0 0,0 0 0 0 0,-1 0 0 0 0,1 0 0 0 0,0 0 0 0 0,0 0 0 0 0,0 0 0 0 0,0 1 0 0 0,0-1 0 0 0,0 0 0 0 0,0 0 0 0 0,0 0 0 0 0,0 0 0 0 0,0 0 0 0 0,0 0 0 0 0,0 0 0 0 0,0 0 0 0 0,0 1 0 0 0,0-1 0 0 0,0 0 0 0 0,0 0 0 0 0,0 0 0 0 0,0 0 0 0 0,0 0 0 0 0,0 0 0 0 0,0 0 0 0 0,0 0 0 0 0,0 1 0 0 0,-25 358 3479 0 0,3-138-2695 0 0,15-127-714 0 0,0 24-7 0 0,2-22 13 0 0,3-57 83 0 0,-1 45 38 0 0,2-39 8 0 0,-2 54 12 0 0,2-50 36 0 0,0 47 12 0 0,1-51 4 0 0,1 39-16 0 0,-1-44-80 0 0,-1 37-35 0 0,1-36-10 0 0,-2 61-13 0 0,-1 17-50 0 0,1-10-21 0 0,0-13 8 0 0,-3 4 75 0 0,4-87-139 0 0,-14 122 211 0 0,13-121-171 0 0,-1 1-1 0 0,0-1 1 0 0,-1 0 0 0 0,-1 0 0 0 0,0-1-1 0 0,-1 1 1 0 0,-15 24 0 0 0,21-37-47 0 0,-1 0 1 0 0,1 0-1 0 0,-1 0 0 0 0,0 0 1 0 0,0-1-1 0 0,1 1 1 0 0,-1 0-1 0 0,0 0 0 0 0,0 0 1 0 0,0-1-1 0 0,0 1 0 0 0,0 0 1 0 0,0-1-1 0 0,0 1 0 0 0,0-1 1 0 0,0 1-1 0 0,0-1 1 0 0,0 1-1 0 0,-1-1 0 0 0,0 0 1 0 0,1 0-6 0 0,1 0 0 0 0,-1 0 1 0 0,0-1-1 0 0,0 1 0 0 0,1 0 1 0 0,-1-1-1 0 0,0 1 0 0 0,1-1 1 0 0,-1 1-1 0 0,1-1 0 0 0,-1 1 1 0 0,0-1-1 0 0,1 1 0 0 0,-1-1 1 0 0,1 0-1 0 0,-1 1 0 0 0,1-1 1 0 0,0 0-1 0 0,-1 1 0 0 0,1-1 1 0 0,0 0-1 0 0,-1 0 1 0 0,-1-7-202 0 0,-1 0 1 0 0,2 0 0 0 0,-1 1-1 0 0,0-11 1 0 0,0-3-612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39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2303 0 0,'9'-4'5030'0'0,"-8"4"-4877"0"0,19 3-159 0 0,3-1-64 0 0,84-17 1128 0 0,18-2-104 0 0,5 14-628 0 0,0 6 0 0 0,190 28-1 0 0,-220-15-289 0 0,90 11 75 0 0,626 6 1474 0 0,-213-29-1525 0 0,-234 17 475 0 0,-185-9-336 0 0,-161-10-254 0 0,15-1 170 0 0,0 3 0 0 0,71 15 0 0 0,-98-17-82 0 0,-1 1-1 0 0,0 1 1 0 0,0 0-1 0 0,0 0 1 0 0,-1 1-1 0 0,0 0 1 0 0,1 1-1 0 0,-2 0 1 0 0,1 0-1 0 0,-1 1 1 0 0,0 0-1 0 0,0 0 1 0 0,-1 1-1 0 0,0 0 1 0 0,8 11-1 0 0,-9-7-20 0 0,0 0-1 0 0,0 0 1 0 0,-1 0-1 0 0,-1 1 1 0 0,5 17-1 0 0,9 69 22 0 0,-13-63 23 0 0,0-6 13 0 0,4 24 22 0 0,2 30-33 0 0,-9-69-34 0 0,7 70 4 0 0,2 22 20 0 0,0 0-36 0 0,3 18-12 0 0,4-2 0 0 0,-1-5 0 0 0,-6-23 0 0 0,-3-4 0 0 0,-2 11 275 0 0,-1-14 306 0 0,-1 2-179 0 0,0 4-260 0 0,0-18-88 0 0,-1-6-33 0 0,-1-40 22 0 0,3 39-22 0 0,0-10 59 0 0,-3-36-37 0 0,-2-1-1 0 0,-2 29 1 0 0,2-35 29 0 0,0-9 18 0 0,0 0-1 0 0,0 0 1 0 0,0 0-1 0 0,-1 0 1 0 0,-1 0-1 0 0,-3 12 1 0 0,-4-23-3448 0 0,3 2 1814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5:40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5383 0 0,'16'4'375'0'0,"0"0"-1"0"0,0 2 0 0 0,-1-1 1 0 0,17 10-1 0 0,-20-9-77 0 0,0 0-1 0 0,0-1 1 0 0,1 0 0 0 0,-1-1-1 0 0,1-1 1 0 0,0 0-1 0 0,0-1 1 0 0,14 1 0 0 0,142-15 2745 0 0,-33 1-2375 0 0,-14 12-657 0 0,180 26 1 0 0,-124-8-11 0 0,491 2 192 0 0,-101-38 695 0 0,79 23-682 0 0,-534-1-195 0 0,341-2-8 0 0,-182-8-116 0 0,-241 5-100 0 0,-18-2-3980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6.1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39 6847 0 0,'-2'3'139'0'0,"1"1"0"0"0,-1 0-1 0 0,1 0 1 0 0,0 0-1 0 0,0 0 1 0 0,0 0-1 0 0,0 0 1 0 0,1 1 0 0 0,0-1-1 0 0,-1 0 1 0 0,2 0-1 0 0,-1 0 1 0 0,0 0 0 0 0,1 0-1 0 0,0 1 1 0 0,2 5-1 0 0,-3-10-100 0 0,0 0-1 0 0,0 1 1 0 0,0-1-1 0 0,0 0 1 0 0,0 0-1 0 0,0 0 1 0 0,1 1-1 0 0,-1-1 1 0 0,0 0 0 0 0,0 0-1 0 0,0 0 1 0 0,0 0-1 0 0,1 1 1 0 0,-1-1-1 0 0,0 0 1 0 0,0 0-1 0 0,0 0 1 0 0,1 0-1 0 0,-1 0 1 0 0,0 0-1 0 0,0 0 1 0 0,1 0-1 0 0,-1 0 1 0 0,0 0-1 0 0,0 0 1 0 0,0 0-1 0 0,1 0 1 0 0,-1 0-1 0 0,0 0 1 0 0,0 0-1 0 0,1 0 1 0 0,-1 0-1 0 0,0 0 1 0 0,0 0-1 0 0,1 0 1 0 0,-1 0-1 0 0,0 0 1 0 0,0 0 0 0 0,1 0-1 0 0,9-9 848 0 0,5-14-147 0 0,-12 15-627 0 0,0 0-1 0 0,-1 0 1 0 0,3-14-1 0 0,-4 20-105 0 0,-1 1 0 0 0,0 0 0 0 0,1 0-1 0 0,-1-1 1 0 0,0 1 0 0 0,0 0-1 0 0,0 0 1 0 0,0-1 0 0 0,0 1-1 0 0,0 0 1 0 0,0 0 0 0 0,-1-1-1 0 0,1 1 1 0 0,0 0 0 0 0,-1 0-1 0 0,1 0 1 0 0,-1-1 0 0 0,1 1-1 0 0,-1 0 1 0 0,0 0 0 0 0,1 0-1 0 0,-1 0 1 0 0,0 0 0 0 0,0 0-1 0 0,0 0 1 0 0,0 0 0 0 0,0 1 0 0 0,0-1-1 0 0,0 0 1 0 0,0 0 0 0 0,0 1-1 0 0,0-1 1 0 0,0 1 0 0 0,0-1-1 0 0,-2 0 1 0 0,2 1-2 0 0,0 0 0 0 0,0 0-1 0 0,1 0 1 0 0,-1 0 0 0 0,0 0 0 0 0,0 0 0 0 0,0 0-1 0 0,1 0 1 0 0,-1 0 0 0 0,0 0 0 0 0,0 1 0 0 0,1-1-1 0 0,-1 0 1 0 0,0 0 0 0 0,0 1 0 0 0,1-1-1 0 0,-1 1 1 0 0,0-1 0 0 0,1 0 0 0 0,-1 1 0 0 0,1 0-1 0 0,-1-1 1 0 0,-1 2 0 0 0,-8 20 119 0 0,8-14-80 0 0,1 1 0 0 0,0 0 0 0 0,0 12 0 0 0,1-17 58 0 0,0 0-1 0 0,0 0 1 0 0,1 1-1 0 0,0-1 0 0 0,0 0 1 0 0,3 7-1 0 0,-4-11-84 0 0,0 1-1 0 0,0 0 0 0 0,0-1 1 0 0,1 1-1 0 0,-1-1 1 0 0,0 1-1 0 0,1-1 0 0 0,-1 1 1 0 0,0-1-1 0 0,1 1 0 0 0,-1-1 1 0 0,1 1-1 0 0,-1-1 0 0 0,1 1 1 0 0,-1-1-1 0 0,1 0 1 0 0,-1 1-1 0 0,1-1 0 0 0,-1 0 1 0 0,1 1-1 0 0,-1-1 0 0 0,1 0 1 0 0,0 0-1 0 0,-1 0 1 0 0,1 1-1 0 0,-1-1 0 0 0,1 0 1 0 0,0 0-1 0 0,-1 0 0 0 0,1 0 1 0 0,0 0-1 0 0,-1 0 1 0 0,1 0-1 0 0,-1 0 0 0 0,1-1 1 0 0,0 1-1 0 0,-1 0 0 0 0,1 0 1 0 0,-1 0-1 0 0,1-1 0 0 0,0 1 1 0 0,-1 0-1 0 0,1-1 1 0 0,-1 1-1 0 0,1 0 0 0 0,-1-1 1 0 0,1 1-1 0 0,-1-1 0 0 0,1 1 1 0 0,-1-1-1 0 0,0 1 1 0 0,1-1-1 0 0,0 0 0 0 0,0-2 21 0 0,1 0-1 0 0,0 0 0 0 0,-1 0 0 0 0,0 0 0 0 0,1-1 1 0 0,-1 1-1 0 0,0 0 0 0 0,-1 0 0 0 0,1-1 1 0 0,-1 1-1 0 0,1-1 0 0 0,-1 1 0 0 0,0 0 1 0 0,0-1-1 0 0,-1 1 0 0 0,1-1 0 0 0,-1 1 1 0 0,1 0-1 0 0,-1-1 0 0 0,0 1 0 0 0,0 0 1 0 0,-1 0-1 0 0,1-1 0 0 0,-4-4 0 0 0,5 8-36 0 0,-1-1 0 0 0,1 1 0 0 0,0-1 0 0 0,-1 1 0 0 0,1 0 0 0 0,-1-1 0 0 0,1 1 0 0 0,0 0 0 0 0,-1 0 0 0 0,1-1 0 0 0,-1 1 0 0 0,1 0 0 0 0,-1 0 0 0 0,1 0 0 0 0,-1-1 0 0 0,1 1 0 0 0,-1 0 0 0 0,1 0 0 0 0,-1 0 0 0 0,1 0-1 0 0,-1 0 1 0 0,1 0 0 0 0,-1 0 0 0 0,0 0 0 0 0,1 0 0 0 0,-1 0 0 0 0,1 1 0 0 0,-1-1 0 0 0,-11 13-136 0 0,10-9 90 0 0,1 0 1 0 0,-1 0 0 0 0,1 0-1 0 0,-1 1 1 0 0,0 7 0 0 0,2-9-148 0 0,-1 1-1 0 0,1-1 1 0 0,1 1-1 0 0,-1 0 1 0 0,0-1-1 0 0,3 8 1 0 0,-1-5-348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7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916 70 8207 0 0,'-14'-7'1907'0'0,"-10"-4"-1369"0"0,0 1 1 0 0,-1 1-1 0 0,0 1 1 0 0,0 1-1 0 0,0 1 0 0 0,-1 1 1 0 0,-46-2-1 0 0,41 7-421 0 0,0 1-1 0 0,0 1 1 0 0,0 2-1 0 0,0 1 1 0 0,0 1-1 0 0,-34 13 1 0 0,30-8-105 0 0,0 1 0 0 0,1 2 1 0 0,0 1-1 0 0,1 1 1 0 0,-47 33-1 0 0,47-25 36 0 0,1 2 0 0 0,-47 48 0 0 0,78-73-47 0 0,0 0 0 0 0,1-1 1 0 0,-1 1-1 0 0,0 0 0 0 0,0-1 0 0 0,1 1 0 0 0,-1 0 0 0 0,1 0 0 0 0,-1 0 0 0 0,1 0 0 0 0,-1 0 0 0 0,1-1 1 0 0,0 1-1 0 0,-1 0 0 0 0,1 0 0 0 0,0 0 0 0 0,0 0 0 0 0,-1 0 0 0 0,1 0 0 0 0,0 0 0 0 0,0 2 0 0 0,1-3-2 0 0,-1 1-1 0 0,1 0 0 0 0,-1-1 0 0 0,1 1 0 0 0,-1-1 0 0 0,1 1 0 0 0,0-1 0 0 0,-1 0 1 0 0,1 1-1 0 0,-1-1 0 0 0,1 0 0 0 0,0 1 0 0 0,-1-1 0 0 0,1 0 0 0 0,0 0 0 0 0,0 1 1 0 0,-1-1-1 0 0,1 0 0 0 0,0 0 0 0 0,0 0 0 0 0,-1 0 0 0 0,2 0 0 0 0,8 0-65 0 0,1-1-1 0 0,0 0 1 0 0,10-3-1 0 0,-12 3-43 0 0,163-21-97 0 0,-126 18 208 0 0,26 0 11 0 0,6 4 32 0 0,13 2 21 0 0,-30 1-54 0 0,20 2 44 0 0,-26 2-24 0 0,4 3 66 0 0,-46-7 92 0 0,-2 2-88 0 0,37 18 52 0 0,-46-22-93 0 0,1 0-1 0 0,-1 1 0 0 0,1-1 1 0 0,-1 1-1 0 0,1-1 0 0 0,-1 1 1 0 0,0 0-1 0 0,0 0 1 0 0,0 0-1 0 0,0 0 0 0 0,0 0 1 0 0,0 1-1 0 0,-1-1 0 0 0,1 1 1 0 0,-1-1-1 0 0,1 1 0 0 0,-1-1 1 0 0,0 1-1 0 0,0 0 0 0 0,0-1 1 0 0,-1 1-1 0 0,1 0 1 0 0,-1 0-1 0 0,1 0 0 0 0,-1-1 1 0 0,0 1-1 0 0,0 0 0 0 0,0 0 1 0 0,0 0-1 0 0,-1 0 0 0 0,1 0 1 0 0,-1-1-1 0 0,0 1 1 0 0,0 0-1 0 0,-1 4 0 0 0,-2 1 131 0 0,0 0 1 0 0,-1 0-1 0 0,0 0 0 0 0,0 0 0 0 0,-1-1 1 0 0,0 0-1 0 0,0 0 0 0 0,-13 10 0 0 0,-2 0-70 0 0,-2-1 1 0 0,0-1-1 0 0,0 0 0 0 0,-2-2 1 0 0,1-1-1 0 0,-2-2 0 0 0,1 0 0 0 0,-2-1 1 0 0,1-2-1 0 0,-34 6 0 0 0,-85 17 984 0 0,104-20-1100 0 0,1-1 1 0 0,-1-2-1 0 0,0-2 0 0 0,-66 1 0 0 0,101-7-178 0 0,1 1 0 0 0,-1-1 0 0 0,1 0 0 0 0,-10-4 0 0 0,13 5-24 0 0,1-1 0 0 0,-1 1 0 0 0,0-1 0 0 0,1 0 0 0 0,-1 0 0 0 0,0 0 0 0 0,1 0 0 0 0,-1 0 0 0 0,1 0 0 0 0,0-1 0 0 0,-1 1 0 0 0,1 0 0 0 0,0-1 0 0 0,0 1 0 0 0,0-1 0 0 0,0 1 0 0 0,-2-4 0 0 0,1-3-2047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19:58:18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13215 0 0,'1'6'145'0'0,"0"0"0"0"0,0 0 0 0 0,1 0 0 0 0,0 0-1 0 0,0-1 1 0 0,5 11 0 0 0,6 17 289 0 0,-6 0-138 0 0,-2 0-1 0 0,-1 0 1 0 0,-1 49-1 0 0,0 4 147 0 0,1-19-214 0 0,14 120 326 0 0,-6-108-476 0 0,-9-64-68 0 0,9 41 46 0 0,1-7-46 0 0,1 0-47 0 0,-12-39-150 0 0,0-3-973 0 0,6 25 656 0 0,-5-24 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0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14 2303 0 0,'-1'0'118'0'0,"0"0"0"0"0,0 0-1 0 0,0-1 1 0 0,0 1-1 0 0,0 0 1 0 0,-1 0 0 0 0,1-1-1 0 0,0 1 1 0 0,0-1-1 0 0,0 1 1 0 0,0-1-1 0 0,0 0 1 0 0,1 1 0 0 0,-3-2-1 0 0,3 1-55 0 0,-1 1-1 0 0,0-1 0 0 0,1 0 1 0 0,-1 1-1 0 0,0-1 0 0 0,0 1 1 0 0,1-1-1 0 0,-1 1 0 0 0,0 0 1 0 0,0-1-1 0 0,0 1 0 0 0,1 0 1 0 0,-1 0-1 0 0,0 0 0 0 0,0-1 1 0 0,0 1-1 0 0,0 0 0 0 0,0 0 1 0 0,0 0-1 0 0,0 0 0 0 0,-1 1 1 0 0,1-1 31 0 0,0 1 1 0 0,0 0-1 0 0,0-1 1 0 0,0 1 0 0 0,0 0-1 0 0,0 0 1 0 0,0 0-1 0 0,0 0 1 0 0,0 0-1 0 0,0 0 1 0 0,1 0 0 0 0,-1 0-1 0 0,0 0 1 0 0,1 0-1 0 0,-1 0 1 0 0,1 1-1 0 0,-1-1 1 0 0,1 0 0 0 0,0 0-1 0 0,-1 1 1 0 0,1-1-1 0 0,0 2 1 0 0,-5 37 297 0 0,4-24-80 0 0,-31 256 1561 0 0,32-268-1873 0 0,-1 0 0 0 0,0 1 0 0 0,0-1 0 0 0,1 1 0 0 0,0 0 0 0 0,0-1 0 0 0,0 1 0 0 0,1-1-1 0 0,-1 1 1 0 0,1-1 0 0 0,1 6 0 0 0,-1-10-15 0 0,-1 0-1 0 0,0 0 1 0 0,0 0 0 0 0,1 0 0 0 0,-1 0-1 0 0,0 0 1 0 0,0 0 0 0 0,1 0-1 0 0,-1 0 1 0 0,0 0 0 0 0,0 0-1 0 0,0 0 1 0 0,1 0 0 0 0,-1 0 0 0 0,0 0-1 0 0,0 0 1 0 0,1 0 0 0 0,-1 0-1 0 0,0 0 1 0 0,0 0 0 0 0,1 0 0 0 0,-1-1-1 0 0,0 1 1 0 0,0 0 0 0 0,0 0-1 0 0,0 0 1 0 0,1 0 0 0 0,-1-1-1 0 0,0 1 1 0 0,0 0 0 0 0,0 0 0 0 0,0 0-1 0 0,1 0 1 0 0,-1-1 0 0 0,0 1-1 0 0,0 0 1 0 0,0 0 0 0 0,0-1 0 0 0,9-12-549 0 0,-6 9-122 0 0,2-3-2309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1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70 4687 0 0,'37'-16'1760'0'0,"-22"7"-1522"0"0,1 1 0 0 0,0 1-1 0 0,1 1 1 0 0,0 0-1 0 0,0 2 1 0 0,0-1 0 0 0,0 2-1 0 0,1 0 1 0 0,26 0-1 0 0,-41 3-211 0 0,0 0-1 0 0,-1 0 0 0 0,1 1 1 0 0,-1-1-1 0 0,1 1 1 0 0,-1-1-1 0 0,0 1 0 0 0,1 0 1 0 0,-1 0-1 0 0,0 0 0 0 0,1 0 1 0 0,-1 0-1 0 0,0 0 1 0 0,0 1-1 0 0,0-1 0 0 0,0 1 1 0 0,0-1-1 0 0,0 1 0 0 0,0 0 1 0 0,-1 0-1 0 0,1 0 1 0 0,-1 0-1 0 0,1 0 0 0 0,0 3 1 0 0,0-2-19 0 0,-1 1 1 0 0,0 0 0 0 0,0 0-1 0 0,-1 0 1 0 0,1 0 0 0 0,-1-1-1 0 0,0 1 1 0 0,0 0 0 0 0,0 0-1 0 0,0 0 1 0 0,-1 0 0 0 0,1 0-1 0 0,-1 0 1 0 0,-2 6 0 0 0,-1-1 28 0 0,0-1 0 0 0,0 0 0 0 0,-1 0 0 0 0,0 0 0 0 0,-1 0 0 0 0,1-1 0 0 0,-1 0 0 0 0,-1 0 0 0 0,1 0 1 0 0,-1-1-1 0 0,-10 8 0 0 0,-18 17 64 0 0,20-20-51 0 0,14-11-51 0 0,0 1 1 0 0,0-1 0 0 0,0 1 0 0 0,0-1-1 0 0,1 1 1 0 0,-1-1 0 0 0,0 1 0 0 0,0-1-1 0 0,0 1 1 0 0,0 0 0 0 0,1 0 0 0 0,-1-1-1 0 0,0 1 1 0 0,1 0 0 0 0,-1 0 0 0 0,1 0-1 0 0,-1 0 1 0 0,1 0 0 0 0,-1-1 0 0 0,1 1-1 0 0,-1 0 1 0 0,1 0 0 0 0,0 0 0 0 0,0 0-1 0 0,-1 0 1 0 0,1 1 0 0 0,0-1 0 0 0,0 0-1 0 0,0 0 1 0 0,0 0 0 0 0,0 0-1 0 0,0 0 1 0 0,1 0 0 0 0,-1 0 0 0 0,0 0-1 0 0,0 0 1 0 0,1 0 0 0 0,-1 0 0 0 0,1 0-1 0 0,-1 0 1 0 0,1 0 0 0 0,-1-1 0 0 0,2 3-1 0 0,1 2 2 0 0,13 23 21 0 0,30 40 0 0 0,-41-62 10 0 0,-1 0 0 0 0,0 0 0 0 0,0 0 1 0 0,-1 0-1 0 0,1 1 0 0 0,-1-1 0 0 0,2 9 0 0 0,-4-12 14 0 0,-1 0-1 0 0,1 0 0 0 0,0 0 0 0 0,-1 1 1 0 0,0-1-1 0 0,0 0 0 0 0,0 0 0 0 0,0 1 1 0 0,-1-1-1 0 0,1 0 0 0 0,-1 0 0 0 0,0 0 1 0 0,0 0-1 0 0,0 1 0 0 0,0-1 1 0 0,0 0-1 0 0,-1-1 0 0 0,-1 4 0 0 0,-2 1 142 0 0,0 0-1 0 0,-1 0 1 0 0,0 0-1 0 0,0-1 1 0 0,-1 0-1 0 0,1 0 0 0 0,-1-1 1 0 0,-9 6-1 0 0,-8 2 324 0 0,-32 15 0 0 0,14-9-188 0 0,37-16-236 0 0,-1-1 0 0 0,1 0-1 0 0,0-1 1 0 0,-1 1-1 0 0,-8 1 1 0 0,13-3-90 0 0,0 0 0 0 0,0 0 0 0 0,1 0 1 0 0,-1 0-1 0 0,0 0 0 0 0,0 0 0 0 0,0 0 0 0 0,0 0 0 0 0,1-1 0 0 0,-1 1 0 0 0,0 0 0 0 0,0 0 0 0 0,0-1 1 0 0,1 1-1 0 0,-1 0 0 0 0,0-1 0 0 0,0 1 0 0 0,1-1 0 0 0,-2 0 0 0 0,2 0-44 0 0,0 1-1 0 0,-1-1 1 0 0,1 0-1 0 0,0 0 1 0 0,-1 0-1 0 0,1 0 1 0 0,0 0-1 0 0,0 0 1 0 0,0 0-1 0 0,0 1 1 0 0,0-1 0 0 0,0 0-1 0 0,0 0 1 0 0,0 0-1 0 0,0 0 1 0 0,1 0-1 0 0,-1 0 1 0 0,0 0-1 0 0,0 1 1 0 0,1-1-1 0 0,-1 0 1 0 0,1-1-1 0 0,11-16-1688 0 0,-8 10 1012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2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38 3623 0 0,'-1'3'231'0'0,"1"-1"-1"0"0,-1 0 0 0 0,0 1 0 0 0,0-1 0 0 0,0 0 1 0 0,0 1-1 0 0,0-1 0 0 0,0 0 0 0 0,-1 0 0 0 0,-1 2 0 0 0,-6 10 260 0 0,6-6-352 0 0,1 1 1 0 0,0 0-1 0 0,1-1 0 0 0,0 1 1 0 0,0 0-1 0 0,0 0 0 0 0,2-1 1 0 0,-1 1-1 0 0,1 0 1 0 0,0 0-1 0 0,3 11 0 0 0,-3-15-71 0 0,1 0-1 0 0,0 1 1 0 0,0-1-1 0 0,0 0 0 0 0,1 0 1 0 0,-1 0-1 0 0,1 0 1 0 0,6 6-1 0 0,-7-9-44 0 0,0 1-1 0 0,0-1 1 0 0,1 0 0 0 0,-1 0 0 0 0,1 0-1 0 0,-1-1 1 0 0,1 1 0 0 0,0 0-1 0 0,0-1 1 0 0,-1 0 0 0 0,1 0-1 0 0,0 0 1 0 0,0 0 0 0 0,1 0-1 0 0,4 0 1 0 0,-5-1 35 0 0,0 0-1 0 0,0 0 1 0 0,1-1-1 0 0,-1 1 1 0 0,0-1-1 0 0,0 0 1 0 0,0 0 0 0 0,0 0-1 0 0,0 0 1 0 0,-1 0-1 0 0,1-1 1 0 0,0 1-1 0 0,0-1 1 0 0,-1 0-1 0 0,1 0 1 0 0,-1 0 0 0 0,0 0-1 0 0,4-4 1 0 0,4-5 255 0 0,-1-1 0 0 0,13-20 0 0 0,-15 22-182 0 0,-2 3-128 0 0,-1-1 0 0 0,0 1 0 0 0,0-1 0 0 0,-1 0 0 0 0,0-1 0 0 0,0 1 0 0 0,-1 0 0 0 0,0-1 0 0 0,-1 1 0 0 0,1-1 0 0 0,-2 0 0 0 0,1 1 0 0 0,-1-1 0 0 0,0 0 0 0 0,-1 1 0 0 0,0-1 0 0 0,-1 0 0 0 0,-2-8 0 0 0,4 16-122 0 0,-1 0 0 0 0,1 0 0 0 0,-1 0 0 0 0,0 0 1 0 0,1 0-1 0 0,-1 0 0 0 0,0 0 0 0 0,1 0 0 0 0,-1 1 1 0 0,0-1-1 0 0,0 0 0 0 0,0 0 0 0 0,-2 0 0 0 0,2 0-264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3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4 4231 0 0,'6'-3'2775'0'0,"-7"3"-2734"0"0,0 0-1 0 0,0 0 0 0 0,0 0 0 0 0,0 0 1 0 0,0 0-1 0 0,0 0 0 0 0,0 0 1 0 0,0 0-1 0 0,0 1 0 0 0,1-1 1 0 0,-1 0-1 0 0,0 1 0 0 0,0-1 0 0 0,0 0 1 0 0,0 1-1 0 0,-1 0 0 0 0,-12 10 12 0 0,0 0 0 0 0,1 1 0 0 0,0 0 0 0 0,0 1 0 0 0,1 1 0 0 0,1 0 0 0 0,1 0 0 0 0,0 1 0 0 0,1 1 0 0 0,-14 28 0 0 0,22-41-44 0 0,0-1 0 0 0,1 0 0 0 0,-1 0 0 0 0,0 0 0 0 0,1 1 0 0 0,-1-1 0 0 0,1 0 0 0 0,0 1 0 0 0,0-1 0 0 0,-1 0 0 0 0,2 1 0 0 0,-1-1 0 0 0,0 0 0 0 0,0 0 0 0 0,1 1 0 0 0,-1-1 0 0 0,1 0 0 0 0,0 0 0 0 0,0 1 0 0 0,0-1 0 0 0,0 0 0 0 0,0 0 0 0 0,0 0 0 0 0,2 2 0 0 0,-1-3 9 0 0,-1 0-1 0 0,1 1 0 0 0,-1-1 1 0 0,1 0-1 0 0,0 0 0 0 0,0 0 0 0 0,0 0 1 0 0,-1 0-1 0 0,1-1 0 0 0,0 1 1 0 0,0-1-1 0 0,0 1 0 0 0,0-1 0 0 0,0 0 1 0 0,0 1-1 0 0,0-1 0 0 0,0 0 1 0 0,0-1-1 0 0,0 1 0 0 0,0 0 0 0 0,0 0 1 0 0,0-1-1 0 0,0 1 0 0 0,0-1 1 0 0,0 0-1 0 0,0 1 0 0 0,3-3 0 0 0,5-2-11 0 0,-1 0 0 0 0,0-1 0 0 0,0 0 0 0 0,0 0 0 0 0,-1-1 0 0 0,14-14 0 0 0,-18 16-630 0 0,0 1 0 0 0,-1 0 1 0 0,0-1-1 0 0,5-10 0 0 0,-5 8-1894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3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6447 0 0,'-1'1'86'0'0,"0"-1"0"0"0,0 1-1 0 0,0-1 1 0 0,0 1-1 0 0,0 0 1 0 0,-1-1 0 0 0,1 1-1 0 0,0 0 1 0 0,1 0-1 0 0,-1 0 1 0 0,0 0 0 0 0,0 0-1 0 0,0 0 1 0 0,0 0-1 0 0,1 0 1 0 0,-1 0-1 0 0,0 0 1 0 0,1 0 0 0 0,-1 1-1 0 0,1-1 1 0 0,0 0-1 0 0,-1 0 1 0 0,1 2 0 0 0,-4 36 1430 0 0,3-26-1831 0 0,0-6 317 0 0,-4 56-6 0 0,4 65 1 0 0,2-109 10 0 0,0-1 1 0 0,2 1 0 0 0,0-1 0 0 0,1 0-1 0 0,1 0 1 0 0,0-1 0 0 0,1 1 0 0 0,12 21-1 0 0,-17-36-20 0 0,1 0 1 0 0,-1 0-1 0 0,1-1 0 0 0,-1 1 0 0 0,1-1 0 0 0,0 1 0 0 0,0-1 0 0 0,0 0 0 0 0,1 1 0 0 0,-1-1 1 0 0,0 0-1 0 0,1-1 0 0 0,0 1 0 0 0,-1 0 0 0 0,1-1 0 0 0,0 1 0 0 0,0-1 0 0 0,-1 0 0 0 0,1 0 1 0 0,0 0-1 0 0,0 0 0 0 0,1-1 0 0 0,-1 1 0 0 0,0-1 0 0 0,0 0 0 0 0,4 0 0 0 0,-1 0-335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4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86 5903 0 0,'2'-1'83'0'0,"-1"-1"-1"0"0,0 0 1 0 0,1 0-1 0 0,-1 0 1 0 0,0 0-1 0 0,0 0 0 0 0,0 0 1 0 0,0 0-1 0 0,-1-1 1 0 0,1 1-1 0 0,0 0 1 0 0,-1 0-1 0 0,0-1 1 0 0,1 1-1 0 0,-1 0 0 0 0,0-1 1 0 0,0 1-1 0 0,0 0 1 0 0,-1-1-1 0 0,1 1 1 0 0,-1 0-1 0 0,1 0 0 0 0,-2-3 1 0 0,2 3-40 0 0,-1 1 0 0 0,1-1 0 0 0,-1 0 0 0 0,0 0 0 0 0,0 1 0 0 0,0-1 1 0 0,0 1-1 0 0,0-1 0 0 0,0 1 0 0 0,0-1 0 0 0,-1 1 0 0 0,1 0 0 0 0,0 0 0 0 0,-1-1 0 0 0,1 1 0 0 0,-1 0 0 0 0,1 0 0 0 0,-1 0 1 0 0,0 1-1 0 0,1-1 0 0 0,-1 0 0 0 0,0 1 0 0 0,1-1 0 0 0,-1 1 0 0 0,0-1 0 0 0,0 1 0 0 0,0 0 0 0 0,-3 0 0 0 0,-2 0-42 0 0,1 1 0 0 0,0 0 0 0 0,-1 1 0 0 0,1 0 0 0 0,0 0 0 0 0,0 0 0 0 0,0 0 0 0 0,0 1 0 0 0,0 0 0 0 0,1 1 0 0 0,-1-1 0 0 0,1 1 0 0 0,0 0-1 0 0,0 0 1 0 0,-6 7 0 0 0,8-8-1 0 0,1 0 0 0 0,0 0 0 0 0,0 0 0 0 0,0 0 0 0 0,0 0 0 0 0,0 0 0 0 0,1 0 0 0 0,0 0-1 0 0,-1 1 1 0 0,1-1 0 0 0,1 1 0 0 0,-1-1 0 0 0,0 1 0 0 0,1-1 0 0 0,-1 1 0 0 0,1-1 0 0 0,0 1 0 0 0,1-1-1 0 0,-1 1 1 0 0,0 0 0 0 0,1-1 0 0 0,0 1 0 0 0,0-1 0 0 0,0 0 0 0 0,0 1 0 0 0,1-1 0 0 0,-1 0 0 0 0,1 0-1 0 0,2 4 1 0 0,10 13 116 0 0,2 0 0 0 0,28 28 0 0 0,14 15 118 0 0,-49-51-226 0 0,-1-1 1 0 0,0 1-1 0 0,-1 0 0 0 0,0 1 1 0 0,-1 0-1 0 0,5 14 1 0 0,-9-21-8 0 0,0 1 0 0 0,-1-1 0 0 0,0 0 0 0 0,0 0 0 0 0,0 1 0 0 0,-1-1-1 0 0,0 1 1 0 0,0-1 0 0 0,-1 0 0 0 0,0 1 0 0 0,0-1 0 0 0,0 0 0 0 0,-1 0 0 0 0,0 0 0 0 0,-5 12 0 0 0,-1-3 45 0 0,0-1 0 0 0,-1 0 0 0 0,-1 0 0 0 0,0 0 0 0 0,-18 18 0 0 0,21-25 47 0 0,-1 0 0 0 0,0 0-1 0 0,0-1 1 0 0,0 0-1 0 0,-1 0 1 0 0,0-1 0 0 0,0 0-1 0 0,-1-1 1 0 0,1 1-1 0 0,-13 2 1 0 0,22-7-86 0 0,-1 1 0 0 0,0-1-1 0 0,1 0 1 0 0,-1 0 0 0 0,0 0 0 0 0,0 1-1 0 0,1-1 1 0 0,-1 0 0 0 0,0 0 0 0 0,0 0 0 0 0,1 0-1 0 0,-1 0 1 0 0,0 0 0 0 0,0 0 0 0 0,1-1-1 0 0,-1 1 1 0 0,0 0 0 0 0,1 0 0 0 0,-1 0 0 0 0,0-1-1 0 0,1 1 1 0 0,-1 0 0 0 0,0-1 0 0 0,1 1-1 0 0,-1-1 1 0 0,0 1 0 0 0,1-1 0 0 0,-1 0 0 0 0,0 0 15 0 0,1 0 0 0 0,0 0 1 0 0,-1 0-1 0 0,1-1 1 0 0,0 1-1 0 0,0 0 0 0 0,0 0 1 0 0,0 0-1 0 0,0-1 1 0 0,0 1-1 0 0,0 0 0 0 0,0 0 1 0 0,1 0-1 0 0,-1-1 1 0 0,1 0-1 0 0,3-8 167 0 0,0 0-1 0 0,11-18 1 0 0,-13 26-181 0 0,12-20-20 0 0,1 2 0 0 0,1 0-1 0 0,22-22 1 0 0,15-17-11 0 0,58-59 23 0 0,-82 92 0 0 0,-2-2 0 0 0,-2 0 0 0 0,0-2 0 0 0,29-46 0 0 0,-54 76 0 0 0,26-51 87 0 0,-24 46-74 0 0,0 1 0 0 0,-1-1-1 0 0,1 0 1 0 0,-1 0 0 0 0,0 0-1 0 0,0 0 1 0 0,0 0-1 0 0,-1 0 1 0 0,0-6 0 0 0,0 11-6 0 0,0-1 1 0 0,0 1 0 0 0,0 0 0 0 0,0 0-1 0 0,0-1 1 0 0,0 1 0 0 0,0 0-1 0 0,0 0 1 0 0,0-1 0 0 0,0 1-1 0 0,0 0 1 0 0,0 0 0 0 0,0-1 0 0 0,-1 1-1 0 0,1 0 1 0 0,0 0 0 0 0,0 0-1 0 0,0-1 1 0 0,0 1 0 0 0,-1 0 0 0 0,1 0-1 0 0,0 0 1 0 0,0 0 0 0 0,0-1-1 0 0,-1 1 1 0 0,1 0 0 0 0,0 0 0 0 0,0 0-1 0 0,-1 0 1 0 0,1 0 0 0 0,0 0-1 0 0,0 0 1 0 0,-1 0 0 0 0,1 0 0 0 0,0 0-1 0 0,0-1 1 0 0,-1 1 0 0 0,1 0-1 0 0,0 1 1 0 0,-1-1 0 0 0,-13 6 112 0 0,-9 15-2 0 0,11-10-87 0 0,2 2-1 0 0,-14 19 1 0 0,20-26-18 0 0,0 0-1 0 0,0 0 1 0 0,1 0 0 0 0,0 1-1 0 0,1-1 1 0 0,-1 1-1 0 0,1 0 1 0 0,-1 7 0 0 0,3-11 9 0 0,0 0 1 0 0,0 1 0 0 0,0-1 0 0 0,1 0 0 0 0,-1 0 0 0 0,1 0 0 0 0,0 0-1 0 0,0 0 1 0 0,0 0 0 0 0,0 0 0 0 0,1 0 0 0 0,-1 0 0 0 0,1-1 0 0 0,0 1-1 0 0,0 0 1 0 0,-1-1 0 0 0,2 0 0 0 0,-1 1 0 0 0,0-1 0 0 0,0 0 0 0 0,1 0-1 0 0,-1 0 1 0 0,1 0 0 0 0,0-1 0 0 0,-1 1 0 0 0,6 1 0 0 0,1 2-57 0 0,0-1 0 0 0,0-1 0 0 0,0 0 0 0 0,1 0 1 0 0,-1-1-1 0 0,1 0 0 0 0,12 1 0 0 0,-17-3-141 0 0,0 0 0 0 0,-1-1-1 0 0,1 1 1 0 0,0-1 0 0 0,0 0-1 0 0,5-2 1 0 0,-8 3-25 0 0,0-1 1 0 0,0 0-1 0 0,-1 1 0 0 0,1-1 0 0 0,0 0 1 0 0,0 0-1 0 0,-1 0 0 0 0,1 0 0 0 0,0 0 1 0 0,-1-1-1 0 0,1 1 0 0 0,-1 0 0 0 0,0-1 1 0 0,1 1-1 0 0,-1-1 0 0 0,0 1 0 0 0,1-3 1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4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0 7367 0 0,'-1'1'166'0'0,"0"-1"0"0"0,0 1 0 0 0,0 0 0 0 0,0-1 0 0 0,1 1 0 0 0,-1 0 0 0 0,0 0 0 0 0,1-1 0 0 0,-1 1 0 0 0,0 0 0 0 0,1 0-1 0 0,-1 0 1 0 0,1 0 0 0 0,0 0 0 0 0,-1 0 0 0 0,1-1 0 0 0,-1 1 0 0 0,1 0 0 0 0,0 0 0 0 0,0 2 0 0 0,-3 27 2873 0 0,2-17-3131 0 0,-5 54 116 0 0,6 94-1 0 0,1-68-455 0 0,-3-80-160 0 0,-4-10-313 0 0,4-4 694 0 0,0 1 0 0 0,0-1-1 0 0,1 0 1 0 0,-1 0 0 0 0,0 0 0 0 0,1 0 0 0 0,-1-1 0 0 0,1 1 0 0 0,-3-3 0 0 0,2 1-268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28:05.1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8551 0 0,'0'0'14'0'0,"0"0"0"0"0,0 0 0 0 0,0 0 0 0 0,0 0 0 0 0,0 0 0 0 0,-1 0 0 0 0,1 0 0 0 0,0 0 0 0 0,0 0 0 0 0,0 0-1 0 0,0 0 1 0 0,0 0 0 0 0,0 0 0 0 0,0 0 0 0 0,0 0 0 0 0,0 0 0 0 0,0 0 0 0 0,0 0 0 0 0,0 1 0 0 0,-1-1 0 0 0,1 0 0 0 0,0 0-1 0 0,0 0 1 0 0,0 0 0 0 0,0 0 0 0 0,0 0 0 0 0,0 0 0 0 0,0 0 0 0 0,0 0 0 0 0,0 0 0 0 0,0 1 0 0 0,0-1 0 0 0,0 0 0 0 0,0 0 0 0 0,0 0-1 0 0,0 0 1 0 0,0 0 0 0 0,0 0 0 0 0,0 0 0 0 0,0 0 0 0 0,0 0 0 0 0,0 1 0 0 0,0-1 0 0 0,0 0 0 0 0,0 0 0 0 0,0 0 0 0 0,0 0-1 0 0,0 0 1 0 0,0 0 0 0 0,0 0 0 0 0,0 0 0 0 0,1 0 0 0 0,-1 0 0 0 0,0 0 0 0 0,0 0 0 0 0,0 1 0 0 0,0-1 0 0 0,0 0 0 0 0,0 0-1 0 0,8 9 118 0 0,10 7-209 0 0,-10-12-11 0 0,-1-1 0 0 0,1 0-1 0 0,0 0 1 0 0,0-1 0 0 0,0 0-1 0 0,0 0 1 0 0,0 0 0 0 0,1-1-1 0 0,-1-1 1 0 0,0 0 0 0 0,1 0-1 0 0,-1 0 1 0 0,0-1 0 0 0,13-3-1 0 0,-5 1-2834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26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0 2303 0 0,'2'1'426'0'0,"1"0"0"0"0,-1 0 0 0 0,1 0 0 0 0,-1 0 0 0 0,1 0 0 0 0,-1 1-1 0 0,0-1 1 0 0,0 1 0 0 0,1 0 0 0 0,-1-1 0 0 0,2 4 0 0 0,1-1-413 0 0,-1 0 0 0 0,0-1 0 0 0,0 0 0 0 0,10 5 0 0 0,-13-7 23 0 0,0-1 1 0 0,1 1-1 0 0,-1-1 1 0 0,0 0-1 0 0,0 1 1 0 0,0-1-1 0 0,0 0 1 0 0,0 0 0 0 0,1 0-1 0 0,-1 0 1 0 0,0 0-1 0 0,0 0 1 0 0,0 0-1 0 0,0 0 1 0 0,0-1-1 0 0,1 1 1 0 0,-1 0 0 0 0,0-1-1 0 0,0 1 1 0 0,0-1-1 0 0,0 1 1 0 0,0-1-1 0 0,0 1 1 0 0,0-1-1 0 0,0 0 1 0 0,0 1-1 0 0,1-3 1 0 0,-2 3-7 0 0,0 0-1 0 0,0 0 1 0 0,0 0 0 0 0,0 0-1 0 0,0 0 1 0 0,1 0 0 0 0,-1 0-1 0 0,0 0 1 0 0,0 0 0 0 0,0 0-1 0 0,0 0 1 0 0,0 0 0 0 0,0-1-1 0 0,0 1 1 0 0,0 0 0 0 0,0 0-1 0 0,1 0 1 0 0,-1 0 0 0 0,0 0 0 0 0,0 0-1 0 0,0 0 1 0 0,0 0 0 0 0,0 0-1 0 0,0 0 1 0 0,0 0 0 0 0,0 0-1 0 0,1 1 1 0 0,-1-1 0 0 0,0 0-1 0 0,0 0 1 0 0,0 0 0 0 0,0 0-1 0 0,0 0 1 0 0,0 0 0 0 0,0 0-1 0 0,0 0 1 0 0,0 0 0 0 0,0 0-1 0 0,0 0 1 0 0,1 0 0 0 0,-1 0-1 0 0,0 0 1 0 0,0 1 0 0 0,0-1-1 0 0,0 0 1 0 0,0 0 0 0 0,0 0-1 0 0,0 0 1 0 0,0 0 0 0 0,0 0-1 0 0,0 0 1 0 0,0 0 0 0 0,0 0-1 0 0,0 1 1 0 0,2 9 640 0 0,-1 11-228 0 0,-6 117 462 0 0,-7-1 1 0 0,-29 140-1 0 0,37-257-864 0 0,3-7-128 0 0,-1 0 0 0 0,-1-1 0 0 0,0 0-1 0 0,-1 1 1 0 0,0-1 0 0 0,-7 13 0 0 0,10-24 40 0 0,1 0 0 0 0,0-1 0 0 0,-1 1 0 0 0,1 0 1 0 0,-1-1-1 0 0,1 1 0 0 0,-1 0 0 0 0,1-1 0 0 0,-1 1 0 0 0,1-1 0 0 0,-1 1 0 0 0,1-1 0 0 0,-1 0 1 0 0,0 1-1 0 0,1-1 0 0 0,-1 0 0 0 0,0 1 0 0 0,1-1 0 0 0,-1 0 0 0 0,0 0 0 0 0,0 1 0 0 0,1-1 1 0 0,-1 0-1 0 0,0 0 0 0 0,0 0 0 0 0,1 0 0 0 0,-1 0 0 0 0,-1 0 0 0 0,0-1-298 0 0,0 1 1 0 0,1-1-1 0 0,-1 0 0 0 0,0 0 0 0 0,1 0 0 0 0,-1 0 1 0 0,1 0-1 0 0,0 0 0 0 0,-1 0 0 0 0,1 0 0 0 0,-2-2 0 0 0,-6-8-3050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27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53 111 12439 0 0,'-11'-7'383'0'0,"5"4"-182"0"0,1 0 0 0 0,-1 0-1 0 0,1-1 1 0 0,-7-5 0 0 0,5 3 738 0 0,23 4-2217 0 0,-12 0 1295 0 0,0 1-1 0 0,-1-1 0 0 0,1 0 1 0 0,-1 0-1 0 0,0 0 0 0 0,0 0 1 0 0,1-1-1 0 0,-2 1 0 0 0,1-1 0 0 0,0 0 1 0 0,4-5-1 0 0,18-17 1096 0 0,-20 23-1140 0 0,0-1-1 0 0,0 1 0 0 0,0 0 1 0 0,0 0-1 0 0,7-1 0 0 0,0 0-195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28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12 278 5983 0 0,'0'0'136'0'0,"-1"0"0"0"0,0 0 0 0 0,1-1-1 0 0,-1 1 1 0 0,0 0 0 0 0,1-1-1 0 0,-1 1 1 0 0,1 0 0 0 0,-1-1-1 0 0,0 1 1 0 0,1-1 0 0 0,-1 1 0 0 0,1-1-1 0 0,0 1 1 0 0,-1-1 0 0 0,1 1-1 0 0,-1-1 1 0 0,1 0 0 0 0,0 1 0 0 0,-1-1-1 0 0,1 1 1 0 0,-1-2 0 0 0,2 1-78 0 0,-1 0 1 0 0,0 1-1 0 0,0-1 1 0 0,1 1-1 0 0,-1-1 1 0 0,0 1 0 0 0,1-1-1 0 0,-1 1 1 0 0,1-1-1 0 0,-1 1 1 0 0,1-1-1 0 0,-1 1 1 0 0,0 0 0 0 0,1-1-1 0 0,0 1 1 0 0,-1 0-1 0 0,1-1 1 0 0,-1 1-1 0 0,1 0 1 0 0,0-1-1 0 0,45-12-230 0 0,-29 9 329 0 0,24-10 764 0 0,-18 7 402 0 0,-1-1-1 0 0,43-22 0 0 0,-42 16-925 0 0,8-4-167 0 0,-1-1 1 0 0,39-31-1 0 0,-65 47-387 0 0,-1-1 0 0 0,1 0 0 0 0,-1 0 0 0 0,0 0 0 0 0,0 0-1 0 0,-1 0 1 0 0,1 0 0 0 0,3-10 0 0 0,4-21-6961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0.6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86 217 3223 0 0,'-1'-1'225'0'0,"0"0"-1"0"0,0 0 0 0 0,0 0 0 0 0,0 0 1 0 0,1 0-1 0 0,-1 0 0 0 0,0 0 0 0 0,0-1 0 0 0,1 1 1 0 0,-1 0-1 0 0,0-1 0 0 0,1 1 0 0 0,0 0 0 0 0,-1-1 1 0 0,1 1-1 0 0,0-1 0 0 0,-1-2 0 0 0,1 3-68 0 0,0-1-1 0 0,0 0 0 0 0,-1 1 1 0 0,1-1-1 0 0,-1 1 1 0 0,1-1-1 0 0,-1 1 0 0 0,0-1 1 0 0,0 1-1 0 0,-1-2 1 0 0,2 2-108 0 0,-1 1 1 0 0,0-1-1 0 0,1 1 1 0 0,-1 0-1 0 0,0 0 1 0 0,1 0-1 0 0,-1-1 1 0 0,0 1-1 0 0,0 0 1 0 0,1 0-1 0 0,-1 0 1 0 0,0 0-1 0 0,0 0 1 0 0,1 0-1 0 0,-1 0 0 0 0,0 0 1 0 0,1 0-1 0 0,-1 1 1 0 0,0-1-1 0 0,0 0 1 0 0,1 0-1 0 0,-1 1 1 0 0,0-1-1 0 0,1 0 1 0 0,-1 1-1 0 0,0-1 1 0 0,1 1-1 0 0,-1-1 1 0 0,0 1-1 0 0,-16 8 131 0 0,13-7-47 0 0,0-1 0 0 0,0 1 0 0 0,1 0 0 0 0,-1 1 0 0 0,-5 4 0 0 0,40-9 829 0 0,18-8-704 0 0,0-3 0 0 0,0-1 0 0 0,51-23 0 0 0,160-67 1359 0 0,-242 96-1524 0 0,-14 6-70 0 0,-1 0 1 0 0,1 0 0 0 0,0 0-1 0 0,0 1 1 0 0,1 0-1 0 0,-1-1 1 0 0,7 0-1 0 0,-28 6-214 0 0,16-4 129 0 0,0 0 0 0 0,0 1 0 0 0,1-1 0 0 0,-1 0 0 0 0,0 1 0 0 0,0-1 0 0 0,1 1 0 0 0,-1-1-1 0 0,1 1 1 0 0,-1-1 0 0 0,0 1 0 0 0,1-1 0 0 0,-1 1 0 0 0,1 0 0 0 0,-1-1 0 0 0,1 1 0 0 0,0 0 0 0 0,-1-1 0 0 0,1 1 0 0 0,0 0 0 0 0,-1 0 0 0 0,1-1 0 0 0,0 1 0 0 0,0 0 0 0 0,0 0 0 0 0,-1 1 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1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90 22 6991 0 0,'1'-2'80'0'0,"11"-17"2034"0"0,-5 18-1047 0 0,2 13-720 0 0,-8-9-309 0 0,-1-1-1 0 0,1 1 1 0 0,-1 0-1 0 0,1 0 1 0 0,-1 0 0 0 0,0 0-1 0 0,0 0 1 0 0,0 0-1 0 0,0 0 1 0 0,-1-1-1 0 0,0 7 1 0 0,-13 33 96 0 0,8-25-31 0 0,-84 231 468 0 0,88-242-557 0 0,0 0 0 0 0,0 0 0 0 0,1 1 0 0 0,0-1-1 0 0,0 0 1 0 0,1 13 0 0 0,0-17-9 0 0,0 0-1 0 0,0-1 0 0 0,1 1 1 0 0,-1-1-1 0 0,0 1 1 0 0,1-1-1 0 0,0 1 0 0 0,-1-1 1 0 0,1 1-1 0 0,0-1 1 0 0,-1 1-1 0 0,1-1 0 0 0,0 0 1 0 0,0 1-1 0 0,0-1 1 0 0,0 0-1 0 0,1 0 1 0 0,-1 0-1 0 0,0 0 0 0 0,0 0 1 0 0,1 0-1 0 0,-1 0 1 0 0,0 0-1 0 0,1 0 0 0 0,-1-1 1 0 0,1 1-1 0 0,-1-1 1 0 0,1 1-1 0 0,0-1 0 0 0,-1 1 1 0 0,1-1-1 0 0,1 0 1 0 0,14 1 84 0 0,-1-1 0 0 0,1-1 0 0 0,0 0 0 0 0,-1-1 0 0 0,1-1 0 0 0,-1-1 0 0 0,16-5 0 0 0,6-1 185 0 0,-35 10-269 0 0,0-1 0 0 0,0 1 1 0 0,0-1-1 0 0,0 0 0 0 0,0 0 0 0 0,0 0 0 0 0,-1-1 0 0 0,1 1 0 0 0,0 0 0 0 0,-1-1 0 0 0,1 0 0 0 0,-1 0 1 0 0,1 1-1 0 0,-1-1 0 0 0,0-1 0 0 0,0 1 0 0 0,0 0 0 0 0,0-1 0 0 0,0 1 0 0 0,-1-1 0 0 0,1 1 0 0 0,-1-1 0 0 0,1 0 1 0 0,-1 1-1 0 0,0-1 0 0 0,0 0 0 0 0,1-4 0 0 0,2-5-1884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1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30 7831 0 0,'0'-1'83'0'0,"0"0"0"0"0,0-1-1 0 0,0 1 1 0 0,0 0 0 0 0,0 0 0 0 0,0 0-1 0 0,1-1 1 0 0,-1 1 0 0 0,1 0-1 0 0,-1 0 1 0 0,1 0 0 0 0,-1 0 0 0 0,1 0-1 0 0,0 0 1 0 0,-1 0 0 0 0,1 0-1 0 0,0 0 1 0 0,0 0 0 0 0,0 0-1 0 0,-1 0 1 0 0,1 0 0 0 0,0 1 0 0 0,0-1-1 0 0,0 0 1 0 0,1 1 0 0 0,-1-1-1 0 0,0 1 1 0 0,0-1 0 0 0,0 1 0 0 0,0 0-1 0 0,0-1 1 0 0,1 1 0 0 0,-1 0-1 0 0,2 0 1 0 0,-1-1-77 0 0,-1 1 0 0 0,1 1-1 0 0,0-1 1 0 0,-1 0 0 0 0,1 0 0 0 0,-1 1 0 0 0,1-1-1 0 0,-1 0 1 0 0,1 1 0 0 0,-1 0 0 0 0,0-1 0 0 0,1 1-1 0 0,-1 0 1 0 0,0 0 0 0 0,1 0 0 0 0,-1-1-1 0 0,0 1 1 0 0,0 1 0 0 0,0-1 0 0 0,0 0 0 0 0,0 0-1 0 0,0 0 1 0 0,0 0 0 0 0,0 1 0 0 0,0-1 0 0 0,-1 1-1 0 0,1-1 1 0 0,0 3 0 0 0,2 5-40 0 0,-1 1 0 0 0,-1 0 0 0 0,1 0 0 0 0,-2 0 0 0 0,1 0 1 0 0,-2 0-1 0 0,1 0 0 0 0,-3 12 0 0 0,-22 82-2 0 0,13-62 66 0 0,1 1 184 0 0,4-24-13 0 0,2 1-1 0 0,0 0 1 0 0,1 1-1 0 0,1-1 1 0 0,1 1-1 0 0,1 29 1 0 0,1-47-138 0 0,1 1 1 0 0,0-1 0 0 0,-1 1 0 0 0,1-1-1 0 0,1 0 1 0 0,-1 1 0 0 0,0-1 0 0 0,1 0-1 0 0,0 0 1 0 0,0 0 0 0 0,-1 0 0 0 0,2 0-1 0 0,-1 0 1 0 0,0-1 0 0 0,1 1 0 0 0,-1-1-1 0 0,1 1 1 0 0,0-1 0 0 0,0 0 0 0 0,-1 0-1 0 0,1 0 1 0 0,1-1 0 0 0,-1 1 0 0 0,4 0-1 0 0,-1 1-219 0 0,0-2 0 0 0,0 1 1 0 0,0-1-1 0 0,0 0 0 0 0,1 0 0 0 0,-1-1 0 0 0,0 1 0 0 0,1-2 0 0 0,-1 1 0 0 0,0-1 0 0 0,1 0 0 0 0,10-3 0 0 0,-4-2-1034 0 0,-8 2 484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2.3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26 5063 0 0,'-1'-2'176'0'0,"-4"-13"242"0"0,5 15-368 0 0,0-1 0 0 0,0 1 0 0 0,0 0 0 0 0,0 0 0 0 0,-1-1 0 0 0,1 1 0 0 0,0 0 0 0 0,0 0 0 0 0,0-1 1 0 0,0 1-1 0 0,0 0 0 0 0,0 0 0 0 0,1-1 0 0 0,-1 1 0 0 0,0 0 0 0 0,0 0 0 0 0,0 0 0 0 0,0-1 0 0 0,0 1 0 0 0,0 0 0 0 0,0 0 1 0 0,0-1-1 0 0,0 1 0 0 0,1 0 0 0 0,-1 0 0 0 0,0 0 0 0 0,0 0 0 0 0,0-1 0 0 0,0 1 0 0 0,1 0 0 0 0,-1 0 0 0 0,0 0 0 0 0,0 0 1 0 0,0 0-1 0 0,1-1 0 0 0,-1 1 0 0 0,0 0 0 0 0,0 0 0 0 0,1 0 0 0 0,-1 0 0 0 0,0 0 0 0 0,0 0 0 0 0,1 0 0 0 0,-1 0 0 0 0,0 0 0 0 0,0 0 1 0 0,0 0-1 0 0,1 0 0 0 0,-1 0 0 0 0,0 0 0 0 0,0 0 0 0 0,1 0 0 0 0,-1 0 0 0 0,0 0 0 0 0,0 1 0 0 0,1-1 0 0 0,0 0-37 0 0,0 1 0 0 0,-1 0 0 0 0,1-1 0 0 0,0 1 0 0 0,0 0 0 0 0,-1 0 0 0 0,1-1 0 0 0,0 1 0 0 0,-1 0 0 0 0,1 0 0 0 0,-1 0 0 0 0,1 0 0 0 0,-1 0 0 0 0,1 0 0 0 0,-1 0 0 0 0,0 0 0 0 0,1 0-1 0 0,-1 0 1 0 0,0 0 0 0 0,0 0 0 0 0,0 0 0 0 0,0 0 0 0 0,0 0 0 0 0,0 0 0 0 0,0 2 0 0 0,-3 27 966 0 0,-32 92 342 0 0,25-95-879 0 0,1 0 0 0 0,1 1 0 0 0,2 1-1 0 0,1-1 1 0 0,-3 43 0 0 0,11-43-2291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2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1 126 10823 0 0,'8'9'497'0'0,"2"2"-208"0"0,1-1 0 0 0,0 0-1 0 0,0-1 1 0 0,1 0 0 0 0,17 10-1 0 0,-26-17-304 0 0,0-1 0 0 0,1 1 0 0 0,-1-1 0 0 0,0 0 0 0 0,1 0-1 0 0,0 0 1 0 0,-1-1 0 0 0,1 1 0 0 0,0-1 0 0 0,-1 0 0 0 0,1 0 0 0 0,0 0 0 0 0,-1 0-1 0 0,1-1 1 0 0,-1 1 0 0 0,1-1 0 0 0,0 0 0 0 0,-1 0 0 0 0,0 0 0 0 0,1-1 0 0 0,-1 1-1 0 0,0-1 1 0 0,1 0 0 0 0,-1 0 0 0 0,0 0 0 0 0,0 0 0 0 0,2-3 0 0 0,8-7 73 0 0,-2-1 1 0 0,1 0 0 0 0,-2-1-1 0 0,0 0 1 0 0,15-27 0 0 0,-12 19 795 0 0,23-30 0 0 0,-36 52-847 0 0,0-1 1 0 0,0 1-1 0 0,1-1 1 0 0,-1 1 0 0 0,0-1-1 0 0,1 1 1 0 0,-1-1-1 0 0,1 1 1 0 0,-1-1 0 0 0,0 1-1 0 0,1-1 1 0 0,-1 1-1 0 0,1 0 1 0 0,-1-1-1 0 0,1 1 1 0 0,-1 0 0 0 0,1-1-1 0 0,0 1 1 0 0,-1 0-1 0 0,1 0 1 0 0,-1 0 0 0 0,1-1-1 0 0,-1 1 1 0 0,1 0-1 0 0,0 0 1 0 0,-1 0 0 0 0,1 0-1 0 0,0 0 1 0 0,-1 0-1 0 0,1 0 1 0 0,-1 0 0 0 0,1 1-1 0 0,-1-1 1 0 0,2 0-1 0 0,-1 2 20 0 0,0-1-1 0 0,0 0 1 0 0,0 0-1 0 0,0 1 0 0 0,0-1 1 0 0,0 1-1 0 0,-1-1 1 0 0,1 1-1 0 0,0-1 1 0 0,-1 1-1 0 0,1-1 1 0 0,-1 4-1 0 0,2 7 117 0 0,0 0-1 0 0,-1 18 1 0 0,-4 47-142 0 0,-23 125 0 0 0,8-82 0 0 0,16-82-680 0 0,0-42-808 0 0,2-4 640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4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1092 167 8207 0 0,'-1'-11'326'0'0,"-1"0"0"0"0,0 0 0 0 0,0 0 0 0 0,-1 1-1 0 0,-4-11 1 0 0,5 18-331 0 0,0-1 0 0 0,1 1-1 0 0,-1 0 1 0 0,-1 0 0 0 0,1 1 0 0 0,0-1-1 0 0,-1 0 1 0 0,1 1 0 0 0,-1-1-1 0 0,0 1 1 0 0,0 0 0 0 0,0 0 0 0 0,0 0-1 0 0,0 1 1 0 0,0-1 0 0 0,0 0 0 0 0,-1 1-1 0 0,1 0 1 0 0,-5-1 0 0 0,-41-13-23 0 0,28 8 219 0 0,1 1 0 0 0,-1 1 1 0 0,-29-3-1 0 0,-59 4-164 0 0,-136 11-1 0 0,228-6-56 0 0,1 1-1 0 0,-1 0 1 0 0,0 2 0 0 0,1-1-1 0 0,0 2 1 0 0,0 0-1 0 0,0 1 1 0 0,1 1-1 0 0,0 0 1 0 0,0 2-1 0 0,0-1 1 0 0,1 1 0 0 0,1 1-1 0 0,0 1 1 0 0,0 0-1 0 0,1 0 1 0 0,0 1-1 0 0,1 1 1 0 0,0 0-1 0 0,1 1 1 0 0,1 0 0 0 0,0 0-1 0 0,-12 28 1 0 0,-8 30 41 0 0,-13 29 567 0 0,-40 150 1 0 0,79-237-525 0 0,0 1 1 0 0,1-1 0 0 0,1 1 0 0 0,0 0-1 0 0,1-1 1 0 0,1 1 0 0 0,0 0-1 0 0,1-1 1 0 0,1 1 0 0 0,4 15-1 0 0,-1-12 108 0 0,1 0-1 0 0,0-1 0 0 0,2 0 0 0 0,0 0 0 0 0,0-1 0 0 0,2 0 0 0 0,18 21 0 0 0,-1-6-127 0 0,2-2 0 0 0,2 0 0 0 0,0-2 0 0 0,2-2 0 0 0,0-1 0 0 0,2-1 0 0 0,70 32 0 0 0,-38-28 83 0 0,111 30 0 0 0,-176-56-116 0 0,21 5 107 0 0,0-1 0 0 0,0-2 0 0 0,49 2 0 0 0,76-10 598 0 0,-47 0-487 0 0,99-8 163 0 0,-160 7-229 0 0,1-2 0 0 0,71-23-1 0 0,-32 0 186 0 0,135-70-1 0 0,-201 92-243 0 0,-1-1 0 0 0,1 0 0 0 0,-1-1 1 0 0,-1-1-1 0 0,0 0 0 0 0,-1-1 0 0 0,0 0 0 0 0,-1-1 1 0 0,0 0-1 0 0,15-29 0 0 0,-17 25-12 0 0,0 0 1 0 0,-1 0-1 0 0,-1-1 0 0 0,-1 0 0 0 0,-1 0 1 0 0,0-1-1 0 0,-1 0 0 0 0,-2 1 0 0 0,2-29 1 0 0,-5 24-80 0 0,-2-1 1 0 0,0 1 0 0 0,-1 0 0 0 0,-2 1-1 0 0,0-1 1 0 0,-1 1 0 0 0,-2 0 0 0 0,-16-32 0 0 0,5 18 77 0 0,-1 1 1 0 0,-2 1 0 0 0,-2 1-1 0 0,-32-35 1 0 0,33 45-4 0 0,-1 0 0 0 0,-1 2 0 0 0,-1 1 0 0 0,0 1 0 0 0,-2 1 0 0 0,-56-27 0 0 0,29 22-134 0 0,-1 1 0 0 0,-117-28 0 0 0,131 42-399 0 0,0 2 0 0 0,0 2 0 0 0,-1 2 0 0 0,0 2 0 0 0,1 1 1 0 0,-1 3-1 0 0,1 1 0 0 0,-45 11 0 0 0,27 0-693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5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17 4607 0 0,'-8'-16'5723'0'0,"8"31"-3959"0"0,8 144-2705 0 0,-6-74 1214 0 0,4-1-1 0 0,22 111 1 0 0,-15-158-487 0 0,-9-27 64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6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26 3679 0 0,'-9'-25'8861'0'0,"6"43"-8674"0"0,-1 1-325 0 0,-1-1-1 0 0,0 0 0 0 0,-11 23 0 0 0,-7 22-388 0 0,18-46 460 0 0,-9 40-222 0 0,13-52 318 0 0,0 1 0 0 0,0-1 0 0 0,1 0 0 0 0,0 1 1 0 0,0-1-1 0 0,1 0 0 0 0,-1 1 0 0 0,3 7 0 0 0,-3-11 21 0 0,1-1 0 0 0,-1 0 0 0 0,1 0 0 0 0,0 0 0 0 0,-1 1-1 0 0,1-1 1 0 0,0 0 0 0 0,0 0 0 0 0,-1 0 0 0 0,1 0 0 0 0,0 0 0 0 0,0 0-1 0 0,0-1 1 0 0,0 1 0 0 0,0 0 0 0 0,1 0 0 0 0,-1-1 0 0 0,0 1 0 0 0,2 0-1 0 0,1 0 80 0 0,-1 0-1 0 0,1 0 0 0 0,-1-1 0 0 0,1 1 0 0 0,-1-1 0 0 0,0 0 0 0 0,6 0 0 0 0,4-2 329 0 0,1 0-1 0 0,23-7 0 0 0,-37 9-455 0 0,53-20 573 0 0,-14 6-1864 0 0,-13 6-3627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6.5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1 919 0 0,'-18'6'16301'0'0,"7"22"-18388"0"0,4-5 2183 0 0,1 1-1 0 0,-4 39 0 0 0,1 74-1367 0 0,8-114 1131 0 0,0-15 121 0 0,0 1 0 0 0,1-1 0 0 0,0 1 0 0 0,1 0 0 0 0,1 10 0 0 0,-1-18 50 0 0,0 0 0 0 0,-1 0 1 0 0,1 1-1 0 0,0-1 0 0 0,0 0 0 0 0,0-1 0 0 0,0 1 1 0 0,0 0-1 0 0,0 0 0 0 0,0 0 0 0 0,0 0 0 0 0,0-1 1 0 0,0 1-1 0 0,1-1 0 0 0,-1 1 0 0 0,0-1 0 0 0,0 1 1 0 0,1-1-1 0 0,-1 0 0 0 0,0 1 0 0 0,1-1 0 0 0,-1 0 1 0 0,0 0-1 0 0,1 0 0 0 0,1 0 0 0 0,40-3 925 0 0,-37 2-910 0 0,5 0-1102 0 0,0-1 1 0 0,0 0-1 0 0,0 0 0 0 0,14-6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7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6 12175 0 0,'0'1'84'0'0,"-1"-1"1"0"0,1 1-1 0 0,-1-1 0 0 0,1 1 0 0 0,0-1 0 0 0,-1 1 1 0 0,1 0-1 0 0,0-1 0 0 0,0 1 0 0 0,-1-1 0 0 0,1 1 0 0 0,0 0 1 0 0,0-1-1 0 0,0 1 0 0 0,0 0 0 0 0,0-1 0 0 0,0 1 0 0 0,0-1 1 0 0,0 1-1 0 0,0 0 0 0 0,0-1 0 0 0,0 1 0 0 0,1 1 0 0 0,3 24 258 0 0,-2-13-264 0 0,0 35-104 0 0,-1 1 0 0 0,-10 81 0 0 0,3-53-232 0 0,6-76 230 0 0,0 0-1 0 0,0 0 0 0 0,0 0 1 0 0,0 0-1 0 0,0 0 0 0 0,0 0 1 0 0,-1 0-1 0 0,1 0 1 0 0,0 0-1 0 0,0 0 0 0 0,-1-1 1 0 0,1 1-1 0 0,-1 0 0 0 0,1 0 1 0 0,-1 0-1 0 0,1 0 0 0 0,-2 0 1 0 0,2-1-22 0 0,0 0 0 0 0,-1 0 0 0 0,1 1 1 0 0,0-1-1 0 0,-1 0 0 0 0,1 0 0 0 0,0 0 0 0 0,-1 0 1 0 0,1 0-1 0 0,-1 0 0 0 0,1 0 0 0 0,0 0 0 0 0,-1-1 1 0 0,1 1-1 0 0,0 0 0 0 0,-1 0 0 0 0,1 0 1 0 0,0 0-1 0 0,-1 0 0 0 0,1 0 0 0 0,0-1 0 0 0,-1 1 1 0 0,1 0-1 0 0,0 0 0 0 0,0-1 0 0 0,-1 1 0 0 0,1 0 1 0 0,-1-1-1 0 0,0-1-153 0 0,-1 0 1 0 0,0 0-1 0 0,1 0 1 0 0,-1-1-1 0 0,1 1 0 0 0,-1-1 1 0 0,1 1-1 0 0,0-1 1 0 0,0 1-1 0 0,-1-4 0 0 0,-14-111-3870 0 0,14 99 4007 0 0,1 0 0 0 0,1-1 0 0 0,1 1 1 0 0,4-26-1 0 0,-5 43 154 0 0,0 0 1 0 0,0 0-1 0 0,0 0 0 0 0,0 0 1 0 0,1 0-1 0 0,-1 0 1 0 0,0 0-1 0 0,0 0 0 0 0,1 0 1 0 0,-1 1-1 0 0,0-1 1 0 0,1 0-1 0 0,-1 0 0 0 0,1 0 1 0 0,-1 0-1 0 0,1 1 1 0 0,-1-1-1 0 0,1 0 0 0 0,0 0 1 0 0,-1 1-1 0 0,1-1 1 0 0,0 1-1 0 0,-1-1 1 0 0,1 0-1 0 0,0 1 0 0 0,1-1 1 0 0,0 1 230 0 0,0 1 1 0 0,-1-1-1 0 0,1 1 1 0 0,0-1-1 0 0,-1 1 1 0 0,1 0-1 0 0,0 0 1 0 0,-1 0-1 0 0,1 0 1 0 0,-1 0-1 0 0,3 2 1 0 0,-1 0-244 0 0,0-1 0 0 0,0 0-1 0 0,0 0 1 0 0,1-1 0 0 0,-1 1 0 0 0,0-1-1 0 0,1 1 1 0 0,-1-1 0 0 0,1 0 0 0 0,0 0 0 0 0,-1-1-1 0 0,1 1 1 0 0,0-1 0 0 0,-1 0 0 0 0,1 0-1 0 0,0 0 1 0 0,-1 0 0 0 0,1-1 0 0 0,0 1 0 0 0,-1-1-1 0 0,1 0 1 0 0,0 0 0 0 0,-1-1 0 0 0,0 1-1 0 0,1-1 1 0 0,-1 1 0 0 0,0-1 0 0 0,1 0-1 0 0,-1 0 1 0 0,3-4 0 0 0,7-5 45 0 0,0-1 0 0 0,-1 0 0 0 0,-1-1 0 0 0,0 0 0 0 0,9-17 0 0 0,-19 30-93 0 0,-1-1 0 0 0,0 0 1 0 0,1 1-1 0 0,-1-1 1 0 0,1 0-1 0 0,-1 1 0 0 0,1-1 1 0 0,-1 1-1 0 0,1-1 0 0 0,-1 1 1 0 0,1-1-1 0 0,0 1 1 0 0,-1-1-1 0 0,1 1 0 0 0,0-1 1 0 0,-1 1-1 0 0,1 0 0 0 0,0 0 1 0 0,-1-1-1 0 0,2 1 1 0 0,-1 0-14 0 0,-1 0 0 0 0,1 1 0 0 0,-1-1 0 0 0,0 0 1 0 0,1 0-1 0 0,-1 1 0 0 0,0-1 0 0 0,1 0 0 0 0,-1 1 1 0 0,0-1-1 0 0,1 1 0 0 0,-1-1 0 0 0,0 0 0 0 0,0 1 1 0 0,1-1-1 0 0,-1 1 0 0 0,0-1 0 0 0,0 1 0 0 0,0-1 1 0 0,0 1-1 0 0,0-1 0 0 0,0 1 0 0 0,0 0 0 0 0,2 38 248 0 0,-2-33-253 0 0,1 77 209 0 0,16 126-1 0 0,-4-148 26 0 0,-11-56-234 0 0,-1 0 1 0 0,1-1 0 0 0,0 1-1 0 0,1 0 1 0 0,-1-1-1 0 0,1 0 1 0 0,-1 0-1 0 0,1 0 1 0 0,1 0 0 0 0,4 5-1 0 0,-8-9-25 0 0,0 0 1 0 0,1 0-1 0 0,-1 1 0 0 0,1-1 0 0 0,-1 0 0 0 0,1 0 1 0 0,-1 0-1 0 0,0 0 0 0 0,1 1 0 0 0,-1-1 0 0 0,1 0 0 0 0,-1 0 1 0 0,1 0-1 0 0,-1 0 0 0 0,1 0 0 0 0,-1 0 0 0 0,1 0 1 0 0,-1-1-1 0 0,1 1 0 0 0,-1 0 0 0 0,0 0 0 0 0,1 0 0 0 0,-1 0 1 0 0,1 0-1 0 0,-1-1 0 0 0,1 1 0 0 0,-1 0 0 0 0,0 0 1 0 0,1-1-1 0 0,-1 1 0 0 0,0 0 0 0 0,1-1 0 0 0,-1 1 0 0 0,0 0 1 0 0,1-1-1 0 0,-1 1 0 0 0,0-1 0 0 0,0 1 0 0 0,0 0 1 0 0,1-1-1 0 0,-1 1 0 0 0,0-1 0 0 0,0 1 0 0 0,0-1 0 0 0,0 1 1 0 0,0-1-1 0 0,10-29-541 0 0,-7 21 390 0 0,14-43-2380 0 0,-12 42 982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38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1210 200 11919 0 0,'-9'-6'300'0'0,"-1"0"-1"0"0,1-1 0 0 0,0 0 1 0 0,1 0-1 0 0,-12-13 1 0 0,11 10-605 0 0,-1 0-1 0 0,0 1 1 0 0,-18-12 0 0 0,8 11 212 0 0,0 1 0 0 0,-1 1 0 0 0,1 1 0 0 0,-2 0-1 0 0,-24-3 1 0 0,-16-6 500 0 0,36 9-408 0 0,0 2-1 0 0,0 0 1 0 0,-1 2-1 0 0,0 0 1 0 0,0 2 0 0 0,1 1-1 0 0,-1 1 1 0 0,0 2-1 0 0,1 0 1 0 0,-41 11-1 0 0,45-8-78 0 0,-107 33-202 0 0,114-33 271 0 0,0 1 0 0 0,1 0 0 0 0,0 1 0 0 0,0 1-1 0 0,1 0 1 0 0,-17 15 0 0 0,3 0 11 0 0,1 1 0 0 0,2 1 0 0 0,0 2 0 0 0,2 0 0 0 0,1 1 0 0 0,2 1 0 0 0,0 1 0 0 0,2 1 0 0 0,2 0 0 0 0,-23 68 0 0 0,31-76 11 0 0,1 1 0 0 0,1 1 0 0 0,-4 45 0 0 0,9-58 46 0 0,1 0-1 0 0,-1 0 1 0 0,2-1-1 0 0,0 1 0 0 0,0 0 1 0 0,1-1-1 0 0,1 1 1 0 0,0-1-1 0 0,9 19 0 0 0,-5-15-14 0 0,1 1 0 0 0,0-1-1 0 0,1-1 1 0 0,1 0 0 0 0,0 0-1 0 0,1-1 1 0 0,1 0 0 0 0,0-1-1 0 0,0-1 1 0 0,2 0 0 0 0,20 14-1 0 0,6-1 28 0 0,49 27 174 0 0,-76-46-128 0 0,0 0 0 0 0,1 0 0 0 0,0-1 0 0 0,28 5 0 0 0,31-2 114 0 0,104-1 1 0 0,-81-6-132 0 0,-34 3 27 0 0,-37-2 5 0 0,1-1 0 0 0,0 0 0 0 0,-1-2 0 0 0,1-1-1 0 0,40-9 1 0 0,-43 4 16 0 0,1-2 0 0 0,-2 0 0 0 0,1-2 0 0 0,-1 0 0 0 0,-1-2 0 0 0,0 0 0 0 0,-1-2 0 0 0,28-24 0 0 0,-37 28-33 0 0,-1-1 0 0 0,0-1 0 0 0,-1 0 0 0 0,-1 0 1 0 0,0-1-1 0 0,-1-1 0 0 0,0 1 0 0 0,-1-1 0 0 0,10-29 1 0 0,-1-12-21 0 0,14-81 0 0 0,-22 93-71 0 0,1 0-19 0 0,-2-1 1 0 0,1-61 0 0 0,-8 88-4 0 0,-1 0 0 0 0,0 0 0 0 0,-2 0 0 0 0,0 1 0 0 0,-1-1 0 0 0,-1 1-1 0 0,0 0 1 0 0,-15-31 0 0 0,13 33-40 0 0,-1 1-1 0 0,-1 0 0 0 0,0 1 1 0 0,-1 0-1 0 0,0 1 1 0 0,-1 0-1 0 0,0 0 0 0 0,-1 1 1 0 0,0 0-1 0 0,-1 1 0 0 0,0 1 1 0 0,-1 0-1 0 0,0 1 1 0 0,0 0-1 0 0,-1 1 0 0 0,0 1 1 0 0,0 0-1 0 0,-22-4 0 0 0,20 6-714 0 0,0 1 0 0 0,0 2 0 0 0,0-1-1 0 0,0 2 1 0 0,0 0 0 0 0,-24 4 0 0 0,0 4-4387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0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1 5527 0 0,'-5'12'2011'0'0,"0"0"-1"0"0,1 0 0 0 0,-4 15 0 0 0,-8 74-2570 0 0,9-52 563 0 0,-1 2-588 0 0,-12 97 15 0 0,18-122 729 0 0,1-1 0 0 0,2 1 0 0 0,5 43 1 0 0,-6-64-73 0 0,1-1 0 0 0,0 1 1 0 0,0-1-1 0 0,0 0 1 0 0,1 1-1 0 0,0-1 1 0 0,-1 0-1 0 0,2 0 0 0 0,-1 0 1 0 0,0 0-1 0 0,1 0 1 0 0,0 0-1 0 0,-1-1 0 0 0,1 1 1 0 0,1-1-1 0 0,-1 0 1 0 0,4 3-1 0 0,-2-3-8 0 0,-1-1-1 0 0,1 0 1 0 0,-1 0-1 0 0,1 0 1 0 0,0-1-1 0 0,0 0 1 0 0,0 0 0 0 0,0 0-1 0 0,0 0 1 0 0,0-1-1 0 0,0 1 1 0 0,0-2 0 0 0,1 1-1 0 0,-1 0 1 0 0,5-2-1 0 0,50-10 90 0 0,-43 7-595 0 0,0 2 1 0 0,0 0-1 0 0,0 1 1 0 0,31 0-1 0 0,-38 3-826 0 0,0 2-3165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1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 10223 0 0,'1'-1'29'0'0,"-1"1"0"0"0,1-1 0 0 0,-1 0 0 0 0,1 1-1 0 0,0-1 1 0 0,-1 1 0 0 0,1-1 0 0 0,-1 1 0 0 0,1-1-1 0 0,0 1 1 0 0,0 0 0 0 0,-1-1 0 0 0,1 1 0 0 0,0 0 0 0 0,-1 0-1 0 0,1-1 1 0 0,0 1 0 0 0,0 0 0 0 0,0 0 0 0 0,-1 0-1 0 0,1 0 1 0 0,0 0 0 0 0,0 0 0 0 0,0 0 0 0 0,-1 0 0 0 0,2 1-1 0 0,-1-1 70 0 0,0 1 0 0 0,0 0 0 0 0,0-1 0 0 0,0 1 0 0 0,0 0 0 0 0,0 0-1 0 0,-1 0 1 0 0,1 0 0 0 0,0 0 0 0 0,-1 0 0 0 0,1 0 0 0 0,0 0 0 0 0,-1 0 0 0 0,1 0-1 0 0,0 1 1 0 0,0 3 181 0 0,1 0 0 0 0,-1 0 0 0 0,0 0 0 0 0,0 0 0 0 0,-1 1 0 0 0,1-1 0 0 0,-1 6 0 0 0,-9 47-353 0 0,5-38 24 0 0,1 0 1 0 0,1 1 0 0 0,1-1 0 0 0,1 24 0 0 0,1-41 86 0 0,-1 0 0 0 0,1-1 0 0 0,-1 1 0 0 0,1-1 0 0 0,0 1-1 0 0,0-1 1 0 0,0 1 0 0 0,0-1 0 0 0,1 0 0 0 0,-1 0 0 0 0,1 1 0 0 0,-1-1-1 0 0,1 0 1 0 0,0 0 0 0 0,0 0 0 0 0,-1-1 0 0 0,2 1 0 0 0,-1 0 0 0 0,0-1-1 0 0,0 1 1 0 0,0-1 0 0 0,1 0 0 0 0,4 2 0 0 0,2 0 215 0 0,0 0 0 0 0,0-1 1 0 0,0 0-1 0 0,0 0 1 0 0,11-1-1 0 0,-17 0 108 0 0,10-2-215 0 0,38-1-37 0 0,-38 2-142 0 0,-1-3-32 0 0,3 1 26 0 0,-6 1-73 0 0,1-1-1 0 0,-1 0 1 0 0,-1 0 0 0 0,12-5 0 0 0,0-5-2069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1.8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1839 0 0,'-2'19'10185'0'0,"2"-16"-9401"0"0,3 17 3352 0 0,-1-7-4726 0 0,1 133-1319 0 0,1 7-1805 0 0,-4-151 3835 0 0,0 1 0 0 0,0-1 1 0 0,1 0-1 0 0,-1 0 0 0 0,0 1 0 0 0,1-1 0 0 0,0 0 0 0 0,-1 0 0 0 0,1 0 0 0 0,0 0 0 0 0,0 0 0 0 0,0 0 0 0 0,0 0 0 0 0,0 0 0 0 0,1 0 0 0 0,-1 0 0 0 0,1-1 0 0 0,-1 1 1 0 0,1-1-1 0 0,0 1 0 0 0,2 1 0 0 0,-2-2 33 0 0,0-1 0 0 0,0 1 0 0 0,1-1 0 0 0,-1 1 0 0 0,0-1 0 0 0,0 0 0 0 0,0 0 0 0 0,1 0 0 0 0,-1-1 1 0 0,0 1-1 0 0,0 0 0 0 0,0-1 0 0 0,1 1 0 0 0,-1-1 0 0 0,0 0 0 0 0,0 0 0 0 0,0 0 0 0 0,0 0 0 0 0,0 0 0 0 0,0 0 0 0 0,2-2 1 0 0,6-3-740 0 0,-1-1 1 0 0,15-12-1 0 0,-18 12-951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2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0 8287 0 0,'-4'11'2879'0'0,"0"-1"-1"0"0,-3 21 1 0 0,2 25 463 0 0,10 57-4426 0 0,-2-60 701 0 0,0-21-2608 0 0,1-52-2393 0 0,18-108 3512 0 0,-20 116 1872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2.5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20 919 0 0,'23'77'16042'0'0,"-20"-70"-15734"0"0,1-1 1 0 0,-1 0 0 0 0,1 0 0 0 0,0-1 0 0 0,0 1 0 0 0,1-1 0 0 0,0 1 0 0 0,6 4 0 0 0,-10-9-322 0 0,1 1 0 0 0,0-1 1 0 0,-1 0-1 0 0,1 0 1 0 0,0 0-1 0 0,0 0 1 0 0,0 0-1 0 0,-1 0 0 0 0,1-1 1 0 0,0 1-1 0 0,0-1 1 0 0,0 1-1 0 0,0-1 1 0 0,0 0-1 0 0,0 0 1 0 0,0 0-1 0 0,0 0 0 0 0,0 0 1 0 0,0 0-1 0 0,0 0 1 0 0,0-1-1 0 0,0 1 1 0 0,0-1-1 0 0,0 1 0 0 0,0-1 1 0 0,0 0-1 0 0,0 0 1 0 0,0 0-1 0 0,-1 0 1 0 0,1 0-1 0 0,0 0 0 0 0,1-2 1 0 0,4-4 35 0 0,-1 0 1 0 0,1 0-1 0 0,-2-1 0 0 0,1 0 0 0 0,-1 0 1 0 0,0 0-1 0 0,5-15 0 0 0,-6 14-296 0 0,0 1-1 0 0,1-1 1 0 0,0 1 0 0 0,0 0-1 0 0,1 0 1 0 0,0 1-1 0 0,8-9 1 0 0,-13 15 318 0 0,-1 1 0 0 0,1 0 0 0 0,-1-1 0 0 0,1 1 0 0 0,-1 0 0 0 0,1-1 1 0 0,-1 1-1 0 0,1 0 0 0 0,-1 0 0 0 0,1-1 0 0 0,-1 1 0 0 0,1 0 0 0 0,-1 0 0 0 0,1 0 1 0 0,0 0-1 0 0,-1 0 0 0 0,1 0 0 0 0,-1 0 0 0 0,1 0 0 0 0,-1 0 0 0 0,1 0 1 0 0,0 0-1 0 0,-1 0 0 0 0,1 0 0 0 0,-1 0 0 0 0,1 1 0 0 0,-1-1 0 0 0,2 1 1 0 0,12 15 796 0 0,4 27 26 0 0,-17-39-781 0 0,21 71-370 0 0,-3 0 0 0 0,12 118 0 0 0,-31-172-1983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08:43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1506 391 10135 0 0,'-16'-17'756'0'0,"-47"-46"-424"0"0,-107-84 0 0 0,156 137-253 0 0,-2 1 0 0 0,1 0 0 0 0,-1 1 0 0 0,0 1 0 0 0,-1 0 0 0 0,1 1-1 0 0,-1 1 1 0 0,-1 1 0 0 0,1 0 0 0 0,-1 1 0 0 0,1 1 0 0 0,-1 1 0 0 0,-21 1-1 0 0,-19 4-190 0 0,0 3-1 0 0,-95 24 1 0 0,102-20 453 0 0,-5 3-127 0 0,1 2 0 0 0,0 2 1 0 0,1 3-1 0 0,1 3 0 0 0,1 2 0 0 0,-54 35 0 0 0,87-47-244 0 0,2 0 0 0 0,0 0 0 0 0,1 2 0 0 0,0 0 0 0 0,1 1 0 0 0,1 1 0 0 0,0 0 0 0 0,2 1 0 0 0,0 0 1 0 0,1 1-1 0 0,-11 28 0 0 0,9-15-13 0 0,1 1 0 0 0,1 1 0 0 0,2 0 1 0 0,2 0-1 0 0,1 1 0 0 0,-1 48 0 0 0,5-39 161 0 0,3 0 0 0 0,10 74 0 0 0,-7-99-73 0 0,0-1 1 0 0,1 1-1 0 0,1-1 0 0 0,0-1 0 0 0,2 1 0 0 0,0-1 0 0 0,1 0 0 0 0,16 22 0 0 0,-12-21 53 0 0,-10-15-28 0 0,8 6-16 0 0,33 30-28 0 0,-20-22 50 0 0,29 16-1 0 0,-24-19-20 0 0,-11-6-47 0 0,-5-3 11 0 0,1 1-1 0 0,28 7 1 0 0,-30-9-11 0 0,40 10 60 0 0,-38-11-45 0 0,43 9 96 0 0,-42-10-94 0 0,-5 0 8 0 0,0-1 0 0 0,1 0 0 0 0,19 0 1 0 0,-14-1 8 0 0,50 3 216 0 0,-48-3-204 0 0,-4 0 36 0 0,0-1-1 0 0,27-2 0 0 0,44-5 91 0 0,-68 6-156 0 0,-1 0 12 0 0,0-1 0 0 0,20-5 0 0 0,32-7-24 0 0,12-5-12 0 0,-4-6 0 0 0,-6-5 16 0 0,-42 16 190 0 0,-2-1 1 0 0,0-1-1 0 0,-1-1 0 0 0,0-1 0 0 0,-2-1 0 0 0,0-1 0 0 0,-1-2 0 0 0,-1 0 0 0 0,-1-1 1 0 0,-2-1-1 0 0,0 0 0 0 0,-1-2 0 0 0,-1 0 0 0 0,15-37 0 0 0,-27 53-140 0 0,-1-1 0 0 0,0 0-1 0 0,0 0 1 0 0,-2 0 0 0 0,1 0 0 0 0,-1 0 0 0 0,-1 0-1 0 0,0-1 1 0 0,-1 1 0 0 0,0 0 0 0 0,0 0-1 0 0,-1 0 1 0 0,-7-20 0 0 0,-4-8 112 0 0,-2 1 1 0 0,-30-51-1 0 0,36 70-134 0 0,-220-366-216 0 0,208 350 16 0 0,16 27 52 0 0,-78-112-869 0 0,73 107 498 0 0,-2-1 0 0 0,0 2 0 0 0,0 0-1 0 0,-1 0 1 0 0,0 1 0 0 0,-22-13-1 0 0,1 8-5368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0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1 114 1375 0 0,'3'-114'12496'0'0,"-1"118"-12022"0"0,1 2-278 0 0,0-1 1 0 0,-1 1 0 0 0,0 0 0 0 0,0 1 0 0 0,0-1-1 0 0,-1 0 1 0 0,1 0 0 0 0,-2 1 0 0 0,1 9-1 0 0,-4 65 866 0 0,0-45-805 0 0,0 25 132 0 0,3-1-1 0 0,2 1 0 0 0,16 96 1 0 0,-9-129-1152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1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18 919 0 0,'-3'2'9186'0'0,"-3"3"-6956"0"0,5 28 369 0 0,0-13-1437 0 0,2 36 1 0 0,0-52-1088 0 0,-1 1 0 0 0,1-1 1 0 0,0 1-1 0 0,0-1 0 0 0,0 0 0 0 0,1 1 0 0 0,-1-1 0 0 0,1 0 0 0 0,0 0 1 0 0,1 0-1 0 0,-1 0 0 0 0,1 0 0 0 0,3 4 0 0 0,-5-7-67 0 0,1 0-1 0 0,0 0 1 0 0,-1 0-1 0 0,1 0 1 0 0,-1 0-1 0 0,1 0 1 0 0,0 0 0 0 0,0-1-1 0 0,0 1 1 0 0,-1 0-1 0 0,1-1 1 0 0,0 0-1 0 0,0 1 1 0 0,0-1-1 0 0,0 0 1 0 0,0 0-1 0 0,0 0 1 0 0,0 0-1 0 0,0-1 1 0 0,-1 1-1 0 0,1 0 1 0 0,0-1 0 0 0,0 1-1 0 0,0-1 1 0 0,0 0-1 0 0,-1 0 1 0 0,1 1-1 0 0,0-1 1 0 0,1-2-1 0 0,8-3 60 0 0,-1-1-1 0 0,0-1 1 0 0,13-12-1 0 0,-11 10-46 0 0,5-8-34 0 0,0 0 0 0 0,-1-1 0 0 0,0-1 0 0 0,16-28 0 0 0,-22 33 12 0 0,-6 9 1 0 0,-2 3-1 0 0,-2 4 1 0 0,2 16 21 0 0,3-2 117 0 0,-1 1 0 0 0,-1-1 0 0 0,0 1 1 0 0,-1-1-1 0 0,-1 1 0 0 0,-1 0 0 0 0,-2 30 0 0 0,1 18 133 0 0,1-60-253 0 0,1 29 102 0 0,1 0 0 0 0,12 64 1 0 0,-13-85-94 0 0,-5-9 4 0 0,-6 1-12 0 0,9-2-202 0 0,1-1-1 0 0,0 1 1 0 0,0-1-1 0 0,-1 1 1 0 0,1-1 0 0 0,0 1-1 0 0,0-1 1 0 0,0 1-1 0 0,0-1 1 0 0,1 1-1 0 0,-1 0 1 0 0,0-1-1 0 0,1 1 1 0 0,-1-1 0 0 0,1 1-1 0 0,-1-1 1 0 0,1 0-1 0 0,0 1 1 0 0,-1-1-1 0 0,2 2 1 0 0,5 2-1532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1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180 71 919 0 0,'9'-38'9088'0'0,"-8"12"-6989"0"0,-1 26-2045 0 0,0 0 0 0 0,0-1 0 0 0,0 1 0 0 0,0 0 0 0 0,0-1 0 0 0,0 1-1 0 0,0 0 1 0 0,-1 0 0 0 0,1-1 0 0 0,0 1 0 0 0,0 0 0 0 0,0 0 0 0 0,0-1 0 0 0,0 1 0 0 0,-1 0 0 0 0,1 0 0 0 0,0-1 0 0 0,0 1 0 0 0,0 0-1 0 0,-1 0 1 0 0,1 0 0 0 0,0 0 0 0 0,0-1 0 0 0,-1 1 0 0 0,1 0 0 0 0,0 0 0 0 0,0 0 0 0 0,-1 0 0 0 0,1 0 0 0 0,0 0 0 0 0,-1 0-1 0 0,1 0 1 0 0,0 0 0 0 0,0 0 0 0 0,-1 0 0 0 0,0 0 0 0 0,-13 5 828 0 0,-11 14-154 0 0,13-6-510 0 0,0 0-1 0 0,1 0 1 0 0,1 2 0 0 0,0-1-1 0 0,0 1 1 0 0,2 1-1 0 0,0-1 1 0 0,1 1 0 0 0,-6 19-1 0 0,-3 5 195 0 0,11-31-235 0 0,1 1-1 0 0,0 0 0 0 0,1-1 1 0 0,0 1-1 0 0,1 0 0 0 0,-2 13 0 0 0,4-21-135 0 0,0 1-1 0 0,0 0 1 0 0,0-1-1 0 0,1 1 1 0 0,-1 0-1 0 0,1-1 1 0 0,0 1-1 0 0,0-1 1 0 0,0 1-1 0 0,0-1 0 0 0,0 1 1 0 0,0-1-1 0 0,0 0 1 0 0,1 0-1 0 0,0 1 1 0 0,-1-1-1 0 0,1 0 1 0 0,0 0-1 0 0,0-1 1 0 0,0 1-1 0 0,0 0 1 0 0,0-1-1 0 0,0 1 0 0 0,0-1 1 0 0,1 1-1 0 0,-1-1 1 0 0,1 0-1 0 0,-1 0 1 0 0,3 0-1 0 0,0 1-23 0 0,0 0 1 0 0,0-1-1 0 0,0 0 0 0 0,1 0 1 0 0,-1-1-1 0 0,0 1 0 0 0,0-1 1 0 0,0 0-1 0 0,10-1 0 0 0,47-14 0 0 0,-49 10-284 0 0,1 2 0 0 0,0 0 0 0 0,16-2 0 0 0,-1 9-1091 0 0,-18-1-366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2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21 198 12751 0 0,'-2'3'148'0'0,"0"0"1"0"0,0 0-1 0 0,0 0 0 0 0,1 0 0 0 0,-1 0 0 0 0,1 0 1 0 0,-1 0-1 0 0,1 1 0 0 0,0-1 0 0 0,1 0 0 0 0,-1 1 1 0 0,0 4-1 0 0,-1 49 666 0 0,2-35-363 0 0,-1 5 766 0 0,6 50 1 0 0,-5-70-1087 0 0,1 0 0 0 0,1-1 0 0 0,-1 1 1 0 0,1-1-1 0 0,0 1 0 0 0,1-1 0 0 0,-1 0 1 0 0,1 1-1 0 0,0-1 0 0 0,1-1 0 0 0,0 1 1 0 0,-1 0-1 0 0,8 6 0 0 0,-10-11-144 0 0,-1 0 0 0 0,1 0 1 0 0,0-1-1 0 0,0 1 0 0 0,0 0 0 0 0,0-1 0 0 0,-1 1 0 0 0,1 0 0 0 0,0-1 0 0 0,0 1 0 0 0,0-1 1 0 0,0 0-1 0 0,0 1 0 0 0,0-1 0 0 0,0 0 0 0 0,1 1 0 0 0,-1-1 0 0 0,0 0 0 0 0,0 0 0 0 0,0 0 0 0 0,0 0 1 0 0,0 0-1 0 0,1-1 0 0 0,0 1-25 0 0,-1-1 0 0 0,0 1 0 0 0,0-1 0 0 0,0 0 0 0 0,-1 0 0 0 0,1 0 1 0 0,0 1-1 0 0,0-1 0 0 0,0 0 0 0 0,-1 0 0 0 0,1 0 0 0 0,0 0 0 0 0,-1 0 0 0 0,1-1 0 0 0,-1 1 0 0 0,1 0 1 0 0,-1-2-1 0 0,3-6-292 0 0,-1-1 1 0 0,0 0-1 0 0,1-19 1 0 0,-3 25 269 0 0,-2-120-1472 0 0,-1 12 1203 0 0,3 96 329 0 0,2 0 0 0 0,0 0 0 0 0,1 1 1 0 0,8-30-1 0 0,-7 36 62 0 0,0 1 1 0 0,0-1 0 0 0,1 1-1 0 0,0 0 1 0 0,0 1-1 0 0,1-1 1 0 0,12-12-1 0 0,-16 17 15 0 0,0 1 1 0 0,1 0-1 0 0,-1-1 0 0 0,1 1 0 0 0,0 0 0 0 0,-1 0 0 0 0,1 1 1 0 0,0-1-1 0 0,0 0 0 0 0,0 1 0 0 0,0 0 0 0 0,0 0 0 0 0,1 0 1 0 0,-1 0-1 0 0,0 0 0 0 0,1 1 0 0 0,-1-1 0 0 0,0 1 0 0 0,1 0 0 0 0,-1 0 1 0 0,0 0-1 0 0,1 0 0 0 0,-1 1 0 0 0,6 1 0 0 0,-6 0-13 0 0,0-1 0 0 0,0 1-1 0 0,0 0 1 0 0,0 0 0 0 0,-1 1-1 0 0,1-1 1 0 0,-1 1 0 0 0,0-1-1 0 0,1 1 1 0 0,-1 0 0 0 0,0 0-1 0 0,0 0 1 0 0,-1 0 0 0 0,1 0-1 0 0,-1 0 1 0 0,0 0 0 0 0,2 6-1 0 0,0 2 50 0 0,0-1 1 0 0,-1 1-1 0 0,0 0 0 0 0,0 14 0 0 0,-2-17-55 0 0,0 0 0 0 0,-1 1-1 0 0,0-1 1 0 0,0 0 0 0 0,-1 0 0 0 0,0 0-1 0 0,0 0 1 0 0,0 0 0 0 0,-1 0-1 0 0,-1-1 1 0 0,1 1 0 0 0,-10 13 0 0 0,11-18-29 0 0,-1 0 1 0 0,0 0-1 0 0,0 0 1 0 0,0 0-1 0 0,0 0 1 0 0,0-1-1 0 0,0 1 1 0 0,-1-1-1 0 0,1 0 0 0 0,-1 0 1 0 0,1 0-1 0 0,-1 0 1 0 0,0-1-1 0 0,0 1 1 0 0,0-1-1 0 0,0 0 1 0 0,0-1-1 0 0,0 1 1 0 0,0-1-1 0 0,0 1 1 0 0,0-1-1 0 0,0 0 1 0 0,-1-1-1 0 0,1 1 1 0 0,0-1-1 0 0,0 1 1 0 0,-7-4-1 0 0,9 4-18 0 0,0-1 0 0 0,-1 0 0 0 0,1 0-1 0 0,0-1 1 0 0,0 1 0 0 0,-1 0 0 0 0,1-1 0 0 0,0 1-1 0 0,0-1 1 0 0,1 0 0 0 0,-1 1 0 0 0,0-1 0 0 0,-2-3-1 0 0,4 4-102 0 0,0 0 0 0 0,-1 1 0 0 0,1-1 0 0 0,-1 0 0 0 0,1 0 0 0 0,0 0 0 0 0,0 0 0 0 0,-1 1 0 0 0,1-1 0 0 0,0 0-1 0 0,0 0 1 0 0,0 0 0 0 0,0 0 0 0 0,0 0 0 0 0,0 0 0 0 0,0-1 0 0 0,1 1-268 0 0,-1 0 1 0 0,1 0-1 0 0,-1 0 1 0 0,1 0-1 0 0,0 0 1 0 0,-1 0-1 0 0,1 0 1 0 0,0 0-1 0 0,2-2-1078 0 0,-2 3 1078 0 0,0-1 1 0 0,0 0-1 0 0,1 0 1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4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25 7775 0 0,'-4'-12'1561'0'0,"-1"1"1154"0"0,4 10-2681 0 0,0 1 0 0 0,0 0 0 0 0,0 0 0 0 0,0 0 0 0 0,0 0 0 0 0,0 0 0 0 0,0 0 0 0 0,0 0 0 0 0,0 0 0 0 0,0 0 0 0 0,0 0 0 0 0,0 1 0 0 0,0-1 0 0 0,0 0 0 0 0,0 1 0 0 0,1-1 0 0 0,-2 1 0 0 0,-15 7 321 0 0,1 0 0 0 0,0 1 0 0 0,-23 19-1 0 0,34-25-285 0 0,2-1 1 0 0,0 0 0 0 0,0 0 0 0 0,1 0 0 0 0,-1 0 0 0 0,1 1 0 0 0,0-1 0 0 0,0 1 0 0 0,0-1 0 0 0,0 1 0 0 0,0 0 0 0 0,0 0 0 0 0,1 0 0 0 0,-1 0 0 0 0,1 0 0 0 0,0 0 0 0 0,-1 6 0 0 0,1-7-36 0 0,1 1 0 0 0,1-1 0 0 0,-1 1 0 0 0,0 0 0 0 0,1-1 0 0 0,-1 1 0 0 0,1-1 0 0 0,0 1 0 0 0,-1-1 0 0 0,1 1 0 0 0,1-1 1 0 0,-1 0-1 0 0,0 1 0 0 0,0-1 0 0 0,1 0 0 0 0,0 0 0 0 0,-1 0 0 0 0,1 0 0 0 0,0 0 0 0 0,0 0 0 0 0,3 1 0 0 0,38 29 56 0 0,-35-28-85 0 0,0 1-1 0 0,0 0 1 0 0,-1 0 0 0 0,0 1-1 0 0,0 0 1 0 0,-1 0 0 0 0,1 1-1 0 0,-2-1 1 0 0,1 1 0 0 0,8 13-1 0 0,-14-19 0 0 0,0 0 0 0 0,1 0 0 0 0,-1 0 1 0 0,0 0-1 0 0,1 0 0 0 0,-1 0 0 0 0,0 0 0 0 0,0 0 0 0 0,0 0 0 0 0,0 0 0 0 0,0 0 0 0 0,0 0 0 0 0,0 0 0 0 0,0 0 0 0 0,-1-1 0 0 0,1 1 0 0 0,0 0 0 0 0,-1 0 1 0 0,1 0-1 0 0,0 0 0 0 0,-1 0 0 0 0,0 1 0 0 0,-1 0 13 0 0,1 0-1 0 0,-1 0 1 0 0,0-1 0 0 0,1 1 0 0 0,-1-1-1 0 0,0 1 1 0 0,0-1 0 0 0,0 0 0 0 0,-3 2-1 0 0,-1-1 56 0 0,1 0-1 0 0,-1 0 0 0 0,1 0 1 0 0,-1-1-1 0 0,0 1 1 0 0,1-1-1 0 0,-7 0 0 0 0,7-1-3 0 0,-29-2 291 0 0,32 2-357 0 0,1 0 1 0 0,0 0 0 0 0,0 0 0 0 0,0 0-1 0 0,0 0 1 0 0,-1 0 0 0 0,1-1-1 0 0,0 1 1 0 0,0 0 0 0 0,0-1-1 0 0,0 1 1 0 0,0-1 0 0 0,0 0-1 0 0,0 1 1 0 0,0-1 0 0 0,0 0-1 0 0,0 1 1 0 0,0-1 0 0 0,0 0-1 0 0,1 0 1 0 0,-1 0 0 0 0,-1-2-1 0 0,2 3-80 0 0,0-1-1 0 0,0 0 1 0 0,0 1 0 0 0,0-1-1 0 0,1 1 1 0 0,-1-1-1 0 0,0 1 1 0 0,0-1 0 0 0,1 1-1 0 0,-1-1 1 0 0,0 0-1 0 0,0 1 1 0 0,1 0 0 0 0,-1-1-1 0 0,1 1 1 0 0,-1-1-1 0 0,0 1 1 0 0,1-1 0 0 0,-1 1-1 0 0,1 0 1 0 0,0-1-1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4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11 123 13591 0 0,'-2'1'104'0'0,"1"0"-1"0"0,0 1 1 0 0,0-1-1 0 0,0 1 0 0 0,1-1 1 0 0,-1 1-1 0 0,0-1 1 0 0,1 1-1 0 0,-1-1 0 0 0,1 1 1 0 0,-1 0-1 0 0,1-1 1 0 0,0 1-1 0 0,-1 0 1 0 0,1-1-1 0 0,0 1 0 0 0,0 0 1 0 0,0-1-1 0 0,1 1 1 0 0,-1 0-1 0 0,0-1 1 0 0,1 3-1 0 0,9 42 888 0 0,-8-40-787 0 0,1 0 0 0 0,0 0-1 0 0,0 0 1 0 0,5 8 0 0 0,-7-13-201 0 0,-1 0 0 0 0,1 0-1 0 0,-1 0 1 0 0,1 0 0 0 0,0 0-1 0 0,-1 0 1 0 0,1 0 0 0 0,0 0-1 0 0,0-1 1 0 0,-1 1 0 0 0,1 0-1 0 0,0-1 1 0 0,0 1 0 0 0,0 0-1 0 0,0-1 1 0 0,0 1 0 0 0,0-1-1 0 0,0 1 1 0 0,0-1 0 0 0,0 0 0 0 0,0 1-1 0 0,0-1 1 0 0,0 0 0 0 0,0 0-1 0 0,1 0 1 0 0,-1 0 0 0 0,0 0-1 0 0,0 0 1 0 0,0 0 0 0 0,0 0-1 0 0,0 0 1 0 0,0 0 0 0 0,0-1-1 0 0,0 1 1 0 0,2-1 0 0 0,-2 0 29 0 0,0 0 1 0 0,0-1 0 0 0,0 1 0 0 0,0 0 0 0 0,0-1 0 0 0,0 1-1 0 0,0-1 1 0 0,0 1 0 0 0,-1-1 0 0 0,1 1 0 0 0,-1-1 0 0 0,1 1 0 0 0,-1-1-1 0 0,0 0 1 0 0,1 1 0 0 0,-1-1 0 0 0,0 0 0 0 0,0 1 0 0 0,0-3-1 0 0,-4-34 837 0 0,3 33-840 0 0,-2-16-38 0 0,1 9-16 0 0,0 1 0 0 0,0-1 1 0 0,2 0-1 0 0,-1 0 1 0 0,2-12-1 0 0,0 21 21 0 0,-1-1 0 0 0,1 1 0 0 0,0 0 0 0 0,0 0 0 0 0,0 0 0 0 0,0 0 0 0 0,1 0 0 0 0,-1 0 0 0 0,1 0 0 0 0,0 1 0 0 0,0-1 0 0 0,0 0 0 0 0,0 1 0 0 0,0-1 0 0 0,0 1 0 0 0,1 0 0 0 0,-1 0 0 0 0,1 0 0 0 0,0 0 0 0 0,-1 0 0 0 0,1 1 0 0 0,0-1 0 0 0,3-1 0 0 0,4 0-321 0 0,0 0-1 0 0,-1 0 1 0 0,1 1 0 0 0,0 0-1 0 0,0 0 1 0 0,14 1 0 0 0,-12-1-1601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4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32 11975 0 0,'-12'53'3970'0'0,"11"-41"-3686"0"0,0 0 0 0 0,0 0 0 0 0,1 0-1 0 0,0 0 1 0 0,2 0 0 0 0,-1 0 0 0 0,1 0 0 0 0,1 0-1 0 0,4 12 1 0 0,-7-22-238 0 0,1 1 0 0 0,0-1 0 0 0,0 0 1 0 0,1 1-1 0 0,-1-1 0 0 0,0 0 0 0 0,1 0 0 0 0,-1 0 0 0 0,1 0 0 0 0,0 0 0 0 0,0 0 0 0 0,0 0 0 0 0,0-1 0 0 0,0 1 1 0 0,0-1-1 0 0,0 1 0 0 0,0-1 0 0 0,1 0 0 0 0,-1 0 0 0 0,0 0 0 0 0,1 0 0 0 0,-1 0 0 0 0,1 0 0 0 0,-1-1 0 0 0,1 1 1 0 0,2-1-1 0 0,-1 0-76 0 0,-1-1 0 0 0,1 1 1 0 0,0-1-1 0 0,-1 0 1 0 0,1 0-1 0 0,-1 0 1 0 0,0-1-1 0 0,1 1 0 0 0,-1-1 1 0 0,0 0-1 0 0,0 0 1 0 0,0 0-1 0 0,0 0 1 0 0,0 0-1 0 0,-1-1 0 0 0,1 1 1 0 0,4-6-1 0 0,0-1-146 0 0,-1-1 0 0 0,0 1 0 0 0,0-1 0 0 0,-1 0 0 0 0,0-1 1 0 0,-1 1-1 0 0,0-1 0 0 0,3-12 0 0 0,-5 16 164 0 0,-1-1 1 0 0,1 1 0 0 0,-1 0 0 0 0,-1 0-1 0 0,1-1 1 0 0,-1 1 0 0 0,-1 0 0 0 0,1-1-1 0 0,-1 1 1 0 0,-1 0 0 0 0,1 0-1 0 0,-1-1 1 0 0,-5-10 0 0 0,7 17 68 0 0,0 1-1 0 0,0-1 1 0 0,-1 0 0 0 0,1 1-1 0 0,0-1 1 0 0,-1 1 0 0 0,1-1-1 0 0,0 1 1 0 0,-1-1 0 0 0,1 1-1 0 0,-1-1 1 0 0,1 1 0 0 0,-1 0-1 0 0,1-1 1 0 0,-1 1 0 0 0,1 0-1 0 0,-1-1 1 0 0,1 1 0 0 0,-2-1-1 0 0,2 2-50 0 0,0-1 0 0 0,0 0-1 0 0,0 1 1 0 0,0-1-1 0 0,0 0 1 0 0,0 1-1 0 0,0-1 1 0 0,0 0-1 0 0,0 1 1 0 0,0-1 0 0 0,0 0-1 0 0,0 1 1 0 0,0-1-1 0 0,0 0 1 0 0,0 1-1 0 0,0-1 1 0 0,0 0-1 0 0,0 1 1 0 0,0-1 0 0 0,0 0-1 0 0,0 1 1 0 0,1-1-1 0 0,-1 0 1 0 0,0 1-1 0 0,0-1 1 0 0,0 0-1 0 0,1 0 1 0 0,-1 1 0 0 0,0-1-1 0 0,0 0 1 0 0,1 0-1 0 0,-1 0 1 0 0,0 1-1 0 0,1-1 1 0 0,4 7-378 0 0,1 0-19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4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24 16583 0 0,'-6'-3'736'0'0,"2"0"152"0"0,0 2-712 0 0,-2-1-176 0 0,3 1 712 0 0,0-1 112 0 0,0 1 16 0 0,-1 0 8 0 0,-2-1-640 0 0,2-2-128 0 0,1 1-80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9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50 1375 0 0,'12'-24'10472'0'0,"-15"13"-9938"0"0,2 10-416 0 0,0-1 0 0 0,0 1 0 0 0,-1 0 0 0 0,1 0 0 0 0,0 0 1 0 0,-1 0-1 0 0,1 0 0 0 0,-1 0 0 0 0,1 0 0 0 0,-1 1 0 0 0,1-1 0 0 0,-1 0 1 0 0,0 1-1 0 0,1-1 0 0 0,-1 1 0 0 0,0 0 0 0 0,1-1 0 0 0,-1 1 0 0 0,0 0 1 0 0,1 0-1 0 0,-1 0 0 0 0,0 0 0 0 0,1 1 0 0 0,-1-1 0 0 0,-2 1 0 0 0,-45 10 84 0 0,45-10-113 0 0,-8 2 86 0 0,-1 1-1 0 0,1 0 0 0 0,0 1 0 0 0,0 0 1 0 0,0 0-1 0 0,1 2 0 0 0,0-1 0 0 0,0 1 1 0 0,-12 10-1 0 0,23-16-158 0 0,-1 0 0 0 0,1-1 1 0 0,0 1-1 0 0,-1 0 0 0 0,1 0 0 0 0,0-1 1 0 0,0 1-1 0 0,-1 0 0 0 0,1 0 0 0 0,0 0 1 0 0,0-1-1 0 0,0 1 0 0 0,0 0 0 0 0,0 0 1 0 0,0 0-1 0 0,0-1 0 0 0,0 1 0 0 0,0 0 1 0 0,1 0-1 0 0,-1 0 0 0 0,0-1 1 0 0,0 1-1 0 0,1 0 0 0 0,-1 0 0 0 0,1-1 1 0 0,-1 1-1 0 0,0 0 0 0 0,1-1 0 0 0,-1 1 1 0 0,1 0-1 0 0,-1-1 0 0 0,1 1 0 0 0,0-1 1 0 0,-1 1-1 0 0,1-1 0 0 0,0 1 0 0 0,-1-1 1 0 0,2 1-1 0 0,32 22-73 0 0,-28-20 89 0 0,14 9-32 0 0,5 3 0 0 0,33 25 0 0 0,-52-35 0 0 0,0 1 0 0 0,0-1 0 0 0,0 1 0 0 0,-1 0 0 0 0,0 1 0 0 0,0-1 0 0 0,0 1 0 0 0,-1 0 0 0 0,6 14 0 0 0,-9-20 2 0 0,-1 0-1 0 0,1 0 1 0 0,-1 1-1 0 0,0-1 1 0 0,1 0 0 0 0,-1 0-1 0 0,0 1 1 0 0,0-1-1 0 0,0 0 1 0 0,0 1-1 0 0,0-1 1 0 0,0 0-1 0 0,0 1 1 0 0,0-1-1 0 0,-1 0 1 0 0,1 0 0 0 0,0 1-1 0 0,-1-1 1 0 0,1 0-1 0 0,-1 0 1 0 0,0 0-1 0 0,1 1 1 0 0,-2 0-1 0 0,0 0 13 0 0,0 0-1 0 0,0 0 1 0 0,0-1-1 0 0,0 1 1 0 0,0-1-1 0 0,0 1 0 0 0,-1-1 1 0 0,1 0-1 0 0,-1 0 1 0 0,-4 2-1 0 0,-5 0 102 0 0,0-1 0 0 0,0 0-1 0 0,-23 1 1 0 0,25-2 11 0 0,0 0 44 0 0,0-1 0 0 0,0 0 0 0 0,0 0 0 0 0,0-1 0 0 0,0 0 0 0 0,-10-3 0 0 0,55 5-1730 0 0,-20-2 734 0 0,14 1-2106 0 0,-14 0 1266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9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12383 0 0,'-2'5'300'0'0,"1"-1"0"0"0,1 0 0 0 0,-1 1 0 0 0,0-1 0 0 0,1 1 0 0 0,1 7 0 0 0,-2 1-2 0 0,-2 23 561 0 0,1 1 1 0 0,2 0 0 0 0,1 0-1 0 0,12 70 1 0 0,-12-104-907 0 0,0 0 0 0 0,1 0 0 0 0,-1 0 0 0 0,1 0-1 0 0,-1 0 1 0 0,1 0 0 0 0,3 3 0 0 0,-3-4-314 0 0,0 1 1 0 0,-1-1 0 0 0,1 1 0 0 0,-1-1-1 0 0,1 1 1 0 0,-1 0 0 0 0,2 5-1 0 0,-6 5-2176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49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36 10135 0 0,'0'1'42'0'0,"0"-1"-1"0"0,-1 0 0 0 0,1 0 1 0 0,0 0-1 0 0,0 0 0 0 0,0 0 1 0 0,0 0-1 0 0,-1 0 0 0 0,1 0 1 0 0,0 0-1 0 0,0 0 0 0 0,0 0 0 0 0,-1 0 1 0 0,1 0-1 0 0,0 0 0 0 0,0 0 1 0 0,0-1-1 0 0,0 1 0 0 0,-1 0 1 0 0,1 0-1 0 0,0 0 0 0 0,0 0 1 0 0,0 0-1 0 0,0 0 0 0 0,0 0 1 0 0,-1 0-1 0 0,1-1 0 0 0,0 1 1 0 0,0 0-1 0 0,0 0 0 0 0,0 0 1 0 0,0 0-1 0 0,0 0 0 0 0,0-1 1 0 0,0 1-1 0 0,0 0 0 0 0,-1 0 0 0 0,1 0 1 0 0,0 0-1 0 0,0-1 0 0 0,0 1 1 0 0,0 0-1 0 0,0 0 0 0 0,0 0 1 0 0,0-1-1 0 0,0 1 0 0 0,0 0 1 0 0,0 0-1 0 0,0 0 0 0 0,0 0 1 0 0,0-1-1 0 0,1 1 0 0 0,-1 0 1 0 0,0 0-1 0 0,0 0 0 0 0,0 0 1 0 0,0-1-1 0 0,0 1 0 0 0,0 0 1 0 0,15-6 1434 0 0,24-2 103 0 0,140-7-2184 0 0,-170 14-893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0.1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43 104 3223 0 0,'-9'13'-257'0'0,"0"10"5718"0"0,9-21-5049 0 0,-1-1 0 0 0,1 1 1 0 0,0-1-1 0 0,0 1 1 0 0,0 0-1 0 0,0-1 0 0 0,0 1 1 0 0,0-1-1 0 0,0 1 1 0 0,1-1-1 0 0,-1 1 0 0 0,1-1 1 0 0,0 3-1 0 0,11 9-114 0 0,-9-11-226 0 0,0-1-1 0 0,0 1 1 0 0,0-1 0 0 0,1 0-1 0 0,-1 0 1 0 0,0 0 0 0 0,1-1 0 0 0,-1 1-1 0 0,0-1 1 0 0,1 0 0 0 0,-1 0-1 0 0,1 0 1 0 0,-1 0 0 0 0,0-1-1 0 0,1 1 1 0 0,-1-1 0 0 0,0 0 0 0 0,1 0-1 0 0,-1 0 1 0 0,0 0 0 0 0,4-2-1 0 0,2-2-122 0 0,0 1-1 0 0,0-1 0 0 0,0-1 0 0 0,0 0 0 0 0,13-12 1 0 0,-18 14-77 0 0,0-1 0 0 0,0 1 0 0 0,-1-1 0 0 0,0 0 0 0 0,0 1 0 0 0,0-2 0 0 0,0 1 0 0 0,-1 0 0 0 0,0 0 0 0 0,0-1 0 0 0,-1 1 0 0 0,1-1 1 0 0,0-8-1 0 0,-2 12 122 0 0,1 0 1 0 0,-1 0-1 0 0,0 0 1 0 0,0 0 0 0 0,-1 0-1 0 0,1 0 1 0 0,0 0-1 0 0,0 0 1 0 0,-1 0-1 0 0,0 0 1 0 0,1 0 0 0 0,-1 0-1 0 0,0 0 1 0 0,0 0-1 0 0,0 1 1 0 0,0-1-1 0 0,0 0 1 0 0,0 1 0 0 0,-1-1-1 0 0,1 0 1 0 0,0 1-1 0 0,-1-1 1 0 0,1 1-1 0 0,-1 0 1 0 0,0 0 0 0 0,1-1-1 0 0,-1 1 1 0 0,0 0-1 0 0,0 1 1 0 0,0-1 0 0 0,0 0-1 0 0,0 0 1 0 0,0 1-1 0 0,0-1 1 0 0,0 1-1 0 0,0 0 1 0 0,0-1 0 0 0,0 1-1 0 0,0 0 1 0 0,-2 0-1 0 0,-8 1 229 0 0,1 0 0 0 0,-1 1 1 0 0,1 0-1 0 0,0 1 0 0 0,0 0 0 0 0,0 1 0 0 0,0 0 0 0 0,1 1 0 0 0,0 0 0 0 0,-1 1 0 0 0,2-1 0 0 0,-15 12 0 0 0,23-16-197 0 0,0 0-1 0 0,0 0 0 0 0,0-1 1 0 0,0 1-1 0 0,0 0 0 0 0,0 0 1 0 0,0 0-1 0 0,0 0 0 0 0,1 0 0 0 0,-1 1 1 0 0,0-1-1 0 0,1 0 0 0 0,-1 0 1 0 0,1 0-1 0 0,-1 1 0 0 0,1-1 1 0 0,-1 0-1 0 0,1 0 0 0 0,0 1 1 0 0,0-1-1 0 0,-1 3 0 0 0,2-3-16 0 0,-1 0 0 0 0,1 0-1 0 0,-1 1 1 0 0,1-1 0 0 0,0 0-1 0 0,-1 0 1 0 0,1 0-1 0 0,0 0 1 0 0,0 0 0 0 0,-1 0-1 0 0,1 0 1 0 0,0 0 0 0 0,0 0-1 0 0,0 0 1 0 0,0-1 0 0 0,0 1-1 0 0,3 1 1 0 0,3 1-356 0 0,0 0 0 0 0,0 0 0 0 0,1 0 0 0 0,-1-1 0 0 0,16 2 0 0 0,-3-2-5184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0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144 11 14799 0 0,'-1'-1'162'0'0,"0"0"-1"0"0,0 0 1 0 0,-1 0-1 0 0,1 0 1 0 0,0 0-1 0 0,-1 1 1 0 0,1-1-1 0 0,-1 0 1 0 0,1 1-1 0 0,-1-1 1 0 0,1 1-1 0 0,-1-1 1 0 0,1 1-1 0 0,-1 0 1 0 0,1-1-1 0 0,-1 1 1 0 0,0 0-1 0 0,1 0 1 0 0,-1 0-1 0 0,-2 1 1 0 0,0 0-76 0 0,0 0 1 0 0,0 0-1 0 0,1 1 1 0 0,-1-1-1 0 0,0 1 1 0 0,1 0-1 0 0,-1 0 1 0 0,-3 3-1 0 0,0 0-76 0 0,0 1 0 0 0,1 0 0 0 0,-1 0 0 0 0,1 1 0 0 0,1-1 0 0 0,0 1 0 0 0,-7 10 0 0 0,9-11 68 0 0,0 1 0 0 0,1 0 0 0 0,-1-1 0 0 0,1 1 0 0 0,0 0 0 0 0,1 0 0 0 0,0 0 0 0 0,0 0 0 0 0,1 0 0 0 0,-1 1 0 0 0,2 8 0 0 0,-1-12-61 0 0,1-1-1 0 0,-1 0 1 0 0,1 0-1 0 0,0 0 1 0 0,0 0-1 0 0,0 0 1 0 0,0 0-1 0 0,1 0 1 0 0,-1 0-1 0 0,1 0 1 0 0,0-1-1 0 0,-1 1 1 0 0,1-1-1 0 0,1 1 1 0 0,-1-1-1 0 0,0 0 1 0 0,0 1-1 0 0,1-1 1 0 0,-1 0-1 0 0,1-1 1 0 0,0 1-1 0 0,0 0 1 0 0,-1-1-1 0 0,1 0 1 0 0,0 1-1 0 0,0-1 1 0 0,5 1-1 0 0,2 0 41 0 0,1-1-1 0 0,0 0 1 0 0,0 0 0 0 0,0-1-1 0 0,0 0 1 0 0,17-3-1 0 0,18-6-1163 0 0,-2-2-4010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0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13159 0 0,'-4'8'229'0'0,"2"-1"-1"0"0,-1 0 0 0 0,1 1 0 0 0,0-1 1 0 0,0 1-1 0 0,1 0 0 0 0,0-1 0 0 0,1 1 1 0 0,0 10-1 0 0,-2 13 133 0 0,-8 29 324 0 0,-2 20 289 0 0,11-70-845 0 0,0 0 0 0 0,1 0 1 0 0,1-1-1 0 0,0 1 1 0 0,4 18-1 0 0,-5-27-127 0 0,0-1 0 0 0,0 1 1 0 0,0-1-1 0 0,0 1 0 0 0,0-1 1 0 0,0 1-1 0 0,0-1 0 0 0,1 1 0 0 0,-1-1 1 0 0,0 1-1 0 0,0-1 0 0 0,1 1 1 0 0,-1-1-1 0 0,0 0 0 0 0,1 1 0 0 0,-1-1 1 0 0,0 0-1 0 0,1 1 0 0 0,-1-1 1 0 0,0 0-1 0 0,1 1 0 0 0,-1-1 0 0 0,1 0 1 0 0,-1 0-1 0 0,1 1 0 0 0,-1-1 1 0 0,1 0-1 0 0,-1 0 0 0 0,1 0 0 0 0,-1 0 1 0 0,1 0-1 0 0,0 0 0 0 0,0 0-7 0 0,1 0 0 0 0,-1-1-1 0 0,0 1 1 0 0,1-1 0 0 0,-1 1-1 0 0,0-1 1 0 0,1 0 0 0 0,-1 0-1 0 0,0 1 1 0 0,0-1 0 0 0,2-2-1 0 0,26-30-162 0 0,-27 31 172 0 0,14-19 12 0 0,-4 4 68 0 0,1 1-1 0 0,0 0 1 0 0,24-21-1 0 0,-33 34-70 0 0,0 0-1 0 0,0 0 1 0 0,0 0-1 0 0,0 1 0 0 0,0-1 1 0 0,1 1-1 0 0,-1 0 0 0 0,1 0 1 0 0,0 1-1 0 0,-1-1 1 0 0,1 1-1 0 0,0 0 0 0 0,0 0 1 0 0,0 0-1 0 0,0 1 0 0 0,0 0 1 0 0,-1 0-1 0 0,1 0 0 0 0,0 1 1 0 0,6 1-1 0 0,14 9-2440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0.8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9215 0 0,'-1'1'313'0'0,"1"0"0"0"0,0 0 0 0 0,0 0 0 0 0,0 0 0 0 0,0 0 0 0 0,0 1 0 0 0,0-1 0 0 0,0 0 0 0 0,0 0 0 0 0,0 0-1 0 0,0 0 1 0 0,0 0 0 0 0,1 0 0 0 0,-1 0 0 0 0,0 0 0 0 0,1 0 0 0 0,-1 0 0 0 0,1 0 0 0 0,-1 0 0 0 0,1 0 0 0 0,0 0-1 0 0,-1 0 1 0 0,1 0 0 0 0,1 0 0 0 0,18 24 122 0 0,-17-23-464 0 0,0 0 1 0 0,0 0 0 0 0,1 0-1 0 0,-1 0 1 0 0,0 0 0 0 0,1-1-1 0 0,-1 1 1 0 0,1-1 0 0 0,-1 0-1 0 0,1 0 1 0 0,-1 0 0 0 0,1-1-1 0 0,0 1 1 0 0,0-1 0 0 0,4 0-1 0 0,2-1-663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6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62 3679 0 0,'-3'-31'199'0'0,"1"16"1030"0"0,1 0 3669 0 0,6 58-2096 0 0,2 45-1474 0 0,23 112 0 0 0,0-10-600 0 0,22 853 1035 0 0,-55-941-1658 0 0,-4 0 0 0 0,-37 182 0 0 0,30-225-73 0 0,-36 100 0 0 0,40-140-10 0 0,8-16 26 0 0,1-1-1 0 0,-1 1 1 0 0,1 0 0 0 0,-1 0 0 0 0,1 0 0 0 0,0 0-1 0 0,0 0 1 0 0,0 0 0 0 0,0 6 0 0 0,2-5-1124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8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40 7367 0 0,'-13'-11'-152'0'0,"-29"-18"8163"0"0,55 30-7405 0 0,1 1 0 0 0,0 0-1 0 0,21 7 1 0 0,21 2-224 0 0,100 3 53 0 0,0-7 0 0 0,201-17 1 0 0,-55-1-356 0 0,-48 4-4 0 0,208 24 545 0 0,-325-6-452 0 0,311 26 35 0 0,-392-34-138 0 0,-11-1 226 0 0,63 9 0 0 0,-93-8-245 0 0,0 1 0 0 0,0 0 1 0 0,-1 1-1 0 0,1 0 0 0 0,-1 1 0 0 0,0 1 0 0 0,-1 0 1 0 0,14 10-1 0 0,-25-15-32 0 0,0-1 0 0 0,0 0 0 0 0,0 1 0 0 0,0 0 0 0 0,-1-1 0 0 0,1 1 0 0 0,-1 0 0 0 0,1 0 1 0 0,-1-1-1 0 0,0 1 0 0 0,0 0 0 0 0,0 1 0 0 0,0-1 0 0 0,0 0 0 0 0,0 0 0 0 0,0 0 0 0 0,-1 1 0 0 0,1-1 0 0 0,-1 0 0 0 0,1 0 1 0 0,-1 1-1 0 0,0-1 0 0 0,0 5 0 0 0,1 6 20 0 0,17 123 116 0 0,4 47 101 0 0,-22 652 1214 0 0,-3-633-1043 0 0,-10 76-114 0 0,1 19 26 0 0,12-215 81 0 0,18 132 0 0 0,-17-211-480 0 0,3 24 274 0 0,9 33-1 0 0,0-26-3363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8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6 3679 0 0,'-22'-2'-201'0'0,"-4"0"4443"0"0,2 1 4812 0 0,52 11-7709 0 0,120 28-291 0 0,1-6-1 0 0,261 22 1 0 0,311-41 617 0 0,50-19-483 0 0,-639 12-1003 0 0,64 0 266 0 0,-160-7-351 0 0,1-1-1 0 0,-1-2 0 0 0,45-11 0 0 0,-31 4-352 0 0,-49 9-813 0 0,-1 2 1025 0 0,0-1 0 0 0,0 1 0 0 0,0 0 0 0 0,0 0 0 0 0,-3-2-1064 0 0,-3-4-319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5:59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37 7775 0 0,'-28'-4'4102'0'0,"32"1"-3116"0"0,7-2-452 0 0,38-3 1036 0 0,93-4 0 0 0,-108 10-1268 0 0,136-1 646 0 0,191 23-1 0 0,-283-14-866 0 0,257 26-49 0 0,4 1 0 0 0,411 4 32 0 0,-721-37-63 0 0,13 0-34 0 0,0 1-1 0 0,-1 3 1 0 0,50 10-1 0 0,-91-14 1 0 0,1 0 1 0 0,-1 0 0 0 0,1 0-1 0 0,0 0 1 0 0,-1 0-1 0 0,1 0 1 0 0,-1 0 0 0 0,1 0-1 0 0,-1 1 1 0 0,1-1-1 0 0,-1 0 1 0 0,1 0-1 0 0,-1 1 1 0 0,1-1 0 0 0,-1 0-1 0 0,1 1 1 0 0,-1-1-1 0 0,1 1 1 0 0,-1-1 0 0 0,0 0-1 0 0,1 1 1 0 0,-1-1-1 0 0,0 1 1 0 0,1-1-1 0 0,-1 1 1 0 0,0-1 0 0 0,0 1-1 0 0,1-1 1 0 0,-1 1-1 0 0,0 0 1 0 0,0 0 0 0 0,0 2-430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02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165 12 1375 0 0,'-1'-1'370'0'0,"0"1"0"0"0,-1-1-1 0 0,1 0 1 0 0,0 0-1 0 0,0 1 1 0 0,0-1 0 0 0,-1 1-1 0 0,1-1 1 0 0,0 1 0 0 0,0 0-1 0 0,-1-1 1 0 0,1 1-1 0 0,0 0 1 0 0,-1 0 0 0 0,-2 0-1 0 0,-26 5 1096 0 0,-25 16-1330 0 0,43-15 185 0 0,5-4 92 0 0,1 1 0 0 0,0 0 0 0 0,0 1 0 0 0,0-1 0 0 0,-8 7 0 0 0,44-17 1114 0 0,16-7-1510 0 0,0 2 0 0 0,1 2 0 0 0,90-7 0 0 0,-133 17-15 0 0,-2 0-2 0 0,0-1 0 0 0,1 1 0 0 0,-1 0 0 0 0,0 0-1 0 0,1 0 1 0 0,-1 0 0 0 0,0 1 0 0 0,0-1 0 0 0,1 0 0 0 0,-1 1 0 0 0,0 0 0 0 0,5 1 0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02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0 10479 0 0,'-2'2'165'0'0,"0"0"-1"0"0,0-1 1 0 0,0 1-1 0 0,1 0 1 0 0,-1 0-1 0 0,1 1 1 0 0,0-1-1 0 0,-1 0 1 0 0,1 0-1 0 0,0 1 1 0 0,-1 3-1 0 0,0-2 241 0 0,-37 73 2144 0 0,-26 59-311 0 0,63-131-2321 0 0,0 1 1 0 0,0 0-1 0 0,0 0 0 0 0,1 0 1 0 0,0 0-1 0 0,0 0 1 0 0,0 0-1 0 0,1 1 1 0 0,0 6-1 0 0,3-6-929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7.0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2303 0 0,'1'-16'5933'0'0,"14"16"-1660"0"0,-7 3-5212 0 0,-5-1 1101 0 0,0 0-1 0 0,0 1 1 0 0,0-1-1 0 0,-1 1 1 0 0,1 0-1 0 0,-1 0 1 0 0,1 0-1 0 0,-1 0 1 0 0,0 0-1 0 0,0 0 1 0 0,0 1-1 0 0,-1-1 1 0 0,1 1-1 0 0,-1-1 1 0 0,0 1 0 0 0,0 0-1 0 0,0-1 1 0 0,-1 1-1 0 0,1 8 1 0 0,1 6 349 0 0,-1 0 1 0 0,-3 32-1 0 0,-5 14 316 0 0,3-34-551 0 0,2 0 1 0 0,1 51-1 0 0,1-79-367 0 0,0 1-1 0 0,1 0 1 0 0,-1 0-1 0 0,1-1 0 0 0,0 1 1 0 0,-1 0-1 0 0,1-1 1 0 0,0 1-1 0 0,1-1 1 0 0,-1 1-1 0 0,3 3 1 0 0,0-2-1179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8.6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12 5959 0 0,'0'0'64'0'0,"0"0"0"0"0,0-1 0 0 0,0 1-1 0 0,0-1 1 0 0,0 1 0 0 0,0 0 0 0 0,0-1-1 0 0,0 1 1 0 0,0-1 0 0 0,0 1 0 0 0,0 0-1 0 0,0-1 1 0 0,0 1 0 0 0,0-1 0 0 0,1 1-1 0 0,-1 0 1 0 0,0-1 0 0 0,0 1 0 0 0,0 0-1 0 0,1-1 1 0 0,-1 1 0 0 0,0 0 0 0 0,0-1-1 0 0,1 1 1 0 0,-1 0 0 0 0,0 0 0 0 0,1-1-1 0 0,-1 1 1 0 0,0 0 0 0 0,1 0 0 0 0,-1 0-1 0 0,0-1 1 0 0,1 1 0 0 0,-1 0 0 0 0,0 0-1 0 0,1 0 1 0 0,-1 0 0 0 0,1 0 0 0 0,-1 0-1 0 0,0 0 1 0 0,1 0 0 0 0,-1 0 0 0 0,1 0-1 0 0,-1 0 1 0 0,0 0 0 0 0,1 0 0 0 0,-1 0-1 0 0,1 0 1 0 0,-1 0 0 0 0,0 0 0 0 0,1 1-1 0 0,-1-1 1 0 0,1 0 0 0 0,1 1 164 0 0,-1 0 0 0 0,0-1 0 0 0,1 1 0 0 0,-1 0-1 0 0,0 0 1 0 0,0 0 0 0 0,1 0 0 0 0,-1 0 0 0 0,0 0 0 0 0,0 0 0 0 0,2 2 0 0 0,-1 6 148 0 0,0-1 0 0 0,0 1 0 0 0,0-1 0 0 0,-1 1 0 0 0,0-1 0 0 0,-1 1 0 0 0,0 0 0 0 0,-2 13 0 0 0,1 14 325 0 0,2-11-205 0 0,-2 0 0 0 0,-1 1 1 0 0,0-1-1 0 0,-8 29 0 0 0,8-48-435 0 0,-19 90 867 0 0,20-86-981 0 0,0 1 0 0 0,0-1 0 0 0,1 0 0 0 0,0 1 0 0 0,1-1 0 0 0,0 0 0 0 0,3 14 1 0 0,-1-17-690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9.0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49 4143 0 0,'11'-17'12377'0'0,"-6"15"-13646"0"0,17-4 1861 0 0,-1 1 1 0 0,1 1-1 0 0,29-2 0 0 0,-1 0-654 0 0,-22 4-1049 0 0,-17 3-2129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9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40 919 0 0,'8'-5'9270'0'0,"17"1"-6301"0"0,-16 3-2762 0 0,77-18 3039 0 0,-49 10-7024 0 0,-32 7 2747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19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8287 0 0,'-2'3'369'0'0,"1"1"1"0"0,-1 0-1 0 0,1 0 0 0 0,0 0 0 0 0,0 0 0 0 0,0 0 0 0 0,1 0 0 0 0,-1 1 0 0 0,1-1 0 0 0,0 0 0 0 0,0 0 0 0 0,1 0 0 0 0,-1 0 0 0 0,3 6 0 0 0,-3-4-178 0 0,1-1 0 0 0,1 0-1 0 0,-1 0 1 0 0,1 0 0 0 0,0-1-1 0 0,0 1 1 0 0,1 0 0 0 0,-1-1-1 0 0,1 1 1 0 0,0-1 0 0 0,4 4-1 0 0,-4-5-153 0 0,0-1 0 0 0,0 0 0 0 0,0 0 0 0 0,1 0 0 0 0,-1 0 0 0 0,1-1 0 0 0,-1 0 1 0 0,1 1-1 0 0,-1-1 0 0 0,1 0 0 0 0,0-1 0 0 0,0 1 0 0 0,-1-1 0 0 0,1 0 0 0 0,0 1 0 0 0,0-2 0 0 0,0 1 0 0 0,-1 0 0 0 0,1-1 0 0 0,0 0 0 0 0,0 0 0 0 0,-1 0 0 0 0,1 0 0 0 0,-1 0 0 0 0,1-1 0 0 0,-1 0 0 0 0,1 1 0 0 0,-1-1 0 0 0,0 0 0 0 0,3-3 0 0 0,-2 2-1 0 0,0 1 0 0 0,-1-1 0 0 0,1 0 0 0 0,-1 0 0 0 0,0 0 0 0 0,0-1 0 0 0,0 1 0 0 0,0-1 0 0 0,-1 0 0 0 0,1 0 0 0 0,-1 0 0 0 0,0 0 0 0 0,0 0 0 0 0,0 0 0 0 0,-1 0 0 0 0,0-1 0 0 0,1 1 0 0 0,-2-1 0 0 0,1 1 0 0 0,0-1 0 0 0,-1 1 0 0 0,0-1 0 0 0,0 1 0 0 0,-1-9 0 0 0,1 12-67 0 0,-1 0 1 0 0,1 0-1 0 0,-1 0 0 0 0,0 0 0 0 0,1 1 1 0 0,-1-1-1 0 0,0 0 0 0 0,1 0 0 0 0,-1 1 1 0 0,0-1-1 0 0,0 0 0 0 0,0 1 0 0 0,1-1 1 0 0,-1 1-1 0 0,0-1 0 0 0,0 1 0 0 0,0-1 1 0 0,0 1-1 0 0,-2-1 0 0 0,3 1 12 0 0,0 0-1 0 0,0 0 0 0 0,0-1 1 0 0,0 1-1 0 0,-1 0 1 0 0,1 0-1 0 0,0 0 1 0 0,0 0-1 0 0,0 0 0 0 0,-1 0 1 0 0,1-1-1 0 0,0 1 1 0 0,0 0-1 0 0,-1 0 0 0 0,1 0 1 0 0,0 0-1 0 0,0 0 1 0 0,-1 0-1 0 0,1 0 0 0 0,0 0 1 0 0,0 0-1 0 0,0 0 1 0 0,-1 0-1 0 0,1 0 0 0 0,0 0 1 0 0,0 0-1 0 0,-1 0 1 0 0,1 0-1 0 0,0 1 0 0 0,0-1 1 0 0,-1 0-1 0 0,1 0 1 0 0,0 0-1 0 0,0 0 1 0 0,0 0-1 0 0,0 0 0 0 0,-1 1 1 0 0,1-1-1 0 0,0 0 1 0 0,0 0-1 0 0,0 0 0 0 0,0 1 1 0 0,-1-1-1 0 0,1 0 1 0 0,0 0-1 0 0,0 0 0 0 0,0 1 1 0 0,0-1-1 0 0,0 0 1 0 0,0 0-1 0 0,0 0 0 0 0,0 1 1 0 0,0-1-1 0 0,0 0 1 0 0,0 0-1 0 0,0 1 1 0 0,0-1-1 0 0,0 0 0 0 0,0 0 1 0 0,0 1-1 0 0,0-1 1 0 0,0 0-1 0 0,0 0 0 0 0,0 1 1 0 0,0-1-1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0.2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97 919 0 0,'0'1'-60'0'0,"0"20"1780"0"0,1-14 1032 0 0,-1 1 1 0 0,1-1 0 0 0,0 1-1 0 0,4 14 1 0 0,3-7-2832 0 0,-8-16 140 0 0,1 1-1 0 0,-1 0 1 0 0,0 0-1 0 0,0 0 0 0 0,1 0 1 0 0,-1 0-1 0 0,0-1 1 0 0,0 1-1 0 0,1 0 1 0 0,-1 0-1 0 0,0 0 0 0 0,0-1 1 0 0,0 1-1 0 0,1 0 1 0 0,-1 0-1 0 0,0-1 1 0 0,0 1-1 0 0,0 0 0 0 0,0 0 1 0 0,0-1-1 0 0,1 1 1 0 0,-1 0-1 0 0,0 0 1 0 0,0-1-1 0 0,0 1 0 0 0,0 0 1 0 0,0-1-1 0 0,0 1 1 0 0,0 0-1 0 0,0-1 1 0 0,0 1-1 0 0,0 0 0 0 0,0 0 1 0 0,0-1-1 0 0,3-19 59 0 0,-2 15-1 0 0,3-15-63 0 0,-1 1-12 0 0,10-31-1 0 0,-11 45-40 0 0,-1 1-1 0 0,1 0 1 0 0,0-1-1 0 0,0 1 1 0 0,1 0-1 0 0,-1 0 1 0 0,1 0-1 0 0,0 1 1 0 0,0-1 0 0 0,0 1-1 0 0,0-1 1 0 0,6-4-1 0 0,-7 8 45 0 0,-1-1-1 0 0,0 0 1 0 0,0 0-1 0 0,0 1 1 0 0,1-1-1 0 0,-1 1 1 0 0,0-1-1 0 0,0 1 1 0 0,1 0-1 0 0,-1-1 1 0 0,1 1-1 0 0,-1 0 1 0 0,0 0-1 0 0,1 0 1 0 0,-1 0-1 0 0,0 0 1 0 0,1 0-1 0 0,-1 0 1 0 0,1 0-1 0 0,-1 1 1 0 0,0-1-1 0 0,1 1 1 0 0,1 0-1 0 0,-1 0 63 0 0,1 1-1 0 0,-1 0 0 0 0,1 0 0 0 0,-1 0 0 0 0,0 0 0 0 0,0 0 0 0 0,0 0 0 0 0,0 1 0 0 0,0-1 0 0 0,2 4 0 0 0,2 5 99 0 0,-1 0 0 0 0,0 1-1 0 0,-1-1 1 0 0,4 15 0 0 0,3 11 210 0 0,-7-24-2280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0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29 11087 0 0,'-2'-3'209'0'0,"0"1"-1"0"0,0 0 0 0 0,0 0 1 0 0,0 0-1 0 0,-1 0 0 0 0,1 0 0 0 0,-1 0 1 0 0,1 0-1 0 0,-1 1 0 0 0,0-1 1 0 0,0 1-1 0 0,0 0 0 0 0,0 0 1 0 0,0 0-1 0 0,0 0 0 0 0,0 0 0 0 0,0 1 1 0 0,0 0-1 0 0,0-1 0 0 0,0 1 1 0 0,0 0-1 0 0,0 0 0 0 0,0 1 1 0 0,0-1-1 0 0,-5 2 0 0 0,3-1-72 0 0,0 0 0 0 0,0 0 0 0 0,0 1 0 0 0,1 0 0 0 0,-1 0 0 0 0,0 0 0 0 0,1 0 0 0 0,0 1 0 0 0,-1 0 0 0 0,1 0 0 0 0,0 0 0 0 0,0 0 0 0 0,1 1 0 0 0,-7 6 0 0 0,8-7-88 0 0,0 0 0 0 0,1-1 0 0 0,-1 1 0 0 0,1 0 0 0 0,-1 0 0 0 0,1 0-1 0 0,0 0 1 0 0,0 0 0 0 0,0 0 0 0 0,0 0 0 0 0,1 1 0 0 0,-1-1 0 0 0,1 0 0 0 0,0 0-1 0 0,0 1 1 0 0,0-1 0 0 0,0 0 0 0 0,1 0 0 0 0,-1 0 0 0 0,2 5 0 0 0,0-4-20 0 0,0-1 0 0 0,0 1 0 0 0,0-1 0 0 0,0 1 0 0 0,1-1 1 0 0,-1 0-1 0 0,1 0 0 0 0,0 0 0 0 0,0 0 0 0 0,0 0 0 0 0,0-1 1 0 0,1 1-1 0 0,-1-1 0 0 0,1 0 0 0 0,6 3 0 0 0,0-1 17 0 0,-1 0 1 0 0,1-1-1 0 0,0-1 0 0 0,0 1 0 0 0,1-1 1 0 0,-1-1-1 0 0,0 0 0 0 0,1-1 0 0 0,18-1 0 0 0,-24 1-72 0 0,-1 0 0 0 0,0-1 0 0 0,1 1-1 0 0,-1-1 1 0 0,0 0 0 0 0,0-1-1 0 0,0 1 1 0 0,0-1 0 0 0,0 1 0 0 0,0-1-1 0 0,0 0 1 0 0,0-1 0 0 0,-1 1-1 0 0,1-1 1 0 0,-1 1 0 0 0,1-1-1 0 0,-1 0 1 0 0,0 0 0 0 0,-1-1 0 0 0,1 1-1 0 0,0-1 1 0 0,-1 1 0 0 0,0-1-1 0 0,0 0 1 0 0,4-8 0 0 0,-6 7-415 0 0,1-1 0 0 0,-1 0 0 0 0,0 1 0 0 0,0-1 1 0 0,0 0-1 0 0,-1 1 0 0 0,0-1 0 0 0,0 0 0 0 0,0 1 0 0 0,-1-1 0 0 0,0 1 1 0 0,0 0-1 0 0,0-1 0 0 0,-5-6 0 0 0,-3-6-1473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0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6447 0 0,'1'0'139'0'0,"-1"1"0"0"0,1-1-1 0 0,-1 0 1 0 0,1 0 0 0 0,0 1-1 0 0,-1-1 1 0 0,1 0 0 0 0,-1 1-1 0 0,1-1 1 0 0,-1 0 0 0 0,1 1-1 0 0,-1-1 1 0 0,1 1-1 0 0,-1-1 1 0 0,0 1 0 0 0,1-1-1 0 0,-1 1 1 0 0,0-1 0 0 0,1 1-1 0 0,-1-1 1 0 0,0 1 0 0 0,0-1-1 0 0,1 1 1 0 0,-1 0 0 0 0,10 19 2582 0 0,8 32-1449 0 0,-1 0 0 0 0,-3 2 0 0 0,8 65 0 0 0,21 78 1020 0 0,-40-189-2243 0 0,-1-1 0 0 0,1 1-1 0 0,0-1 1 0 0,6 10 0 0 0,5 0-5781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1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175 92 4607 0 0,'-1'-8'1677'0'0,"0"-1"-117"0"0,-1-1-1 0 0,0 1 1 0 0,0 0 0 0 0,-6-13 0 0 0,7 21-1479 0 0,1-1 0 0 0,-1 1 0 0 0,1-1 0 0 0,-1 1 0 0 0,0 0 0 0 0,0 0-1 0 0,0-1 1 0 0,0 1 0 0 0,0 0 0 0 0,0 0 0 0 0,0 0 0 0 0,0 0 0 0 0,0 0 0 0 0,0 0 0 0 0,-1 0 0 0 0,1 0 0 0 0,0 1 0 0 0,-1-1 0 0 0,1 0 0 0 0,-1 1 0 0 0,1-1 0 0 0,-1 1 0 0 0,1 0 0 0 0,0-1 0 0 0,-1 1 0 0 0,0 0 0 0 0,1 0 0 0 0,-1 0 0 0 0,1 0 0 0 0,-1 0 0 0 0,1 0 0 0 0,-1 0 0 0 0,1 1 0 0 0,-3 0 0 0 0,-3 2 33 0 0,-1 1 1 0 0,1-1-1 0 0,1 2 1 0 0,-1-1 0 0 0,0 1-1 0 0,1 0 1 0 0,0 0-1 0 0,0 1 1 0 0,1 0 0 0 0,0 0-1 0 0,0 0 1 0 0,0 0-1 0 0,0 1 1 0 0,1 0 0 0 0,0 0-1 0 0,1 0 1 0 0,0 0 0 0 0,0 1-1 0 0,0 0 1 0 0,1-1-1 0 0,0 1 1 0 0,1 0 0 0 0,-2 14-1 0 0,3-20-105 0 0,0 0 0 0 0,0 0-1 0 0,0 1 1 0 0,0-1 0 0 0,1 0-1 0 0,-1 0 1 0 0,1 1 0 0 0,-1-1-1 0 0,1 0 1 0 0,0 0 0 0 0,0 0-1 0 0,0 0 1 0 0,0 0 0 0 0,0 0-1 0 0,0 0 1 0 0,1 0 0 0 0,-1 0-1 0 0,1 0 1 0 0,-1-1 0 0 0,4 4-1 0 0,-2-4 12 0 0,0 1-1 0 0,0-1 1 0 0,0 1-1 0 0,1-1 1 0 0,-1 0-1 0 0,0 0 1 0 0,1 0-1 0 0,-1-1 0 0 0,0 1 1 0 0,1-1-1 0 0,-1 0 1 0 0,6 0-1 0 0,5-2 35 0 0,1 0-1 0 0,-1-1 1 0 0,1 0-1 0 0,-1-1 1 0 0,15-7-1 0 0,-28 11-53 0 0,4-2 116 0 0,1 0-1 0 0,0 0 1 0 0,-1 0 0 0 0,1 1-1 0 0,8-2 1 0 0,-13 3-90 0 0,0 0 0 0 0,1 0 0 0 0,-1 0 0 0 0,0 1 0 0 0,0-1 1 0 0,1 0-1 0 0,-1 0 0 0 0,0 1 0 0 0,0-1 0 0 0,0 0 0 0 0,0 1 0 0 0,1-1 1 0 0,-1 1-1 0 0,0 0 0 0 0,0-1 0 0 0,0 1 0 0 0,0 0 0 0 0,0 0 0 0 0,0-1 1 0 0,0 1-1 0 0,-1 0 0 0 0,1 0 0 0 0,0 0 0 0 0,0 0 0 0 0,-1 0 0 0 0,1 0 1 0 0,-1 1-1 0 0,1-1 0 0 0,-1 0 0 0 0,2 2 0 0 0,-2 0-93 0 0,0-1 0 0 0,1 0 1 0 0,0 0-1 0 0,-1 0 0 0 0,1 0 0 0 0,0 0 0 0 0,0 0 0 0 0,0 0 1 0 0,0 0-1 0 0,1 0 0 0 0,-1 0 0 0 0,0 0 0 0 0,1-1 0 0 0,0 1 0 0 0,-1 0 1 0 0,1-1-1 0 0,0 1 0 0 0,0-1 0 0 0,-1 0 0 0 0,1 0 0 0 0,3 2 1 0 0,3-2-1072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3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1583 0 0,'3'-3'64'0'0,"-2"1"24"0"0,1 1-88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4.9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13 228 8863 0 0,'0'1'33'0'0,"0"-1"0"0"0,0 0 0 0 0,0 1 0 0 0,0-1 0 0 0,-1 1 0 0 0,1-1 1 0 0,0 1-1 0 0,0-1 0 0 0,0 0 0 0 0,0 1 0 0 0,0-1 0 0 0,0 1 0 0 0,0-1 0 0 0,0 1 0 0 0,1-1 0 0 0,-1 0 0 0 0,0 1 0 0 0,0-1 0 0 0,0 1 0 0 0,0-1 0 0 0,0 0 0 0 0,1 1 0 0 0,-1-1 0 0 0,0 0 0 0 0,0 1 0 0 0,1-1 0 0 0,0 1 0 0 0,-1-1-27 0 0,0 1-1 0 0,1-1 1 0 0,-1 0 0 0 0,0 1 0 0 0,0-1-1 0 0,1 1 1 0 0,-1-1 0 0 0,0 1-1 0 0,0-1 1 0 0,0 0 0 0 0,1 1 0 0 0,-1-1-1 0 0,0 1 1 0 0,0-1 0 0 0,0 1 0 0 0,0-1-1 0 0,0 1 1 0 0,0-1 0 0 0,0 1-1 0 0,0-1 1 0 0,0 1 0 0 0,0-1 0 0 0,0 1-1 0 0,0-1 1 0 0,-1 1 0 0 0,1-1 0 0 0,0 1-1 0 0,0-1 1 0 0,-3 7 371 0 0,0 0-1 0 0,1 0 1 0 0,0 0 0 0 0,0 0-1 0 0,0 0 1 0 0,1 0 0 0 0,0 1-1 0 0,1-1 1 0 0,0 0 0 0 0,0 1-1 0 0,0-1 1 0 0,1 0 0 0 0,0 1-1 0 0,0-1 1 0 0,4 10 0 0 0,-4-12-228 0 0,0-1 0 0 0,-1 1 0 0 0,0 0 0 0 0,1 0 0 0 0,-2 0 0 0 0,1 0 0 0 0,-1-1 0 0 0,1 1 1 0 0,-1 0-1 0 0,-1 0 0 0 0,-2 8 0 0 0,3-12-121 0 0,1 0 0 0 0,-1 0-1 0 0,1 0 1 0 0,0 0 0 0 0,-1 1 0 0 0,1-1 0 0 0,0 0 0 0 0,0 0-1 0 0,0 1 1 0 0,0-1 0 0 0,0 0 0 0 0,0 0 0 0 0,0 0 0 0 0,0 1-1 0 0,0-1 1 0 0,1 0 0 0 0,-1 0 0 0 0,0 0 0 0 0,1 1-1 0 0,-1-1 1 0 0,1 0 0 0 0,0 0 0 0 0,-1 0 0 0 0,2 1 0 0 0,-2-1-20 0 0,1-1 0 0 0,-1 0 1 0 0,0 0-1 0 0,1 0 1 0 0,-1 0-1 0 0,0 0 0 0 0,1 0 1 0 0,-1 1-1 0 0,1-1 0 0 0,-1 0 1 0 0,0 0-1 0 0,1 0 1 0 0,-1 0-1 0 0,0 0 0 0 0,1-1 1 0 0,-1 1-1 0 0,0 0 0 0 0,1 0 1 0 0,-1 0-1 0 0,0 0 1 0 0,1 0-1 0 0,-1 0 0 0 0,0 0 1 0 0,1-1-1 0 0,-1 1 0 0 0,0 0 1 0 0,1-1-1 0 0,10-15 51 0 0,-5-4-96 0 0,0 0-1 0 0,-1-1 1 0 0,-1 1 0 0 0,2-37-1 0 0,3-20-55 0 0,-8 75 94 0 0,-1 0 0 0 0,1 0-1 0 0,-1 0 1 0 0,1 1 0 0 0,0-1-1 0 0,0 0 1 0 0,-1 1 0 0 0,1-1-1 0 0,1 0 1 0 0,-1 1 0 0 0,0-1 0 0 0,0 1-1 0 0,0-1 1 0 0,1 1 0 0 0,-1 0-1 0 0,3-2 1 0 0,-4 3 4 0 0,1 0-1 0 0,-1-1 1 0 0,1 1-1 0 0,-1 0 1 0 0,1 0-1 0 0,-1 0 1 0 0,1-1-1 0 0,-1 1 1 0 0,1 0 0 0 0,-1 0-1 0 0,1 0 1 0 0,-1 0-1 0 0,1 0 1 0 0,-1 0-1 0 0,1 0 1 0 0,-1 0 0 0 0,1 0-1 0 0,-1 1 1 0 0,1-1-1 0 0,-1 0 1 0 0,1 0-1 0 0,0 1 1 0 0,0-1 11 0 0,0 1 1 0 0,0 0 0 0 0,0 0-1 0 0,-1 0 1 0 0,1-1-1 0 0,0 1 1 0 0,-1 0-1 0 0,1 0 1 0 0,-1 0 0 0 0,1 0-1 0 0,-1 0 1 0 0,1 0-1 0 0,-1 0 1 0 0,1 3 0 0 0,14 68 1180 0 0,-12-54-973 0 0,0 0 0 0 0,1-1 0 0 0,1 0 1 0 0,1 0-1 0 0,9 20 0 0 0,-14-35-218 0 0,-1-1 0 0 0,1 1-1 0 0,0-1 1 0 0,-1 0 0 0 0,1 1 0 0 0,0-1 0 0 0,0 0-1 0 0,0 0 1 0 0,0 1 0 0 0,0-1 0 0 0,0 0-1 0 0,1 0 1 0 0,-1 0 0 0 0,0 0 0 0 0,1-1-1 0 0,-1 1 1 0 0,0 0 0 0 0,1-1 0 0 0,2 2 0 0 0,-3-2-1 0 0,1 0 1 0 0,-1 0-1 0 0,0 0 1 0 0,0-1-1 0 0,0 1 1 0 0,1 0-1 0 0,-1-1 1 0 0,0 1 0 0 0,0-1-1 0 0,0 1 1 0 0,0-1-1 0 0,0 1 1 0 0,0-1-1 0 0,0 0 1 0 0,0 1-1 0 0,0-1 1 0 0,0 0 0 0 0,0 0-1 0 0,1-1 1 0 0,2-4-32 0 0,0 1 1 0 0,-1-1 0 0 0,1 0-1 0 0,-1 0 1 0 0,0 0 0 0 0,-1 0-1 0 0,4-11 1 0 0,3-43-377 0 0,-7 46 424 0 0,-1 0 0 0 0,2 1 0 0 0,0-1 0 0 0,5-13 0 0 0,-8 27-12 0 0,0 0 0 0 0,0 0 1 0 0,0 0-1 0 0,0 0 0 0 0,0 0 0 0 0,0 0 0 0 0,0 0 0 0 0,0-1 0 0 0,0 1 0 0 0,0 0 0 0 0,0 0 0 0 0,0 0 1 0 0,0 0-1 0 0,0 0 0 0 0,0 0 0 0 0,0 0 0 0 0,0 0 0 0 0,0 0 0 0 0,0 0 0 0 0,0 0 0 0 0,0 0 1 0 0,1-1-1 0 0,-1 1 0 0 0,0 0 0 0 0,0 0 0 0 0,0 0 0 0 0,0 0 0 0 0,0 0 0 0 0,0 0 0 0 0,0 0 1 0 0,0 0-1 0 0,0 0 0 0 0,0 0 0 0 0,0 0 0 0 0,1 0 0 0 0,-1 0 0 0 0,0 0 0 0 0,0 0 0 0 0,0 0 1 0 0,0 0-1 0 0,0 0 0 0 0,0 0 0 0 0,0 0 0 0 0,0 0 0 0 0,0 0 0 0 0,1 0 0 0 0,-1 0 0 0 0,0 0 1 0 0,0 0-1 0 0,0 0 0 0 0,0 0 0 0 0,0 0 0 0 0,0 0 0 0 0,0 1 0 0 0,0-1 0 0 0,0 0 0 0 0,0 0 1 0 0,0 0-1 0 0,0 0 0 0 0,0 0 0 0 0,0 0 0 0 0,1 0 0 0 0,3 9 426 0 0,2 15 132 0 0,-6-22-489 0 0,4 13 368 0 0,0-1 0 0 0,0 1 0 0 0,2-1 0 0 0,0 1 0 0 0,0-2 0 0 0,11 18 0 0 0,-15-28-606 0 0,0 0-1 0 0,0-1 1 0 0,0 1 0 0 0,0 0 0 0 0,0-1 0 0 0,0 1-1 0 0,1-1 1 0 0,-1 0 0 0 0,1 0 0 0 0,0 0-1 0 0,0 0 1 0 0,0-1 0 0 0,0 1 0 0 0,0-1 0 0 0,0 1-1 0 0,0-1 1 0 0,0 0 0 0 0,0 0 0 0 0,0-1-1 0 0,1 1 1 0 0,-1-1 0 0 0,0 1 0 0 0,1-1 0 0 0,-1 0-1 0 0,0 0 1 0 0,1-1 0 0 0,-1 1 0 0 0,0-1 0 0 0,1 1-1 0 0,-1-1 1 0 0,0 0 0 0 0,0 0 0 0 0,0-1-1 0 0,5-2 1 0 0,4-3-944 0 0,0-1-1 0 0,0 0 0 0 0,-1-1 1 0 0,-1 0-1 0 0,11-11 0 0 0,8-7 2478 0 0,1 3 3741 0 0,-27 21-4842 0 0,1 0 0 0 0,-1 1 0 0 0,0-2-1 0 0,0 1 1 0 0,0 0 0 0 0,-1-1 0 0 0,1 1 0 0 0,-1-1 0 0 0,0 0 0 0 0,0 1 0 0 0,3-8 0 0 0,-5 10-268 0 0,1 0 1 0 0,-1 0 0 0 0,0 0-1 0 0,0 0 1 0 0,1 0-1 0 0,-1 0 1 0 0,0 0 0 0 0,0 0-1 0 0,0-1 1 0 0,0 1-1 0 0,0 0 1 0 0,-1 0 0 0 0,1 0-1 0 0,0 0 1 0 0,0 0-1 0 0,-1 0 1 0 0,1-1 0 0 0,-1 1-1 0 0,0-1 1 0 0,0 1-21 0 0,0 0-1 0 0,0 0 1 0 0,0 1 0 0 0,0-1-1 0 0,0 0 1 0 0,0 0 0 0 0,-1 1 0 0 0,1-1-1 0 0,0 0 1 0 0,-1 1 0 0 0,1-1-1 0 0,0 1 1 0 0,-1 0 0 0 0,1-1 0 0 0,0 1-1 0 0,-1 0 1 0 0,1 0 0 0 0,-1 0-1 0 0,-2 0 1 0 0,1 0 12 0 0,-1 0 0 0 0,1 0 0 0 0,-1 0 0 0 0,0 1 0 0 0,1-1 0 0 0,-1 1 0 0 0,1 0 0 0 0,-1 0 0 0 0,1 0 0 0 0,0 1-1 0 0,-1-1 1 0 0,1 1 0 0 0,0 0 0 0 0,0-1 0 0 0,0 2 0 0 0,0-1 0 0 0,0 0 0 0 0,1 0 0 0 0,-1 1 0 0 0,1-1 0 0 0,-1 1 0 0 0,1 0 0 0 0,0 0 0 0 0,0 0 0 0 0,0 0 0 0 0,0 0 0 0 0,1 1 0 0 0,0-1-1 0 0,-1 0 1 0 0,1 1 0 0 0,0-1 0 0 0,0 1 0 0 0,0 3 0 0 0,-6 26 187 0 0,5-26-129 0 0,0 1 1 0 0,1-1-1 0 0,0 1 1 0 0,0 0-1 0 0,0 9 0 0 0,2-14-45 0 0,-1 0 0 0 0,1 0-1 0 0,-1 0 1 0 0,1 0 0 0 0,0 0 0 0 0,0 0-1 0 0,1 0 1 0 0,-1-1 0 0 0,0 1-1 0 0,1 0 1 0 0,0-1 0 0 0,-1 1-1 0 0,1-1 1 0 0,0 0 0 0 0,1 1-1 0 0,-1-1 1 0 0,3 2 0 0 0,0 0-29 0 0,0 0 0 0 0,0-1 0 0 0,0 0 0 0 0,0 0 0 0 0,1-1 1 0 0,-1 0-1 0 0,1 1 0 0 0,-1-2 0 0 0,1 1 0 0 0,0-1 0 0 0,0 0 0 0 0,0 0 0 0 0,0 0 0 0 0,-1-1 1 0 0,1 0-1 0 0,0 0 0 0 0,0-1 0 0 0,0 1 0 0 0,0-1 0 0 0,0 0 0 0 0,0-1 0 0 0,-1 0 1 0 0,8-3-1 0 0,-4 2-348 0 0,-1-1 0 0 0,0-1 1 0 0,0 1-1 0 0,0-1 0 0 0,-1-1 1 0 0,9-8-1 0 0,-9 8-554 0 0,-1 0 0 0 0,0-1 0 0 0,0 0-1 0 0,0-1 1 0 0,-1 1 0 0 0,5-11 0 0 0,-8 14 484 0 0,19-45-3087 0 0,-19 45 3445 0 0,-1 0 0 0 0,0 0 1 0 0,0 0-1 0 0,-1 0 1 0 0,1 0-1 0 0,-1 0 1 0 0,0 0-1 0 0,0 0 1 0 0,0 0-1 0 0,-1-7 1 0 0,1 10 124 0 0,0 1 1 0 0,0 0 0 0 0,0 0 0 0 0,0 0-1 0 0,0-1 1 0 0,0 1 0 0 0,0 0-1 0 0,0 0 1 0 0,0 0 0 0 0,0-1 0 0 0,-1 1-1 0 0,1 0 1 0 0,0 0 0 0 0,0 0 0 0 0,0-1-1 0 0,0 1 1 0 0,0 0 0 0 0,0 0-1 0 0,0 0 1 0 0,0 0 0 0 0,-1 0 0 0 0,1-1-1 0 0,0 1 1 0 0,0 0 0 0 0,0 0 0 0 0,0 0-1 0 0,-1 0 1 0 0,1 0 0 0 0,0 0-1 0 0,0 0 1 0 0,0-1 0 0 0,0 1 0 0 0,-1 0-1 0 0,1 0 1 0 0,0 0 0 0 0,0 0 0 0 0,0 0-1 0 0,-1 0 1 0 0,1 0 0 0 0,0 0-1 0 0,0 0 1 0 0,0 0 0 0 0,-1 0 0 0 0,1 0-1 0 0,0 0 1 0 0,0 0 0 0 0,-9 10 2605 0 0,-4 15 588 0 0,9-14-2427 0 0,1 0 1 0 0,0 0-1 0 0,1 0 1 0 0,-2 18 0 0 0,4-26-729 0 0,0 0 0 0 0,-1 1 0 0 0,1-1 0 0 0,0 0 0 0 0,1 1 0 0 0,-1-1 0 0 0,0 0 0 0 0,1 0 0 0 0,0 1 0 0 0,0-1 0 0 0,0 0 0 0 0,0 0 0 0 0,1 0 0 0 0,-1 0 0 0 0,1 0 1 0 0,-1 0-1 0 0,1 0 0 0 0,0-1 0 0 0,5 6 0 0 0,-6-7-87 0 0,0-1 0 0 0,1 1 0 0 0,-1-1 0 0 0,0 1 0 0 0,1-1 0 0 0,-1 0 0 0 0,0 0 0 0 0,1 1 0 0 0,-1-1-1 0 0,1 0 1 0 0,-1 0 0 0 0,0 0 0 0 0,1 0 0 0 0,-1-1 0 0 0,0 1 0 0 0,1 0 0 0 0,-1-1 0 0 0,0 1 0 0 0,1-1 0 0 0,-1 1 0 0 0,0-1 0 0 0,1 1 0 0 0,-1-1 0 0 0,0 0 0 0 0,0 0 0 0 0,2-1 0 0 0,30-26-758 0 0,-30 25 560 0 0,7-9-471 0 0,-1 1-1 0 0,0-2 0 0 0,-1 1 1 0 0,0-1-1 0 0,-1 0 1 0 0,0-1-1 0 0,-1 1 1 0 0,-1-1-1 0 0,0-1 0 0 0,-1 1 1 0 0,4-23-1 0 0,-2 4-445 0 0,1-37-1 0 0,-4-30 3018 0 0,-12 211 4088 0 0,1-30-4647 0 0,8 8-53 0 0,5-44-2188 0 0,8-4-5209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6:25.1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 12895 0 0,'2'-11'576'0'0,"-2"5"112"0"0,1 1-552 0 0,1 3-136 0 0,-1 2 0 0 0,3 0 1464 0 0,1 0 264 0 0,2 1 48 0 0,3-1 16 0 0,5 1-1432 0 0,4 1-280 0 0,0-2-80 0 0,1 0 0 0 0,2 0-472 0 0,-2-3-120 0 0,-1 2-24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6.0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90 3679 0 0,'-8'-12'-338'0'0,"2"-13"4324"0"0,1 7-1304 0 0,4 15-2517 0 0,0 0 1 0 0,-1 0 0 0 0,1 1-1 0 0,-1-1 1 0 0,1 0 0 0 0,-1 1-1 0 0,0-1 1 0 0,0 1 0 0 0,0 0-1 0 0,-3-3 1 0 0,4 4-128 0 0,1 1 1 0 0,-1 0-1 0 0,1-1 0 0 0,-1 1 1 0 0,1 0-1 0 0,-1-1 0 0 0,0 1 1 0 0,1 0-1 0 0,-1 0 0 0 0,1 0 1 0 0,-1 0-1 0 0,1 0 0 0 0,-1 0 1 0 0,0 0-1 0 0,1 0 0 0 0,-1 0 1 0 0,1 0-1 0 0,-1 0 0 0 0,0 0 1 0 0,1 0-1 0 0,-1 0 0 0 0,0 1 1 0 0,0-1 14 0 0,-1 1 0 0 0,1 0 1 0 0,0 0-1 0 0,0 0 0 0 0,1 0 1 0 0,-1 0-1 0 0,0 0 0 0 0,0 0 1 0 0,0 0-1 0 0,1 0 0 0 0,-1 0 1 0 0,0 1-1 0 0,1-1 0 0 0,-1 2 1 0 0,-5 16 256 0 0,1-1 1 0 0,1 1-1 0 0,1 1 0 0 0,-2 37 1 0 0,0 2-41 0 0,-46 269 248 0 0,46-314-557 0 0,5-13-50 0 0,0-1 0 0 0,-1 0 0 0 0,1 1 0 0 0,0-1 0 0 0,0 1 0 0 0,0-1 0 0 0,-1 0 0 0 0,1 1 0 0 0,0-1 0 0 0,0 1 0 0 0,-1-1 0 0 0,1 0 0 0 0,0 1 0 0 0,-1-1 0 0 0,1 0 1 0 0,0 0-1 0 0,-1 1 0 0 0,1-1 0 0 0,-1 0 0 0 0,1 0 0 0 0,0 1 0 0 0,-1-1 0 0 0,1 0 0 0 0,-1 0 0 0 0,1 0 0 0 0,0 0 0 0 0,-2 0 0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7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6847 0 0,'0'-1'18'0'0,"0"1"-1"0"0,0 0 0 0 0,0 0 0 0 0,0 0 0 0 0,0 0 1 0 0,0 0-1 0 0,0 0 0 0 0,1 0 0 0 0,-1 0 0 0 0,0 0 1 0 0,0 0-1 0 0,0 0 0 0 0,0 0 0 0 0,0 0 0 0 0,0-1 1 0 0,0 1-1 0 0,1 0 0 0 0,-1 0 0 0 0,0 0 0 0 0,0 0 1 0 0,0 0-1 0 0,0 0 0 0 0,0 0 0 0 0,0 0 0 0 0,1 0 1 0 0,-1 0-1 0 0,0 1 0 0 0,0-1 0 0 0,0 0 1 0 0,0 0-1 0 0,0 0 0 0 0,0 0 0 0 0,0 0 0 0 0,0 0 1 0 0,1 0-1 0 0,-1 0 0 0 0,0 0 0 0 0,0 0 0 0 0,0 0 1 0 0,0 0-1 0 0,0 0 0 0 0,0 1 0 0 0,0-1 0 0 0,0 0 1 0 0,0 0-1 0 0,0 0 0 0 0,0 0 0 0 0,1 0 0 0 0,-1 0 1 0 0,0 0-1 0 0,0 1 0 0 0,0-1 0 0 0,0 0 0 0 0,7 13 416 0 0,4 14-83 0 0,1 9-45 0 0,-2 1-1 0 0,-2-1 0 0 0,-1 1 0 0 0,3 62 0 0 0,-9 154 1043 0 0,-2-189-952 0 0,-4 141 792 0 0,-2 214-463 0 0,5-410-1236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8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1 354 3223 0 0,'248'-175'6352'0'0,"-200"139"-4700"0"0,73-41-1 0 0,-103 67-1424 0 0,1 0 0 0 0,1 1-1 0 0,-1 1 1 0 0,1 2-1 0 0,1-1 1 0 0,-1 2 0 0 0,33-4-1 0 0,-44 8-192 0 0,0 1-1 0 0,1-1 1 0 0,-1 2-1 0 0,1-1 0 0 0,-1 1 1 0 0,0 1-1 0 0,0-1 1 0 0,1 2-1 0 0,-1-1 1 0 0,10 5-1 0 0,-9-1-30 0 0,-1-1-1 0 0,0 2 1 0 0,0-1-1 0 0,-1 1 1 0 0,0 0-1 0 0,0 1 1 0 0,0 0 0 0 0,-1 0-1 0 0,0 1 1 0 0,-1 0-1 0 0,7 12 1 0 0,-2 2 40 0 0,24 66-33 0 0,-24-62-3 0 0,13 47 40 0 0,-3-2-26 0 0,-15-53-12 0 0,2 9 2 0 0,1-1 0 0 0,1 0 0 0 0,15 27 0 0 0,-19-44 47 0 0,0 0 0 0 0,1 0 0 0 0,0-1 0 0 0,0 0 0 0 0,1-1-1 0 0,0 0 1 0 0,0 0 0 0 0,1-1 0 0 0,0 0 0 0 0,0 0 0 0 0,1-1 0 0 0,0 0 0 0 0,0-1-1 0 0,15 6 1 0 0,-4-4 73 0 0,0-1 0 0 0,1-1 0 0 0,0-1 0 0 0,0-1 0 0 0,0-1-1 0 0,32-1 1 0 0,4-1-37 0 0,322 15 118 0 0,-339-10-67 0 0,56 8 593 0 0,186 0 1 0 0,-273-14-657 0 0,-4 0 39 0 0,-1 1 0 0 0,1 0-1 0 0,-1 0 1 0 0,1 0 0 0 0,0 0 0 0 0,-1 1-1 0 0,7 1 1 0 0,-12 1-47 0 0,0-1 0 0 0,0 1-1 0 0,-1 0 1 0 0,1-1 0 0 0,0 1-1 0 0,-1-1 1 0 0,0 1 0 0 0,1-1 0 0 0,-1 1-1 0 0,-2 4 1 0 0,-1 5 19 0 0,-2 1-1190 0 0,3-10 554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8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0 132 8551 0 0,'5'1'349'0'0,"-1"0"-1"0"0,1 0 1 0 0,-1-1-1 0 0,1 0 1 0 0,-1 0-1 0 0,1 0 1 0 0,-1 0-1 0 0,1 0 1 0 0,-1-1-1 0 0,1 0 1 0 0,8-3-1 0 0,65-21 432 0 0,-57 17-358 0 0,50-13-71 0 0,1 2-1 0 0,1 4 0 0 0,0 3 1 0 0,74-3-1 0 0,-13 5 11 0 0,1 7 0 0 0,167 16 0 0 0,-76 5 731 0 0,40 5 293 0 0,-263-23-1552 0 0,0 1 0 0 0,0-1 0 0 0,0 1 0 0 0,0 0 0 0 0,0 0 0 0 0,0 0 0 0 0,0 0 0 0 0,0 1-1 0 0,0-1 1 0 0,0 1 0 0 0,0 0 0 0 0,-1 0 0 0 0,1 0 0 0 0,-1 0 0 0 0,4 3 0 0 0,-6-5 63 0 0,0 0 1 0 0,1 1-1 0 0,-1-1 0 0 0,1 0 1 0 0,-1 0-1 0 0,0 0 0 0 0,1 0 1 0 0,-1 0-1 0 0,1 0 0 0 0,-1 0 1 0 0,1 0-1 0 0,-1 0 0 0 0,0 0 0 0 0,1-1 1 0 0,-1 1-1 0 0,1 0 0 0 0,-1 0 1 0 0,0 0-1 0 0,1 0 0 0 0,-1-1 1 0 0,1 1-1 0 0,-1 0 0 0 0,0 0 1 0 0,1-1-1 0 0,-1 1 0 0 0,0 0 1 0 0,1-1-1 0 0,0 0-218 0 0,4-2-436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39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73 11663 0 0,'-2'-64'1364'0'0,"1"56"1152"0"0,-3 14-1541 0 0,-3 14-619 0 0,-31 285-254 0 0,30-228-103 0 0,2-7 1 0 0,1 22-48 0 0,2-26-202 0 0,3-54-93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0.4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1 1375 0 0,'1'0'160'0'0,"0"-1"0"0"0,-1 1 0 0 0,1 0 0 0 0,0 0 0 0 0,0 0 0 0 0,-1 0 0 0 0,1 0-1 0 0,0 0 1 0 0,-1 0 0 0 0,1 0 0 0 0,0 0 0 0 0,0 1 0 0 0,-1-1 0 0 0,1 0 0 0 0,0 0-1 0 0,-1 1 1 0 0,1-1 0 0 0,0 0 0 0 0,-1 1 0 0 0,2 0 0 0 0,-18 0-646 0 0,8-1 734 0 0,1-1 0 0 0,-1 1-1 0 0,1 0 1 0 0,0 1 0 0 0,-1-1 0 0 0,1 2-1 0 0,0-1 1 0 0,-1 1 0 0 0,1 0-1 0 0,0 0 1 0 0,-11 6 0 0 0,15-6-174 0 0,0 0 0 0 0,-1 0 0 0 0,1 1 0 0 0,1-1 0 0 0,-1 1 0 0 0,0-1 0 0 0,0 1 0 0 0,1 0 0 0 0,0 0 0 0 0,0 0 0 0 0,-1 0 0 0 0,2 1 1 0 0,-1-1-1 0 0,0 0 0 0 0,1 1 0 0 0,-1 0 0 0 0,1-1 0 0 0,0 1 0 0 0,1 0 0 0 0,-1-1 0 0 0,0 1 0 0 0,1 0 0 0 0,0 0 0 0 0,0 6 0 0 0,1-2 40 0 0,0 0 0 0 0,0 0 0 0 0,1 0 0 0 0,0 0-1 0 0,1-1 1 0 0,-1 1 0 0 0,2-1 0 0 0,-1 0 0 0 0,1 0-1 0 0,0 0 1 0 0,0 0 0 0 0,1 0 0 0 0,0-1 0 0 0,0 0-1 0 0,0 0 1 0 0,1 0 0 0 0,9 7 0 0 0,-10-9-48 0 0,0-1 1 0 0,0 0-1 0 0,0 0 1 0 0,0 0 0 0 0,0 0-1 0 0,1-1 1 0 0,-1 0-1 0 0,1 0 1 0 0,0 0-1 0 0,-1-1 1 0 0,1 0-1 0 0,0 0 1 0 0,0 0-1 0 0,0-1 1 0 0,0 0-1 0 0,0 0 1 0 0,0 0 0 0 0,0-1-1 0 0,0 0 1 0 0,-1 0-1 0 0,1-1 1 0 0,0 1-1 0 0,-1-1 1 0 0,8-4-1 0 0,-9 5-65 0 0,0-1-1 0 0,0 0 0 0 0,-1 0 0 0 0,1-1 0 0 0,-1 1 1 0 0,0 0-1 0 0,0-1 0 0 0,0 0 0 0 0,0 0 1 0 0,0 0-1 0 0,0 0 0 0 0,-1-1 0 0 0,1 1 1 0 0,-1 0-1 0 0,0-1 0 0 0,0 0 0 0 0,0 1 0 0 0,-1-1 1 0 0,0 0-1 0 0,1 0 0 0 0,-1 0 0 0 0,0 0 1 0 0,-1 0-1 0 0,1 0 0 0 0,-1-1 0 0 0,0 1 0 0 0,0 0 1 0 0,0 0-1 0 0,0 0 0 0 0,-1 0 0 0 0,0 0 1 0 0,0 0-1 0 0,0 0 0 0 0,-2-6 0 0 0,-1 1-493 0 0,0 0-1 0 0,-1 0 1 0 0,0 0-1 0 0,-1 1 1 0 0,-9-12-1 0 0,8 11-609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0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4607 0 0,'-6'2'7550'0'0,"6"-2"-7392"0"0,0 13 2013 0 0,8 18-2600 0 0,-7-29 886 0 0,12 40-245 0 0,-12-38-147 0 0,5 11-11 0 0,23 58-44 0 0,-27-68-10 0 0,16 38 0 0 0,26 47 0 0 0,-16-45 0 0 0,15 28 0 0 0,-42-70-101 0 0,-1 0 1 0 0,0 0-1 0 0,0 1 0 0 0,0-1 0 0 0,0 0 0 0 0,0 0 0 0 0,0 0 0 0 0,-1 1 0 0 0,0-1 0 0 0,0 0 1 0 0,0 0-1 0 0,0 0 0 0 0,-2 4 0 0 0,-3 10-464 0 0,1 8-979 0 0,2-12 705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1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91 10223 0 0,'-3'1'97'0'0,"1"1"1"0"0,-1 0-1 0 0,1 0 0 0 0,-1 0 0 0 0,1 0 0 0 0,0 0 0 0 0,0 0 0 0 0,0 0 1 0 0,0 1-1 0 0,0-1 0 0 0,0 1 0 0 0,0 0 0 0 0,1-1 0 0 0,0 1 0 0 0,-1 0 1 0 0,1 0-1 0 0,0 0 0 0 0,0 0 0 0 0,1 0 0 0 0,-1 0 0 0 0,1 0 0 0 0,-1 0 1 0 0,1 6-1 0 0,0-6-81 0 0,-1 1 1 0 0,1 0 0 0 0,0 0 0 0 0,0-1 0 0 0,1 1-1 0 0,-1 0 1 0 0,1 0 0 0 0,0-1 0 0 0,0 1-1 0 0,0 0 1 0 0,0-1 0 0 0,1 1 0 0 0,-1-1-1 0 0,1 0 1 0 0,0 1 0 0 0,0-1 0 0 0,0 0-1 0 0,0 0 1 0 0,5 5 0 0 0,-5-7 38 0 0,0 0 0 0 0,-1 0 0 0 0,1 0 1 0 0,0 0-1 0 0,0 0 0 0 0,0 0 0 0 0,0-1 0 0 0,0 1 0 0 0,0-1 1 0 0,0 1-1 0 0,0-1 0 0 0,0 0 0 0 0,0 0 0 0 0,0 1 0 0 0,0-2 1 0 0,0 1-1 0 0,0 0 0 0 0,0 0 0 0 0,0-1 0 0 0,3 0 0 0 0,-2 0 18 0 0,1-1 0 0 0,0 0-1 0 0,0 0 1 0 0,-1 0 0 0 0,1 0-1 0 0,-1-1 1 0 0,1 0 0 0 0,-1 1-1 0 0,5-6 1 0 0,-2 1 26 0 0,0-1-1 0 0,-1 1 1 0 0,0-1 0 0 0,0 0 0 0 0,0 0-1 0 0,-1-1 1 0 0,0 1 0 0 0,4-15-1 0 0,-7 18-57 0 0,-1 0 0 0 0,1 1 0 0 0,-1-1-1 0 0,0 0 1 0 0,-1 1 0 0 0,1-1 0 0 0,-1 0 0 0 0,0 1-1 0 0,0-1 1 0 0,0 1 0 0 0,-1-1 0 0 0,1 1-1 0 0,-1 0 1 0 0,0 0 0 0 0,-1 0 0 0 0,1 0 0 0 0,-1 0-1 0 0,1 0 1 0 0,-1 0 0 0 0,-6-5 0 0 0,6 6-37 0 0,1 0 0 0 0,-1 1 0 0 0,0 0 0 0 0,0-1 0 0 0,0 1 0 0 0,0 0 0 0 0,-1 0 0 0 0,1 1 0 0 0,0-1 0 0 0,-1 1 0 0 0,1 0 0 0 0,-1 0 0 0 0,1 0 0 0 0,-1 0 0 0 0,0 0 0 0 0,1 1 0 0 0,-1-1 0 0 0,0 1 0 0 0,1 0 0 0 0,-1 1 0 0 0,0-1 0 0 0,1 0 0 0 0,-1 1 0 0 0,0 0 0 0 0,1 0 1 0 0,-6 2-1 0 0,7-2-14 0 0,-1 1 0 0 0,1 0 0 0 0,0 0 1 0 0,0-1-1 0 0,0 1 0 0 0,0 1 0 0 0,0-1 0 0 0,0 0 1 0 0,1 0-1 0 0,-1 1 0 0 0,1-1 0 0 0,-1 1 1 0 0,1-1-1 0 0,0 1 0 0 0,0-1 0 0 0,0 1 1 0 0,0 0-1 0 0,1 0 0 0 0,-1-1 0 0 0,1 1 0 0 0,-1 0 1 0 0,1 0-1 0 0,0 0 0 0 0,0 0 0 0 0,0-1 1 0 0,1 1-1 0 0,0 4 0 0 0,-1-4-101 0 0,1 0 0 0 0,-1 1 0 0 0,1-1 0 0 0,0 0 0 0 0,0 0 0 0 0,0 0 0 0 0,0 0 0 0 0,1 0 0 0 0,-1 0 0 0 0,1-1 0 0 0,0 1 0 0 0,-1 0 0 0 0,1-1 0 0 0,0 1 0 0 0,1-1 0 0 0,-1 0 0 0 0,0 1 0 0 0,1-1-1 0 0,-1 0 1 0 0,1-1 0 0 0,0 1 0 0 0,0 0 0 0 0,-1-1 0 0 0,4 2 0 0 0,6-1-749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1.6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249 1 6447 0 0,'1'0'49'0'0,"-1"0"0"0"0,0 0 0 0 0,0 0-1 0 0,0 0 1 0 0,1 0 0 0 0,-1 0 0 0 0,0 0-1 0 0,0 0 1 0 0,0 0 0 0 0,1 0 0 0 0,-1 0-1 0 0,0 0 1 0 0,0 0 0 0 0,0 0 0 0 0,1 0-1 0 0,-1 0 1 0 0,0 0 0 0 0,0 0 0 0 0,0 0-1 0 0,1 1 1 0 0,-1-1 0 0 0,0 0 0 0 0,0 0-1 0 0,0 0 1 0 0,0 0 0 0 0,1 0 0 0 0,-1 0-1 0 0,0 1 1 0 0,0-1 0 0 0,0 0 0 0 0,0 0-1 0 0,0 0 1 0 0,0 0 0 0 0,0 1 0 0 0,1-1-1 0 0,-1 0 1 0 0,0 0 0 0 0,0 0 0 0 0,0 1-1 0 0,-5 7 737 0 0,-11 5-142 0 0,-33 17 395 0 0,-43 28-730 0 0,80-49-244 0 0,1 0-1 0 0,0 1 0 0 0,1 0 1 0 0,0 0-1 0 0,-11 15 0 0 0,18-22 6 0 0,1 1 0 0 0,0-1 0 0 0,0 0-1 0 0,1 1 1 0 0,-1-1 0 0 0,0 1-1 0 0,1-1 1 0 0,0 1 0 0 0,0 0 0 0 0,-1 5-1 0 0,2-8-31 0 0,0 1 0 0 0,1-1 0 0 0,-1 0 0 0 0,0 0 0 0 0,0 0 0 0 0,0 1 0 0 0,1-1 0 0 0,-1 0 0 0 0,1 0 0 0 0,-1 0 0 0 0,1 0 0 0 0,-1 0 0 0 0,1 0 0 0 0,0 1 0 0 0,-1-1 0 0 0,1-1 0 0 0,0 1 0 0 0,0 0 0 0 0,0 0 0 0 0,0 0 0 0 0,-1 0 0 0 0,1-1 0 0 0,1 1 0 0 0,-1 0 0 0 0,0-1 0 0 0,0 1 0 0 0,0-1 0 0 0,0 1 0 0 0,0-1 0 0 0,0 1 0 0 0,1-1 0 0 0,-1 0 0 0 0,0 0 0 0 0,0 1 0 0 0,2-1 0 0 0,20 2 226 0 0,0-2 0 0 0,0 0-1 0 0,0-1 1 0 0,0-1-1 0 0,30-7 1 0 0,-17 4-193 0 0,-1 2-13 0 0,-24 2-210 0 0,-1 0 1 0 0,1 0-1 0 0,-1 0 0 0 0,0-1 0 0 0,1-1 0 0 0,11-4 1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1:42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9 12383 0 0,'-9'-8'1504'0'0,"2"25"-9030"0"0,6-16 7016 0 0,0 0-1 0 0,0 1 0 0 0,-4 3-1532 0 0,-23 12 1047 0 0,-3-4 3455 0 0,20-8-737 0 0,0 0 0 0 0,1 0-1 0 0,-1 1 1 0 0,-10 8 0 0 0,21-14-1693 0 0,-1 1 0 0 0,1-1 0 0 0,0 0 0 0 0,-1 1 1 0 0,1-1-1 0 0,0 0 0 0 0,-1 1 0 0 0,1-1 0 0 0,0 0 0 0 0,0 1 0 0 0,-1-1 0 0 0,1 0 1 0 0,0 1-1 0 0,0-1 0 0 0,0 1 0 0 0,0-1 0 0 0,-1 0 0 0 0,1 1 0 0 0,0-1 0 0 0,0 1 1 0 0,0-1-1 0 0,0 1 0 0 0,0-1 0 0 0,0 1 0 0 0,0-1 0 0 0,0 0 0 0 0,0 1 0 0 0,0-1 1 0 0,1 1-1 0 0,-1-1 0 0 0,0 1 0 0 0,13 12 75 0 0,19 5-367 0 0,34 3 75 0 0,-41-14 146 0 0,27 11 1 0 0,-44-15 41 0 0,-1 1-1 0 0,0 0 1 0 0,0 0 0 0 0,-1 0 0 0 0,1 1 0 0 0,-1 0 0 0 0,0 0 0 0 0,6 6 0 0 0,-12-10 23 0 0,1 0-1 0 0,0 1 0 0 0,-1-1 0 0 0,1 0 1 0 0,-1 0-1 0 0,1 0 0 0 0,-1 0 1 0 0,1 1-1 0 0,-1-1 0 0 0,0 0 1 0 0,1 0-1 0 0,-1 1 0 0 0,0-1 0 0 0,0 0 1 0 0,0 1-1 0 0,0-1 0 0 0,0 0 1 0 0,-1 0-1 0 0,1 1 0 0 0,0-1 1 0 0,0 0-1 0 0,-1 0 0 0 0,1 1 0 0 0,-1-1 1 0 0,1 0-1 0 0,-1 0 0 0 0,0 0 1 0 0,1 0-1 0 0,-1 0 0 0 0,0 0 1 0 0,0 0-1 0 0,0 0 0 0 0,0 0 0 0 0,1 0 1 0 0,-1 0-1 0 0,-2 1 0 0 0,-5 5 324 0 0,0-1 0 0 0,0 1 0 0 0,-14 6-1 0 0,14-8-90 0 0,-19 14 326 0 0,13-9-656 0 0,0 0 0 0 0,-1-1 0 0 0,-17 7 0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05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 8287 0 0,'-11'-25'1216'0'0,"16"18"-152"0"0,-2 8-874 0 0,0-1 0 0 0,0 0-1 0 0,0 0 1 0 0,-1-1-1 0 0,1 1 1 0 0,0 0-1 0 0,0-1 1 0 0,0 0 0 0 0,0 0-1 0 0,3-1 1 0 0,12-3 459 0 0,8 3-315 0 0,1 1 1 0 0,-1 1-1 0 0,35 4 0 0 0,79 19-101 0 0,-43-7-36 0 0,143 11-54 0 0,-182-25 83 0 0,1-2-1 0 0,64-8 1 0 0,337-31 1354 0 0,-437 39-1400 0 0,1 1 0 0 0,0 2 1 0 0,-1 0-1 0 0,38 10 0 0 0,90 36 970 0 0,-118-37-1087 0 0,139 47-4200 0 0,-157-55-1462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07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25 7831 0 0,'-11'-24'5462'0'0,"16"35"-5708"0"0,-2-4 255 0 0,-1 0 0 0 0,-1 0-1 0 0,1 0 1 0 0,-1 0 0 0 0,0 0-1 0 0,-1 1 1 0 0,1-1 0 0 0,-1 0-1 0 0,-1 0 1 0 0,1 0 0 0 0,-4 14-1 0 0,0-7 595 0 0,-1 6 710 0 0,5-18-1289 0 0,0 0-1 0 0,0 1 0 0 0,-1-1 0 0 0,1 0 0 0 0,-1 0 1 0 0,0 0-1 0 0,1 1 0 0 0,-1-1 0 0 0,0 0 1 0 0,0 0-1 0 0,-1 0 0 0 0,1 0 0 0 0,0 0 1 0 0,-1-1-1 0 0,-1 3 0 0 0,-30 24 836 0 0,8-8 120 0 0,23-17-973 0 0,1 1 0 0 0,-1 0 1 0 0,0 0-1 0 0,1 0 0 0 0,0 1 0 0 0,0-1 1 0 0,0 0-1 0 0,0 0 0 0 0,1 1 1 0 0,0 4-1 0 0,-2 5-1 0 0,-10 63 31 0 0,-4 24 170 0 0,-6 163 0 0 0,22-238-205 0 0,-18 460 126 0 0,6-393-93 0 0,1-10-19 0 0,-2 160 0 0 0,14-219 3 0 0,2 0 0 0 0,0 0 0 0 0,1 0 0 0 0,1-1 0 0 0,2 0 0 0 0,0 0 0 0 0,13 27 0 0 0,18 50 319 0 0,-24-60-156 0 0,19 39 0 0 0,-31-75-155 0 0,0 0 0 0 0,1-1 0 0 0,0 1 0 0 0,-1-1 0 0 0,1 0 1 0 0,0 0-1 0 0,0 0 0 0 0,1 0 0 0 0,-1-1 0 0 0,1 1 0 0 0,-1-1 0 0 0,1 0 0 0 0,0 0 0 0 0,5 2 0 0 0,8 2 128 0 0,0 0 0 0 0,22 3-1 0 0,5 2 32 0 0,30 13-69 0 0,1-4 0 0 0,1-2 0 0 0,1-5 0 0 0,1-2 0 0 0,89 0 0 0 0,494-5 444 0 0,-487-14-494 0 0,-104 3-6 0 0,0 2 0 0 0,72 9 0 0 0,-127-5-48 0 0,0 1 0 0 0,0 1 1 0 0,-1 0-1 0 0,1 1 1 0 0,23 10-1 0 0,-38-14-17 0 0,1 0 0 0 0,-1 0 0 0 0,0 0 0 0 0,1 0 0 0 0,-1 1 0 0 0,0-1 0 0 0,1 0 0 0 0,-1 0 0 0 0,0 0 0 0 0,1 0 0 0 0,-1 1 0 0 0,0-1 0 0 0,0 0 1 0 0,1 0-1 0 0,-1 0 0 0 0,0 1 0 0 0,0-1 0 0 0,0 0 0 0 0,1 1 0 0 0,-1-1 0 0 0,0 0 0 0 0,0 0 0 0 0,0 1 0 0 0,0-1 0 0 0,1 0 0 0 0,-1 1 0 0 0,0-1 0 0 0,0 0 0 0 0,0 1 0 0 0,0-1 0 0 0,0 0 0 0 0,0 1 0 0 0,0-1 0 0 0,0 0 0 0 0,0 1 0 0 0,0-1 0 0 0,0 0 0 0 0,0 1 0 0 0,-1-1 0 0 0,1 0 0 0 0,0 1 0 0 0,0-1 0 0 0,0 0 0 0 0,0 1 0 0 0,0-1 0 0 0,-1 0 0 0 0,1 1 0 0 0,0-1 0 0 0,0 0 0 0 0,0 0 0 0 0,-1 1 0 0 0,1-1 0 0 0,0 0 0 0 0,-1 0 0 0 0,1 0 0 0 0,0 1 1 0 0,0-1-1 0 0,-1 0 0 0 0,1 0 0 0 0,-1 0 0 0 0,-10 6-1687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10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6447 0 0,'25'7'576'0'0,"-12"-4"-464"0"0,-3 0-112 0 0,-3-3 0 0 0,-3 0 1056 0 0,4 2 184 0 0,8-4 40 0 0,13 5 0 0 0,23 1-736 0 0,11 1-144 0 0,5 1-32 0 0,-2-1-8 0 0,-7 1-360 0 0,-6-4 0 0 0,-7-1 0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13.6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9 14799 0 0,'-1'-4'656'0'0,"-1"1"136"0"0,2 2-632 0 0,2 1-160 0 0,-1 0 0 0 0,2 0 72 0 0,0 0-8 0 0,1 0-64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25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83 919 0 0,'11'-34'6686'0'0,"-9"30"-6347"0"0,0 0 0 0 0,0 1 0 0 0,0-1 0 0 0,1 0 0 0 0,4-4 0 0 0,-5 6-305 0 0,0 0-1 0 0,0 0 1 0 0,1 0-1 0 0,-1 0 1 0 0,1 0-1 0 0,-1 1 1 0 0,1 0-1 0 0,0-1 1 0 0,0 1-1 0 0,-1 0 1 0 0,1 0-1 0 0,0 0 1 0 0,0 1 0 0 0,0-1-1 0 0,0 1 1 0 0,0 0-1 0 0,0 0 1 0 0,0 0-1 0 0,0 0 1 0 0,6 1-1 0 0,4 1-24 0 0,1 1-1 0 0,-1 1 1 0 0,0 0-1 0 0,0 0 1 0 0,-1 2-1 0 0,0-1 1 0 0,13 9-1 0 0,81 57 87 0 0,-78-50-44 0 0,8 6 4 0 0,-1 2 0 0 0,-1 2 0 0 0,-1 1 0 0 0,-2 1 0 0 0,53 73 0 0 0,-59-69-44 0 0,2-1 0 0 0,55 54-1 0 0,-65-73-5 0 0,2-1-1 0 0,0-1 1 0 0,1-1 0 0 0,0-1-1 0 0,1-1 1 0 0,37 17-1 0 0,13-4-418 0 0,-53-21-28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25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4 528 7135 0 0,'-1'-5'46'0'0,"0"1"-1"0"0,0 0 0 0 0,1-1 0 0 0,0 1 1 0 0,0-1-1 0 0,0 1 0 0 0,0-1 0 0 0,1 1 0 0 0,0-1 1 0 0,-1 1-1 0 0,2 0 0 0 0,1-5 0 0 0,-1 2 19 0 0,0 0-1 0 0,1 1 1 0 0,0-1-1 0 0,0 1 1 0 0,0 0-1 0 0,1 0 1 0 0,5-6-1 0 0,-7 10-55 0 0,0 0-1 0 0,0 0 0 0 0,0 1 0 0 0,0-1 0 0 0,0 1 0 0 0,0 0 0 0 0,1 0 0 0 0,-1 0 1 0 0,0 0-1 0 0,1 0 0 0 0,-1 0 0 0 0,1 0 0 0 0,-1 1 0 0 0,1-1 0 0 0,-1 1 1 0 0,1 0-1 0 0,-1 0 0 0 0,1 0 0 0 0,-1 0 0 0 0,1 0 0 0 0,-1 0 0 0 0,1 1 0 0 0,-1-1 1 0 0,1 1-1 0 0,4 2 0 0 0,5 2 64 0 0,0 0 1 0 0,0 1-1 0 0,20 14 1 0 0,-17-10-32 0 0,24 14 204 0 0,-7-2 116 0 0,2-1 0 0 0,0-2 0 0 0,2-2 0 0 0,39 15 0 0 0,-72-31-344 0 0,0 0 0 0 0,0 0 0 0 0,0-1 0 0 0,0 1 0 0 0,1-1-1 0 0,-1 1 1 0 0,0-1 0 0 0,0 0 0 0 0,0 0 0 0 0,1 0 0 0 0,-1-1 0 0 0,0 1-1 0 0,0-1 1 0 0,0 0 0 0 0,1 0 0 0 0,-1 0 0 0 0,0 0 0 0 0,4-3 0 0 0,-4 2 0 0 0,-1 0 0 0 0,1 0 0 0 0,-1 0 0 0 0,0-1 0 0 0,0 1 0 0 0,0-1 0 0 0,0 0 0 0 0,-1 0 0 0 0,1 1 0 0 0,-1-1 0 0 0,1 0 0 0 0,-1 0 1 0 0,0 0-1 0 0,0-1 0 0 0,-1 1 0 0 0,1 0 0 0 0,0 0 0 0 0,-1-6 0 0 0,2-31 182 0 0,-2-1 0 0 0,-1 0 0 0 0,-3 0-1 0 0,-15-73 1 0 0,13 92 51 0 0,-1 0-1 0 0,-18-36 0 0 0,16 40-76 0 0,2 0 0 0 0,-1-1 0 0 0,-8-38-1 0 0,16 45-333 0 0,1 2-20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27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1 6703 0 0,'-4'1'32'0'0,"1"2"-1"0"0,0-1 0 0 0,0 0 0 0 0,0 0 1 0 0,1 1-1 0 0,-1 0 0 0 0,1 0 0 0 0,-1-1 0 0 0,1 1 1 0 0,0 1-1 0 0,0-1 0 0 0,0 0 0 0 0,1 0 1 0 0,-1 1-1 0 0,1-1 0 0 0,-1 1 0 0 0,1-1 1 0 0,0 1-1 0 0,1 0 0 0 0,-1 3 0 0 0,-1-1-25 0 0,-144 641-500 0 0,133-560 642 0 0,5 1 0 0 0,3 1-1 0 0,4-1 1 0 0,3 1-1 0 0,5-1 1 0 0,18 89 0 0 0,156 605 1002 0 0,-158-701-963 0 0,5-1 0 0 0,2-1-1 0 0,4-1 1 0 0,4-2 0 0 0,91 136-1 0 0,-119-197-137 0 0,27 32 120 0 0,92 108-205 0 0,-84-97-926 0 0,-27-33-2426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4:27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0 507 10823 0 0,'51'20'749'0'0,"69"18"0"0"0,-102-33-599 0 0,-14-4-137 0 0,44 13 128 0 0,84 14-1 0 0,-118-26-133 0 0,-1 0 0 0 0,1-1 0 0 0,-1-1 0 0 0,1-1-1 0 0,0 0 1 0 0,-1 0 0 0 0,1-2 0 0 0,-1 1 0 0 0,0-2 0 0 0,0 0-1 0 0,18-8 1 0 0,-26 9 10 0 0,1 0 0 0 0,-1-1 0 0 0,-1 1 0 0 0,1-1 0 0 0,-1-1 0 0 0,1 1 0 0 0,-1-1 0 0 0,0 1 0 0 0,-1-1 0 0 0,1 0 0 0 0,-1 0 0 0 0,0-1 0 0 0,0 1 0 0 0,-1-1 0 0 0,1 0 0 0 0,-1 1 0 0 0,-1-1 0 0 0,1 0 0 0 0,-1 0 0 0 0,1-9 0 0 0,1-11 66 0 0,-2-1 1 0 0,-1 1-1 0 0,-3-35 1 0 0,2 50-63 0 0,-12-124 268 0 0,-3-35 478 0 0,16 168-751 0 0,0 1 0 0 0,-1-1 0 0 0,1 1 0 0 0,0 0 0 0 0,0-1 0 0 0,0 1 0 0 0,1-1 0 0 0,-1 1 0 0 0,0 0-1 0 0,0-1 1 0 0,1 1 0 0 0,-1 0 0 0 0,2-3 0 0 0,-2 4-13 0 0,1 0-1 0 0,-1 0 0 0 0,1 0 1 0 0,-1 0-1 0 0,0 0 1 0 0,1 1-1 0 0,-1-1 1 0 0,1 0-1 0 0,-1 0 0 0 0,0 1 1 0 0,1-1-1 0 0,-1 0 1 0 0,0 0-1 0 0,1 1 1 0 0,-1-1-1 0 0,0 0 0 0 0,1 1 1 0 0,-1-1-1 0 0,0 0 1 0 0,0 1-1 0 0,1-1 1 0 0,-1 1-1 0 0,0-1 0 0 0,0 1 1 0 0,0-1-1 0 0,1 1 1 0 0,19 44-80 0 0,-19-41 65 0 0,9 24-225 0 0,10 50-1 0 0,-12-42-883 0 0,-2-13-3635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18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 25 919 0 0,'-1'-1'439'0'0,"-1"-1"-1"0"0,1 0 0 0 0,-1 1 1 0 0,1-1-1 0 0,-1 1 0 0 0,0 0 1 0 0,0-1-1 0 0,1 1 0 0 0,-1 0 1 0 0,0 0-1 0 0,0 0 0 0 0,0 1 1 0 0,0-1-1 0 0,-1 0 0 0 0,-2 0 1 0 0,-20-4 4012 0 0,11 5-5433 0 0,13 0 1049 0 0,0 0 0 0 0,-1 1 0 0 0,1-1 0 0 0,0 1 0 0 0,0 0 0 0 0,0-1 0 0 0,-1 1 0 0 0,1 0 0 0 0,0 0 0 0 0,0-1 0 0 0,0 1 0 0 0,0 0 0 0 0,0 0 0 0 0,1 0 1 0 0,-1 0-1 0 0,0 1 0 0 0,0-1 0 0 0,1 0 0 0 0,-1 0 0 0 0,1 0 0 0 0,-1 0 0 0 0,1 1 0 0 0,-1-1 0 0 0,1 0 0 0 0,0 1 0 0 0,-1-1 0 0 0,1 0 0 0 0,0 2 0 0 0,-4 39 633 0 0,4-18-546 0 0,1-1-1 0 0,2 0 1 0 0,0 1-1 0 0,1-1 1 0 0,2 0-1 0 0,0-1 1 0 0,1 1-1 0 0,2-1 1 0 0,0-1-1 0 0,1 0 1 0 0,26 39 0 0 0,-32-54-116 0 0,0-1 1 0 0,0-1 0 0 0,1 1 0 0 0,0 0-1 0 0,0-1 1 0 0,0 0 0 0 0,0-1 0 0 0,1 1-1 0 0,0-1 1 0 0,11 5 0 0 0,-15-7-25 0 0,0 0 0 0 0,0-1 0 0 0,0 1 0 0 0,0-1 0 0 0,0 0 0 0 0,0 1 0 0 0,0-1-1 0 0,0 0 1 0 0,0 0 0 0 0,0 0 0 0 0,0-1 0 0 0,0 1 0 0 0,0 0 0 0 0,0-1 0 0 0,0 0 0 0 0,0 1 0 0 0,0-1 0 0 0,0 0 0 0 0,0 0 0 0 0,-1 0 0 0 0,1 0 0 0 0,0 0 0 0 0,-1 0 0 0 0,1 0 0 0 0,-1-1 0 0 0,1 1 0 0 0,-1-1 0 0 0,1 1 0 0 0,-1-1 0 0 0,0 1 0 0 0,0-1 0 0 0,0 0-1 0 0,0 0 1 0 0,0 1 0 0 0,0-1 0 0 0,0 0 0 0 0,-1 0 0 0 0,1-3 0 0 0,2-2 90 0 0,-2 0 0 0 0,1 0-1 0 0,-1 0 1 0 0,0 0 0 0 0,0 0 0 0 0,-1 0-1 0 0,0 0 1 0 0,0 0 0 0 0,-2-7 0 0 0,-1-6 290 0 0,-12-34 0 0 0,10 40-277 0 0,1-1 1 0 0,1 1-1 0 0,0-1 0 0 0,-2-28 0 0 0,5 42-120 0 0,0 0-1 0 0,1-1 1 0 0,-1 1-1 0 0,0 0 1 0 0,1 0-1 0 0,-1-1 1 0 0,1 1 0 0 0,0 0-1 0 0,-1 0 1 0 0,1 0-1 0 0,0 0 1 0 0,0 0-1 0 0,0 0 1 0 0,-1 0-1 0 0,1 0 1 0 0,0 0-1 0 0,0 0 1 0 0,1 0 0 0 0,-1 1-1 0 0,0-1 1 0 0,0 0-1 0 0,0 1 1 0 0,0-1-1 0 0,1 1 1 0 0,-1-1-1 0 0,3 0 1 0 0,41-8-508 0 0,-31 6 111 0 0,13 0-770 0 0,-9 1-2376 0 0,-15 1 2394 0 0,13 0-4192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18.8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329 21 1839 0 0,'-2'-2'656'0'0,"-1"0"0"0"0,1 0-1 0 0,-1 0 1 0 0,1 1 0 0 0,-1-1-1 0 0,1 1 1 0 0,-1 0 0 0 0,0-1-1 0 0,0 1 1 0 0,0 0 0 0 0,-4 0-1 0 0,1 0-342 0 0,0 0-1 0 0,0 1 1 0 0,0 0-1 0 0,0 0 1 0 0,-8 1-1 0 0,-4 3-196 0 0,0 0 0 0 0,-30 11 0 0 0,47-14-40 0 0,-12 4 81 0 0,0 0 0 0 0,0 2 0 0 0,1-1 0 0 0,0 2 0 0 0,0-1 0 0 0,-12 13 0 0 0,19-16-65 0 0,0 0-1 0 0,0 0 0 0 0,1 1 0 0 0,0-1 0 0 0,0 1 0 0 0,0 1 1 0 0,1-1-1 0 0,-1 0 0 0 0,1 1 0 0 0,1-1 0 0 0,-1 1 0 0 0,1 0 1 0 0,0 0-1 0 0,0 0 0 0 0,1 0 0 0 0,-2 8 0 0 0,3-11-49 0 0,0 1-1 0 0,1-1 0 0 0,-1 0 1 0 0,1 0-1 0 0,-1 0 0 0 0,1 0 1 0 0,0 0-1 0 0,0 0 0 0 0,0 0 1 0 0,0 0-1 0 0,1 0 0 0 0,-1 0 1 0 0,1-1-1 0 0,0 1 0 0 0,0 0 1 0 0,0-1-1 0 0,0 0 0 0 0,0 1 1 0 0,0-1-1 0 0,1 0 0 0 0,-1 0 1 0 0,1 0-1 0 0,0-1 0 0 0,4 3 1 0 0,6 3 18 0 0,2 0 0 0 0,-1-2 0 0 0,28 8 0 0 0,-20-7 2 0 0,0 1-25 0 0,-8-3 1 0 0,-1 0 0 0 0,0 0 0 0 0,1 1 1 0 0,-2 1-1 0 0,1 0 0 0 0,15 11 0 0 0,-27-16-29 0 0,0 0 0 0 0,1 0 0 0 0,-1 0 0 0 0,0 1 0 0 0,0-1 0 0 0,0 0 0 0 0,-1 0 0 0 0,1 1 0 0 0,0-1 0 0 0,0 0 0 0 0,-1 1 0 0 0,1-1 0 0 0,-1 1-1 0 0,1-1 1 0 0,-1 1 0 0 0,0-1 0 0 0,1 1 0 0 0,-1-1 0 0 0,0 1 0 0 0,0-1 0 0 0,0 1 0 0 0,0 0 0 0 0,0-1 0 0 0,-1 1 0 0 0,1-1 0 0 0,0 1 0 0 0,-1-1 0 0 0,1 1 0 0 0,-1-1 0 0 0,0 0 0 0 0,1 1-1 0 0,-1-1 1 0 0,-1 3 0 0 0,-4 4 101 0 0,0 0 0 0 0,0 0-1 0 0,0 0 1 0 0,-9 8-1 0 0,8-9-3 0 0,-192 188 2375 0 0,151-147-1770 0 0,48-48-711 0 0,0 0 0 0 0,0 0 0 0 0,1 0 1 0 0,-1 0-1 0 0,0-1 0 0 0,0 2 1 0 0,0-1-1 0 0,0 0 0 0 0,0 0 0 0 0,0 0 1 0 0,0 0-1 0 0,0 0 0 0 0,0 0 1 0 0,0 0-1 0 0,0 0 0 0 0,0 0 0 0 0,0 0 1 0 0,0 0-1 0 0,0 0 0 0 0,1 0 1 0 0,-1 0-1 0 0,0 0 0 0 0,0 0 0 0 0,0 0 1 0 0,0 0-1 0 0,0 0 0 0 0,0 0 1 0 0,0 0-1 0 0,0 0 0 0 0,0 0 0 0 0,0 0 1 0 0,0 0-1 0 0,0 0 0 0 0,0 0 1 0 0,0 1-1 0 0,0-1 0 0 0,0 0 0 0 0,0 0 1 0 0,0 0-1 0 0,0 0 0 0 0,0 0 1 0 0,0 0-1 0 0,0 0 0 0 0,0 0 0 0 0,0 0 1 0 0,0 0-1 0 0,0 0 0 0 0,0 0 1 0 0,0 0-1 0 0,0 0 0 0 0,0 0 0 0 0,0 1 1 0 0,0-1-1 0 0,0 0 0 0 0,0 0 1 0 0,0 0-1 0 0,10-4-212 0 0,14-7-304 0 0,33-24-5295 0 0,-19 10-184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19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56 476 16095 0 0,'-7'22'460'0'0,"2"0"0"0"0,1 0 0 0 0,0 0 0 0 0,2 1 0 0 0,0-1 0 0 0,2 1 0 0 0,2 29 0 0 0,0-40-951 0 0,1-26-278 0 0,-1-27-335 0 0,-22-137 238 0 0,0-14 2224 0 0,19 171-974 0 0,2 0 0 0 0,0 0 0 0 0,1 0 0 0 0,1 0 0 0 0,1 0 0 0 0,13-39 0 0 0,-14 55-389 0 0,-1 0-1 0 0,1 0 1 0 0,0-1 0 0 0,0 2-1 0 0,1-1 1 0 0,-1 0 0 0 0,1 1-1 0 0,0-1 1 0 0,1 1 0 0 0,-1 0-1 0 0,1 1 1 0 0,-1-1 0 0 0,1 1-1 0 0,0 0 1 0 0,0 0-1 0 0,1 0 1 0 0,-1 1 0 0 0,1 0-1 0 0,-1 0 1 0 0,1 0 0 0 0,11-1-1 0 0,-11 2-800 0 0,1 0 0 0 0,-1 1 0 0 0,1 0 0 0 0,-1 0 0 0 0,1 0 0 0 0,-1 1 0 0 0,9 2 0 0 0,1 2-5236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20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159 321 10591 0 0,'-1'1'236'0'0,"0"1"0"0"0,1-1 0 0 0,-1 0 0 0 0,1 0 0 0 0,-1 1 0 0 0,1-1 0 0 0,-1 0 0 0 0,1 1 0 0 0,-1-1 0 0 0,1 1-1 0 0,0-1 1 0 0,0 1 0 0 0,0-1 0 0 0,0 0 0 0 0,0 3 0 0 0,4 26 2784 0 0,-3-20-3092 0 0,38 175 1168 0 0,-26-134-1220 0 0,-2 0 0 0 0,8 98 0 0 0,-18-141 58 0 0,-2 0-1 0 0,1 0 1 0 0,-1 0 0 0 0,0 0 0 0 0,-1 0-1 0 0,-4 14 1 0 0,6-21 62 0 0,0 0 0 0 0,-1 1 0 0 0,1-1 0 0 0,-1 0 0 0 0,0 0-1 0 0,1 1 1 0 0,-1-1 0 0 0,0 0 0 0 0,0 0 0 0 0,0 0 0 0 0,0 0 0 0 0,0 0 0 0 0,0 0 0 0 0,0 0-1 0 0,0 0 1 0 0,0 0 0 0 0,0-1 0 0 0,-1 1 0 0 0,1 0 0 0 0,0-1 0 0 0,0 1 0 0 0,-1-1-1 0 0,1 1 1 0 0,0-1 0 0 0,-1 0 0 0 0,1 0 0 0 0,-1 1 0 0 0,1-1 0 0 0,0 0 0 0 0,-1 0-1 0 0,1 0 1 0 0,-1 0 0 0 0,1-1 0 0 0,0 1 0 0 0,-1 0 0 0 0,1-1 0 0 0,0 1 0 0 0,-1-1 0 0 0,1 1-1 0 0,0-1 1 0 0,-1 1 0 0 0,1-1 0 0 0,0 0 0 0 0,0 0 0 0 0,0 0 0 0 0,-2-1 0 0 0,-2-1 53 0 0,0-1 0 0 0,1-1 0 0 0,-1 1 0 0 0,1-1 1 0 0,0 0-1 0 0,0 0 0 0 0,0 0 0 0 0,-4-7 1 0 0,-24-50 381 0 0,25 45-335 0 0,-12-27 124 0 0,3 0-1 0 0,2-1 0 0 0,1-1 1 0 0,3 0-1 0 0,2 0 1 0 0,-5-95-1 0 0,12 116-187 0 0,2 0-1 0 0,0 0 0 0 0,2 0 0 0 0,0 0 1 0 0,2 1-1 0 0,9-31 0 0 0,-11 45-44 0 0,1 0-1 0 0,-1 1 0 0 0,2 0 0 0 0,-1-1 0 0 0,1 1 1 0 0,0 1-1 0 0,1-1 0 0 0,0 1 0 0 0,1 0 1 0 0,0 0-1 0 0,0 1 0 0 0,0 0 0 0 0,1 0 0 0 0,0 1 1 0 0,0 0-1 0 0,1 0 0 0 0,-1 1 0 0 0,11-4 1 0 0,-15 7 8 0 0,0 0 0 0 0,1 1 0 0 0,-1-1 0 0 0,1 1 0 0 0,-1 0 1 0 0,1 1-1 0 0,-1-1 0 0 0,1 1 0 0 0,-1 0 0 0 0,1 0 0 0 0,-1 0 1 0 0,1 0-1 0 0,-1 1 0 0 0,1 0 0 0 0,-1 0 0 0 0,1 0 1 0 0,-1 1-1 0 0,0-1 0 0 0,0 1 0 0 0,0 0 0 0 0,0 0 0 0 0,0 0 1 0 0,0 1-1 0 0,0 0 0 0 0,6 5 0 0 0,-5-2 23 0 0,0 0 1 0 0,0 0-1 0 0,-1 0 0 0 0,0 1 0 0 0,0-1 1 0 0,-1 1-1 0 0,1 0 0 0 0,-2 0 0 0 0,1 1 0 0 0,-1-1 1 0 0,0 0-1 0 0,0 1 0 0 0,-1-1 0 0 0,1 13 1 0 0,-2-7 47 0 0,0 0 0 0 0,-1 0 0 0 0,0 0 0 0 0,-1 0 1 0 0,0 0-1 0 0,-1-1 0 0 0,-1 1 0 0 0,0-1 1 0 0,0 0-1 0 0,-2 0 0 0 0,-11 21 0 0 0,-5 0 98 0 0,-2-1 0 0 0,-41 45 1 0 0,62-74-160 0 0,-3 3 21 0 0,-13 17 23 0 0,18-22-55 0 0,0 0 0 0 0,0 0 1 0 0,0 0-1 0 0,0 1 0 0 0,1-1 0 0 0,-1 0 0 0 0,1 1 0 0 0,-1-1 0 0 0,1 1 0 0 0,-1-1 0 0 0,1 1 0 0 0,0-1 1 0 0,-1 1-1 0 0,1-1 0 0 0,0 3 0 0 0,1-4-39 0 0,0 1 0 0 0,-1 0 0 0 0,1-1 0 0 0,0 1 0 0 0,0-1 0 0 0,0 1 0 0 0,0-1 0 0 0,-1 1 0 0 0,1-1 0 0 0,0 1 0 0 0,0-1 0 0 0,0 0 0 0 0,0 1 0 0 0,0-1-1 0 0,0 0 1 0 0,0 0 0 0 0,0 0 0 0 0,0 0 0 0 0,0 0 0 0 0,0 0 0 0 0,0 0 0 0 0,0 0 0 0 0,0 0 0 0 0,0-1 0 0 0,0 1 0 0 0,1-1 0 0 0,29-5-1628 0 0,4-6-1718 0 0,-16 4 1476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20.5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1 200 919 0 0,'1'-4'840'0'0,"0"0"-1"0"0,0-1 1 0 0,-1 1-1 0 0,1 0 0 0 0,-1-1 1 0 0,0 1-1 0 0,0-7 1 0 0,0-10-509 0 0,3-26 2624 0 0,-1 61-629 0 0,4 27-1183 0 0,17 97 566 0 0,-17-112-1460 0 0,1-1 0 0 0,1 0 0 0 0,14 30 0 0 0,-21-54-232 0 0,21 36 453 0 0,-22-36-453 0 0,1 0 0 0 0,0-1 1 0 0,0 1-1 0 0,-1 0 1 0 0,1 0-1 0 0,0 0 1 0 0,0-1-1 0 0,0 1 1 0 0,0 0-1 0 0,0-1 1 0 0,0 1-1 0 0,0-1 0 0 0,3 1 1 0 0,-4-1-12 0 0,1 0 0 0 0,0 0 0 0 0,-1 0 0 0 0,1 0 1 0 0,0 0-1 0 0,-1 0 0 0 0,1-1 0 0 0,-1 1 0 0 0,1 0 0 0 0,0 0 0 0 0,-1-1 1 0 0,1 1-1 0 0,-1 0 0 0 0,1-1 0 0 0,-1 1 0 0 0,1 0 0 0 0,-1-1 0 0 0,1 1 1 0 0,-1-1-1 0 0,1 1 0 0 0,-1-1 0 0 0,0 1 0 0 0,1-1 0 0 0,-1 0 0 0 0,0 1 1 0 0,1-1-1 0 0,-1 0 0 0 0,6-11 32 0 0,-1 0 0 0 0,0 0 1 0 0,-1 0-1 0 0,0-1 0 0 0,-1 0 0 0 0,2-22 0 0 0,-1-80-8 0 0,-4 77 26 0 0,4-41 0 0 0,-4 77-44 0 0,0 1-1 0 0,0-1 1 0 0,1 0-1 0 0,-1 0 1 0 0,0 0-1 0 0,1 0 1 0 0,0 0-1 0 0,-1 0 1 0 0,1 0 0 0 0,0 1-1 0 0,0-1 1 0 0,0 0-1 0 0,0 1 1 0 0,3-4-1 0 0,-3 5 1 0 0,-1-1 0 0 0,1 1-1 0 0,0 0 1 0 0,0 0 0 0 0,0 0-1 0 0,0 0 1 0 0,0 0 0 0 0,0 0-1 0 0,0 0 1 0 0,0 0 0 0 0,0 0-1 0 0,0 0 1 0 0,0 0 0 0 0,0 0-1 0 0,0 1 1 0 0,0-1 0 0 0,0 0-1 0 0,0 1 1 0 0,0-1 0 0 0,0 1-1 0 0,-1-1 1 0 0,1 1 0 0 0,0 0-1 0 0,0-1 1 0 0,-1 1 0 0 0,1 0-1 0 0,0-1 1 0 0,-1 1 0 0 0,1 0-1 0 0,0 1 1 0 0,16 15 100 0 0,-2 0 1 0 0,23 35-1 0 0,2 2-26 0 0,-26-37-22 0 0,-11-13 2 0 0,9 4-12 0 0,38 26-33 0 0,-48-33-16 0 0,-1 0 0 0 0,1 0 0 0 0,-1 0 0 0 0,1-1 0 0 0,0 1 1 0 0,-1 0-1 0 0,1-1 0 0 0,0 0 0 0 0,-1 1 0 0 0,1-1 0 0 0,0 0 0 0 0,0 0 0 0 0,-1 0 0 0 0,1 0 0 0 0,0 0 1 0 0,0 0-1 0 0,0 0 0 0 0,-1-1 0 0 0,1 1 0 0 0,0 0 0 0 0,-1-1 0 0 0,1 0 0 0 0,0 1 0 0 0,-1-1 1 0 0,1 0-1 0 0,-1 0 0 0 0,1 0 0 0 0,2-2 0 0 0,0-1 25 0 0,-1 0 0 0 0,1 0 0 0 0,-1 0-1 0 0,0 0 1 0 0,0 0 0 0 0,3-7 0 0 0,2-4 110 0 0,-2 0 0 0 0,0 0-1 0 0,0 0 1 0 0,-1 0 0 0 0,-1-1 0 0 0,-1 0-1 0 0,0 0 1 0 0,-1 0 0 0 0,-1 0 0 0 0,-1 0-1 0 0,0 0 1 0 0,-1 0 0 0 0,0 0-1 0 0,-6-22 1 0 0,21 74-1413 0 0,-7-24 506 0 0,0 0 1 0 0,1-1-1 0 0,0 0 1 0 0,1 0 0 0 0,0-1-1 0 0,21 17 1 0 0,-11-12-1212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5:20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424 621 11543 0 0,'-5'8'961'0'0,"0"0"0"0"0,1-1-1 0 0,0 2 1 0 0,-4 9-1 0 0,-1 4-385 0 0,1 0 0 0 0,1 1 0 0 0,-5 28 0 0 0,10-36-398 0 0,0 1-1 0 0,2 30 1 0 0,0-42-170 0 0,0-1-1 0 0,1 1 1 0 0,-1 0 0 0 0,1-1-1 0 0,0 1 1 0 0,0-1 0 0 0,0 1 0 0 0,0-1-1 0 0,1 1 1 0 0,-1-1 0 0 0,1 0-1 0 0,0 0 1 0 0,0 0 0 0 0,0 0-1 0 0,0 0 1 0 0,1 0 0 0 0,-1 0 0 0 0,5 3-1 0 0,-6-5-2 0 0,1-1-1 0 0,-1 1 0 0 0,0 0 1 0 0,1-1-1 0 0,-1 1 0 0 0,0-1 1 0 0,1 0-1 0 0,-1 1 0 0 0,1-1 1 0 0,-1 0-1 0 0,1 0 0 0 0,-1 0 1 0 0,0 0-1 0 0,1 0 0 0 0,-1 0 1 0 0,1-1-1 0 0,-1 1 0 0 0,1 0 1 0 0,-1-1-1 0 0,0 1 0 0 0,1-1 1 0 0,-1 1-1 0 0,0-1 0 0 0,1 0 1 0 0,-1 1-1 0 0,0-1 0 0 0,0 0 1 0 0,0 0-1 0 0,0 0 0 0 0,0 0 1 0 0,0 0-1 0 0,0 0 0 0 0,0 0 1 0 0,0 0-1 0 0,0-1 0 0 0,0 1 1 0 0,0-2-1 0 0,3-3 28 0 0,0-1 0 0 0,0 0 0 0 0,-1 0-1 0 0,0 0 1 0 0,4-13 0 0 0,-2-3 9 0 0,-1 0 0 0 0,-1-1-1 0 0,-1 0 1 0 0,-2 0 0 0 0,0 0-1 0 0,-1 1 1 0 0,-1-1 0 0 0,-1 0-1 0 0,-2 1 1 0 0,0 0 0 0 0,-1 0-1 0 0,-2 0 1 0 0,-10-23 0 0 0,-1 4-56 0 0,-2 0 1 0 0,-2 2 0 0 0,-2 0 0 0 0,-1 2-1 0 0,-56-62 1 0 0,50 64 18 0 0,6 5 120 0 0,-2 1-1 0 0,-1 2 1 0 0,-1 0 0 0 0,-34-23-1 0 0,64 51-107 0 0,-1-1 0 0 0,0 1 0 0 0,0-1 0 0 0,1 1 0 0 0,-1-1 0 0 0,0 1-1 0 0,0-1 1 0 0,0 1 0 0 0,1 0 0 0 0,-1-1 0 0 0,0 1 0 0 0,0 0 0 0 0,0 0 0 0 0,0 0 0 0 0,0 0-1 0 0,0 0 1 0 0,0 0 0 0 0,0 0 0 0 0,1 0 0 0 0,-2 0 0 0 0,1 0-3 0 0,1 1 1 0 0,-1-1-1 0 0,1 1 1 0 0,0-1-1 0 0,-1 0 1 0 0,1 1-1 0 0,0-1 1 0 0,0 1-1 0 0,-1-1 0 0 0,1 1 1 0 0,0-1-1 0 0,0 1 1 0 0,0-1-1 0 0,-1 1 1 0 0,1-1-1 0 0,0 1 1 0 0,0 0-1 0 0,0-1 1 0 0,0 1-1 0 0,0-1 1 0 0,0 1-1 0 0,0-1 0 0 0,0 2 1 0 0,1 4 27 0 0,1 0 1 0 0,-1 0-1 0 0,1 0 0 0 0,3 8 1 0 0,25 51 114 0 0,61 96 1 0 0,44 41-37 0 0,-113-173-71 0 0,50 64-36 0 0,9 4-12 0 0,-61-75-19 0 0,42 44-303 0 0,-23-27-74 0 0,-29-30-1347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6:52.9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8 339 3223 0 0,'-7'6'948'0'0,"16"-6"533"0"0,-1 0-1550 0 0,48 0 713 0 0,-1-2-1 0 0,1-3 0 0 0,55-12 1 0 0,144-54 2829 0 0,-98 23-2320 0 0,181-30-1 0 0,-270 64-1115 0 0,355-58 572 0 0,-309 63-502 0 0,128-16-977 0 0,-221 21-4077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16:53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 5527 0 0,'-1'0'122'0'0,"0"1"-1"0"0,0-1 0 0 0,0 1 0 0 0,1-1 0 0 0,-1 1 0 0 0,0-1 0 0 0,0 1 0 0 0,1 0 0 0 0,-1-1 1 0 0,0 1-1 0 0,1 0 0 0 0,-1 0 0 0 0,1 0 0 0 0,-1 0 0 0 0,1-1 0 0 0,-1 1 0 0 0,1 0 0 0 0,0 0 0 0 0,-1 0 1 0 0,1 0-1 0 0,0 0 0 0 0,0 0 0 0 0,0 0 0 0 0,0 0 0 0 0,0 0 0 0 0,0 2 0 0 0,-3 37 1413 0 0,3-28-1606 0 0,-37 572 492 0 0,35-398-420 0 0,3-159 0 0 0,2 0 0 0 0,1-1 0 0 0,1 0 0 0 0,15 50 0 0 0,-15-65 29 0 0,1 0 0 0 0,-1 0 0 0 0,2-1 0 0 0,0 0 0 0 0,0 0-1 0 0,0 0 1 0 0,1-1 0 0 0,1 0 0 0 0,0 0 0 0 0,0-1 0 0 0,0 0 0 0 0,1-1-1 0 0,19 11 1 0 0,10 2 275 0 0,0-1 0 0 0,63 19 0 0 0,-99-36-293 0 0,76 23 118 0 0,0-4 1 0 0,1-3-1 0 0,115 11 1 0 0,-62-18 221 0 0,177-10 0 0 0,-256-5 284 0 0,105-21 0 0 0,50-31 1282 0 0,-104 19-1201 0 0,-73 24-1134 0 0,0 1 0 0 0,1 2 0 0 0,50-9 0 0 0,-72 17-1112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09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41 455 0 0,'-1'-8'-267'0'0,"7"-10"4394"0"0,-6 17-3954 0 0,0 1 0 0 0,0-1 0 0 0,1 0 0 0 0,-1 0 0 0 0,0 1 0 0 0,1-1 0 0 0,-1 0 0 0 0,0 1 0 0 0,1-1 0 0 0,-1 0 0 0 0,1 1 0 0 0,-1-1 0 0 0,1 1 0 0 0,-1-1 0 0 0,1 1 0 0 0,0-1 0 0 0,-1 1 0 0 0,1-1 0 0 0,0 1 0 0 0,-1-1 0 0 0,1 1 0 0 0,0 0 0 0 0,-1-1 0 0 0,1 1 0 0 0,0 0 0 0 0,0 0-1 0 0,-1 0 1 0 0,1 0 0 0 0,0-1 0 0 0,0 1 0 0 0,0 0 0 0 0,1 1 0 0 0,-1-1-118 0 0,0 1-1 0 0,0 0 0 0 0,0 0 0 0 0,0 0 0 0 0,0 0 0 0 0,-1 0 0 0 0,1 0 1 0 0,0 1-1 0 0,0-1 0 0 0,-1 0 0 0 0,1 0 0 0 0,-1 0 0 0 0,1 1 1 0 0,-1-1-1 0 0,0 0 0 0 0,1 1 0 0 0,-1-1 0 0 0,0 2 0 0 0,2 29 547 0 0,-1-22-205 0 0,27 188 2174 0 0,-17-135-2273 0 0,7 126 0 0 0,-18-184-299 0 0,-2 38 23 0 0,2-41-27 0 0,0 1 1 0 0,-1-1-1 0 0,1 0 0 0 0,-1 0 0 0 0,0 1 1 0 0,1-1-1 0 0,-1 0 0 0 0,0 0 1 0 0,0 0-1 0 0,0 0 0 0 0,-1 0 0 0 0,1 0 1 0 0,0 0-1 0 0,-1 0 0 0 0,-1 1 1 0 0,2-3-20 0 0,1 0 1 0 0,-1 0-1 0 0,0 0 1 0 0,1 0-1 0 0,-1 1 1 0 0,0-2-1 0 0,1 1 1 0 0,-1 0-1 0 0,1 0 1 0 0,-1 0-1 0 0,0 0 1 0 0,1 0-1 0 0,-1 0 1 0 0,1-1-1 0 0,-1 1 1 0 0,0 0-1 0 0,1 0 1 0 0,-1-1-1 0 0,1 1 1 0 0,-1 0-1 0 0,1-1 1 0 0,-1 1-1 0 0,1-1 1 0 0,-1 1-1 0 0,1-1 1 0 0,0 1-1 0 0,-1-1 1 0 0,1 1-1 0 0,0-1 1 0 0,-1 1-1 0 0,1-1 1 0 0,0 1-1 0 0,0-1 1 0 0,-1 0-1 0 0,1 1 1 0 0,0-1-1 0 0,-10-22-1990 0 0,9 18 578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11.0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60 5527 0 0,'1'0'72'0'0,"1"0"0"0"0,0 0 0 0 0,0 0 0 0 0,0 1 0 0 0,0-1 0 0 0,0 1 0 0 0,0-1 0 0 0,-1 1 0 0 0,1 0 0 0 0,0 0-1 0 0,-1 0 1 0 0,8 6 3593 0 0,-10 9-2091 0 0,1-14-1405 0 0,-1 0-1 0 0,1 0 0 0 0,0-1 0 0 0,0 1 0 0 0,-1 0 0 0 0,2 0 0 0 0,-1 0 0 0 0,0 0 0 0 0,0 0 0 0 0,1 0 0 0 0,-1 0 0 0 0,1 0 1 0 0,-1-1-1 0 0,1 1 0 0 0,0 0 0 0 0,-1 0 0 0 0,1-1 0 0 0,0 1 0 0 0,0 0 0 0 0,1-1 0 0 0,1 3 0 0 0,9 9 214 0 0,0 0 0 0 0,-1 0 1 0 0,-1 1-1 0 0,0 0 0 0 0,0 1 0 0 0,8 21 0 0 0,-10-20-243 0 0,1 0-1 0 0,0 0 1 0 0,1-1 0 0 0,0 0-1 0 0,19 19 1 0 0,-10-22-42 0 0,-17-11-85 0 0,0 0 1 0 0,1 0-1 0 0,-1 0 0 0 0,-1 0 1 0 0,1 0-1 0 0,0 1 1 0 0,0-1-1 0 0,0 1 0 0 0,-1-1 1 0 0,1 1-1 0 0,1 2 0 0 0,-3-3-9 0 0,0-1-1 0 0,1 0 0 0 0,-1 0 1 0 0,0 1-1 0 0,0-1 1 0 0,0 0-1 0 0,0 0 1 0 0,0 0-1 0 0,0 1 0 0 0,0-1 1 0 0,0 0-1 0 0,1 0 1 0 0,-1 0-1 0 0,0 1 0 0 0,0-1 1 0 0,0 0-1 0 0,1 0 1 0 0,-1 0-1 0 0,0 0 0 0 0,0 1 1 0 0,0-1-1 0 0,1 0 1 0 0,-1 0-1 0 0,0 0 1 0 0,0 0-1 0 0,0 0 0 0 0,1 0 1 0 0,-1 0-1 0 0,0 0 1 0 0,0 0-1 0 0,1 0 0 0 0,-1 0 1 0 0,0 0-1 0 0,0 0 1 0 0,1 0-1 0 0,-1 0 0 0 0,0 0 1 0 0,0 0-1 0 0,1 0 1 0 0,-1 0-1 0 0,0 0 1 0 0,0 0-1 0 0,0 0 0 0 0,1-1 1 0 0,-1 1-1 0 0,0 0 1 0 0,0 0-1 0 0,0 0 0 0 0,1 0 1 0 0,-1 0-1 0 0,0-1 1 0 0,0 1-1 0 0,0 0 0 0 0,0 0 1 0 0,1 0-1 0 0,-1-1 1 0 0,0 1-1 0 0,0 0 1 0 0,0 0-1 0 0,0 0 0 0 0,0-1 1 0 0,0 1-1 0 0,0 0 1 0 0,0 0-1 0 0,0-1 0 0 0,0 1 1 0 0,0 0-1 0 0,0 0 1 0 0,0-1-1 0 0,5-16 373 0 0,-5-18-328 0 0,-1 12 8 0 0,1 0-1 0 0,1 0 1 0 0,1 0 0 0 0,7-27-1 0 0,1-1-54 0 0,-7 34 0 0 0,1-1 0 0 0,0 1 0 0 0,1 0 0 0 0,1 0 0 0 0,9-20 0 0 0,-14 35 0 0 0,0 0 0 0 0,0 0 0 0 0,0 1 0 0 0,0-1 0 0 0,1 0 0 0 0,-1 1 0 0 0,0-1 0 0 0,1 1 0 0 0,-1-1 0 0 0,1 1 0 0 0,-1 0 0 0 0,3-2 0 0 0,-3 3 0 0 0,0 0 0 0 0,0 0 0 0 0,-1 0 0 0 0,1 0 0 0 0,0 0 0 0 0,0 0 0 0 0,0 1 0 0 0,0-1 0 0 0,-1 0 0 0 0,1 0 0 0 0,0 1 0 0 0,0-1 0 0 0,-1 0 0 0 0,1 1 0 0 0,0-1 0 0 0,0 1 0 0 0,-1-1 0 0 0,1 1 0 0 0,0-1 0 0 0,-1 1 0 0 0,1 0 0 0 0,-1-1 0 0 0,1 1 0 0 0,-1 0 0 0 0,1-1 0 0 0,-1 1 0 0 0,1 0 0 0 0,-1 0 0 0 0,0-1 0 0 0,1 3 0 0 0,2 0 24 0 0,0 1-1 0 0,0-1 1 0 0,0 0-1 0 0,1 1 1 0 0,-1-2-1 0 0,1 1 1 0 0,0 0-1 0 0,-1-1 1 0 0,1 1-1 0 0,1-1 1 0 0,4 2-1 0 0,11 6 53 0 0,-18-8-75 0 0,-1-1 0 0 0,1 1 0 0 0,0 0 0 0 0,-1-1 0 0 0,1 1 1 0 0,-1 0-1 0 0,0 0 0 0 0,1 0 0 0 0,-1 0 0 0 0,0 0 0 0 0,1 5 0 0 0,9 29 41 0 0,-8-24-23 0 0,43 203 280 0 0,-25-104-176 0 0,-3 12-114 0 0,-10-64 56 0 0,-8-58-67 0 0,0 0 0 0 0,0 0 0 0 0,0-1 0 0 0,0 1 0 0 0,0 0 0 0 0,0-1 0 0 0,0 1 0 0 0,0 0 0 0 0,0 0 0 0 0,0-1 0 0 0,-1 1 0 0 0,1 0 0 0 0,0-1 0 0 0,0 1 0 0 0,-1-1 0 0 0,1 1 0 0 0,-1 0 0 0 0,1-1 0 0 0,0 1 0 0 0,-1-1 0 0 0,1 1 0 0 0,-1-1 0 0 0,1 1 0 0 0,-1-1 0 0 0,1 1 0 0 0,-1-1 0 0 0,0 0 0 0 0,1 1 0 0 0,-1-1 0 0 0,0 0 0 0 0,1 1 0 0 0,-1-1 0 0 0,0 0 0 0 0,1 0 0 0 0,-2 1 0 0 0,2-2-186 0 0,-1 0 0 0 0,1 0-1 0 0,0 1 1 0 0,0-1 0 0 0,0 0-1 0 0,-1 0 1 0 0,1 1 0 0 0,0-1 0 0 0,0 0-1 0 0,0 0 1 0 0,0 0 0 0 0,0 1-1 0 0,1-1 1 0 0,-1 0 0 0 0,0 0-1 0 0,0 1 1 0 0,1-2 0 0 0,0-4-2063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11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220 56 11143 0 0,'-7'-16'1939'0'0,"7"14"-1880"0"0,-1 0 1 0 0,1 0-1 0 0,-1 0 1 0 0,0 0-1 0 0,0 0 0 0 0,0 0 1 0 0,0 0-1 0 0,0 0 1 0 0,0 0-1 0 0,0 0 1 0 0,-1 1-1 0 0,1-1 0 0 0,-1 1 1 0 0,1-1-1 0 0,-1 1 1 0 0,0-1-1 0 0,1 1 0 0 0,-1 0 1 0 0,0 0-1 0 0,0 0 1 0 0,0 0-1 0 0,0 0 1 0 0,-3-1-1 0 0,2 2-25 0 0,-1-1-1 0 0,1 1 1 0 0,-1 0-1 0 0,1 0 1 0 0,-1 0-1 0 0,1 1 1 0 0,-1-1 0 0 0,1 1-1 0 0,-1 0 1 0 0,1 0-1 0 0,0 0 1 0 0,-1 1-1 0 0,-5 2 1 0 0,3 0 91 0 0,-1 1 1 0 0,0 0-1 0 0,1 0 1 0 0,0 0-1 0 0,1 1 1 0 0,-1 0-1 0 0,1 0 1 0 0,0 0-1 0 0,0 1 0 0 0,1 0 1 0 0,-7 13-1 0 0,2-2 51 0 0,1 1 0 0 0,1 0-1 0 0,-7 31 1 0 0,9-32-156 0 0,2 0 0 0 0,1 0 0 0 0,0 0 0 0 0,1 0 0 0 0,1 0 0 0 0,2 20 0 0 0,-1-32-10 0 0,0 0 0 0 0,0 1 0 0 0,0-1 0 0 0,1 0 0 0 0,0-1 0 0 0,0 1-1 0 0,0 0 1 0 0,1 0 0 0 0,0-1 0 0 0,0 0 0 0 0,0 1 0 0 0,1-1 0 0 0,-1 0-1 0 0,1-1 1 0 0,0 1 0 0 0,1-1 0 0 0,-1 0 0 0 0,1 0 0 0 0,0 0 0 0 0,0 0-1 0 0,9 4 1 0 0,-8-6 42 0 0,0 0 0 0 0,0 0 0 0 0,0-1-1 0 0,0 0 1 0 0,0 0 0 0 0,0 0 0 0 0,0-1 0 0 0,0 0 0 0 0,0 0-1 0 0,0 0 1 0 0,0-1 0 0 0,0 0 0 0 0,0 0 0 0 0,0-1-1 0 0,0 0 1 0 0,0 0 0 0 0,-1 0 0 0 0,1 0 0 0 0,-1-1-1 0 0,11-7 1 0 0,-12 6-620 0 0,0 0 0 0 0,0 0-1 0 0,0-1 1 0 0,-1 0 0 0 0,1 1-1 0 0,3-10 1 0 0,8-10-3012 0 0,-6 13-1206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12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9039 0 0,'2'0'83'0'0,"1"1"-1"0"0,-1 0 0 0 0,0-1 0 0 0,0 1 0 0 0,0 0 1 0 0,0 0-1 0 0,0 0 0 0 0,0 0 0 0 0,0 1 0 0 0,0-1 1 0 0,0 1-1 0 0,-1-1 0 0 0,1 1 0 0 0,-1-1 0 0 0,1 1 1 0 0,-1 0-1 0 0,1 0 0 0 0,-1 0 0 0 0,0 0 1 0 0,0 0-1 0 0,0 0 0 0 0,0 0 0 0 0,0 0 0 0 0,1 4 1 0 0,2 7 157 0 0,0-1 0 0 0,4 27 0 0 0,-2 14 412 0 0,-1 65 1 0 0,-4-72 429 0 0,1 0 1 0 0,12 62-1 0 0,-8-91-1401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12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89 11087 0 0,'-1'-1'41'0'0,"0"1"0"0"0,1-1-1 0 0,-1 0 1 0 0,1 1 0 0 0,-1-1 0 0 0,1 0-1 0 0,-1 0 1 0 0,1 1 0 0 0,-1-1-1 0 0,1 0 1 0 0,0 0 0 0 0,-1 0 0 0 0,1 0-1 0 0,0 1 1 0 0,0-1 0 0 0,0 0-1 0 0,-1 0 1 0 0,1 0 0 0 0,0 0-1 0 0,0 0 1 0 0,0 0 0 0 0,1 0 0 0 0,-1 0-1 0 0,0 1 1 0 0,0-1 0 0 0,0 0-1 0 0,1-2 1 0 0,1 1-23 0 0,-1 0 0 0 0,1-1 0 0 0,-1 1 1 0 0,1 0-1 0 0,0 0 0 0 0,0 0 0 0 0,0 0 0 0 0,0 0 0 0 0,3-2 0 0 0,3-1-35 0 0,0 0-1 0 0,0 1 1 0 0,0-1-1 0 0,1 2 1 0 0,9-4-1 0 0,-5 4 93 0 0,0 0 0 0 0,1 1 0 0 0,-1 0 0 0 0,1 1 0 0 0,18 1 0 0 0,-26 0 74 0 0,0 1 0 0 0,1-1 0 0 0,-1 1 0 0 0,0 1 0 0 0,0-1 0 0 0,0 1 0 0 0,0 0 0 0 0,0 0 0 0 0,0 1 0 0 0,0 0 0 0 0,-1 0 0 0 0,1 0 0 0 0,7 7 0 0 0,-12-9-114 0 0,1 1 0 0 0,-1-1 1 0 0,1 1-1 0 0,-1 0 0 0 0,1-1 0 0 0,-1 1 0 0 0,0 0 0 0 0,0 0 0 0 0,0 0 0 0 0,0 0 0 0 0,0 0 0 0 0,0 0 0 0 0,-1 0 0 0 0,1 0 1 0 0,-1 0-1 0 0,1 0 0 0 0,-1 0 0 0 0,0 1 0 0 0,0-1 0 0 0,0 2 0 0 0,0 0-11 0 0,-1-1 1 0 0,0 0-1 0 0,0 1 0 0 0,0-1 1 0 0,-1 0-1 0 0,1 0 0 0 0,-1 0 1 0 0,1 0-1 0 0,-1 0 0 0 0,0 0 1 0 0,-4 4-1 0 0,-6 4-17 0 0,0 0-1 0 0,0 0 1 0 0,-1-1 0 0 0,-18 10 0 0 0,25-16 2 0 0,-27 17 189 0 0,0-2-1 0 0,-2-1 0 0 0,-38 14 1 0 0,51-26-2249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38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4216 8895 0 0,'0'0'48'0'0,"0"1"-1"0"0,0-1 0 0 0,0 1 0 0 0,0 0 1 0 0,0-1-1 0 0,0 1 0 0 0,0-1 0 0 0,0 1 1 0 0,1-1-1 0 0,-1 1 0 0 0,0-1 0 0 0,0 1 0 0 0,1-1 1 0 0,-1 1-1 0 0,0-1 0 0 0,1 1 0 0 0,-1-1 1 0 0,0 1-1 0 0,1-1 0 0 0,-1 0 0 0 0,1 1 1 0 0,-1-1-1 0 0,1 0 0 0 0,-1 1 0 0 0,1-1 1 0 0,-1 0-1 0 0,1 1 0 0 0,0-1 0 0 0,22 15 350 0 0,-17-11-170 0 0,6 3 86 0 0,2 0 1 0 0,-1-1-1 0 0,0-1 1 0 0,18 5 0 0 0,25 11 964 0 0,-44-17-1125 0 0,-1 0-1 0 0,1-1 1 0 0,0 0-1 0 0,0-1 1 0 0,0 0 0 0 0,0-1-1 0 0,0 0 1 0 0,0-1-1 0 0,0 0 1 0 0,19-3-1 0 0,4-3 366 0 0,-1-1 0 0 0,45-16 0 0 0,-59 16-467 0 0,0-1 0 0 0,-1-1-1 0 0,0-1 1 0 0,-1-1 0 0 0,0 0-1 0 0,0-1 1 0 0,-1-1 0 0 0,19-20-1 0 0,-19 18 136 0 0,3-4 226 0 0,0-1 1 0 0,26-33 0 0 0,-32 34-329 0 0,0-1 0 0 0,-2 0 0 0 0,0 0 0 0 0,-1-2 0 0 0,-1 1 0 0 0,-1-1 0 0 0,0-1 0 0 0,-2 0 0 0 0,5-28 0 0 0,6-134 279 0 0,-8 71-122 0 0,-8 60-45 0 0,-1-1 0 0 0,-8-58-1 0 0,1-54 622 0 0,8 94-608 0 0,1-5-137 0 0,-12-137-1 0 0,-9-12 87 0 0,12 125-25 0 0,-22-117 0 0 0,-9 82 173 0 0,23 88-128 0 0,-16-92-1 0 0,23 57-99 0 0,7-108 0 0 0,1 18 121 0 0,-1 168-191 0 0,-3-39 6 0 0,3 0 0 0 0,1 1 0 0 0,13-77 0 0 0,-5 69-14 0 0,2-12 0 0 0,-4 38 0 0 0,-2 6 0 0 0,1 1 0 0 0,0-1 0 0 0,15-28 0 0 0,-10 27 0 0 0,-4 7 0 0 0,0 0 0 0 0,0 1 0 0 0,1 1 0 0 0,1-1 0 0 0,0 1 0 0 0,1 1 0 0 0,17-17 0 0 0,72-47 0 0 0,-30 37-20 0 0,2 3 0 0 0,117-41 0 0 0,-77 34 16 0 0,-64 27 0 0 0,0 1-1 0 0,1 3 1 0 0,94-9-1 0 0,-90 14 67 0 0,1-2 0 0 0,-1-2 0 0 0,54-19-1 0 0,46-25 37 0 0,162-34-1 0 0,-14 2 20 0 0,-65 29 111 0 0,-173 45-245 0 0,76-30 77 0 0,-43 12-56 0 0,-54 18 22 0 0,1 2-1 0 0,0 2 1 0 0,1 2 0 0 0,43-1-1 0 0,-80 6-127 0 0,-8 1-144 0 0,-12-1-857 0 0,-5 0-1767 0 0,5-1 927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39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27 9671 0 0,'-9'-7'310'0'0,"7"5"-247"0"0,0 0-1 0 0,0 0 1 0 0,0 0-1 0 0,0 1 0 0 0,0-1 1 0 0,0 1-1 0 0,-1-1 1 0 0,1 1-1 0 0,0 0 0 0 0,-1 0 1 0 0,1 0-1 0 0,-4 0 1 0 0,6 0-92 0 0,-1 1 1 0 0,1 0 0 0 0,0 0 0 0 0,0 0 0 0 0,-1 0-1 0 0,1 0 1 0 0,0 0 0 0 0,0 0 0 0 0,-1 0-1 0 0,1 1 1 0 0,0-1 0 0 0,0 0 0 0 0,-1 0-1 0 0,1 0 1 0 0,0 0 0 0 0,0 0 0 0 0,0 0 0 0 0,-1 0-1 0 0,1 0 1 0 0,0 1 0 0 0,0-1 0 0 0,0 0-1 0 0,-1 0 1 0 0,1 0 0 0 0,0 1 0 0 0,0-1-1 0 0,0 0 1 0 0,0 0 0 0 0,0 0 0 0 0,-1 1-1 0 0,1-1 1 0 0,0 0 0 0 0,0 0 0 0 0,0 0 0 0 0,0 1-1 0 0,3 10-901 0 0,13 12 57 0 0,-13-19 1038 0 0,11 14 1906 0 0,2-1-1 0 0,31 28 1 0 0,-27-26-1167 0 0,-7-7-675 0 0,1-1 1 0 0,-1-1-1 0 0,2 0 0 0 0,0-1 1 0 0,0-1-1 0 0,0 0 0 0 0,1-1 1 0 0,0 0-1 0 0,1-2 1 0 0,-1 0-1 0 0,27 5 0 0 0,-6-5 10 0 0,0-2-1 0 0,0-2 1 0 0,0-1 0 0 0,50-6-1 0 0,393-24 26 0 0,-472 30-197 0 0,-1 0 0 0 0,1 1-1 0 0,0-1 1 0 0,0 1 0 0 0,0 1-1 0 0,-1 0 1 0 0,15 4 0 0 0,-22-6-59 0 0,0 1 1 0 0,0-1 0 0 0,0 0 0 0 0,0 0 0 0 0,0 1 0 0 0,0-1-1 0 0,0 0 1 0 0,1 0 0 0 0,-1 0 0 0 0,0 1 0 0 0,0-1 0 0 0,0 0 0 0 0,0 0-1 0 0,0 1 1 0 0,0-1 0 0 0,0 0 0 0 0,0 0 0 0 0,0 1 0 0 0,0-1 0 0 0,0 0-1 0 0,-1 0 1 0 0,1 0 0 0 0,0 1 0 0 0,0-1 0 0 0,0 0 0 0 0,0 0-1 0 0,0 1 1 0 0,0-1 0 0 0,0 0 0 0 0,-1 0 0 0 0,1 0 0 0 0,0 0 0 0 0,0 1-1 0 0,0-1 1 0 0,0 0 0 0 0,-1 0 0 0 0,1 0 0 0 0,0 0 0 0 0,0 0 0 0 0,0 1-1 0 0,-1-1 1 0 0,1 0 0 0 0,0 0 0 0 0,0 0 0 0 0,-1 0 0 0 0,1 0-1 0 0,0 0 1 0 0,0 0 0 0 0,0 0 0 0 0,-1 0 0 0 0,1 0 0 0 0,-17 8 197 0 0,15-7-134 0 0,-154 59 228 0 0,-32 16 16 0 0,-95 97-316 0 0,124-69 0 0 0,152-100-16 0 0,-42 24-591 0 0,45-27 540 0 0,1 1 1 0 0,-1-1-1 0 0,0 0 0 0 0,0 0 1 0 0,0 0-1 0 0,1 0 1 0 0,-1 0-1 0 0,0-1 0 0 0,0 0 1 0 0,0 0-1 0 0,-7-1 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4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1 5903 0 0,'-1'1'89'0'0,"0"0"0"0"0,1 0-1 0 0,-1 0 1 0 0,0 0 0 0 0,1 1-1 0 0,-1-1 1 0 0,1 0-1 0 0,-1 1 1 0 0,1-1 0 0 0,-1 0-1 0 0,1 1 1 0 0,0-1 0 0 0,0 0-1 0 0,0 1 1 0 0,0-1 0 0 0,0 1-1 0 0,0-1 1 0 0,0 0-1 0 0,0 1 1 0 0,1-1 0 0 0,-1 0-1 0 0,1 2 1 0 0,-1-1-35 0 0,1-1 1 0 0,-1 1-1 0 0,0 0 0 0 0,0-1 1 0 0,1 1-1 0 0,-1 0 1 0 0,0-1-1 0 0,-1 1 0 0 0,1-1 1 0 0,0 1-1 0 0,0 0 0 0 0,-2 2 1 0 0,-31 72 1834 0 0,-35 112 1 0 0,6-11-1475 0 0,47-149-803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5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7 919 0 0,'18'-6'9894'0'0,"-17"7"-9568"0"0,6 3-1294 0 0,-4-2 1080 0 0,0 1 0 0 0,0 0 0 0 0,-1-1 0 0 0,1 1 0 0 0,-1 0 0 0 0,0 1 0 0 0,1-1 0 0 0,-1 0 0 0 0,-1 1 0 0 0,1-1 0 0 0,0 1 0 0 0,-1-1 0 0 0,2 6 0 0 0,10 55 323 0 0,-10-40-276 0 0,7 32-81 0 0,-5-21-259 0 0,2 1 1 0 0,18 52-1 0 0,-25-87 85 0 0,0 0 1 0 0,1 0 0 0 0,-1 0 0 0 0,1 0-1 0 0,0 0 1 0 0,-1 0 0 0 0,1 0 0 0 0,-1-1-1 0 0,1 1 1 0 0,0 0 0 0 0,0 0 0 0 0,0-1-1 0 0,-1 1 1 0 0,1 0 0 0 0,2 0 0 0 0,-1 0-659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5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1375 0 0,'2'5'4282'0'0,"5"6"-3017"0"0,-6-9-1219 0 0,1 0-1 0 0,0-1 1 0 0,0 0-1 0 0,0 1 1 0 0,0-1 0 0 0,0 0-1 0 0,0 0 1 0 0,0 0-1 0 0,0 0 1 0 0,0 0-1 0 0,1 0 1 0 0,-1-1 0 0 0,0 1-1 0 0,1-1 1 0 0,-1 1-1 0 0,0-1 1 0 0,1 0 0 0 0,-1 0-1 0 0,0 0 1 0 0,1 0-1 0 0,3-1 1 0 0,9-2 2 0 0,0 0 0 0 0,18-6-1 0 0,-18 5 32 0 0,2-1-62 0 0,22-4-2339 0 0,-31 7-193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6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246 33 6215 0 0,'0'-1'61'0'0,"0"-1"0"0"0,0 1-1 0 0,0 0 1 0 0,0 0-1 0 0,0-1 1 0 0,0 1-1 0 0,0 0 1 0 0,-1 0 0 0 0,1 0-1 0 0,0-1 1 0 0,-1 1-1 0 0,1 0 1 0 0,-1 0 0 0 0,1 0-1 0 0,-1 0 1 0 0,0 0-1 0 0,1 0 1 0 0,-1 0-1 0 0,0 0 1 0 0,0 0 0 0 0,0 0-1 0 0,0 0 1 0 0,0 0-1 0 0,0 1 1 0 0,0-1-1 0 0,-1 0 1 0 0,0 0-40 0 0,-1 0 0 0 0,1 1 0 0 0,0-1 0 0 0,-1 1 0 0 0,1 0 0 0 0,0 0 0 0 0,-1 0 0 0 0,1 0 0 0 0,0 0 0 0 0,-1 0 0 0 0,1 1-1 0 0,-4 1 1 0 0,-4 1 80 0 0,0 0-1 0 0,1 1 1 0 0,0 0-1 0 0,0 1 1 0 0,-11 8-1 0 0,5-2 116 0 0,0 0 0 0 0,1 1 0 0 0,-15 17 0 0 0,23-22-127 0 0,0 0 0 0 0,1 1 0 0 0,0 0 0 0 0,0 0 0 0 0,1 0 0 0 0,0 1 0 0 0,0-1 0 0 0,-2 13 0 0 0,3-11-89 0 0,0 0 0 0 0,1 1 0 0 0,0-1 0 0 0,1 0 0 0 0,1 1 0 0 0,-1 0 0 0 0,2-1 0 0 0,-1 1 0 0 0,2-1 0 0 0,-1 1 0 0 0,4 10 0 0 0,-4-19 34 0 0,0 0-1 0 0,0 1 0 0 0,1-1 0 0 0,-1 0 1 0 0,1 0-1 0 0,0 0 0 0 0,-1 0 0 0 0,1 0 1 0 0,0-1-1 0 0,0 1 0 0 0,0 0 0 0 0,0-1 1 0 0,0 0-1 0 0,0 1 0 0 0,4 0 0 0 0,-2 0 52 0 0,1 1 1 0 0,0-2-1 0 0,0 1 0 0 0,0-1 0 0 0,0 1 0 0 0,7 0 0 0 0,0-2-2 0 0,-1 0-1 0 0,0-1 1 0 0,0 0 0 0 0,0 0-1 0 0,0-1 1 0 0,0 0-1 0 0,0-1 1 0 0,-1-1-1 0 0,1 0 1 0 0,16-8 0 0 0,-21 9-49 0 0,0 0 0 0 0,-1-1 1 0 0,1 1-1 0 0,-1-1 1 0 0,0 0-1 0 0,0 0 0 0 0,-1-1 1 0 0,1 1-1 0 0,-1-1 1 0 0,0 0-1 0 0,0 0 0 0 0,-1-1 1 0 0,1 1-1 0 0,-1-1 1 0 0,-1 0-1 0 0,1 1 0 0 0,-1-1 1 0 0,0 0-1 0 0,0-1 1 0 0,1-5-1 0 0,-3 10-10 0 0,0 1-1 0 0,0 0 1 0 0,1 0-1 0 0,-1 0 1 0 0,-1 0-1 0 0,1 0 1 0 0,0 0 0 0 0,0 0-1 0 0,0-1 1 0 0,0 1-1 0 0,-1 0 1 0 0,1 0 0 0 0,-1 0-1 0 0,1 0 1 0 0,0 0-1 0 0,-1 0 1 0 0,0 0 0 0 0,1 0-1 0 0,-1 1 1 0 0,0-1-1 0 0,1 0 1 0 0,-1 0-1 0 0,0 0 1 0 0,0 1 0 0 0,0-1-1 0 0,0 0 1 0 0,0 1-1 0 0,1-1 1 0 0,-1 0 0 0 0,0 1-1 0 0,0 0 1 0 0,-1-1-1 0 0,1 1 1 0 0,0 0 0 0 0,0-1-1 0 0,0 1 1 0 0,0 0-1 0 0,0 0 1 0 0,0 0-1 0 0,0 0 1 0 0,-2 0 0 0 0,-7 0 39 0 0,1 0 0 0 0,0 1 0 0 0,-1 1 0 0 0,-9 2 0 0 0,8-2-80 0 0,-10 2 26 0 0,0 1 0 0 0,0 1 0 0 0,0 1-1 0 0,-36 18 1 0 0,46-23-1407 0 0,13-3 856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7.1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9671 0 0,'0'-1'104'0'0,"0"0"-1"0"0,-1 1 1 0 0,1-1 0 0 0,0 1-1 0 0,0-1 1 0 0,0 0-1 0 0,0 1 1 0 0,0-1-1 0 0,1 1 1 0 0,-1-1-1 0 0,0 0 1 0 0,0 1 0 0 0,0-1-1 0 0,0 1 1 0 0,1-1-1 0 0,-1 1 1 0 0,0-1-1 0 0,1 1 1 0 0,-1-1-1 0 0,0 1 1 0 0,1-1 0 0 0,-1 1-1 0 0,0-1 1 0 0,1 1-1 0 0,-1-1 1 0 0,1 1-1 0 0,-1 0 1 0 0,1-1-1 0 0,0 1 1 0 0,13-12 1008 0 0,-5 9-1006 0 0,0 0 0 0 0,0 0 0 0 0,1 1 0 0 0,-1 0-1 0 0,0 1 1 0 0,1 0 0 0 0,-1 1 0 0 0,17 0 0 0 0,-19 0-94 0 0,3 0-293 0 0,19-1-1567 0 0,-26-1 1337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7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7567 0 0,'0'0'39'0'0,"0"0"1"0"0,0 0-1 0 0,0 0 0 0 0,0 0 0 0 0,0 0 0 0 0,0 0 0 0 0,0-1 0 0 0,0 1 0 0 0,0 0 0 0 0,0 0 0 0 0,0 0 0 0 0,0 0 0 0 0,0 0 0 0 0,0 0 0 0 0,0 0 0 0 0,0-1 0 0 0,0 1 1 0 0,0 0-1 0 0,0 0 0 0 0,1-1 586 0 0,-1 1-586 0 0,0 0 0 0 0,0 0 0 0 0,0-1 0 0 0,0 1 0 0 0,1 0 0 0 0,-1 0 0 0 0,0 0 0 0 0,0 0 0 0 0,0 0 0 0 0,0 0 0 0 0,0 0 0 0 0,0 0 0 0 0,0 0 1 0 0,1 0-1 0 0,-1 0 0 0 0,0 0 0 0 0,0 0 0 0 0,0 0 0 0 0,0 0 0 0 0,0 0 0 0 0,0 0 0 0 0,0 0 0 0 0,1 1 0 0 0,6 6 1623 0 0,5 16-302 0 0,-10-14-1320 0 0,-1 1 1 0 0,0 0 0 0 0,-1 0-1 0 0,0 0 1 0 0,0 0-1 0 0,-1 0 1 0 0,-1-1 0 0 0,-2 12-1 0 0,2-10-31 0 0,0 0-1 0 0,0 0 0 0 0,1 1 1 0 0,1-1-1 0 0,1 16 1 0 0,-1-24 28 0 0,0 0 1 0 0,1 0 0 0 0,-1 0 0 0 0,1 0 0 0 0,0 0 0 0 0,0 0-1 0 0,0 0 1 0 0,0 0 0 0 0,1-1 0 0 0,-1 1 0 0 0,1 0 0 0 0,-1-1 0 0 0,1 1-1 0 0,0-1 1 0 0,0 0 0 0 0,0 1 0 0 0,0-1 0 0 0,1 0 0 0 0,-1 0-1 0 0,0-1 1 0 0,1 1 0 0 0,-1 0 0 0 0,1-1 0 0 0,0 0 0 0 0,0 1-1 0 0,-1-1 1 0 0,1 0 0 0 0,0 0 0 0 0,0-1 0 0 0,0 1 0 0 0,0-1-1 0 0,0 1 1 0 0,0-1 0 0 0,0 0 0 0 0,0 0 0 0 0,5-1 0 0 0,2 0-68 0 0,1-1 0 0 0,0-1 0 0 0,-1 0 0 0 0,0 0 1 0 0,1-1-1 0 0,-1 0 0 0 0,0-1 0 0 0,-1 0 1 0 0,1 0-1 0 0,-1-1 0 0 0,11-9 0 0 0,-12 8-615 0 0,8-6-387 0 0,-10 2-3284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7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 5063 0 0,'3'1'648'0'0,"0"0"-1"0"0,0 0 0 0 0,0-1 0 0 0,1 0 0 0 0,-1 1 0 0 0,0-1 0 0 0,0-1 0 0 0,0 1 0 0 0,5-1 0 0 0,1 0-155 0 0,1 1 18 0 0,-1-1 0 0 0,1 0 0 0 0,0-1 0 0 0,-1 0-1 0 0,19-6 1 0 0,-21 5-854 0 0,0 0 0 0 0,-1 0 0 0 0,0 0 0 0 0,0-1 0 0 0,7-4 0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8.5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 8287 0 0,'3'58'4740'0'0,"-1"-38"-4762"0"0,-1 41 0 0 0,-3-37-106 0 0,0-1 0 0 0,-2 0 0 0 0,0-1 0 0 0,-10 31 0 0 0,14-52 141 0 0,-1 0-1 0 0,1 0 0 0 0,0 0 0 0 0,0-1 0 0 0,-1 1 1 0 0,1 0-1 0 0,0 0 0 0 0,-1-1 0 0 0,1 1 0 0 0,-1 0 1 0 0,1-1-1 0 0,-1 1 0 0 0,1 0 0 0 0,-1-1 0 0 0,1 1 1 0 0,-1-1-1 0 0,1 1 0 0 0,-1-1 0 0 0,0 1 0 0 0,1-1 1 0 0,-1 1-1 0 0,0-1 0 0 0,0 0 0 0 0,1 1 0 0 0,-3-1 1 0 0,3 0 32 0 0,-1-1 0 0 0,1 1 0 0 0,0-1 0 0 0,-1 1 0 0 0,1-1 0 0 0,-1 1 0 0 0,1-1 0 0 0,0 1 0 0 0,0-1 0 0 0,-1 0 0 0 0,1 1 0 0 0,0-1 0 0 0,0 1 0 0 0,0-1 0 0 0,0 0 0 0 0,0 1 0 0 0,0-1 0 0 0,-1 0 0 0 0,2 1 0 0 0,-1-1 0 0 0,0 1 0 0 0,0-1 0 0 0,0 0 0 0 0,0 1 0 0 0,0-1 0 0 0,0 0 0 0 0,1 1 0 0 0,-1-1 0 0 0,0 1 0 0 0,0-1 0 0 0,1 1 0 0 0,0-2 0 0 0,17-64-6 0 0,-11 38-161 0 0,11-29 0 0 0,-14 47 122 0 0,1 1 0 0 0,0 0 0 0 0,0-1 0 0 0,0 2 1 0 0,1-1-1 0 0,12-13 0 0 0,-13 17 87 0 0,0 0 1 0 0,0 1-1 0 0,0-1 1 0 0,1 1-1 0 0,-1 0 1 0 0,1 1-1 0 0,0-1 0 0 0,10-3 1 0 0,-15 6-74 0 0,1 1 1 0 0,0-1 0 0 0,-1 1 0 0 0,1 0-1 0 0,-1-1 1 0 0,1 1 0 0 0,0 0-1 0 0,0 0 1 0 0,-1 0 0 0 0,1 0-1 0 0,0 0 1 0 0,-1 1 0 0 0,1-1 0 0 0,-1 0-1 0 0,1 1 1 0 0,0-1 0 0 0,-1 1-1 0 0,1 0 1 0 0,-1-1 0 0 0,1 1-1 0 0,-1 0 1 0 0,1 0 0 0 0,-1 0-1 0 0,0 0 1 0 0,1 0 0 0 0,-1 0 0 0 0,0 0-1 0 0,0 1 1 0 0,0-1 0 0 0,0 0-1 0 0,0 1 1 0 0,0-1 0 0 0,0 1-1 0 0,-1-1 1 0 0,1 1 0 0 0,0-1 0 0 0,-1 1-1 0 0,1-1 1 0 0,0 4 0 0 0,4 16 5 0 0,-1-1 1 0 0,0 2 0 0 0,1 31 0 0 0,-3-24-4 0 0,7 34 1 0 0,-7-55-14 0 0,0 1 0 0 0,0-1 0 0 0,1 0 0 0 0,0 0 0 0 0,1 0 0 0 0,0 0 0 0 0,0-1 0 0 0,7 10 0 0 0,-10-16 16 0 0,0 0 1 0 0,0 0-1 0 0,-1 0 0 0 0,1 0 0 0 0,0 0 0 0 0,0 0 1 0 0,0-1-1 0 0,0 1 0 0 0,0 0 0 0 0,0 0 0 0 0,0-1 1 0 0,0 1-1 0 0,0-1 0 0 0,0 1 0 0 0,1-1 0 0 0,-1 1 1 0 0,0-1-1 0 0,0 0 0 0 0,1 1 0 0 0,-1-1 0 0 0,0 0 0 0 0,0 0 1 0 0,1 0-1 0 0,-1 0 0 0 0,2 0 0 0 0,-1-1 39 0 0,0 0-1 0 0,0 0 1 0 0,1 0-1 0 0,-1 0 1 0 0,0 0-1 0 0,0-1 1 0 0,0 1 0 0 0,0-1-1 0 0,-1 1 1 0 0,1-1-1 0 0,0 1 1 0 0,1-4-1 0 0,3-3 108 0 0,0 0-1 0 0,0 0 1 0 0,-2-1-1 0 0,1 0 0 0 0,4-12 1 0 0,17-51 194 0 0,20-99 0 0 0,-46 171-526 0 0,0-1-1 0 0,1 0 1 0 0,-1 1 0 0 0,0-1-1 0 0,1 0 1 0 0,-1 1 0 0 0,1-1-1 0 0,-1 1 1 0 0,1-1 0 0 0,-1 1-1 0 0,1-1 1 0 0,-1 1 0 0 0,1-1-1 0 0,0 1 1 0 0,-1 0 0 0 0,1-1-1 0 0,-1 1 1 0 0,1 0 0 0 0,0-1 0 0 0,0 1-1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5:58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10591 0 0,'1'1'134'0'0,"1"0"1"0"0,-1 0-1 0 0,0 0 0 0 0,0 1 0 0 0,0-1 0 0 0,0 1 0 0 0,0-1 0 0 0,0 1 0 0 0,0-1 0 0 0,0 1 0 0 0,0-1 0 0 0,-1 1 1 0 0,1 0-1 0 0,0 2 0 0 0,6 29 1270 0 0,-6-27-1240 0 0,1 18 50 0 0,0 0 0 0 0,-2 1 0 0 0,0-1 0 0 0,-2 1-1 0 0,-9 43 1 0 0,1 4 11 0 0,6-25-922 0 0,9-58-1863 0 0,-3 6 1849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06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25 3855 0 0,'1'-1'252'0'0,"0"-1"-1"0"0,-1 1 0 0 0,1 0 0 0 0,0-1 0 0 0,-1 1 0 0 0,1 0 0 0 0,-1-1 0 0 0,0 1 1 0 0,1 0-1 0 0,-1-1 0 0 0,0 1 0 0 0,0-3 0 0 0,-2-1 984 0 0,-5 14-655 0 0,-45 84 663 0 0,43-73-1100 0 0,3-9-79 0 0,1 0 0 0 0,0 0 0 0 0,1 0-1 0 0,0 1 1 0 0,1 0 0 0 0,1-1 0 0 0,-1 1 0 0 0,0 20-1 0 0,3-11 51 0 0,1 0 0 0 0,1 0-1 0 0,1 1 1 0 0,6 22-1 0 0,-6-35-51 0 0,0 1-1 0 0,1-1 1 0 0,8 14-1 0 0,-10-20 11 0 0,0 1-1 0 0,0-1 0 0 0,0 0 0 0 0,0 0 0 0 0,1 0 1 0 0,-1 0-1 0 0,1-1 0 0 0,0 1 0 0 0,0-1 1 0 0,0 1-1 0 0,0-1 0 0 0,4 2 0 0 0,-5-4-44 0 0,0 0-1 0 0,-1 1 0 0 0,1-1 0 0 0,0 0 0 0 0,0 0 0 0 0,-1 0 1 0 0,1 0-1 0 0,0-1 0 0 0,-1 1 0 0 0,1 0 0 0 0,0-1 1 0 0,-1 0-1 0 0,1 1 0 0 0,0-1 0 0 0,-1 0 0 0 0,1 1 1 0 0,-1-1-1 0 0,1 0 0 0 0,-1 0 0 0 0,0 0 0 0 0,1 0 1 0 0,-1-1-1 0 0,0 1 0 0 0,0 0 0 0 0,0-1 0 0 0,0 1 1 0 0,2-3-1 0 0,4-6 215 0 0,-1 0 1 0 0,10-19 0 0 0,-14 25-183 0 0,0 0-6 0 0,7-13 266 0 0,0-1 0 0 0,-1 0 0 0 0,-1-1 0 0 0,-1 1-1 0 0,6-31 1 0 0,-11 37-214 0 0,-2-1-1 0 0,0 0 1 0 0,0 1 0 0 0,-1-1-1 0 0,-1 1 1 0 0,0 0 0 0 0,0 0-1 0 0,-1 0 1 0 0,-1 0-1 0 0,0 1 1 0 0,-1-1 0 0 0,-7-11-1 0 0,10 19-126 0 0,-1 0-1 0 0,1 1 1 0 0,-1-1-1 0 0,0 1 1 0 0,0 0 0 0 0,0 0-1 0 0,0 0 1 0 0,0 0-1 0 0,-1 1 1 0 0,0-1-1 0 0,1 1 1 0 0,-1 0 0 0 0,0 1-1 0 0,0-1 1 0 0,0 1-1 0 0,0 0 1 0 0,0 0-1 0 0,0 1 1 0 0,0-1-1 0 0,0 1 1 0 0,0 0 0 0 0,0 0-1 0 0,0 1 1 0 0,0 0-1 0 0,0 0 1 0 0,0 0-1 0 0,0 0 1 0 0,0 1 0 0 0,0 0-1 0 0,0 0 1 0 0,1 0-1 0 0,-1 0 1 0 0,1 1-1 0 0,-6 4 1 0 0,9-6-64 0 0,0-1-37 0 0,0 1-1 0 0,0 0 0 0 0,0 0 1 0 0,0 0-1 0 0,0 0 0 0 0,0 0 1 0 0,0 0-1 0 0,1 0 0 0 0,-1 0 1 0 0,0 0-1 0 0,1 0 1 0 0,-1 0-1 0 0,0 1 0 0 0,1-1 1 0 0,-1 2-1 0 0,2 3-643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06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 6191 0 0,'2'5'287'0'0,"0"0"1"0"0,-1 0-1 0 0,1 0 0 0 0,-1 1 0 0 0,0-1 0 0 0,0 0 0 0 0,-1 1 0 0 0,0-1 0 0 0,0 1 0 0 0,0-1 0 0 0,0 0 0 0 0,-2 7 0 0 0,-3 11-319 0 0,-12 35 1 0 0,3-13 482 0 0,-14 79 339 0 0,24-102-687 0 0,2-1-1 0 0,0 1 1 0 0,3 40-1 0 0,2-46-55 0 0,-3-16-63 0 0,0 0 0 0 0,0 0 0 0 0,0 1 0 0 0,1-1 0 0 0,-1 0 0 0 0,0 0 0 0 0,0 0 0 0 0,0 1 0 0 0,0-1 0 0 0,0 0 0 0 0,0 0 0 0 0,0 1 0 0 0,0-1 0 0 0,0 0 0 0 0,1 0 0 0 0,-1 0 0 0 0,0 0 0 0 0,0 1 0 0 0,0-1 0 0 0,0 0 0 0 0,1 0 0 0 0,-1 0 0 0 0,0 0 0 0 0,0 0 0 0 0,0 0 0 0 0,1 1 0 0 0,-1-1 0 0 0,0 0 0 0 0,0 0 0 0 0,0 0 0 0 0,1 0 0 0 0,-1 0 0 0 0,0 0 0 0 0,0 0 0 0 0,0 0 0 0 0,1 0 0 0 0,-1 0 0 0 0,0 0 0 0 0,0 0 0 0 0,1 0 0 0 0,-1 0 0 0 0,0 0 0 0 0,0 0 0 0 0,0 0 0 0 0,1 0 0 0 0,-1-1 0 0 0,0 1 0 0 0,0 0 0 0 0,0 0 0 0 0,1 0 0 0 0,-1 0 0 0 0,0 0 0 0 0,0 0 0 0 0,0-1 0 0 0,0 1 0 0 0,1 0 0 0 0,-1 0 0 0 0,0 0 0 0 0,0-1 0 0 0,0 1 0 0 0,3-4-423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07.5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7567 0 0,'3'-6'150'0'0,"0"1"0"0"0,1 0 0 0 0,-1 0-1 0 0,1 0 1 0 0,1 0 0 0 0,-1 1 0 0 0,0-1-1 0 0,1 1 1 0 0,0 0 0 0 0,0 1-1 0 0,8-5 1 0 0,-6 3-77 0 0,1 1 0 0 0,-1 0 0 0 0,1 1 1 0 0,0 0-1 0 0,0 0 0 0 0,0 1 0 0 0,0-1 0 0 0,10 0 0 0 0,-17 3-41 0 0,1 0 0 0 0,0 0 0 0 0,0 0 0 0 0,-1 0-1 0 0,1 0 1 0 0,0 0 0 0 0,0 1 0 0 0,-1-1 0 0 0,1 1 0 0 0,0-1 0 0 0,-1 1 0 0 0,1-1-1 0 0,0 1 1 0 0,-1 0 0 0 0,1 0 0 0 0,-1 0 0 0 0,1 0 0 0 0,-1 0 0 0 0,0 0 0 0 0,1 0-1 0 0,-1 1 1 0 0,0-1 0 0 0,0 0 0 0 0,0 1 0 0 0,0-1 0 0 0,0 1 0 0 0,0-1 0 0 0,0 1-1 0 0,0 0 1 0 0,-1-1 0 0 0,1 1 0 0 0,-1 0 0 0 0,1-1 0 0 0,-1 1 0 0 0,0 0 0 0 0,1 0 0 0 0,-1-1-1 0 0,0 1 1 0 0,0 0 0 0 0,-1 2 0 0 0,1 2-19 0 0,0 1 1 0 0,-1-1-1 0 0,1 1 1 0 0,-2-1-1 0 0,1 0 1 0 0,-1 1-1 0 0,0-1 0 0 0,0 0 1 0 0,-6 10-1 0 0,0-5-71 0 0,0 0-1 0 0,-1 0 0 0 0,-1-1 1 0 0,1 0-1 0 0,-2-1 1 0 0,1 0-1 0 0,-20 12 0 0 0,-10 8-90 0 0,40-29 159 0 0,0 0 1 0 0,-1 0-1 0 0,1 0 0 0 0,0 0 1 0 0,0 1-1 0 0,0-1 1 0 0,-1 0-1 0 0,1 0 1 0 0,0 0-1 0 0,0 0 1 0 0,0 0-1 0 0,-1 0 1 0 0,1 1-1 0 0,0-1 1 0 0,0 0-1 0 0,0 0 0 0 0,0 0 1 0 0,0 1-1 0 0,0-1 1 0 0,-1 0-1 0 0,1 0 1 0 0,0 0-1 0 0,0 1 1 0 0,0-1-1 0 0,0 0 1 0 0,0 0-1 0 0,0 0 0 0 0,0 1 1 0 0,0-1-1 0 0,0 0 1 0 0,0 0-1 0 0,0 1 1 0 0,0-1-1 0 0,0 0 1 0 0,0 0-1 0 0,0 1 1 0 0,0-1-1 0 0,0 0 0 0 0,0 0 1 0 0,0 0-1 0 0,0 1 1 0 0,1-1-1 0 0,-1 0 1 0 0,0 0-1 0 0,0 0 1 0 0,0 1-1 0 0,0-1 1 0 0,0 0-1 0 0,1 0 0 0 0,-1 0 1 0 0,0 0-1 0 0,0 1 1 0 0,0-1-1 0 0,0 0 1 0 0,1 0-1 0 0,-1 0 1 0 0,0 0-1 0 0,0 0 1 0 0,0 0-1 0 0,1 0 0 0 0,20 6 388 0 0,1-1-200 0 0,-17-2-188 0 0,0 0 0 0 0,0 1 0 0 0,0 0 1 0 0,0 0-1 0 0,0 0 0 0 0,-1 1 0 0 0,0-1 0 0 0,0 1 0 0 0,0 0 0 0 0,-1 0 0 0 0,1 0 1 0 0,-1 1-1 0 0,0-1 0 0 0,-1 1 0 0 0,3 9 0 0 0,0-2-2 0 0,-2 1-1 0 0,1-1 0 0 0,-2 1 1 0 0,0 0-1 0 0,0 25 1 0 0,-3-31 8 0 0,1-6-41 0 0,0 0 0 0 0,0 0 0 0 0,-1 0 0 0 0,1-1 0 0 0,0 1 0 0 0,1 0 1 0 0,-1 0-1 0 0,0 0 0 0 0,0 0 0 0 0,1 0 0 0 0,0 2 0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09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150 103 2303 0 0,'0'-7'5854'0'0,"-3"-21"-4204"0"0,3 23-1287 0 0,-1 0 0 0 0,0-1-1 0 0,0 1 1 0 0,-1 0 0 0 0,-4-10 0 0 0,-2-8-60 0 0,8 23-303 0 0,0 0 0 0 0,0 0 0 0 0,0-1 0 0 0,0 1 0 0 0,0 0 0 0 0,0 0 0 0 0,0 0 0 0 0,0 0 0 0 0,0 0 0 0 0,0 0 0 0 0,0-1 0 0 0,0 1 0 0 0,0 0 0 0 0,0 0 0 0 0,-1 0 0 0 0,1 0 0 0 0,0 0 0 0 0,0 0 0 0 0,0 0 0 0 0,0-1 0 0 0,0 1 0 0 0,0 0 0 0 0,0 0 0 0 0,-1 0 0 0 0,1 0 0 0 0,0 0 0 0 0,0 0 0 0 0,0 0 0 0 0,0 0 0 0 0,0 0 0 0 0,-1 0 0 0 0,1 0 0 0 0,0 0 0 0 0,0 0 0 0 0,0 0 0 0 0,0 0 0 0 0,0 0 0 0 0,-1 0 0 0 0,1 0 0 0 0,0 0 0 0 0,0 0 0 0 0,0 0 0 0 0,0 0 0 0 0,0 0 0 0 0,-1 0 0 0 0,1 0 0 0 0,0 0 0 0 0,0 0 0 0 0,0 0 0 0 0,0 0 0 0 0,0 1 0 0 0,0-1 0 0 0,0 0 0 0 0,-1 0 0 0 0,1 0 0 0 0,0 0 0 0 0,0 0 0 0 0,0 0 0 0 0,0 0 0 0 0,0 1 0 0 0,-10 12 0 0 0,-7 19 0 0 0,5-6 16 0 0,-9 22 38 0 0,3 1 0 0 0,-14 50 0 0 0,28-84 89 0 0,1 1-1 0 0,1-1 1 0 0,0 1 0 0 0,1-1 0 0 0,1 1 0 0 0,2 24 0 0 0,0-35-8 0 0,-1 0 1 0 0,1-1 0 0 0,-1 1-1 0 0,2 0 1 0 0,-1 0 0 0 0,0-1-1 0 0,1 0 1 0 0,0 1 0 0 0,0-1-1 0 0,0 0 1 0 0,4 4 0 0 0,4 3 137 0 0,1 0-1 0 0,16 12 1 0 0,-27-22-285 0 0,0-1-1 0 0,0 0 1 0 0,0 1-1 0 0,0-1 0 0 0,0 0 1 0 0,0 1-1 0 0,1-1 1 0 0,-1 0-1 0 0,0 0 1 0 0,0 0-1 0 0,0 0 0 0 0,0 0 1 0 0,0 0-1 0 0,1 0 1 0 0,-1 0-1 0 0,0-1 1 0 0,0 1-1 0 0,0 0 0 0 0,0-1 1 0 0,0 1-1 0 0,0-1 1 0 0,0 1-1 0 0,0-1 1 0 0,0 0-1 0 0,0 1 0 0 0,2-2 1 0 0,26-24-1474 0 0,-25 21 1006 0 0,5-3-159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0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2527 0 0,'-1'1'112'0'0,"-1"-1"24"0"0,-1 0-136 0 0,2 0 0 0 0,-1 0 0 0 0,2-1 0 0 0,0-2-72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0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0 919 0 0,'-4'86'2583'0'0,"-4"-1"0"0"0,-22 97 0 0 0,-9 88 2668 0 0,41-250-6024 0 0,1-20-26 0 0,3-12-129 0 0,-2 4-1957 0 0,0-1-802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1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0 153 5063 0 0,'45'-4'6950'0'0,"-3"-9"-3894"0"0,-34 10-3278 0 0,-1-1-1 0 0,1 0 0 0 0,0-1 1 0 0,-1 1-1 0 0,0-2 0 0 0,0 1 0 0 0,-1-1 1 0 0,1 0-1 0 0,-1 0 0 0 0,-1-1 0 0 0,1 0 1 0 0,-1 0-1 0 0,5-8 0 0 0,14-24-3817 0 0,-17 27 1016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1.1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37 3679 0 0,'0'-2'500'0'0,"1"-32"5547"0"0,-2 35-5876 0 0,0 0 0 0 0,-1 0 1 0 0,1 1-1 0 0,0-1 0 0 0,0 1 0 0 0,0-1 0 0 0,1 1 1 0 0,-1-1-1 0 0,0 1 0 0 0,1 0 0 0 0,-1-1 0 0 0,0 4 1 0 0,-1-1 175 0 0,-70 204 2557 0 0,43-121-2682 0 0,14-46-297 0 0,2 2 0 0 0,2-1 0 0 0,2 2 0 0 0,-5 54 0 0 0,14-83-938 0 0,1-6-2554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6:12.5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5527 0 0,'5'-13'13607'0'0,"-1"10"-14475"0"0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5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3223 0 0,'1'0'369'0'0,"0"1"-1"0"0,1-1 1 0 0,-1 1-1 0 0,0-1 0 0 0,1 1 1 0 0,-1 0-1 0 0,0 0 0 0 0,0-1 1 0 0,0 1-1 0 0,0 0 0 0 0,0 0 1 0 0,0 0-1 0 0,0 0 1 0 0,0 0-1 0 0,0 0 0 0 0,1 2 1 0 0,15 24 283 0 0,-14-21-113 0 0,2 2-415 0 0,-1 1-1 0 0,0-1 1 0 0,-1 1 0 0 0,0 0 0 0 0,-1 0 0 0 0,1 0 0 0 0,0 14 0 0 0,2 68 152 0 0,-3-26-25 0 0,-2-63-534 0 0,1 10 656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5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64 8287 0 0,'0'-1'112'0'0,"-1"1"-1"0"0,1 0 0 0 0,0-1 0 0 0,-1 1 1 0 0,1-1-1 0 0,0 1 0 0 0,0 0 0 0 0,-1-1 1 0 0,1 1-1 0 0,0-1 0 0 0,0 1 0 0 0,0-1 1 0 0,0 1-1 0 0,0 0 0 0 0,0-1 0 0 0,-1 1 0 0 0,1-1 1 0 0,0 1-1 0 0,0-1 0 0 0,0 1 0 0 0,0-1 1 0 0,1 1-1 0 0,-1-1 0 0 0,0 1 0 0 0,0-1 1 0 0,0 1-1 0 0,0-1 0 0 0,0 1 0 0 0,1 0 1 0 0,-1-1-1 0 0,0 1 0 0 0,0-1 0 0 0,1 1 1 0 0,-1 0-1 0 0,1-1 0 0 0,19-15 548 0 0,29-5-987 0 0,-41 19 327 0 0,1-1 0 0 0,-1 1 0 0 0,1 1 0 0 0,-1 0 1 0 0,1 0-1 0 0,0 0 0 0 0,0 1 0 0 0,-1 1 0 0 0,1-1 0 0 0,0 2 0 0 0,8 1 0 0 0,-14-3 4 0 0,-1 1 1 0 0,1 0 0 0 0,-1 0-1 0 0,1 0 1 0 0,-1 0-1 0 0,1 0 1 0 0,-1 0-1 0 0,0 1 1 0 0,0-1-1 0 0,1 1 1 0 0,-1-1-1 0 0,0 1 1 0 0,-1 0 0 0 0,1 0-1 0 0,0 0 1 0 0,0 0-1 0 0,-1 0 1 0 0,1 0-1 0 0,-1 1 1 0 0,0-1-1 0 0,0 0 1 0 0,0 1 0 0 0,0-1-1 0 0,0 1 1 0 0,0-1-1 0 0,0 1 1 0 0,-1 0-1 0 0,0-1 1 0 0,1 1-1 0 0,-1 0 1 0 0,0-1 0 0 0,0 1-1 0 0,0 0 1 0 0,-1-1-1 0 0,1 1 1 0 0,-1-1-1 0 0,1 1 1 0 0,-1 0-1 0 0,-2 3 1 0 0,1 1 59 0 0,-1-1 1 0 0,0 0-1 0 0,0 0 0 0 0,-1 0 0 0 0,0 0 1 0 0,0 0-1 0 0,-1-1 0 0 0,1 0 1 0 0,-1 0-1 0 0,0 0 0 0 0,0 0 0 0 0,-1-1 1 0 0,-5 4-1 0 0,0-1 134 0 0,0 0 1 0 0,-1-1-1 0 0,0 0 1 0 0,1-1-1 0 0,-2 0 1 0 0,-12 3-1 0 0,22-7-455 0 0,-21 3 1200 0 0,12-4-1933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6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 2759 0 0,'-5'10'367'0'0,"7"26"6788"0"0,-1-23-5865 0 0,-2 32-787 0 0,-2-1-1 0 0,-12 67 0 0 0,-2 18-141 0 0,17-126-496 0 0,-1 10-1216 0 0,1-10 575 0 0,2-7 245 0 0,0-2-244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6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73 4607 0 0,'6'-5'5399'0'0,"29"-19"-4175"0"0,-20 16-1039 0 0,1 1-1 0 0,1 1 1 0 0,29-8 0 0 0,-37 11-71 0 0,0 1 0 0 0,1 1 0 0 0,-1 0 0 0 0,0 0 0 0 0,0 1 0 0 0,1 0 0 0 0,-1 1 0 0 0,17 2 0 0 0,-24-3-102 0 0,-1 1 1 0 0,1-1-1 0 0,0 1 0 0 0,-1-1 0 0 0,1 1 0 0 0,-1-1 1 0 0,1 1-1 0 0,-1 0 0 0 0,0 0 0 0 0,1 0 0 0 0,-1 0 1 0 0,0 0-1 0 0,1 0 0 0 0,-1 0 0 0 0,0 0 0 0 0,0 0 0 0 0,0 0 1 0 0,0 1-1 0 0,0-1 0 0 0,0 1 0 0 0,0-1 0 0 0,-1 0 1 0 0,1 1-1 0 0,0 1 0 0 0,0 0-9 0 0,-1-1 0 0 0,0 1 0 0 0,0 0 1 0 0,0-1-1 0 0,-1 1 0 0 0,1-1 0 0 0,-1 1 0 0 0,1 0 0 0 0,-1-1 0 0 0,0 1 1 0 0,0-1-1 0 0,0 0 0 0 0,-2 4 0 0 0,-4 6-54 0 0,-1-1 1 0 0,0 1-1 0 0,0-2 1 0 0,-16 15-1 0 0,3-3-137 0 0,2-5 196 0 0,1 1 0 0 0,-26 37 0 0 0,43-54 13 0 0,1-1 0 0 0,0 0 0 0 0,-1 1 0 0 0,1-1-1 0 0,0 1 1 0 0,0-1 0 0 0,0 0 0 0 0,-1 1 0 0 0,1-1-1 0 0,0 1 1 0 0,0-1 0 0 0,0 1 0 0 0,0-1 0 0 0,0 1-1 0 0,0-1 1 0 0,0 1 0 0 0,0-1 0 0 0,0 0 0 0 0,0 1-1 0 0,0-1 1 0 0,0 1 0 0 0,0-1 0 0 0,1 1 0 0 0,-1-1-1 0 0,0 1 1 0 0,0-1 0 0 0,0 0 0 0 0,1 1 0 0 0,-1-1-1 0 0,0 1 1 0 0,0-1 0 0 0,1 0 0 0 0,-1 1 0 0 0,0-1-1 0 0,1 0 1 0 0,-1 1 0 0 0,0-1 0 0 0,1 0 0 0 0,-1 0-1 0 0,1 1 1 0 0,-1-1 0 0 0,0 0 0 0 0,1 0 0 0 0,-1 0-1 0 0,1 1 1 0 0,-1-1 0 0 0,1 0 0 0 0,0 0 0 0 0,29 6 312 0 0,-18-5-262 0 0,1 4-92 0 0,0 0 0 0 0,-1 1-1 0 0,1 1 1 0 0,-1 0 0 0 0,-1 0-1 0 0,1 1 1 0 0,-1 0 0 0 0,17 18-1 0 0,-28-27 1 0 0,0 1 1 0 0,0 0-1 0 0,0 0 0 0 0,0 0 0 0 0,0 0 0 0 0,-1 0 0 0 0,1 0 0 0 0,0 0 0 0 0,0 0 0 0 0,0 0 1 0 0,0 0-1 0 0,0-1 0 0 0,0 1 0 0 0,0 0 0 0 0,0 0 0 0 0,0 0 0 0 0,0 0 0 0 0,1 0 0 0 0,-1 0 1 0 0,0 0-1 0 0,0 0 0 0 0,0 0 0 0 0,0 0 0 0 0,0-1 0 0 0,0 1 0 0 0,0 0 0 0 0,0 0 1 0 0,0 0-1 0 0,0 0 0 0 0,0 0 0 0 0,0 0 0 0 0,0 0 0 0 0,0 0 0 0 0,0 0 0 0 0,0 0 0 0 0,0 0 1 0 0,1 0-1 0 0,-1 0 0 0 0,0 0 0 0 0,0 0 0 0 0,0 0 0 0 0,0 0 0 0 0,0 0 0 0 0,0 0 0 0 0,0 0 1 0 0,0 0-1 0 0,0 0 0 0 0,0 0 0 0 0,1 0 0 0 0,-1 0 0 0 0,0 0 0 0 0,0 0 0 0 0,0 0 0 0 0,0 0 1 0 0,0 0-1 0 0,0 0 0 0 0,0 0 0 0 0,0 0 0 0 0,0 0 0 0 0,0 0 0 0 0,1 0 0 0 0,-1 0-22 0 0,0-3-451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7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90 2759 0 0,'-17'47'7684'0'0,"-3"9"-5978"0"0,19-51-1585 0 0,-1 7-41 0 0,-8 37-9 0 0,8-36 14 0 0,5 37 24 0 0,-1-36-95 0 0,-2-11 11 0 0,1 0 1 0 0,-1 1 0 0 0,1-1-1 0 0,0 0 1 0 0,0 1-1 0 0,0-1 1 0 0,0 0 0 0 0,0 0-1 0 0,1 0 1 0 0,0 0 0 0 0,-1 0-1 0 0,1 0 1 0 0,0-1-1 0 0,3 4 1 0 0,-3-4 10 0 0,0-1 0 0 0,0 1 1 0 0,0-1-1 0 0,0 0 0 0 0,0 0 0 0 0,1 0 1 0 0,-1 0-1 0 0,0 0 0 0 0,0 0 0 0 0,1-1 1 0 0,-1 1-1 0 0,0-1 0 0 0,1 1 0 0 0,-1-1 0 0 0,4 0 1 0 0,1 0 61 0 0,-1-1-1 0 0,0 0 1 0 0,1-1 0 0 0,-1 1 0 0 0,0-1 0 0 0,1-1 0 0 0,-1 1 0 0 0,-1-1 0 0 0,1 0 0 0 0,0 0-1 0 0,8-6 1 0 0,-4 1-26 0 0,-1-1 0 0 0,0 0 0 0 0,0 0 0 0 0,0-1 0 0 0,-1 0-1 0 0,-1 0 1 0 0,0-1 0 0 0,0 0 0 0 0,-1 0 0 0 0,0-1 0 0 0,-1 1 0 0 0,-1-1-1 0 0,5-15 1 0 0,-7 18-24 0 0,0 0-1 0 0,0 0 0 0 0,-1 0 0 0 0,0 0 1 0 0,-1 0-1 0 0,0-1 0 0 0,0 1 0 0 0,-1 0 1 0 0,0 0-1 0 0,-1 0 0 0 0,0 0 0 0 0,0 0 1 0 0,-1 0-1 0 0,0 0 0 0 0,-1 1 0 0 0,0-1 1 0 0,0 1-1 0 0,-11-15 0 0 0,14 21-65 0 0,-1 0 0 0 0,0 0 0 0 0,0 0 0 0 0,1 0 0 0 0,-1 1 0 0 0,0-1 0 0 0,-1 1 0 0 0,1-1 0 0 0,0 1-1 0 0,0 0 1 0 0,-1 0 0 0 0,1 0 0 0 0,0 0 0 0 0,-1 0 0 0 0,1 0 0 0 0,-1 1 0 0 0,1-1 0 0 0,-1 1 0 0 0,1 0 0 0 0,-1-1 0 0 0,0 1 0 0 0,1 0-1 0 0,-1 1 1 0 0,1-1 0 0 0,-1 0 0 0 0,1 1 0 0 0,-1 0 0 0 0,1-1 0 0 0,-4 3 0 0 0,0-1-41 0 0,0 1 0 0 0,0 0 0 0 0,1 0 0 0 0,-1 1 0 0 0,1 0 0 0 0,0-1 0 0 0,0 2 0 0 0,1-1 0 0 0,-1 1 1 0 0,-6 8-1 0 0,-12 27-1009 0 0,15-22-2740 0 0,4-2-758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7.5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12527 0 0,'-1'6'279'0'0,"0"0"-1"0"0,1 0 0 0 0,0 0 0 0 0,0 9 1 0 0,2 27-175 0 0,-3 25-88 0 0,-1 5-16 0 0,0-6 0 0 0,2-9-38 0 0,0-46-156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7.8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4143 0 0,'7'11'9404'0'0,"-6"-11"-9012"0"0,20 6 1578 0 0,23-6-1968 0 0,-10-2 334 0 0,-15 0-352 0 0,1 1 0 0 0,0 1-1 0 0,32 4 1 0 0,-51-4-76 0 0,-1 0-1 0 0,1 0 1 0 0,0 0 0 0 0,0 0-1 0 0,-1 0 1 0 0,1 1 0 0 0,0-1 0 0 0,0 0-1 0 0,-1 0 1 0 0,1 1 0 0 0,0-1-1 0 0,-1 0 1 0 0,1 1 0 0 0,0-1 0 0 0,-1 1-1 0 0,1-1 1 0 0,-1 1 0 0 0,1-1-1 0 0,-1 1 1 0 0,1-1 0 0 0,-1 1-1 0 0,1 0 1 0 0,-1-1 0 0 0,1 1 0 0 0,-1 0-1 0 0,1 0 1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8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14135 0 0,'19'11'2904'0'0,"-11"-5"-2521"0"0,1-1 0 0 0,0 0 0 0 0,11 3-1 0 0,-18-7-469 0 0,-1 0 0 0 0,1-1 0 0 0,-1 1 0 0 0,1-1 0 0 0,0 0 0 0 0,-1 1 0 0 0,1-1 0 0 0,0 0 0 0 0,0 0 0 0 0,-1 0 0 0 0,1 0 0 0 0,0 0 0 0 0,-1-1 0 0 0,1 1 0 0 0,0 0 0 0 0,-1-1 0 0 0,1 1 0 0 0,0-1 0 0 0,-1 0 0 0 0,1 1 0 0 0,-1-1 0 0 0,1 0 0 0 0,-1 0 0 0 0,2-2 0 0 0,4-10-2956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8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 15463 0 0,'-1'14'591'0'0,"0"0"0"0"0,-5 22 1 0 0,1-3-510 0 0,-7 32 76 0 0,-4 8-28 0 0,-1-9-12 0 0,6-17-122 0 0,-8 51-2319 0 0,18-94 1247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8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 15231 0 0,'3'5'107'0'0,"0"1"0"0"0,-1 0 0 0 0,0-1 0 0 0,0 1 0 0 0,0 0 0 0 0,-1 0 0 0 0,1 0 0 0 0,-2 1 0 0 0,1-1 0 0 0,-1 0 0 0 0,1 0 0 0 0,-2 0 0 0 0,1 1 0 0 0,-1-1 0 0 0,-2 11 0 0 0,-3 7-532 0 0,-1-1 0 0 0,-16 37 1 0 0,-7 28-1046 0 0,28-79 1310 0 0,5 2-77 0 0,13 33 313 0 0,-15-43-52 0 0,0 1 0 0 0,0-1 0 0 0,1 1 0 0 0,-1-1 0 0 0,0 1 0 0 0,1-1 0 0 0,-1 0 0 0 0,1 1 0 0 0,-1-1 0 0 0,1 0 0 0 0,0 0 0 0 0,-1 0 0 0 0,1 0 0 0 0,0-1 0 0 0,0 1 0 0 0,0 0 0 0 0,0-1 0 0 0,-1 1 0 0 0,1-1 0 0 0,0 0 0 0 0,0 0 0 0 0,0 0 0 0 0,0 1 0 0 0,0-2 0 0 0,0 1 0 0 0,0 0 0 0 0,0 0 0 0 0,2-1 0 0 0,2 0 220 0 0,16 0 582 0 0,0-1 0 0 0,30-8 0 0 0,-41 8-803 0 0,0-2-1 0 0,-1 1 0 0 0,1-1 1 0 0,-1-1-1 0 0,0 0 0 0 0,15-9 1 0 0,-6-4-1393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9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0 10591 0 0,'11'1'1964'0'0,"-1"1"-1"0"0,1-1 1 0 0,18 7-1 0 0,-22-6-1869 0 0,1 0 0 0 0,-1 0 0 0 0,0 0-1 0 0,1-1 1 0 0,0 0 0 0 0,-1-1 0 0 0,1 0 0 0 0,0 0-1 0 0,10-1 1 0 0,-18 1-112 0 0,0 0-1 0 0,0 0 0 0 0,0-1 1 0 0,0 1-1 0 0,0 0 1 0 0,-1 0-1 0 0,1 0 0 0 0,0 0 1 0 0,0 0-1 0 0,0 0 0 0 0,0 0 1 0 0,0 0-1 0 0,0 0 1 0 0,0 0-1 0 0,0 0 0 0 0,0 0 1 0 0,0 0-1 0 0,0 0 1 0 0,0 0-1 0 0,0-1 0 0 0,0 1 1 0 0,0 0-1 0 0,0 0 1 0 0,0 0-1 0 0,0 0 0 0 0,0 0 1 0 0,0 0-1 0 0,0 0 0 0 0,0 0 1 0 0,0 0-1 0 0,0 0 1 0 0,0 0-1 0 0,0-1 0 0 0,0 1 1 0 0,0 0-1 0 0,0 0 1 0 0,0 0-1 0 0,0 0 0 0 0,0 0 1 0 0,0 0-1 0 0,0 0 0 0 0,0 0 1 0 0,0 0-1 0 0,0 0 1 0 0,0 0-1 0 0,0 0 0 0 0,0 0 1 0 0,0 0-1 0 0,1-1 1 0 0,-1 1-1 0 0,0 0 0 0 0,0 0 1 0 0,0 0-1 0 0,0 0 1 0 0,0 0-1 0 0,0 0 0 0 0,0 0 1 0 0,0 0-1 0 0,0 0 0 0 0,0 0 1 0 0,0 0-1 0 0,0 0 1 0 0,1 0-1 0 0,-1 0 0 0 0,0 0 1 0 0,0 0-1 0 0,0 0 1 0 0,-10-4-1694 0 0,-13-2-1785 0 0,20 5 3077 0 0,0 1 0 0 0,-1 0 0 0 0,1 0 0 0 0,0 0 0 0 0,0 1 0 0 0,0-1 0 0 0,0 1 0 0 0,0 0 0 0 0,0 0 1 0 0,0 0-1 0 0,-3 1 0 0 0,3 0 377 0 0,-1 0 1 0 0,1 0-1 0 0,0 0 1 0 0,1 0-1 0 0,-1 1 1 0 0,0-1 0 0 0,0 1-1 0 0,-2 4 1 0 0,-3 5 812 0 0,1 0 1 0 0,0 1-1 0 0,1 0 1 0 0,-6 16-1 0 0,-2 4-827 0 0,-5 11 869 0 0,7-11-397 0 0,9-25 29 0 0,0 4 17 0 0,-10 36 3 0 0,10-35 8 0 0,3 45 560 0 0,0-47 6 0 0,4 2-606 0 0,15 35-31 0 0,-15-36 362 0 0,3-5-489 0 0,22 20-39 0 0,-28-26-213 0 0,1 1 0 0 0,-1-1 0 0 0,1 0-1 0 0,0 0 1 0 0,-1 1 0 0 0,1-1 0 0 0,0 0 0 0 0,0-1 0 0 0,-1 1 0 0 0,1 0 0 0 0,0 0-1 0 0,0-1 1 0 0,0 1 0 0 0,0-1 0 0 0,0 0 0 0 0,0 1 0 0 0,0-1 0 0 0,0 0 0 0 0,0 0-1 0 0,0 0 1 0 0,0 0 0 0 0,0-1 0 0 0,0 1 0 0 0,0-1 0 0 0,0 1 0 0 0,0-1 0 0 0,0 0-1 0 0,0 1 1 0 0,0-1 0 0 0,-1 0 0 0 0,1 0 0 0 0,0 0 0 0 0,-1-1 0 0 0,1 1 0 0 0,1-2 0 0 0,0 1-179 0 0,-1 0 1 0 0,-1-1-1 0 0,1 1 1 0 0,0 0 0 0 0,-1-1-1 0 0,1 0 1 0 0,-1 1 0 0 0,1-1-1 0 0,-1 0 1 0 0,0 1 0 0 0,0-1-1 0 0,-1 0 1 0 0,1 0 0 0 0,-1 0-1 0 0,1 0 1 0 0,-1 0 0 0 0,0 0-1 0 0,0 0 1 0 0,0 0 0 0 0,0 0-1 0 0,-1-3 1 0 0,-2-5-1540 0 0,-2-1-59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9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2303 0 0,'8'1'7276'0'0,"2"2"-3339"0"0,19 11-2247 0 0,-18-8-410 0 0,-5-4-1124 0 0,0 1 0 0 0,0-1 0 0 0,0 0 0 0 0,0-1 0 0 0,0 0 1 0 0,0 0-1 0 0,1 0 0 0 0,-1 0 0 0 0,8-1 0 0 0,-11-1-420 0 0,1 1 0 0 0,0-1 0 0 0,0 1 0 0 0,-1-1 0 0 0,1 0-1 0 0,0-1 1 0 0,-1 1 0 0 0,1-1 0 0 0,-1 1 0 0 0,4-3 0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29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293 1 13271 0 0,'-143'113'2074'0'0,"100"-76"-1894"0"0,33-29-196 0 0,1 0 0 0 0,0 2 0 0 0,-9 10 0 0 0,16-18-25 0 0,0 1-1 0 0,0 0 0 0 0,0 0 0 0 0,0 0 0 0 0,1 0 0 0 0,-1 0 0 0 0,1 0 0 0 0,0 0 0 0 0,0 1 1 0 0,0-1-1 0 0,0 0 0 0 0,1 1 0 0 0,-1-1 0 0 0,1 1 0 0 0,0 6 0 0 0,1-8-134 0 0,4 7-84 0 0,19 28 167 0 0,-19-28 65 0 0,2-4 188 0 0,18 17 85 0 0,-19-17 293 0 0,1 1-185 0 0,19 20 30 0 0,-19-20 1247 0 0,-7 5-1360 0 0,0 34-12 0 0,0-45-247 0 0,0 1 0 0 0,0 0 1 0 0,0-1-1 0 0,0 1 0 0 0,0 0 0 0 0,0-1 0 0 0,0 1 0 0 0,0-1 0 0 0,0 1 1 0 0,0 0-1 0 0,0-1 0 0 0,0 1 0 0 0,0 0 0 0 0,-1-1 0 0 0,1 1 0 0 0,0-1 0 0 0,0 1 1 0 0,-1 0-1 0 0,1-1 0 0 0,0 1 0 0 0,-1-1 0 0 0,0 2 0 0 0,-15 14 261 0 0,-1 0 0 0 0,-1-1 0 0 0,0-1 0 0 0,-38 22 0 0 0,56-35-339 0 0,-1-1 0 0 0,0 1 1 0 0,0-1-1 0 0,0 1 0 0 0,1-1 0 0 0,-1 0 0 0 0,0 1 0 0 0,0-1 1 0 0,0 0-1 0 0,0 0 0 0 0,0 0 0 0 0,0 0 0 0 0,0 1 0 0 0,0-1 0 0 0,0-1 1 0 0,0 1-1 0 0,0 0 0 0 0,1 0 0 0 0,-1 0 0 0 0,0 0 0 0 0,0-1 0 0 0,0 1 1 0 0,0 0-1 0 0,0-1 0 0 0,0 1 0 0 0,1-1 0 0 0,-3 0 0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0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1 14079 0 0,'3'8'1248'0'0,"-2"-6"-1130"0"0,0 1-1 0 0,-1 0 0 0 0,1 0 1 0 0,0 0-1 0 0,-1 0 0 0 0,0 0 1 0 0,1 0-1 0 0,-1 0 0 0 0,-1 0 1 0 0,1 3-1 0 0,-1 38-84 0 0,1-37-68 0 0,0 0 0 0 0,0 1 0 0 0,-1-1 0 0 0,0 1 0 0 0,-4 11 0 0 0,2-5-35 0 0,-4 23-298 0 0,-2-10-21 0 0,-3 16-419 0 0,3-17 369 0 0,6-19-167 0 0,1 1-702 0 0,-8 23-312 0 0,8-23-62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0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12263 0 0,'9'4'516'0'0,"-6"-2"-424"0"0,1 0 0 0 0,0 0 0 0 0,-1 1 0 0 0,1-1 0 0 0,-1 1 0 0 0,0 0 0 0 0,0 0 0 0 0,4 6 0 0 0,7 2-91 0 0,-6-4 12 0 0,0 1 0 0 0,0-1 1 0 0,13 18-1 0 0,17 20 8 0 0,-22-24 22 0 0,13 34-18 0 0,-7 2 48 0 0,-18-45 103 0 0,-5-2-58 0 0,0-2-3 0 0,0 0 0 0 0,-1 1 0 0 0,1-1 0 0 0,-1 0 1 0 0,-5 12-1 0 0,5-17 14 0 0,1 0 1 0 0,-1 0-1 0 0,0 0 1 0 0,0 0-1 0 0,0 0 1 0 0,0-1-1 0 0,0 1 1 0 0,0 0-1 0 0,-1-1 1 0 0,0 0-1 0 0,1 0 1 0 0,-1 1-1 0 0,0-2 1 0 0,0 1-1 0 0,0 0 1 0 0,0 0-1 0 0,0-1 1 0 0,-1 0-1 0 0,-4 2 1 0 0,-2-1 84 0 0,-1 0 1 0 0,1 0 0 0 0,-1-1-1 0 0,-13 0 1 0 0,19-2-531 0 0,1 1-1 0 0,-1 0 1 0 0,1-1 0 0 0,0 0 0 0 0,-1 0 0 0 0,1-1 0 0 0,-7-2 0 0 0,5-2-1933 0 0,5 3 1339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1.0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8751 0 0,'4'16'10064'0'0,"-3"-10"-9744"0"0,1 0-424 0 0,-1-2-88 0 0,1-1-8 0 0,-2 0-632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1.3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15631 0 0,'0'0'2016'0'0,"1"11"-1856"0"0,5 42-40 0 0,-2-2-212 0 0,-3-40-252 0 0,-1 0-69 0 0,2 33-10 0 0,-1-33-31 0 0,0 0-2242 0 0,4 31 1056 0 0,-4-32-346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1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0 2303 0 0,'25'6'13307'0'0,"-6"-3"-12549"0"0,29 1 0 0 0,-33-3-928 0 0,1 0 0 0 0,-1 1 0 0 0,20 5 0 0 0,-32-7-113 0 0,11 5 424 0 0,-6 10-2936 0 0,6 28 2165 0 0,-14-42 609 0 0,1-1 0 0 0,-1 0 0 0 0,0 1 0 0 0,0-1 0 0 0,1 1-1 0 0,-1-1 1 0 0,0 1 0 0 0,0-1 0 0 0,0 1 0 0 0,0-1 0 0 0,1 1 0 0 0,-1-1-1 0 0,0 1 1 0 0,0-1 0 0 0,0 1 0 0 0,0-1 0 0 0,0 1 0 0 0,0-1 0 0 0,0 1-1 0 0,0-1 1 0 0,-1 1 0 0 0,1-1 0 0 0,0 1 0 0 0,0-1 0 0 0,0 1 0 0 0,0-1-1 0 0,-1 1 1 0 0,-7 9-309 0 0,-1-1 0 0 0,0 0-1 0 0,-14 11 1 0 0,-13 12 1235 0 0,36-32-838 0 0,0 0-52 0 0,0 0 0 0 0,0 0 1 0 0,1 0-1 0 0,-1 0 0 0 0,0 0 0 0 0,0 0 0 0 0,1 0 0 0 0,-1 0 1 0 0,0 0-1 0 0,0 0 0 0 0,1 0 0 0 0,-1 0 0 0 0,0 0 0 0 0,0 0 1 0 0,0 0-1 0 0,1 0 0 0 0,-1 0 0 0 0,0 0 0 0 0,0 0 0 0 0,0 0 1 0 0,1 0-1 0 0,-1 1 0 0 0,0-1 0 0 0,0 0 0 0 0,0 0 0 0 0,0 0 1 0 0,1 0-1 0 0,-1 1 0 0 0,0-1 0 0 0,0 0 0 0 0,0 0 0 0 0,0 0 1 0 0,0 0-1 0 0,0 1 0 0 0,1-1 0 0 0,-1 0 0 0 0,0 0 0 0 0,0 1 1 0 0,0-1-1 0 0,0 0 0 0 0,0 0 0 0 0,0 0 0 0 0,0 1 0 0 0,0-1 1 0 0,0 0-1 0 0,0 0 0 0 0,0 1 0 0 0,0-1 0 0 0,0 0 0 0 0,0 0 1 0 0,0 0-1 0 0,0 1 0 0 0,-1-1 0 0 0,1 0 0 0 0,0 0 0 0 0,0 0 1 0 0,0 1-1 0 0,0-1 0 0 0,0 0 0 0 0,0 0 0 0 0,-1 0 0 0 0,1 1 1 0 0,0-1-1 0 0,0 0 0 0 0,0 0 0 0 0,0 0 0 0 0,-1 0 0 0 0,1 0 1 0 0,115 14-140 0 0,-113-14-18 0 0,4 2 2 0 0,0 0 98 0 0,-4-1 17 0 0,0 0 0 0 0,0-1 0 0 0,0 1-1 0 0,0-1 1 0 0,1 1 0 0 0,-1-1 0 0 0,0 1 0 0 0,4-1 0 0 0,-8 10 219 0 0,-7 32 4 0 0,7-39-155 0 0,1-1 0 0 0,0 1 0 0 0,-1 0-1 0 0,0-1 1 0 0,0 0 0 0 0,0 1 0 0 0,0-1-1 0 0,0 0 1 0 0,0 0 0 0 0,-1 0 0 0 0,1-1-1 0 0,0 1 1 0 0,-1 0 0 0 0,0-1 0 0 0,-4 3-1 0 0,-6 3 212 0 0,-35 27 667 0 0,25-17-281 0 0,0 0 0 0 0,-1-2 0 0 0,-1-1 0 0 0,0 0 0 0 0,-36 12 0 0 0,60-25-710 0 0,0-1 0 0 0,0 1 0 0 0,0-1 1 0 0,0 0-1 0 0,0 1 0 0 0,0-1 0 0 0,0 0 0 0 0,0 0 1 0 0,1 0-1 0 0,-1 0 0 0 0,0 0 0 0 0,0 0 0 0 0,0 0 0 0 0,0 0 1 0 0,0 0-1 0 0,0 0 0 0 0,0-1 0 0 0,0 1 0 0 0,0 0 1 0 0,0-1-1 0 0,0 1 0 0 0,1 0 0 0 0,-1-1 0 0 0,0 1 0 0 0,0-1 1 0 0,0 0-1 0 0,1 1 0 0 0,-1-1 0 0 0,0 0 0 0 0,1 1 1 0 0,-1-1-1 0 0,0-1 0 0 0,-1-2-1149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32.0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0 17967 0 0,'0'0'1970'0'0,"1"11"-1868"0"0,4 42 106 0 0,-9-49-170 0 0,3-2-147 0 0,0-1 0 0 0,-1 1 0 0 0,1 0 0 0 0,-1-1 0 0 0,1 0 0 0 0,-1 1 0 0 0,0-1 0 0 0,1 0 1 0 0,-1 0-1 0 0,0 0 0 0 0,0 0 0 0 0,0 0 0 0 0,0 0 0 0 0,0 0 0 0 0,0-1 0 0 0,0 1 0 0 0,0-1 1 0 0,0 1-1 0 0,0-1 0 0 0,0 0 0 0 0,-1 0 0 0 0,1 0 0 0 0,0 0 0 0 0,0 0 0 0 0,0-1 0 0 0,0 1 1 0 0,0-1-1 0 0,0 1 0 0 0,0-1 0 0 0,0 0 0 0 0,0 1 0 0 0,0-1 0 0 0,0 0 0 0 0,0 0 0 0 0,0-1 1 0 0,1 1-1 0 0,-1 0 0 0 0,-2-3 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42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29 6623 0 0,'-3'-5'299'0'0,"-7"-16"1075"0"0,4 19-483 0 0,0 13 57 0 0,2 14-572 0 0,1-1 0 0 0,1 1 0 0 0,3 37 0 0 0,-1-14-48 0 0,-1 77 128 0 0,1-42-316 0 0,1-39-17 0 0,1 45-10 0 0,-1-44-1 0 0,2 45-8 0 0,-1-45-42 0 0,4 44-37 0 0,-2-46 34 0 0,6 38-33 0 0,-6-44 22 0 0,9 44-24 0 0,-1-10 10 0 0,-10-57-101 0 0,1 0-49 0 0,9 46-11 0 0,-9-46-55 0 0,0-1-1292 0 0,15 49 930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43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28 12583 0 0,'1'-3'129'0'0,"-1"2"-85"0"0,0 0 0 0 0,0 1 0 0 0,1-1 1 0 0,-1 1-1 0 0,0-1 0 0 0,0 1 0 0 0,0-1 0 0 0,0 1 0 0 0,1-1 0 0 0,-1 1 0 0 0,0-1 0 0 0,0 1 1 0 0,1-1-1 0 0,-1 1 0 0 0,0 0 0 0 0,1-1 0 0 0,-1 1 0 0 0,1-1 0 0 0,-1 1 0 0 0,0 0 0 0 0,1-1 1 0 0,-1 1-1 0 0,1 0 0 0 0,-1 0 0 0 0,1-1 0 0 0,-1 1 0 0 0,2 0 0 0 0,28-12 635 0 0,-28 12-616 0 0,0 0 0 0 0,-1 0 0 0 0,1 0 0 0 0,0 1 0 0 0,0-1 0 0 0,-1 0 0 0 0,1 1 0 0 0,0 0 0 0 0,-1-1 0 0 0,1 1 0 0 0,-1 0 0 0 0,1 0 0 0 0,-1 0 0 0 0,1 0 0 0 0,-1 0 0 0 0,0 0 0 0 0,1 0 0 0 0,-1 1 0 0 0,0-1 0 0 0,0 0 0 0 0,0 1 0 0 0,0-1 0 0 0,0 1 0 0 0,0-1 0 0 0,0 1 0 0 0,1 4 946 0 0,0 13-344 0 0,4 53 20 0 0,-6-34-135 0 0,-4 37-584 0 0,1-30-255 0 0,-27 269-300 0 0,-42 509 2129 0 0,71-810-1610 0 0,0 2 2 0 0,-5 44-28 0 0,5-44-133 0 0,-12 52-11382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45.3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6703 0 0,'19'-13'1192'0'0,"-16"11"-1073"0"0,1-1 0 0 0,-1 1 0 0 0,1 0 0 0 0,-1 0 0 0 0,1 0 0 0 0,7-2 0 0 0,-9 3 0 0 0,-1 1-1 0 0,0 0 1 0 0,0 0 0 0 0,1 0-1 0 0,-1 0 1 0 0,0 0 0 0 0,0 0-1 0 0,1 1 1 0 0,-1-1 0 0 0,0 0 0 0 0,0 1-1 0 0,0-1 1 0 0,1 1 0 0 0,-1-1-1 0 0,0 1 1 0 0,0-1 0 0 0,0 1-1 0 0,0 0 1 0 0,0-1 0 0 0,0 1-1 0 0,0 0 1 0 0,0 0 0 0 0,0 0 0 0 0,-1 0-1 0 0,1 0 1 0 0,0 0 0 0 0,0 0-1 0 0,0 1 1 0 0,8 14 407 0 0,-1-1 0 0 0,-1 1 1 0 0,6 19-1 0 0,-9-24-79 0 0,-3-9-74 0 0,5 8-259 0 0,17 31 39 0 0,-17-31 532 0 0,3 0-525 0 0,-6-6-149 0 0,7 6 125 0 0,0 1-1 0 0,0-1 1 0 0,1-1-1 0 0,0 0 1 0 0,24 14-1 0 0,-8-12 168 0 0,0-1-1 0 0,1-2 1 0 0,0 0-1 0 0,0-2 0 0 0,57 5 1 0 0,-58-8-187 0 0,130 24 329 0 0,-69-10-149 0 0,0 0-46 0 0,-62-11-200 0 0,1-1 0 0 0,38 3 0 0 0,150-9 259 0 0,-83-1-162 0 0,-87 2-133 0 0,33 1 107 0 0,119-15 0 0 0,-99-1-50 0 0,203-23 330 0 0,-270 36-279 0 0,-1-2-1 0 0,59-15 0 0 0,56-28 445 0 0,-78 23-456 0 0,18-1 203 0 0,-54 17-207 0 0,0-1 1 0 0,0-2-1 0 0,-1-1 1 0 0,36-20-1 0 0,-47 21-110 0 0,-8 5-32 0 0,0 0 1 0 0,0-2 0 0 0,-1 1-1 0 0,11-10 1 0 0,-21 17-64 0 0,0-1 1 0 0,0 1-1 0 0,1 0 0 0 0,-1-1 0 0 0,0 1 0 0 0,0 0 1 0 0,0-1-1 0 0,0 1 0 0 0,0 0 0 0 0,1-1 0 0 0,-1 1 1 0 0,0 0-1 0 0,0-1 0 0 0,0 1 0 0 0,0 0 0 0 0,0-1 1 0 0,0 1-1 0 0,0-1 0 0 0,0 1 0 0 0,-1 0 0 0 0,1-1 1 0 0,0 1-1 0 0,0 0 0 0 0,0-1 0 0 0,0 1 0 0 0,0 0 1 0 0,0-1-1 0 0,-1 1 0 0 0,1 0 0 0 0,0-1 1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48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2303 0 0,'4'-2'4970'0'0,"17"2"-2764"0"0,-11 5-1699 0 0,1 0-1 0 0,-1 0 0 0 0,0 1 0 0 0,0 0 1 0 0,9 8-1 0 0,-10-8-303 0 0,0 1 0 0 0,0-1 0 0 0,1 0 0 0 0,-1-1 0 0 0,22 8 0 0 0,55 7 220 0 0,0-3-1 0 0,90 5 0 0 0,-45-6-153 0 0,-78-9-246 0 0,204 34 242 0 0,-197-29-127 0 0,1-2 0 0 0,123 2 0 0 0,23 1 1459 0 0,133 26-632 0 0,-77-19-730 0 0,-240-19-183 0 0,225 3 205 0 0,-191-6-243 0 0,106-9 218 0 0,-105 1 62 0 0,-32 5-245 0 0,0 2 0 0 0,0 0 0 0 0,45 1 0 0 0,-55 3-9 0 0,0-1-1 0 0,0-1 1 0 0,0-1-1 0 0,-1 0 1 0 0,22-6-1 0 0,76-29 279 0 0,-97 32-339 0 0,-12 3 54 0 0,1 0 0 0 0,0 0 0 0 0,-1 0 0 0 0,0 0 0 0 0,8-6 0 0 0,-12 8-24 0 0,1 0 0 0 0,-1-1 0 0 0,1 1 0 0 0,-1-1 0 0 0,1 1 0 0 0,-1-1 1 0 0,1 0-1 0 0,-1 1 0 0 0,1-1 0 0 0,-1 1 0 0 0,0-1 0 0 0,1 0 0 0 0,-1 1 0 0 0,0-1 1 0 0,0 0-1 0 0,1 0 0 0 0,-1 1 0 0 0,0-1 0 0 0,0 0 0 0 0,0 1 0 0 0,0-1 0 0 0,0 0 1 0 0,0 0-1 0 0,0 1 0 0 0,0-1 0 0 0,0 0 0 0 0,-1 0 0 0 0,1 1 0 0 0,0-1 0 0 0,0 0 1 0 0,-1 1-1 0 0,1-1 0 0 0,0 0 0 0 0,-1 1 0 0 0,1-1 0 0 0,0 1 0 0 0,-1-1 0 0 0,1 0 1 0 0,-1 1-1 0 0,1-1 0 0 0,-1 1 0 0 0,1-1 0 0 0,-1 1 0 0 0,0 0 0 0 0,1-1 0 0 0,-1 1 1 0 0,1 0-1 0 0,-2-1 0 0 0,-7-4 13 0 0,1 0 0 0 0,-1 0 0 0 0,0 1 0 0 0,0 0 0 0 0,0 1 0 0 0,-1 0 0 0 0,1 1 0 0 0,-1-1 0 0 0,-12 0 0 0 0,-14 0-69 0 0,-41 1-1 0 0,-227-6-27 0 0,255 6 86 0 0,-34-4 32 0 0,1-4 0 0 0,-84-21-1 0 0,119 22-12 0 0,-90-4 0 0 0,-52 12 60 0 0,12 1 163 0 0,114-3-233 0 0,-186-3 77 0 0,173 7 29 0 0,0-4 1 0 0,-134-21-1 0 0,173 19-67 0 0,-1 1 0 0 0,1 3 0 0 0,-1 1 0 0 0,-37 5 0 0 0,41-3-45 0 0,-287 5 50 0 0,284-6-79 0 0,0 2-1 0 0,0 2 0 0 0,0 1 1 0 0,1 2-1 0 0,-50 17 1 0 0,86-25 14 0 0,-36 11-638 0 0,17-9-1617 0 0,1-6-3683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3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3 919 0 0,'3'1'5467'0'0,"3"-3"-3809"0"0,7 0-455 0 0,-11 5-873 0 0,1 1 0 0 0,-1-1-1 0 0,1 1 1 0 0,-1 0-1 0 0,0 0 1 0 0,-1 0-1 0 0,1 0 1 0 0,0 0 0 0 0,-1 0-1 0 0,1 8 1 0 0,4 7 58 0 0,7 27-362 0 0,-7-24 54 0 0,4 21 15 0 0,-8-32-7 0 0,0 0-5 0 0,7 34-11 0 0,-8-43-65 0 0,-1 1 0 0 0,1-1 1 0 0,-1 0-1 0 0,0 1 0 0 0,0-1 0 0 0,0 0 1 0 0,0 1-1 0 0,0-1 0 0 0,-1 1 1 0 0,1-1-1 0 0,-1 0 0 0 0,1 1 0 0 0,-1-1 1 0 0,0 0-1 0 0,0 0 0 0 0,0 0 1 0 0,0 1-1 0 0,0-1 0 0 0,-1 0 1 0 0,1 0-1 0 0,-1-1 0 0 0,1 1 0 0 0,-1 0 1 0 0,1 0-1 0 0,-1-1 0 0 0,0 1 1 0 0,0-1-1 0 0,0 1 0 0 0,0-1 1 0 0,-3 2-1 0 0,-4 0 32 0 0,0 0 0 0 0,0 0 1 0 0,-1-1-1 0 0,1 0 0 0 0,-18 1 1 0 0,10 0-13 0 0,-13 3 91 0 0,27-5-14 0 0,19-4-17 0 0,50-12 104 0 0,-48 10 171 0 0,-1 0 1 0 0,1 2-1 0 0,-1 0 1 0 0,1 1-1 0 0,0 0 1 0 0,0 2-1 0 0,20 1 1 0 0,-26-1-247 0 0,4 2-2972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3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1839 0 0,'14'6'11030'0'0,"13"-5"-10971"0"0,-18-1 707 0 0,22 0-486 0 0,33-3 1 0 0,9-1-107 0 0,12 15-2073 0 0,-81-12 416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4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0,'5'2'165'0'0,"-4"-1"259"0"0,0-1 0 0 0,1 1 0 0 0,-1 0 0 0 0,0 0 0 0 0,0-1 0 0 0,0 1 0 0 0,1 0 0 0 0,-1 0-1 0 0,0 0 1 0 0,0 0 0 0 0,2 3 575 0 0,1 7-935 0 0,11 34-37 0 0,-11-34 61 0 0,-5 41 298 0 0,1-42-186 0 0,-2-4-142 0 0,1 0-1 0 0,0 0 1 0 0,0 0-1 0 0,1 0 0 0 0,0 7 1 0 0,0 0 13 0 0,-1-2 145 0 0,-1 2 0 0 0,-6 58 384 0 0,1-7-293 0 0,4-53-350 0 0,-1 25-479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4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 6447 0 0,'2'8'3407'0'0,"8"8"118"0"0,13 24-3442 0 0,-17-29 62 0 0,-1-1-73 0 0,17 32 0 0 0,-17-32 98 0 0,1 1 34 0 0,18 34 48 0 0,-18-34 286 0 0,1-2-211 0 0,17 27 22 0 0,-18-27 607 0 0,1-4-720 0 0,22 18-4 0 0,-27-22-200 0 0,-1-1 0 0 0,0 1-1 0 0,1 0 1 0 0,-1 0-1 0 0,1-1 1 0 0,-1 1 0 0 0,1-1-1 0 0,-1 0 1 0 0,1 1 0 0 0,-1-1-1 0 0,1 0 1 0 0,-1 0 0 0 0,1 0-1 0 0,-1 0 1 0 0,1 0-1 0 0,-1 0 1 0 0,1 0 0 0 0,0-1-1 0 0,-1 1 1 0 0,1 0 0 0 0,-1-1-1 0 0,1 1 1 0 0,-1-1-1 0 0,0 0 1 0 0,1 1 0 0 0,-1-1-1 0 0,3-2 1 0 0,-1 0 25 0 0,1 0 0 0 0,-1 0 0 0 0,0 0 0 0 0,0 0-1 0 0,0-1 1 0 0,4-6 0 0 0,-2 1-12 0 0,-1 0-1 0 0,0 1 0 0 0,0-2 1 0 0,-1 1-1 0 0,0 0 1 0 0,-1-1-1 0 0,0 1 1 0 0,2-18-1 0 0,-3 1 86 0 0,-1 0 1 0 0,-4-27-1 0 0,4 47-135 0 0,-1 0 0 0 0,1-1 1 0 0,1 1-1 0 0,-1 0 0 0 0,3-8 0 0 0,2-5-4350 0 0,-4 13 1935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5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 10679 0 0,'2'11'1116'0'0,"7"12"-122"0"0,9 36-972 0 0,0-4-116 0 0,-15-44 2 0 0,0-1 10 0 0,13 41 26 0 0,2 3 96 0 0,-14-42 320 0 0,2-5-200 0 0,19 24 31 0 0,-24-30-125 0 0,0 0 1 0 0,1 0-1 0 0,-1 0 1 0 0,0 0-1 0 0,1-1 1 0 0,-1 1-1 0 0,0-1 1 0 0,1 1-1 0 0,-1-1 1 0 0,1 0-1 0 0,-1 1 1 0 0,1-1-1 0 0,-1 0 0 0 0,1 0 1 0 0,-1 0-1 0 0,1 0 1 0 0,-1 0-1 0 0,1 0 1 0 0,-1 0-1 0 0,0-1 1 0 0,1 1-1 0 0,-1 0 1 0 0,1-1-1 0 0,-1 0 1 0 0,1 1-1 0 0,-1-1 0 0 0,0 0 1 0 0,0 1-1 0 0,1-1 1 0 0,-1 0-1 0 0,0 0 1 0 0,2-2-1 0 0,0 1 126 0 0,4-2-42 0 0,-1-1 0 0 0,0 0 0 0 0,0-1 0 0 0,-1 1 0 0 0,0-1 0 0 0,0 0 0 0 0,0-1 0 0 0,-1 1 0 0 0,1-1 0 0 0,-1 0 0 0 0,-1 0 0 0 0,0 0 0 0 0,0 0 0 0 0,0 0 0 0 0,3-16 0 0 0,-1-1 612 0 0,-1-1 0 0 0,-1 0 0 0 0,-1-43 0 0 0,-5 46-74 0 0,3 21-745 0 0,0 0 1 0 0,0 1-1 0 0,0-1 0 0 0,-1 0 0 0 0,1 1 1 0 0,0-1-1 0 0,0 0 0 0 0,-1 1 0 0 0,1-1 1 0 0,0 0-1 0 0,-1 1 0 0 0,1-1 0 0 0,-1 0 0 0 0,1 1 1 0 0,-1-1-1 0 0,1 1 0 0 0,-1-1 0 0 0,1 1 1 0 0,-1 0-1 0 0,0-1 0 0 0,1 1 0 0 0,-1-1 1 0 0,0 1-1 0 0,1 0 0 0 0,-2-1 0 0 0,15-22-4291 0 0,-9 17 2708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5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67 13823 0 0,'0'0'27'0'0,"0"0"-1"0"0,0 0 0 0 0,0 0 0 0 0,-1 0 0 0 0,1 0 1 0 0,0 0-1 0 0,0 0 0 0 0,0 0 0 0 0,0 0 1 0 0,0 0-1 0 0,0 0 0 0 0,-1 0 0 0 0,1 0 1 0 0,0 0-1 0 0,0 0 0 0 0,0 0 0 0 0,0 0 0 0 0,0 0 1 0 0,0 0-1 0 0,0 0 0 0 0,0-1 0 0 0,-1 1 1 0 0,1 0-1 0 0,0 0 0 0 0,0 0 0 0 0,0 0 1 0 0,0 0-1 0 0,0 0 0 0 0,0 0 0 0 0,0 0 1 0 0,0-1-1 0 0,0 1 0 0 0,0 0 0 0 0,0 0 0 0 0,0 0 1 0 0,0 0-1 0 0,0 0 0 0 0,0 0 0 0 0,0-1 1 0 0,-1 1-1 0 0,1 0 0 0 0,1 0 0 0 0,-1 0 1 0 0,0 0-1 0 0,0 0 0 0 0,0 0 0 0 0,0-1 0 0 0,0 1 1 0 0,0 0-1 0 0,0 0 0 0 0,0 0 0 0 0,0 0 1 0 0,0 0-1 0 0,0 0 0 0 0,0-1 0 0 0,7-9 488 0 0,13-8-251 0 0,-15 14-249 0 0,1 1 1 0 0,0 1 0 0 0,0-1-1 0 0,0 1 1 0 0,0 0 0 0 0,0 0 0 0 0,0 0-1 0 0,1 1 1 0 0,8-1 0 0 0,3 2 81 0 0,-1 0 1 0 0,20 3-1 0 0,19 1 57 0 0,-55-4-217 0 0,0 0 0 0 0,-1 0-1 0 0,1 0 1 0 0,0 0 0 0 0,0 0 0 0 0,0 1 0 0 0,0-1-1 0 0,-1-1 1 0 0,1 1 0 0 0,0 0 0 0 0,0 0 0 0 0,0 0-1 0 0,-1 0 1 0 0,1-1 0 0 0,0 1 0 0 0,0 0 0 0 0,-1 0 0 0 0,1-1-1 0 0,0 1 1 0 0,-1-1 0 0 0,1 1 0 0 0,0-1 0 0 0,-1 1-1 0 0,1-1 1 0 0,-1 1 0 0 0,1-1 0 0 0,0 0 0 0 0,-1 1-1 0 0,0-1 1 0 0,1 0 0 0 0,-1 1 0 0 0,1-1 0 0 0,-1 0-1 0 0,1 0 1 0 0,-1-5-1436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5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14335 0 0,'-6'20'854'0'0,"-5"36"0"0"0,11-52-822 0 0,-13 76 667 0 0,10-66-647 0 0,1-6 42 0 0,1 0 1 0 0,0-1-1 0 0,0 15 0 0 0,5 27 142 0 0,-3-39 372 0 0,6-1-482 0 0,21 28-12 0 0,-21-28 110 0 0,1-6-116 0 0,25 7-17 0 0,-25-7-10 0 0,-1-2-1 0 0,10 2-37 0 0,19 3 53 0 0,-28-6-75 0 0,22-1 75 0 0,-27 1-145 0 0,1 0 23 0 0,1 0 1 0 0,0-1-1 0 0,0 0 1 0 0,0 1 0 0 0,0-2-1 0 0,4 0 1 0 0,-8 1-89 0 0,0 1 1 0 0,0-1-1 0 0,0 1 1 0 0,0-1 0 0 0,0 0-1 0 0,0 1 1 0 0,0-1-1 0 0,0 0 1 0 0,0 0-1 0 0,-1 1 1 0 0,1-1-1 0 0,0 0 1 0 0,-1 0-1 0 0,1 0 1 0 0,0 0-1 0 0,-1 0 1 0 0,1 0 0 0 0,-1 0-1 0 0,1 0 1 0 0,-1 0-1 0 0,0 0 1 0 0,0 0-1 0 0,1 0 1 0 0,-1-1-1 0 0,0 1 1 0 0,0 0-1 0 0,0 0 1 0 0,0 0-1 0 0,0 0 1 0 0,0 0-1 0 0,0 0 1 0 0,-1-1 0 0 0,1 1-1 0 0,-1-1 1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6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15863 0 0,'0'0'2048'0'0,"7"6"-1888"0"0,21 16-10 0 0,-21-16 36 0 0,-1-4-106 0 0,21 4-36 0 0,-26-5-57 0 0,1 0 0 0 0,-1-1 0 0 0,1 0 0 0 0,-1 1 0 0 0,1-1 0 0 0,0 0 0 0 0,-1 0 0 0 0,1 1 0 0 0,0-1 0 0 0,-1-1 0 0 0,1 1 0 0 0,1 0-1 0 0,2-1-18 0 0,-1 1-79 0 0,0 0-244 0 0,-3 0 503 0 0,3-1-497 0 0,1 1-1 0 0,0 0 1 0 0,-1-1-1 0 0,1 0 1 0 0,-1 0-1 0 0,1-1 1 0 0,6-2-1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6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 1 7367 0 0,'-1'1'195'0'0,"0"0"0"0"0,0 1 0 0 0,0-1 0 0 0,1 0 0 0 0,-1 0 0 0 0,0 0 0 0 0,-1 0 0 0 0,1 0 0 0 0,0 0 0 0 0,0 0 0 0 0,0 0 0 0 0,-1-1 0 0 0,1 1 0 0 0,0 0 0 0 0,-1-1 0 0 0,-1 1 0 0 0,-28 9 4641 0 0,19-7-3995 0 0,4-1-893 0 0,4-1-36 0 0,0 0-1 0 0,0 0 1 0 0,1 1-1 0 0,-1-1 1 0 0,0 1 0 0 0,1 0-1 0 0,-1 0 1 0 0,-4 4-1 0 0,7-6-81 0 0,3 11-557 0 0,6 30 656 0 0,-8-39 68 0 0,0-1-1 0 0,0 0 1 0 0,1 1-1 0 0,-1-1 1 0 0,0 0-1 0 0,1 0 0 0 0,-1 0 1 0 0,1 1-1 0 0,-1-1 1 0 0,1 0-1 0 0,0 0 1 0 0,-1 0-1 0 0,1 0 1 0 0,1 1-1 0 0,25 32 5 0 0,-21-25 58 0 0,-1-1 22 0 0,16 23 61 0 0,-16-24 295 0 0,-2 2-205 0 0,11 26 31 0 0,-11-26 1247 0 0,-5 0-1166 0 0,-8 28 68 0 0,7-28 480 0 0,-1-3-449 0 0,-12 18-22 0 0,12-17 411 0 0,0-2-434 0 0,-12 19-80 0 0,12-19 907 0 0,18-23-7296 0 0,2 0 616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6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0 919 0 0,'-4'10'15396'0'0,"-11"19"-15094"0"0,13-26 496 0 0,-2 5-412 0 0,0 0-165 0 0,-10 24-77 0 0,10-24-15 0 0,1 3-11 0 0,-11 34-38 0 0,0 13 12 0 0,11-43-80 0 0,0 8 52 0 0,0 21 2 0 0,2-33-35 0 0,2-1-146 0 0,0 10 60 0 0,0-2-13 0 0,-1-15-431 0 0,-1-23-5663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7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15751 0 0,'15'8'2432'0'0,"26"21"0"0"0,-31-21-2562 0 0,-3-4 468 0 0,1 1-36 0 0,25 13-148 0 0,-25-13-67 0 0,-1-2-14 0 0,25 13-13 0 0,0-5-60 0 0,-26-9-122 0 0,1 0 0 0 0,-1-1-1 0 0,1 0 1 0 0,0-1 0 0 0,0 1-1 0 0,11-2 1 0 0,6-3-6462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7:57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12895 0 0,'0'0'10237'0'0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2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2944 81 6447 0 0,'-1'1'221'0'0,"1"-1"-1"0"0,-1 0 1 0 0,0 1-1 0 0,0-1 1 0 0,1 0-1 0 0,-1 0 1 0 0,0 1-1 0 0,0-1 0 0 0,1 0 1 0 0,-1 0-1 0 0,0 0 1 0 0,0 0-1 0 0,0 0 1 0 0,1 0-1 0 0,-1 0 1 0 0,0-1-1 0 0,0 1 1 0 0,1 0-1 0 0,-1 0 0 0 0,0-1 1 0 0,0 1-1 0 0,1 0 1 0 0,-1-1-1 0 0,-1 0 1 0 0,-25-14 76 0 0,3 1 436 0 0,13 11-459 0 0,-1 0 1 0 0,1 1 0 0 0,-1 0 0 0 0,1 1 0 0 0,-21 0 0 0 0,-61 9 730 0 0,-4 0-545 0 0,-151-30-385 0 0,111 6 457 0 0,28 6-232 0 0,0 4 1 0 0,-126 9-1 0 0,-207 21-101 0 0,146-2-83 0 0,94-4-115 0 0,-10 11 56 0 0,-21 2 14 0 0,200-30-60 0 0,-128 11 233 0 0,136-9-206 0 0,-1 2 1 0 0,1 1 0 0 0,0 1 0 0 0,-30 13-1 0 0,39-6 202 0 0,16-14-234 0 0,0 0 1 0 0,-1 0-1 0 0,1 1 0 0 0,0-1 1 0 0,-1 0-1 0 0,1 1 1 0 0,0-1-1 0 0,0 0 1 0 0,-1 1-1 0 0,1-1 1 0 0,0 0-1 0 0,0 1 1 0 0,0-1-1 0 0,-1 0 1 0 0,1 1-1 0 0,0-1 1 0 0,0 1-1 0 0,0-1 1 0 0,0 0-1 0 0,0 1 1 0 0,0-1-1 0 0,0 1 1 0 0,0-1-1 0 0,0 1 1 0 0,0-1-1 0 0,0 0 1 0 0,0 1-1 0 0,0-1 1 0 0,0 1-1 0 0,0-1 1 0 0,1 0-1 0 0,-1 1 0 0 0,0-1 1 0 0,0 1-1 0 0,0-1 1 0 0,1 0-1 0 0,-1 1 1 0 0,0-1-1 0 0,1 1 1 0 0,6-2 146 0 0,-7 1-152 0 0,0 0 0 0 0,0 0 0 0 0,0 0 0 0 0,0 0 0 0 0,0-1 0 0 0,1 1 0 0 0,-1 0-1 0 0,0 0 1 0 0,0 0 0 0 0,0 0 0 0 0,0 0 0 0 0,1 0 0 0 0,-1 0 0 0 0,0 0 0 0 0,0 0 0 0 0,0 0 0 0 0,1 0 0 0 0,-1 0 0 0 0,0 0 0 0 0,0 0 0 0 0,0 0 0 0 0,0 0 0 0 0,1 0 0 0 0,-1 0 0 0 0,0 1 0 0 0,0-1 0 0 0,0 0 0 0 0,0 0-1 0 0,0 0 1 0 0,1 0 0 0 0,-1 0 0 0 0,0 0 0 0 0,0 0 0 0 0,0 0 0 0 0,0 1 0 0 0,0-1 0 0 0,0 0 0 0 0,1 0 0 0 0,-1 0 0 0 0,0 0 0 0 0,0 1 0 0 0,0-1 0 0 0,0 0 0 0 0,0 0 0 0 0,0 0 0 0 0,0 0 0 0 0,0 1 0 0 0,0-1 0 0 0,0 0-1 0 0,0 0 1 0 0,0 0 0 0 0,0 0 0 0 0,0 1 0 0 0,0-1 0 0 0,8 13-1 0 0,18 5 0 0 0,-15-12 0 0 0,1 0 0 0 0,0-1 0 0 0,0-1 0 0 0,0 0 0 0 0,0 0 0 0 0,1-1 0 0 0,0 0 0 0 0,0-1 0 0 0,13 0 0 0 0,166-12-6 0 0,-52 1 76 0 0,182-13 52 0 0,-66 3-105 0 0,-147 17 41 0 0,29-2-63 0 0,102 1 25 0 0,13-2 264 0 0,-65-2-284 0 0,-181 7 0 0 0,215-2 748 0 0,-132-1-498 0 0,-45 1-180 0 0,58-2 198 0 0,0-5 0 0 0,112-24 0 0 0,-144 20 65 0 0,98-6 1 0 0,-143 17-278 0 0,-5 0-8 0 0,1 1 54 0 0,1-2 1 0 0,0 0-1 0 0,43-14 0 0 0,-19 1 114 0 0,-71 11-92 0 0,-533-4-76 0 0,503 9-732 0 0,-58-6-1 0 0,3-8-3207 0 0,76 9 2169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2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4 12895 0 0,'-1'-1'64'0'0,"0"1"-1"0"0,0-1 1 0 0,1 1-1 0 0,-1 0 1 0 0,0-1 0 0 0,0 1-1 0 0,1 0 1 0 0,-1 0-1 0 0,0 0 1 0 0,0-1-1 0 0,0 1 1 0 0,1 0-1 0 0,-1 0 1 0 0,0 0-1 0 0,0 0 1 0 0,0 0 0 0 0,0 1-1 0 0,1-1 1 0 0,-1 0-1 0 0,-1 1 1 0 0,1 0 51 0 0,0 1 1 0 0,0-1-1 0 0,0 1 1 0 0,0 0-1 0 0,1-1 1 0 0,-1 1-1 0 0,0 0 1 0 0,1 0 0 0 0,0 0-1 0 0,-1-1 1 0 0,1 1-1 0 0,0 0 1 0 0,0 3-1 0 0,-4 34 12 0 0,3-29-14 0 0,1 0-34 0 0,2 56 118 0 0,4 15-25 0 0,1-10 20 0 0,2 15 178 0 0,19 226 804 0 0,-16-175-694 0 0,-7-41-304 0 0,-1-25-160 0 0,0 11-16 0 0,1-5 0 0 0,1-9-17 0 0,-1-20-68 0 0,-3-39-13 0 0,0 0 2 0 0,5 27-57 0 0,-5-27-240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3.6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9671 0 0,'0'5'1028'0'0,"5"10"403"0"0,-1-6 1485 0 0,13 30-2501 0 0,-12-30-30 0 0,1 2-32 0 0,18 30-101 0 0,-18-30-41 0 0,1-1-10 0 0,21 28 14 0 0,-21-28 60 0 0,2-1 21 0 0,24 26 6 0 0,-25-27 0 0 0,0 0-13 0 0,41 38 543 0 0,-3-1-376 0 0,-39-37-384 0 0,22 19 279 0 0,10 5-53 0 0,1-2-38 0 0,-5-6-182 0 0,8 4-4 0 0,13 2 72 0 0,-6-3-38 0 0,4-2 98 0 0,-43-19-171 0 0,-5-3-8 0 0,0 0 1 0 0,1 0 0 0 0,-1-1 0 0 0,1 0 0 0 0,7 1 0 0 0,-2 1-3 0 0,36 8 73 0 0,-36-10-88 0 0,38 5 71 0 0,7-3-54 0 0,12-2 16 0 0,115-5-21 0 0,-39-1 131 0 0,306-6 309 0 0,-426 10-420 0 0,0-1-30 0 0,8-4 40 0 0,89-10 19 0 0,100-18-6 0 0,-184 28-39 0 0,28-5 111 0 0,-8 1-1 0 0,-4-1 88 0 0,0-1 21 0 0,-2 1 62 0 0,-5 0 2 0 0,-4-1-107 0 0,-5-1-40 0 0,-8 3-135 0 0,4-1 21 0 0,3-1 39 0 0,22-8 905 0 0,-54 18-1556 0 0,-5-24-5368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4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35 12583 0 0,'-7'-23'2102'0'0,"1"13"169"0"0,6 10-2232 0 0,0 0 0 0 0,0-1 1 0 0,-1 1-1 0 0,1 0 0 0 0,0 0 1 0 0,0 0-1 0 0,0 0 0 0 0,0 0 1 0 0,-1 0-1 0 0,1 0 0 0 0,0 0 1 0 0,0 0-1 0 0,0 0 0 0 0,0 0 0 0 0,-1 0 1 0 0,1 0-1 0 0,0 0 0 0 0,0 0 1 0 0,0 0-1 0 0,-1 0 0 0 0,1 0 1 0 0,0 0-1 0 0,0 0 0 0 0,0 0 0 0 0,0 0 1 0 0,-1 0-1 0 0,1 0 0 0 0,0 0 1 0 0,0 0-1 0 0,0 0 0 0 0,0 1 1 0 0,-1-1-1 0 0,1 0 0 0 0,0 0 1 0 0,0 0-1 0 0,0 0 0 0 0,0 0 0 0 0,0 1 1 0 0,0-1-1 0 0,-1 0 0 0 0,1 0 1 0 0,0 0-1 0 0,0 0 0 0 0,0 1 339 0 0,-1 12-311 0 0,-2 47-54 0 0,5 14-13 0 0,5 29 0 0 0,38 374 0 0 0,-33-321 421 0 0,-7 1 0 0 0,-20 213 0 0 0,1-249 252 0 0,3-39-341 0 0,8-68-303 0 0,-8 41 98 0 0,-2-5-56 0 0,0-6-6 0 0,9-26-11 0 0,-6 17-205 0 0,7-27-682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6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25 919 0 0,'-17'-7'11111'0'0,"12"3"-9206"0"0,2 3-1530 0 0,0 0 0 0 0,1 0 0 0 0,-1 0 0 0 0,0 0 0 0 0,0 0 0 0 0,0 1 0 0 0,-5-1 0 0 0,6 1-277 0 0,1 0-1 0 0,0 0 0 0 0,-1 0 1 0 0,1 0-1 0 0,0 0 1 0 0,-1 0-1 0 0,1 0 0 0 0,0 0 1 0 0,-1 1-1 0 0,1-1 1 0 0,0 0-1 0 0,0 1 0 0 0,-1-1 1 0 0,1 1-1 0 0,0 0 1 0 0,0-1-1 0 0,0 1 0 0 0,0 0 1 0 0,-2 1-1 0 0,3-1-86 0 0,1 0-1 0 0,-1-1 0 0 0,1 1 1 0 0,-1-1-1 0 0,1 1 1 0 0,-1-1-1 0 0,1 1 0 0 0,-1-1 1 0 0,1 1-1 0 0,-1-1 1 0 0,1 1-1 0 0,0-1 0 0 0,-1 0 1 0 0,1 1-1 0 0,0-1 1 0 0,-1 0-1 0 0,1 0 0 0 0,0 1 1 0 0,0-1-1 0 0,-1 0 1 0 0,1 0-1 0 0,0 0 1 0 0,1 0-1 0 0,19 4 48 0 0,-19-4 20 0 0,8 1 3 0 0,45 1 52 0 0,-2-1-41 0 0,6-3 4 0 0,-2-1-80 0 0,14 0-1 0 0,11-2 146 0 0,-16-1 27 0 0,-54 5-169 0 0,210-10 1628 0 0,-198 11-1430 0 0,0 2 1 0 0,23 4-1 0 0,-36-4-179 0 0,60 9 298 0 0,-30-7-239 0 0,6 4-58 0 0,8-2-238 0 0,-46-5 22 0 0,-5-2-335 0 0,1 1 197 0 0,-3-1 123 0 0,0 1 0 0 0,0 0-1 0 0,-1 0 1 0 0,1-1-1 0 0,0 1 1 0 0,0-1-1 0 0,-1 0 1 0 0,1 0 0 0 0,-1 1-1 0 0,1-1 1 0 0,2-2-1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7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21 2303 0 0,'-21'-21'12819'0'0,"14"22"-10304"0"0,4 13 87 0 0,3-8-1913 0 0,3 13 431 0 0,0-14-1043 0 0,-1-1 0 0 0,2 1 0 0 0,-1-1 0 0 0,0 0 0 0 0,7 6 0 0 0,34 33-23 0 0,15 6-28 0 0,-10-9 43 0 0,-40-32-1 0 0,1-1-4 0 0,27 23 0 0 0,-5 0 0 0 0,0-1 1 0 0,1-2 7 0 0,-25-21 76 0 0,0-2-57 0 0,26 11 5 0 0,-25-11 392 0 0,-2-3-435 0 0,4 1-15 0 0,28 1 71 0 0,-46-1-109 0 0,0 1 0 0 0,1 0 0 0 0,-1 0 0 0 0,1 0 0 0 0,0 1 0 0 0,-5 4 0 0 0,-15 8 0 0 0,-162 99 337 0 0,90-52-170 0 0,98-63-163 0 0,-7 5 63 0 0,0-1 0 0 0,0 1 0 0 0,-1-1-1 0 0,0-1 1 0 0,1 0 0 0 0,-1 0 0 0 0,0 0 0 0 0,-14 2-1 0 0,22-6-85 0 0,0 1 0 0 0,0 0-1 0 0,-1-1 1 0 0,1 1 0 0 0,0-1-1 0 0,0 1 1 0 0,0-1 0 0 0,0 1-1 0 0,0-1 1 0 0,0 1 0 0 0,0-1-1 0 0,0 1 1 0 0,0-1 0 0 0,0 1-1 0 0,0-1 1 0 0,0 1 0 0 0,1-1-1 0 0,-1 1 1 0 0,0-1-1 0 0,0 1 1 0 0,0-1 0 0 0,1 1-1 0 0,-1 0 1 0 0,0-1 0 0 0,0 1-1 0 0,1-1 1 0 0,-1 1 0 0 0,1-1-1 0 0,9-16-824 0 0,10-12-1565 0 0,-7 9 250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8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30 919 0 0,'-1'-2'178'0'0,"0"0"-1"0"0,0 1 0 0 0,0-1 0 0 0,0 0 0 0 0,0 1 0 0 0,0-1 0 0 0,-1 1 0 0 0,1-1 0 0 0,0 1 0 0 0,-1 0 1 0 0,1-1-1 0 0,-1 1 0 0 0,0 0 0 0 0,0 0 0 0 0,1 0 0 0 0,-1 0 0 0 0,0 0 0 0 0,0 1 0 0 0,0-1 0 0 0,0 0 1 0 0,0 1-1 0 0,0 0 0 0 0,0-1 0 0 0,-2 1 0 0 0,-8-1 1362 0 0,1 1 0 0 0,-1 0 0 0 0,-12 2 0 0 0,9-1-951 0 0,12-1-452 0 0,0 0 0 0 0,0 1 0 0 0,-1-1 0 0 0,1 1 0 0 0,0 0 0 0 0,0 0 0 0 0,-4 1 0 0 0,7-2-112 0 0,0 0 0 0 0,0 0 0 0 0,0 0 0 0 0,0 0-1 0 0,0 0 1 0 0,-1 0 0 0 0,1 0 0 0 0,0 1 0 0 0,0-1 0 0 0,0 0-1 0 0,0 0 1 0 0,0 0 0 0 0,0 0 0 0 0,0 0 0 0 0,0 0 0 0 0,0 0 0 0 0,0 0-1 0 0,0 1 1 0 0,0-1 0 0 0,-1 0 0 0 0,1 0 0 0 0,0 0 0 0 0,0 0 0 0 0,0 0-1 0 0,0 0 1 0 0,0 0 0 0 0,0 1 0 0 0,0-1 0 0 0,0 0 0 0 0,0 0-1 0 0,0 0 1 0 0,0 0 0 0 0,0 0 0 0 0,0 0 0 0 0,0 1 0 0 0,1-1 0 0 0,-1 0-1 0 0,0 0 1 0 0,0 0 0 0 0,0 0 0 0 0,0 0 0 0 0,0 0 0 0 0,0 0 0 0 0,0 1-1 0 0,0-1 1 0 0,0 0 0 0 0,0 0 0 0 0,0 0 0 0 0,1 0 0 0 0,-1 0-1 0 0,0 0 1 0 0,0 0 0 0 0,17 7 780 0 0,9-2-326 0 0,0-2-1 0 0,32 2 1 0 0,1-1-88 0 0,-2 2-56 0 0,153 23 933 0 0,-41-7-32 0 0,-30-5-183 0 0,-93-12-764 0 0,-32-4-251 0 0,-1 1 1 0 0,1 0-1 0 0,0 0 0 0 0,25 10 1 0 0,-39-12-98 0 0,1 0 1 0 0,-1 0-1 0 0,0 0 1 0 0,1 0 0 0 0,-1 1-1 0 0,0-1 1 0 0,1 0 0 0 0,-1 1-1 0 0,0-1 1 0 0,0 0 0 0 0,1 0-1 0 0,-1 1 1 0 0,0-1 0 0 0,0 0-1 0 0,0 1 1 0 0,1-1 0 0 0,-1 1-1 0 0,0-1 1 0 0,0 0 0 0 0,0 1-1 0 0,0-1 1 0 0,0 0 0 0 0,0 1-1 0 0,0-1 1 0 0,0 1 0 0 0,0-1-1 0 0,0 0 1 0 0,0 1-1 0 0,0-1 1 0 0,0 1 0 0 0,0-1-1 0 0,0 0 1 0 0,0 1 0 0 0,0-1-1 0 0,0 1 1 0 0,0-1 0 0 0,-1 0-1 0 0,1 1 1 0 0,0-1 0 0 0,0 0-1 0 0,0 1 1 0 0,-1-1 0 0 0,1 0-1 0 0,0 0 1 0 0,-1 1 0 0 0,1-1-1 0 0,0 0 1 0 0,-1 0 0 0 0,1 1-1 0 0,0-1 1 0 0,-1 0 0 0 0,1 1-1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08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16 9527 0 0,'-3'-2'399'0'0,"0"0"-1"0"0,0 0 0 0 0,0 0 0 0 0,0 1 1 0 0,-1-1-1 0 0,1 1 0 0 0,-5-2 0 0 0,8 3-312 0 0,0 0-1 0 0,-1 0 1 0 0,1 0 0 0 0,0 0-1 0 0,-1 0 1 0 0,1 0 0 0 0,0 0-1 0 0,-1 0 1 0 0,1 0 0 0 0,0 0-1 0 0,-1 0 1 0 0,1 0 0 0 0,0 0-1 0 0,-1 0 1 0 0,1 0-1 0 0,0 0 1 0 0,-1 0 0 0 0,1 0-1 0 0,0 1 1 0 0,-1-1 0 0 0,1 0-1 0 0,0 0 1 0 0,0 0 0 0 0,-1 0-1 0 0,1 1 1 0 0,0-1-1 0 0,0 0 1 0 0,-1 0 0 0 0,1 1-1 0 0,0-1 1 0 0,0 1 14 0 0,0 0 0 0 0,-1 0 0 0 0,1 1-1 0 0,1-1 1 0 0,-1 0 0 0 0,0 0 0 0 0,0 0 0 0 0,0 0 0 0 0,1 0 0 0 0,-1 0 0 0 0,0 0-1 0 0,1 0 1 0 0,-1 0 0 0 0,1 0 0 0 0,0 1 0 0 0,18 32 855 0 0,2-2 1 0 0,30 36-1 0 0,-47-64-917 0 0,192 230 323 0 0,-159-189-25 0 0,-66-33 214 0 0,-6 6-569 0 0,0 2 0 0 0,2 1 0 0 0,-51 41 0 0 0,27-19 33 0 0,-20 17-25 0 0,67-51-194 0 0,-1 1 0 0 0,1 0 1 0 0,1 1-1 0 0,-15 21 1 0 0,20-23-1474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10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11 919 0 0,'0'0'5964'0'0,"7"-1"-5465"0"0,33-3 1214 0 0,2 1 213 0 0,-5 0 3371 0 0,-37 11-5226 0 0,-5 26-61 0 0,2-28 20 0 0,1-1 1 0 0,-1 1-1 0 0,0-1 0 0 0,0 0 0 0 0,-1 0 0 0 0,0 0 1 0 0,0 0-1 0 0,-7 7 0 0 0,2-2 26 0 0,-21 22 485 0 0,-44 38 1 0 0,57-56-373 0 0,-1 0 0 0 0,-1-1 0 0 0,0-1 0 0 0,-30 14 0 0 0,44-25-321 0 0,0 1 1 0 0,0 0-1 0 0,0-1 0 0 0,-1 0 0 0 0,1 0 0 0 0,0-1 1 0 0,0 1-1 0 0,-1-1 0 0 0,1 0 0 0 0,0-1 1 0 0,0 1-1 0 0,-7-3 0 0 0,8 2-915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15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4055 3223 0 0,'-1'0'7649'0'0,"52"-31"-5523"0"0,-12-2-1396 0 0,-2-2 0 0 0,-1-1 0 0 0,33-45 0 0 0,-32 31-423 0 0,59-89 685 0 0,-88 126-871 0 0,107-202 795 0 0,2-24-134 0 0,38-95 341 0 0,-52 93-695 0 0,-30 76-314 0 0,-43 97 50 0 0,75-127 0 0 0,-84 165-73 0 0,1 1 0 0 0,1 0 1 0 0,30-28-1 0 0,89-66 218 0 0,-86 77-309 0 0,131-97 0 0 0,-162 126 7 0 0,14-10 52 0 0,66-32 1 0 0,257-110 89 0 0,-291 141-100 0 0,97-24-1 0 0,-43 15-28 0 0,-73 17 17 0 0,0-2 0 0 0,58-35 0 0 0,62-27 44 0 0,87-20-81 0 0,-187 74 167 0 0,129-75 0 0 0,19-10 99 0 0,-170 94-177 0 0,-2-2 0 0 0,58-38 0 0 0,163-129 220 0 0,-162 123-245 0 0,-73 51 0 0 0,65-22-1 0 0,-46 19 2 0 0,85-40-150 0 0,-2 1 464 0 0,-42 28 3163 0 0,-38 17-3930 0 0,-16 4-631 0 0,0-2 1 0 0,66-26-1 0 0,56-28 1209 0 0,-7 4-12 0 0,-148 57-178 0 0,-1 2 0 0 0,1-1 0 0 0,0 1 0 0 0,1 0 0 0 0,-1 0 0 0 0,0 1 0 0 0,8-1 0 0 0,-30 16-3684 0 0,11-8 1744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17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62 2303 0 0,'-1'-16'99'0'0,"-5"-29"9414"0"0,6 48-9176 0 0,0 0 0 0 0,-1 0-1 0 0,1 0 1 0 0,-1 0 0 0 0,1 0-1 0 0,-1 0 1 0 0,-2 3 0 0 0,-3 23 44 0 0,3-15-220 0 0,-7 40-1 0 0,7-40 6 0 0,0 4 22 0 0,-10 56 10 0 0,6-34 21 0 0,3-7-113 0 0,3 16 79 0 0,-3 40 1 0 0,2-17-112 0 0,1 7-145 0 0,1-63-361 0 0,-3-3-109 0 0,-10 55-17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8:18.9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1470 8783 0 0,'4'0'309'0'0,"1"-1"-1"0"0,0 0 0 0 0,0 0 0 0 0,0 0 1 0 0,-1 0-1 0 0,1-1 0 0 0,0 0 0 0 0,7-4 1 0 0,40-27-62 0 0,0 1 350 0 0,-23 17-373 0 0,180-103 669 0 0,-132 73-451 0 0,2 3 0 0 0,137-51 0 0 0,229-114-80 0 0,-366 167-318 0 0,78-37 100 0 0,-78 43 72 0 0,165-47 0 0 0,222-28-156 0 0,-331 79 117 0 0,-44 12 146 0 0,131-45 1 0 0,140-45-324 0 0,-169 56 0 0 0,90-18 106 0 0,-3 2 115 0 0,-199 48 154 0 0,166-19 1 0 0,-77 14-364 0 0,87-8 506 0 0,-63 42 827 0 0,-128-3-1111 0 0,67-3 1 0 0,-100-3-129 0 0,-25 1-71 0 0,0-1 1 0 0,0 1-1 0 0,-1-2 1 0 0,1 1-1 0 0,0-1 1 0 0,8-2-1 0 0,5-12-4551 0 0,-17 12 3224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4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11 4543 0 0,'0'-11'5008'0'0,"-21"65"-2458"0"0,16-40-2135 0 0,-1 1 0 0 0,-10 21 0 0 0,-5 6-221 0 0,15-28-107 0 0,-1 0-1 0 0,-16 23 0 0 0,23-37-98 0 0,0 0-1 0 0,0 0 1 0 0,0 0-1 0 0,0 0 1 0 0,-1 0-1 0 0,1 1 1 0 0,0-1-1 0 0,0 0 1 0 0,0 0-1 0 0,0 0 1 0 0,0 0-1 0 0,0 0 1 0 0,-1 0-1 0 0,1 0 0 0 0,0 0 1 0 0,0 1-1 0 0,0-1 1 0 0,0 0-1 0 0,0 0 1 0 0,0 0-1 0 0,0 0 1 0 0,0 0-1 0 0,0 1 1 0 0,0-1-1 0 0,0 0 1 0 0,0 0-1 0 0,0 0 1 0 0,0 0-1 0 0,-1 1 1 0 0,1-1-1 0 0,1 0 1 0 0,-1 0-1 0 0,0 0 1 0 0,0 0-1 0 0,0 1 1 0 0,0-1-1 0 0,0 0 1 0 0,0 0-1 0 0,0 0 0 0 0,0 0 1 0 0,0 0-1 0 0,0 1 1 0 0,0-1-1 0 0,0 0 1 0 0,0 0-1 0 0,0 0 1 0 0,0 0-1 0 0,1 0 1 0 0,-1 0-1 0 0,0 1 1 0 0,0-1-1 0 0,0 0 1 0 0,0 0-1 0 0,0 0 1 0 0,1 0-1 0 0,-1 0 1 0 0,0 0-1 0 0,0 0 1 0 0,0 0-1 0 0,0 0 1 0 0,0 0-1 0 0,1 0 1 0 0,-1 0-1 0 0,0 0 0 0 0,0 0 1 0 0,0 0-1 0 0,0 0 1 0 0,1 0-1 0 0,-1 0 1 0 0,11-2-1366 0 0,-10 2 1183 0 0,3-1-508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4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5063 0 0,'5'0'556'0'0,"1"1"1"0"0,-1-1-1 0 0,0 1 0 0 0,0 0 0 0 0,0 0 0 0 0,0 0 0 0 0,0 1 0 0 0,0 0 0 0 0,0 0 0 0 0,8 4 0 0 0,-8-2-381 0 0,0 0 0 0 0,0 0 0 0 0,0 0 0 0 0,-1 0 0 0 0,1 1 0 0 0,-1-1 0 0 0,7 11-1 0 0,-1 3-221 0 0,-1 0 0 0 0,-1 0 0 0 0,0 1 0 0 0,7 27-1 0 0,-14-40 98 0 0,1-1 0 0 0,0 1-1 0 0,0-1 1 0 0,0 0 0 0 0,7 9-1 0 0,-9-13-154 0 0,1 0 1 0 0,0 0-1 0 0,-1-1 0 0 0,1 1 1 0 0,0 0-1 0 0,0-1 0 0 0,0 1 0 0 0,-1-1 1 0 0,1 1-1 0 0,0 0 0 0 0,0-1 1 0 0,0 0-1 0 0,0 1 0 0 0,0-1 0 0 0,0 0 1 0 0,0 1-1 0 0,0-1 0 0 0,0 0 1 0 0,0 0-1 0 0,0 0 0 0 0,0 0 1 0 0,0 0-1 0 0,0 0 0 0 0,0 0 0 0 0,0 0 1 0 0,0 0-1 0 0,0-1 0 0 0,0 1 1 0 0,0 0-1 0 0,0-1 0 0 0,0 1 0 0 0,0-1 1 0 0,0 1-1 0 0,0-1 0 0 0,-1 1 1 0 0,1-1-1 0 0,0 1 0 0 0,0-1 0 0 0,1-1 1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5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5759 0 0,'0'3'2459'0'0,"0"-3"-2396"0"0,19 1 1340 0 0,26-3-126 0 0,-19-1-934 0 0,-1 1 1 0 0,1 2-1 0 0,0 1 1 0 0,29 4-1 0 0,-32-7-1514 0 0,-18 0 551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5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6447 0 0,'6'12'970'0'0,"-1"1"0"0"0,-1 0-1 0 0,0 0 1 0 0,0 0 0 0 0,1 21-1 0 0,-1-1-2622 0 0,-2 34-1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6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1839 0 0,'5'0'8597'0'0,"20"3"-6690"0"0,1-5-1699 0 0,1 2 0 0 0,-1 1 0 0 0,45 7-1 0 0,-58-6-135 0 0,-1 1-1 0 0,0 0 1 0 0,0 1 0 0 0,0 0-1 0 0,-1 1 1 0 0,1 0-1 0 0,-1 1 1 0 0,0 0-1 0 0,18 14 1 0 0,-28-19 197 0 0,4 9-165 0 0,13 32 6 0 0,-17-40-85 0 0,0 0 0 0 0,-1 0 0 0 0,1 0 0 0 0,-1 0 0 0 0,0 0 0 0 0,0 0 1 0 0,0 0-1 0 0,0 0 0 0 0,0 0 0 0 0,0 0 0 0 0,0 0 0 0 0,-1 0 0 0 0,1 0 1 0 0,-1 0-1 0 0,0 0 0 0 0,1 0 0 0 0,-1 0 0 0 0,0 0 0 0 0,0 0 0 0 0,0-1 1 0 0,0 1-1 0 0,0 0 0 0 0,-2 1 0 0 0,-2 2 125 0 0,0 0 0 0 0,0 0 0 0 0,0-1 1 0 0,-10 7-1 0 0,13-10-88 0 0,-7 5 20 0 0,0-1 0 0 0,0 0 0 0 0,0-1 0 0 0,-1 0 0 0 0,0 0 0 0 0,0-1 0 0 0,0-1 0 0 0,0 1 0 0 0,0-2 0 0 0,-1 1 0 0 0,1-1 0 0 0,-18-1 0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6.9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8895 0 0,'3'3'568'0'0,"0"-1"0"0"0,0 0 0 0 0,0 0 0 0 0,0 0 0 0 0,0 0 0 0 0,0 0-1 0 0,1-1 1 0 0,-1 1 0 0 0,6 0 0 0 0,-6-1-508 0 0,0 0 1 0 0,-1 0-1 0 0,1 0 1 0 0,0 0-1 0 0,-1 1 0 0 0,1-1 1 0 0,-1 0-1 0 0,1 1 1 0 0,-1 0-1 0 0,0 0 0 0 0,1 0 1 0 0,2 3-1 0 0,-1 1-51 0 0,0-1 0 0 0,-1 1-1 0 0,0 0 1 0 0,0-1 0 0 0,-1 1 0 0 0,1 1-1 0 0,1 9 1 0 0,1-2 4 0 0,-4-12 104 0 0,3 9-53 0 0,11 33 0 0 0,-11-33 524 0 0,5-2-473 0 0,28 25-10 0 0,-36-33-90 0 0,0 0 0 0 0,0 0 1 0 0,0 0-1 0 0,0 0 0 0 0,1-1 0 0 0,-1 1 0 0 0,0 0 0 0 0,0-1 0 0 0,0 1 0 0 0,1-1 1 0 0,-1 1-1 0 0,0-1 0 0 0,1 0 0 0 0,-1 0 0 0 0,0 1 0 0 0,1-1 0 0 0,-1 0 0 0 0,0 0 0 0 0,1 0 1 0 0,-1 0-1 0 0,0-1 0 0 0,1 1 0 0 0,-1 0 0 0 0,0-1 0 0 0,1 1 0 0 0,-1 0 0 0 0,0-1 1 0 0,0 0-1 0 0,0 1 0 0 0,1-1 0 0 0,-1 0 0 0 0,1-1 0 0 0,2-1 44 0 0,-1 0 0 0 0,0 0 0 0 0,0 0 0 0 0,0-1 0 0 0,0 1 0 0 0,2-6 0 0 0,0-1-43 0 0,-1 0 0 0 0,0-1-1 0 0,0 1 1 0 0,-1-1-1 0 0,-1 0 1 0 0,0 0 0 0 0,0 0-1 0 0,-1 0 1 0 0,0 0 0 0 0,-1 0-1 0 0,-1 0 1 0 0,0 0 0 0 0,0 0-1 0 0,-3-12 1 0 0,-6 5-682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7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15631 0 0,'1'9'353'0'0,"0"0"0"0"0,-1 0 0 0 0,-1 17 1 0 0,-1 46 17 0 0,3-18-725 0 0,5 3-227 0 0,-2-26-6525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7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28 10079 0 0,'0'-1'88'0'0,"1"1"0"0"0,-1 0 0 0 0,0 0 0 0 0,0-1 0 0 0,1 1 0 0 0,-1 0 0 0 0,0 0 0 0 0,0-1 0 0 0,0 1 0 0 0,1 0 0 0 0,-1-1 0 0 0,0 1 0 0 0,0 0 0 0 0,0-1 0 0 0,0 1 0 0 0,0 0 0 0 0,0-1 0 0 0,0 1 0 0 0,0 0 0 0 0,0-1 0 0 0,0 1 0 0 0,0 0 0 0 0,0-1 0 0 0,0 1 0 0 0,0 0 0 0 0,0-1 0 0 0,0 1 0 0 0,0 0 0 0 0,0-1 0 0 0,0 1 0 0 0,0 0 0 0 0,-1-1 0 0 0,1 1 0 0 0,-5-13 1544 0 0,4 13-1637 0 0,-1-1 0 0 0,1 0-1 0 0,-1 1 1 0 0,1 0-1 0 0,-1-1 1 0 0,1 1 0 0 0,-1 0-1 0 0,1-1 1 0 0,-1 1 0 0 0,0 0-1 0 0,1 0 1 0 0,-1 1-1 0 0,1-1 1 0 0,-1 0 0 0 0,1 0-1 0 0,-1 1 1 0 0,1-1 0 0 0,-1 1-1 0 0,1-1 1 0 0,-1 1 0 0 0,1 0-1 0 0,0-1 1 0 0,-3 3-1 0 0,-30 21-1351 0 0,26-17 1280 0 0,0 1 0 0 0,1 1 0 0 0,0-1 1 0 0,0 1-1 0 0,1 0 0 0 0,0 1 1 0 0,1-1-1 0 0,0 1 0 0 0,0 0 0 0 0,-5 17 1 0 0,9-24 150 0 0,0 5 49 0 0,-3 24 18 0 0,3-24 338 0 0,3 2-116 0 0,5 26 11 0 0,-5-26 585 0 0,6-4-678 0 0,24 22-14 0 0,-24-22 137 0 0,1-5-219 0 0,-5 0-189 0 0,2 0 286 0 0,0 0-1 0 0,0-1 0 0 0,0 0 0 0 0,0 0 0 0 0,1 0 1 0 0,-1-1-1 0 0,0 0 0 0 0,0 0 0 0 0,0 0 0 0 0,10-4 1 0 0,5-7-55 0 0,-13 7-1362 0 0,-1-1 1 0 0,0 1-1 0 0,0-1 0 0 0,7-8 0 0 0,-8 6 236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7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6447 0 0,'13'-3'1817'0'0,"1"2"-1"0"0,-1 0 0 0 0,0 0 0 0 0,21 2 0 0 0,29-1-779 0 0,-42 0-919 0 0,-17 1-244 0 0,1-1 1 0 0,-1 0-1 0 0,0 0 0 0 0,0 0 0 0 0,0 0 0 0 0,0-1 0 0 0,8-2 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8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9215 0 0,'-1'3'375'0'0,"0"0"0"0"0,1 0-1 0 0,-1 0 1 0 0,0 0 0 0 0,1 0 0 0 0,0 0-1 0 0,0 0 1 0 0,0 1 0 0 0,0-1-1 0 0,0 0 1 0 0,1 0 0 0 0,0 4 0 0 0,1 5-11 0 0,-2-10 175 0 0,4 9-308 0 0,0 0-158 0 0,-1-6 10 0 0,-1 0 1 0 0,0 0-1 0 0,-1 0 0 0 0,1 0 0 0 0,-1 0 0 0 0,1 7 1 0 0,7-5 21 0 0,26 19-17 0 0,-26-20-7 0 0,0-4 2 0 0,26 6 10 0 0,-31-7-83 0 0,-1 0 0 0 0,1 0-1 0 0,0 0 1 0 0,-1-1 0 0 0,1 0 0 0 0,0 1-1 0 0,0-1 1 0 0,5-1 0 0 0,0 0-18 0 0,-2 1-84 0 0,1 0-206 0 0,22-4 160 0 0,-30 4 97 0 0,1 0 1 0 0,0 0-1 0 0,0 0 0 0 0,0 0 0 0 0,0 0 0 0 0,0 0 0 0 0,0 0 0 0 0,0 0 1 0 0,0-1-1 0 0,0 1 0 0 0,0 0 0 0 0,-1-1 0 0 0,1 1 0 0 0,0-1 0 0 0,0 1 1 0 0,0-1-1 0 0,-1 1 0 0 0,1-1 0 0 0,0 0 0 0 0,0 1 0 0 0,-1-1 0 0 0,1 0 1 0 0,-1 0-1 0 0,1 1 0 0 0,-1-1 0 0 0,1 0 0 0 0,-1 0 0 0 0,1 0 0 0 0,-1 0 1 0 0,0 1-1 0 0,1-1 0 0 0,-1 0 0 0 0,0 0 0 0 0,0 0 0 0 0,0 0 1 0 0,0 0-1 0 0,0 0 0 0 0,0-1 0 0 0,-1-4-294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8.3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11975 0 0,'2'4'648'0'0,"1"0"0"0"0,0-1-1 0 0,0 1 1 0 0,0-1 0 0 0,0 1-1 0 0,1-1 1 0 0,-1 0-1 0 0,1-1 1 0 0,7 6 0 0 0,-8-7-677 0 0,-1 0 1 0 0,0 0 0 0 0,0-1 0 0 0,1 1-1 0 0,-1-1 1 0 0,0 1 0 0 0,1-1 0 0 0,-1 0-1 0 0,1 0 1 0 0,-1 0 0 0 0,1 0 0 0 0,-1 0-1 0 0,0 0 1 0 0,1-1 0 0 0,-1 1-1 0 0,0-1 1 0 0,1 0 0 0 0,-1 1 0 0 0,0-1-1 0 0,0 0 1 0 0,3-2 0 0 0,59-26-4720 0 0,-54 24 2849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8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0 12839 0 0,'-9'8'428'0'0,"0"-1"0"0"0,-1 0 0 0 0,0-1-1 0 0,0 0 1 0 0,0-1 0 0 0,-16 6 0 0 0,13-6-341 0 0,1 1 1 0 0,0 0-1 0 0,1 1 1 0 0,-18 12-1 0 0,28-18-136 0 0,-5 7-30 0 0,6-7 47 0 0,0 0-1 0 0,0 0 1 0 0,0 0 0 0 0,1 0 0 0 0,-1 0 0 0 0,0 0 0 0 0,1-1-1 0 0,-1 1 1 0 0,0 0 0 0 0,1 0 0 0 0,-1 0 0 0 0,1-1 0 0 0,-1 1-1 0 0,1 0 1 0 0,-1 0 0 0 0,1-1 0 0 0,0 1 0 0 0,-1-1-1 0 0,2 2 1 0 0,28 25-1 0 0,-13-13-20 0 0,21 17 50 0 0,13 8 79 0 0,-42-33 164 0 0,-1 1-119 0 0,25 21 10 0 0,-25-21 924 0 0,-7 3-759 0 0,4 27 6 0 0,-5-36-291 0 0,1-1-1 0 0,-1 1 0 0 0,0-1 1 0 0,0 0-1 0 0,0 1 1 0 0,0-1-1 0 0,0 1 0 0 0,0-1 1 0 0,0 0-1 0 0,1 1 1 0 0,-1-1-1 0 0,0 1 0 0 0,0-1 1 0 0,-1 1-1 0 0,1-1 0 0 0,0 0 1 0 0,0 1-1 0 0,0-1 1 0 0,0 1-1 0 0,0-1 0 0 0,0 0 1 0 0,0 1-1 0 0,-1-1 1 0 0,1 0-1 0 0,0 1 0 0 0,0-1 1 0 0,-1 1-1 0 0,1-1 1 0 0,-18 16 360 0 0,0-1 1 0 0,-1-1 0 0 0,0-1-1 0 0,-31 15 1 0 0,49-27-417 0 0,-1 0 0 0 0,1-1 0 0 0,0 1-1 0 0,-1-1 1 0 0,1 1 0 0 0,-1-1 0 0 0,1 0 0 0 0,0 0-1 0 0,-1 1 1 0 0,1-1 0 0 0,-1 0 0 0 0,1 0 0 0 0,-1 0 0 0 0,1-1-1 0 0,-1 1 1 0 0,1 0 0 0 0,-1-1 0 0 0,-1 0 0 0 0,-3-2-393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9.3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9671 0 0,'5'20'3134'0'0,"3"7"262"0"0,0 9-3255 0 0,-5-26-21 0 0,-1 0-40 0 0,7 32-9 0 0,-3 2-96 0 0,-5-33-28 0 0,0-2-149 0 0,-1 25-294 0 0,0-27 8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19.7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15 6447 0 0,'-9'5'3863'0'0,"23"-10"412"0"0,-2 2-5095 0 0,5 0 739 0 0,50-4-100 0 0,-16 5 192 0 0,10 4 48 0 0,-8 3 31 0 0,-42-4 5 0 0,4 3-6 0 0,45 13-1 0 0,-34-7-14 0 0,-12-3-69 0 0,-1 1-1 0 0,14 12 1 0 0,-13-8 1 0 0,20 23-1 0 0,-34-35-5 0 0,1 1 4 0 0,0 0 1 0 0,0 0-1 0 0,0 0 1 0 0,0 0-1 0 0,0 1 1 0 0,0-1-1 0 0,0 0 1 0 0,-1 0-1 0 0,1 1 1 0 0,0-1-1 0 0,-1 0 1 0 0,1 0-1 0 0,0 3 1 0 0,0 2 49 0 0,1 0 0 0 0,-1-1 1 0 0,0 1-1 0 0,0 0 0 0 0,0 0 1 0 0,-1 0-1 0 0,0 0 0 0 0,0 0 0 0 0,-1 0 1 0 0,0 0-1 0 0,0 0 0 0 0,0-1 1 0 0,0 1-1 0 0,-1 0 0 0 0,0-1 1 0 0,0 1-1 0 0,-1-1 0 0 0,-3 7 1 0 0,-1-3 101 0 0,1 0 0 0 0,-2-1 0 0 0,1 0 0 0 0,-1 0 0 0 0,0-1 0 0 0,-1 0 0 0 0,0 0 1 0 0,0-1-1 0 0,0 0 0 0 0,-1 0 0 0 0,0-1 0 0 0,0-1 0 0 0,0 1 0 0 0,0-2 0 0 0,-1 0 0 0 0,0 0 1 0 0,1 0-1 0 0,-1-2 0 0 0,0 1 0 0 0,0-1 0 0 0,0-1 0 0 0,-14-1 0 0 0,13 0-274 0 0,1-1 0 0 0,0 0 0 0 0,-22-7 0 0 0,33 8 46 0 0,-1 1-1 0 0,1 0 0 0 0,0 0 1 0 0,0 0-1 0 0,-1-1 1 0 0,1 1-1 0 0,0 0 0 0 0,-1-1 1 0 0,1 1-1 0 0,0 0 1 0 0,0-1-1 0 0,0 1 0 0 0,-1 0 1 0 0,1-1-1 0 0,0 1 1 0 0,0 0-1 0 0,0-1 0 0 0,0 1 1 0 0,0-1-1 0 0,0 1 1 0 0,0 0-1 0 0,0-1 0 0 0,0 1 1 0 0,0-1-1 0 0,0 1 1 0 0,0 0-1 0 0,0-1 1 0 0,0 0-1 0 0,2-3-726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20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5063 0 0,'1'1'446'0'0,"0"-1"-1"0"0,0 1 0 0 0,1-1 0 0 0,-1 0 1 0 0,0 1-1 0 0,0-1 0 0 0,0 0 0 0 0,1 0 0 0 0,-1 0 1 0 0,0 0-1 0 0,0 0 0 0 0,1 0 0 0 0,-1 0 1 0 0,0 0-1 0 0,0 0 0 0 0,0-1 0 0 0,0 1 0 0 0,1-1 1 0 0,0 0-1 0 0,9-6-485 0 0,-3-2-3533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20.3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6447 0 0,'2'2'388'0'0,"-1"1"0"0"0,1-1 0 0 0,-1 1-1 0 0,0-1 1 0 0,1 1 0 0 0,-1 0 0 0 0,0-1 0 0 0,-1 1-1 0 0,5 15 6054 0 0,-3-10-5440 0 0,8 25-545 0 0,-8-25-110 0 0,2 2-61 0 0,9 31-157 0 0,-7-22-69 0 0,4 16-63 0 0,2 14-150 0 0,-10-41 40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20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84 13823 0 0,'0'0'25'0'0,"0"0"1"0"0,0 0-1 0 0,0 0 0 0 0,-1 0 0 0 0,1 0 1 0 0,0 0-1 0 0,0 0 0 0 0,0 0 0 0 0,0 0 0 0 0,0 0 1 0 0,0 0-1 0 0,0 0 0 0 0,0 0 0 0 0,0 0 0 0 0,0 0 1 0 0,-1 0-1 0 0,1-1 0 0 0,0 1 0 0 0,0 0 0 0 0,0 0 1 0 0,0 0-1 0 0,0 0 0 0 0,0 0 0 0 0,0 0 0 0 0,0 0 1 0 0,0 0-1 0 0,0 0 0 0 0,0 0 0 0 0,0 0 1 0 0,0-1-1 0 0,0 1 0 0 0,0 0 0 0 0,0 0 0 0 0,0 0 1 0 0,0 0-1 0 0,0 0 0 0 0,0 0 0 0 0,0 0 0 0 0,0 0 1 0 0,0-1-1 0 0,0 1 0 0 0,0 0 0 0 0,0 0 0 0 0,0 0 1 0 0,0 0-1 0 0,0 0 0 0 0,0 0 0 0 0,0 0 0 0 0,0 0 1 0 0,0 0-1 0 0,0 0 0 0 0,0-1 0 0 0,0 1 1 0 0,0 0-1 0 0,1 0 0 0 0,-1 0 0 0 0,0 0 0 0 0,0 0 1 0 0,7-9 714 0 0,11-7 50 0 0,-4 8-735 0 0,0 0 1 0 0,1 1 0 0 0,0 1 0 0 0,1 0 0 0 0,-1 2 0 0 0,1-1-1 0 0,24-2 1 0 0,-15 4-56 0 0,-16 3-4 0 0,0 0-1 0 0,0 0 0 0 0,13 3 1 0 0,25 11-86 0 0,-37-10 0 0 0,-10 3-472 0 0,1-3 534 0 0,-1 0-1 0 0,0 0 0 0 0,0-1 1 0 0,0 1-1 0 0,-1 0 0 0 0,1 0 1 0 0,-1 0-1 0 0,0-1 1 0 0,0 1-1 0 0,0 0 0 0 0,-1-1 1 0 0,1 1-1 0 0,-1-1 0 0 0,0 1 1 0 0,0-1-1 0 0,0 0 1 0 0,0 0-1 0 0,-5 5 0 0 0,-5 3-59 0 0,-1 0-1 0 0,-17 12 1 0 0,19-15 219 0 0,1 0 1 0 0,-1 0-1 0 0,1 1 1 0 0,-15 17-1 0 0,25-26-125 0 0,0 1-1 0 0,0-1 1 0 0,0 0-1 0 0,0 0 0 0 0,-1 0 1 0 0,1 0-1 0 0,0 0 1 0 0,0 0-1 0 0,0 1 1 0 0,0-1-1 0 0,0 0 0 0 0,-1 0 1 0 0,1 0-1 0 0,0 0 1 0 0,0 1-1 0 0,0-1 1 0 0,0 0-1 0 0,0 0 0 0 0,0 0 1 0 0,0 1-1 0 0,0-1 1 0 0,0 0-1 0 0,0 0 1 0 0,0 0-1 0 0,0 1 0 0 0,0-1 1 0 0,0 0-1 0 0,0 0 1 0 0,0 0-1 0 0,0 1 1 0 0,0-1-1 0 0,0 0 0 0 0,0 0 1 0 0,0 0-1 0 0,0 1 1 0 0,0-1-1 0 0,0 0 1 0 0,0 0-1 0 0,0 0 0 0 0,1 0 1 0 0,-1 1-1 0 0,0-1 1 0 0,0 0-1 0 0,0 0 0 0 0,0 0 1 0 0,0 0-1 0 0,1 0 1 0 0,-1 1-1 0 0,0-1 1 0 0,0 0-1 0 0,0 0 0 0 0,0 0 1 0 0,1 0-1 0 0,-1 0 1 0 0,0 0-1 0 0,32 1 219 0 0,5-3-236 0 0,-28 2-48 0 0,1 0 0 0 0,28 0 31 0 0,-28 0-51 0 0,0 3 20 0 0,31 12 39 0 0,-31-12-9 0 0,-6 6 109 0 0,12 25 113 0 0,-16-34-183 0 0,0 1 0 0 0,1-1 0 0 0,-1 1 0 0 0,0-1 0 0 0,0 0 1 0 0,1 1-1 0 0,-1-1 0 0 0,0 1 0 0 0,0-1 0 0 0,0 1 0 0 0,1-1 0 0 0,-1 1 0 0 0,0-1 0 0 0,0 1 0 0 0,0-1 1 0 0,0 1-1 0 0,0 0 0 0 0,0-1 0 0 0,0 1 0 0 0,0-1 0 0 0,0 1 0 0 0,-1 0 0 0 0,-2 7 203 0 0,-2 1 1 0 0,1-1-1 0 0,-1 0 0 0 0,0 0 0 0 0,-1-1 0 0 0,1 0 0 0 0,-2 0 0 0 0,1 0 0 0 0,-13 10 1 0 0,-11 6 810 0 0,-35 22 0 0 0,29-21-503 0 0,30-20-478 0 0,1 0 0 0 0,-1-1 0 0 0,1 0 0 0 0,-1 0 1 0 0,0-1-1 0 0,0 1 0 0 0,0-1 0 0 0,-13 2 0 0 0,19-4-71 0 0,0 0 0 0 0,0-1 1 0 0,0 1-1 0 0,-1 0 0 0 0,1 0 0 0 0,0-1 1 0 0,0 1-1 0 0,0 0 0 0 0,-1 0 0 0 0,1-1 1 0 0,0 1-1 0 0,0 0 0 0 0,0-1 1 0 0,0 1-1 0 0,0 0 0 0 0,0-1 0 0 0,0 1 1 0 0,0 0-1 0 0,0-1 0 0 0,0 1 0 0 0,0 0 1 0 0,0 0-1 0 0,0-1 0 0 0,0 1 0 0 0,0 0 1 0 0,0-1-1 0 0,0 1 0 0 0,0 0 0 0 0,0-1 1 0 0,0 1-1 0 0,1 0 0 0 0,-1-1 1 0 0,0 1-1 0 0,0 0 0 0 0,0 0 0 0 0,0-1 1 0 0,1 1-1 0 0,-1 0 0 0 0,0 0 0 0 0,0 0 1 0 0,1-1-1 0 0,8-13-984 0 0,30-28-3432 0 0,-25 29 2667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21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5063 0 0,'0'0'9914'0'0,"9"8"-8858"0"0,24 25-58 0 0,-25-25 648 0 0,-8-3-1474 0 0,0 0 1 0 0,0-1 0 0 0,0 1 0 0 0,-1 0-1 0 0,1-1 1 0 0,-1 1 0 0 0,0-1 0 0 0,-1 1 0 0 0,1-1-1 0 0,-1 1 1 0 0,0-1 0 0 0,0 0 0 0 0,0 0 0 0 0,0 0-1 0 0,-1 0 1 0 0,0 0 0 0 0,0-1 0 0 0,0 1-1 0 0,0-1 1 0 0,0 0 0 0 0,-7 5 0 0 0,10-7-210 0 0,-1-1 1 0 0,1 0-1 0 0,-1 1 0 0 0,0-1 1 0 0,1 0-1 0 0,-1 0 1 0 0,1 1-1 0 0,-1-1 1 0 0,1 0-1 0 0,-1 0 0 0 0,0 0 1 0 0,1 0-1 0 0,-1 0 1 0 0,0 0-1 0 0,1 0 0 0 0,-1 0 1 0 0,1 0-1 0 0,-1 0 1 0 0,0 0-1 0 0,1 0 1 0 0,-1 0-1 0 0,1 0 0 0 0,-1 0 1 0 0,0-1-1 0 0,1 1 1 0 0,-1 0-1 0 0,1-1 0 0 0,-1 1 1 0 0,1 0-1 0 0,-1-1 1 0 0,1 1-1 0 0,-1 0 0 0 0,0-2 1 0 0,-1-4-879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7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325 1 6479 0 0,'0'0'89'0'0,"0"1"-1"0"0,0 0 0 0 0,0-1 0 0 0,0 1 0 0 0,0 0 0 0 0,0-1 0 0 0,0 1 0 0 0,0 0 1 0 0,0 0-1 0 0,0-1 0 0 0,0 1 0 0 0,0 0 0 0 0,-1-1 0 0 0,1 1 0 0 0,0 0 0 0 0,-1-1 1 0 0,1 1-1 0 0,0-1 0 0 0,-1 1 0 0 0,1 0 0 0 0,0-1 0 0 0,-1 1 0 0 0,1-1 0 0 0,-1 1 1 0 0,1-1-1 0 0,-1 0 0 0 0,0 1 0 0 0,1-1 0 0 0,-1 1 0 0 0,1-1 0 0 0,-1 0 1 0 0,0 1-1 0 0,1-1 0 0 0,-1 0 0 0 0,0 0 0 0 0,0 1 0 0 0,-3-2 561 0 0,1 1-1 0 0,0 0 1 0 0,-1-1-1 0 0,1 1 1 0 0,0-1-1 0 0,-6-2 1 0 0,-3-1-74 0 0,1 1-517 0 0,1 1 1 0 0,-1 0-1 0 0,1 1 0 0 0,-1 0 0 0 0,0 1 0 0 0,0 0 0 0 0,1 0 0 0 0,-1 1 1 0 0,0 1-1 0 0,1-1 0 0 0,-1 2 0 0 0,-14 5 0 0 0,23-8-24 0 0,0 1 0 0 0,0 0-1 0 0,0 0 1 0 0,0 0-1 0 0,1 0 1 0 0,-1 0 0 0 0,0 1-1 0 0,0-1 1 0 0,1 0 0 0 0,-1 1-1 0 0,1-1 1 0 0,-1 1 0 0 0,1 0-1 0 0,-1-1 1 0 0,1 1 0 0 0,-1 2-1 0 0,1-3-22 0 0,13 5 74 0 0,31 21-69 0 0,-29-18-18 0 0,-9-6-5 0 0,0 0 1 0 0,-1 1 0 0 0,0-1-1 0 0,0 1 1 0 0,0 0-1 0 0,0 0 1 0 0,0 0 0 0 0,2 5-1 0 0,23 29-5 0 0,-3 3 12 0 0,-19-30 33 0 0,-5-8-3 0 0,1 1 0 0 0,-1-1 0 0 0,0 1 0 0 0,0 0 0 0 0,0 0 0 0 0,0-1 1 0 0,-1 1-1 0 0,1 0 0 0 0,-1 0 0 0 0,0 1 0 0 0,0-1 0 0 0,0 8 0 0 0,-2-11 54 0 0,0 1-1 0 0,0 0 0 0 0,0 0 1 0 0,0 0-1 0 0,0-1 1 0 0,0 1-1 0 0,-1-1 0 0 0,1 1 1 0 0,0-1-1 0 0,-1 1 0 0 0,0-1 1 0 0,1 0-1 0 0,-1 1 1 0 0,0-1-1 0 0,-2 1 0 0 0,-31 15 609 0 0,32-16-614 0 0,-200 96 3706 0 0,187-92-4132 0 0,22-17-1224 0 0,-4 8 1330 0 0,3-2-913 0 0,83-80-4232 0 0,-84 82 4501 0 0,3-1-130 0 0,27-20-58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7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 3223 0 0,'0'0'1899'0'0,"0"4"-110"0"0,2 79 5017 0 0,-4 44-6108 0 0,0-24-588 0 0,1-53 140 0 0,-9 66 926 0 0,7-94-1262 0 0,3-28-2332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7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1375 0 0,'-10'29'14946'0'0,"10"-29"-14749"0"0,24 3-262 0 0,17-5 62 0 0,-31 1-102 0 0,-8 1-505 0 0,0 0 595 0 0,0 0-1 0 0,0 0 0 0 0,0 0 0 0 0,0 0 0 0 0,0-1 0 0 0,-1 1 1 0 0,1-1-1 0 0,0 1 0 0 0,0-1 0 0 0,0 0 0 0 0,2-1 0 0 0,-2 1-402 0 0,0-1 0 0 0,0 1 0 0 0,1 0 0 0 0,-1 1 0 0 0,0-1-1 0 0,0 0 1 0 0,1 1 0 0 0,3-1 0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8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9 5295 0 0,'0'1'242'0'0,"-2"1"-12"0"0,-9 13 2137 0 0,-17 34-1 0 0,-12 46-326 0 0,37-88-1829 0 0,1 10 93 0 0,2-13-268 0 0,0 0 47 0 0,1 0-10 0 0,2 12 11 0 0,-3-11 1136 0 0,51-3-820 0 0,-40-2-16 0 0,-4-5-213 0 0,21-16-86 0 0,-17 9-31 0 0,9-17-44 0 0,-15 20 38 0 0,0 1 0 0 0,0-2 0 0 0,-1 1 0 0 0,-1-1 0 0 0,1 1 0 0 0,2-14 0 0 0,-6 19-30 0 0,1 1-1 0 0,0-1 1 0 0,-1 0-1 0 0,0 1 1 0 0,0-1-1 0 0,0 0 1 0 0,0 1-1 0 0,0-1 1 0 0,-1 1-1 0 0,0-1 1 0 0,0 1 0 0 0,0-1-1 0 0,0 1 1 0 0,0-1-1 0 0,0 1 1 0 0,-1 0-1 0 0,0-1 1 0 0,0 1-1 0 0,0 0 1 0 0,-3-4-1 0 0,3 6-13 0 0,1 0 0 0 0,0 1 0 0 0,0-1 0 0 0,-1 0 0 0 0,1 1 0 0 0,0-1-1 0 0,-1 1 1 0 0,1-1 0 0 0,-1 1 0 0 0,1-1 0 0 0,-1 1 0 0 0,1 0 0 0 0,-1 0 0 0 0,1 0 0 0 0,-1 0-1 0 0,1 0 1 0 0,-1 0 0 0 0,1 0 0 0 0,-1 1 0 0 0,1-1 0 0 0,-1 0 0 0 0,1 1 0 0 0,0-1-1 0 0,-1 1 1 0 0,1-1 0 0 0,0 1 0 0 0,-1 0 0 0 0,1 0 0 0 0,0 0 0 0 0,0 0 0 0 0,-1 0 0 0 0,1 0-1 0 0,0 0 1 0 0,-1 2 0 0 0,-1 0-133 0 0,0-1 0 0 0,0 1 0 0 0,1 0 0 0 0,-1 1 0 0 0,1-1 0 0 0,0 0 0 0 0,0 1 0 0 0,0-1 0 0 0,0 1 0 0 0,1-1 0 0 0,-1 1 0 0 0,1 0 0 0 0,-1 6 0 0 0,1 5-1186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8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223 0 10879 0 0,'-11'5'282'0'0,"1"0"0"0"0,0 0 1 0 0,0 1-1 0 0,0 0 0 0 0,1 1 0 0 0,0 0 0 0 0,0 1 0 0 0,1 0 0 0 0,-11 12 0 0 0,-15 13 249 0 0,20-21-503 0 0,1 1-1 0 0,-18 21 0 0 0,29-30-14 0 0,-1-1-1 0 0,1 0 0 0 0,-1 1 1 0 0,1-1-1 0 0,0 1 0 0 0,0 0 1 0 0,0-1-1 0 0,1 1 0 0 0,-1 0 1 0 0,1 0-1 0 0,0 0 0 0 0,0 1 1 0 0,1-1-1 0 0,-1 0 0 0 0,1 0 1 0 0,0 0-1 0 0,1 7 0 0 0,-2-9 200 0 0,3 3-234 0 0,12 0 1771 0 0,28 4-1725 0 0,-41-9-23 0 0,0 1 0 0 0,0-1 0 0 0,0 0 0 0 0,0 0 0 0 0,0 1 1 0 0,0-1-1 0 0,0 0 0 0 0,1 0 0 0 0,-1 0 0 0 0,0-1 0 0 0,0 1 0 0 0,0 0 0 0 0,0 0 0 0 0,0 0 1 0 0,0-1-1 0 0,0 1 0 0 0,1-1 0 0 0,33-12-98 0 0,-27 10-11 0 0,-2-2-646 0 0,19-15 29 0 0,-19 15-38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9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0 2759 0 0,'-5'4'9011'0'0,"1"10"-6264"0"0,3-10-1689 0 0,0 2-738 0 0,-14 104-136 0 0,-44 274-886 0 0,58-379 892 0 0,-5 13 194 0 0,5-14 768 0 0,5-19-814 0 0,0 3-257 0 0,0 1 0 0 0,1-1 0 0 0,1 1 0 0 0,0 0 0 0 0,8-11 0 0 0,0 3-27 0 0,-1 1-33 0 0,-6 11 22 0 0,10-7-59 0 0,17-9-278 0 0,-28 19 134 0 0,13-17-5841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39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5983 0 0,'0'0'464'0'0,"0"3"-305"0"0,1 9 1234 0 0,9 20 7724 0 0,-2-17-9327 0 0,-5-8 581 0 0,12 19 1310 0 0,-1-4-1518 0 0,-10-17-289 0 0,1 2-72 0 0,15 21 26 0 0,-14-21 204 0 0,-2-1 89 0 0,16 16 20 0 0,-15-16-10 0 0,0-1-48 0 0,16 17-30 0 0,-15-16-141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1.3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7367 0 0,'-1'4'585'0'0,"1"1"-1"0"0,1-1 1 0 0,-1 1-1 0 0,1 0 0 0 0,-1-1 1 0 0,1 1-1 0 0,1-1 1 0 0,-1 1-1 0 0,3 4 0 0 0,1 9-900 0 0,-1 0 252 0 0,0 1 0 0 0,-2 0-1 0 0,0 0 1 0 0,-1-1-1 0 0,-1 1 1 0 0,0 0 0 0 0,-2 0-1 0 0,0 0 1 0 0,-6 20-1 0 0,8-38 9 0 0,0 0 0 0 0,-1 0-1 0 0,1 0 1 0 0,-1 0-1 0 0,1 0 1 0 0,-1 1 0 0 0,1-1-1 0 0,-1 0 1 0 0,0 0-1 0 0,0 0 1 0 0,1 0 0 0 0,-1-1-1 0 0,0 1 1 0 0,0 0-1 0 0,0 0 1 0 0,-1 1 0 0 0,-1-1-686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1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 8695 0 0,'0'0'398'0'0,"16"-3"1804"0"0,-4 2-2122 0 0,36-3-53 0 0,-37 3 30 0 0,0 4 26 0 0,1 0-56 0 0,-7-1-8 0 0,0-1 1 0 0,-1 1-1 0 0,1-1 0 0 0,0-1 0 0 0,0 1 0 0 0,9 0 108 0 0,-5 4 99 0 0,29 16 50 0 0,-28-15 10 0 0,-4 0-12 0 0,1 0-200 0 0,-4-4-44 0 0,-1 0 0 0 0,1 1 0 0 0,-1-1 0 0 0,1 0 0 0 0,-1 1 0 0 0,0 0 1 0 0,0-1-1 0 0,0 1 0 0 0,-1 0 0 0 0,3 4 0 0 0,0 1 52 0 0,2 1 26 0 0,-1 0-1 0 0,0 0 1 0 0,-1 1-1 0 0,0 0 0 0 0,-1 0 1 0 0,1 0-1 0 0,-2 1 1 0 0,3 20-1 0 0,-5-29-65 0 0,0 1 0 0 0,0 0-1 0 0,-1-1 1 0 0,1 1 0 0 0,-1-1 0 0 0,0 1-1 0 0,0-1 1 0 0,0 0 0 0 0,0 1 0 0 0,0-1-1 0 0,0 0 1 0 0,-1 1 0 0 0,1-1 0 0 0,-1 0-1 0 0,1 0 1 0 0,-1 0 0 0 0,0-1-1 0 0,0 1 1 0 0,0 0 0 0 0,0-1 0 0 0,0 1-1 0 0,0-1 1 0 0,0 1 0 0 0,-1-1 0 0 0,-3 2-1 0 0,-6 1 140 0 0,-1 0-1 0 0,1 0 1 0 0,-26 3-1 0 0,14-2 109 0 0,6-1-51 0 0,0 1-1 0 0,0 0 0 0 0,0 2 1 0 0,1 0-1 0 0,-25 14 0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2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7367 0 0,'0'0'568'0'0,"1"4"-373"0"0,2 14 4045 0 0,-2-14-2869 0 0,31 114 1239 0 0,-30-112-2616 0 0,0 0 0 0 0,-1 0-1 0 0,1 0 1 0 0,-1 0 0 0 0,-1 0 0 0 0,1 0-1 0 0,-1 8 1 0 0,-1 0-24 0 0,-1 18-123 0 0,-1 9-191 0 0,6-15-2712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2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71 8287 0 0,'1'4'5724'0'0,"34"-28"-5712"0"0,0-2-26 0 0,-19 18-58 0 0,20-6-10 0 0,-35 14 78 0 0,0-1 0 0 0,0 1 1 0 0,0 0-1 0 0,0-1 0 0 0,0 1 0 0 0,1 0 0 0 0,-1 0 0 0 0,0 0 0 0 0,0 0 0 0 0,0 0 0 0 0,0 0 0 0 0,0 0 0 0 0,0 0 0 0 0,0 0 0 0 0,0 0 1 0 0,2 1-1 0 0,45 12-10 0 0,-41-10 9 0 0,0 1 0 0 0,0 0-1 0 0,10 8 1 0 0,-16-11-3 0 0,0-1-1 0 0,0 1 1 0 0,0 0-1 0 0,0-1 1 0 0,0 1 0 0 0,0 0-1 0 0,0 0 1 0 0,0-1 0 0 0,0 1-1 0 0,-1 0 1 0 0,1 0-1 0 0,0 0 1 0 0,-1 0 0 0 0,1 0-1 0 0,0 0 1 0 0,-1 0 0 0 0,1 1-1 0 0,-1-1 1 0 0,0 0-1 0 0,1 0 1 0 0,-1 1 0 0 0,1 2-25 0 0,-1-2 3 0 0,1-1 0 0 0,0 1 1 0 0,-1-1-1 0 0,1 1 0 0 0,-1 0 1 0 0,0-1-1 0 0,1 1 1 0 0,-1 0-1 0 0,0 0 0 0 0,0-1 1 0 0,0 1-1 0 0,-1 0 0 0 0,1-1 1 0 0,0 1-1 0 0,0 0 1 0 0,-1-1-1 0 0,1 1 0 0 0,-1 0 1 0 0,0-1-1 0 0,1 1 0 0 0,-1-1 1 0 0,0 1-1 0 0,0-1 1 0 0,0 0-1 0 0,0 1 0 0 0,0-1 1 0 0,0 0-1 0 0,0 1 0 0 0,-1-1 1 0 0,1 0-1 0 0,0 0 0 0 0,-3 1 1 0 0,-3 3-59 0 0,-1 1-1 0 0,-1-2 1 0 0,1 1 0 0 0,-12 3 0 0 0,13-5 108 0 0,-7 3 35 0 0,4-2 384 0 0,0 0 1 0 0,0 1-1 0 0,1 0 0 0 0,0 0 0 0 0,0 1 0 0 0,-9 8 199 0 0,29-12-970 0 0,32 8 307 0 0,-32-8-29 0 0,0 2 1 0 0,34 9 53 0 0,-27-5 43 0 0,9 12-6 0 0,-20-15 248 0 0,-5-2-133 0 0,-1-1-89 0 0,-1-1-1 0 0,1 1 1 0 0,0 0 0 0 0,-1-1-1 0 0,1 1 1 0 0,-1 0-1 0 0,1-1 1 0 0,-1 1 0 0 0,0 0-1 0 0,0 0 1 0 0,0 0-1 0 0,0-1 1 0 0,0 1-1 0 0,0 0 1 0 0,0 0 0 0 0,-1-1-1 0 0,1 1 1 0 0,-1 0-1 0 0,1-1 1 0 0,-1 1 0 0 0,0 0-1 0 0,1-1 1 0 0,-1 1-1 0 0,0-1 1 0 0,0 1 0 0 0,0-1-1 0 0,0 1 1 0 0,0-1-1 0 0,-1 0 1 0 0,1 1-1 0 0,0-1 1 0 0,-1 0 0 0 0,-1 1-1 0 0,-12 9 288 0 0,-1-2 0 0 0,0 1 0 0 0,-1-2 1 0 0,1 0-1 0 0,-2-1 0 0 0,1-1 0 0 0,-1-1 0 0 0,-35 7 0 0 0,52-12-392 0 0,-1 0 0 0 0,1 0 0 0 0,0 1 1 0 0,-1-1-1 0 0,1 0 0 0 0,0 0 0 0 0,-1 0 0 0 0,1 0 1 0 0,0-1-1 0 0,0 1 0 0 0,-1 0 0 0 0,1 0 0 0 0,0-1 0 0 0,-1 1 1 0 0,1-1-1 0 0,0 1 0 0 0,0-1 0 0 0,0 0 0 0 0,0 1 1 0 0,-1-1-1 0 0,1 0 0 0 0,0 0 0 0 0,0 0 0 0 0,-1 0 1 0 0,-2-8-81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4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1856 299 2759 0 0,'0'0'9744'0'0,"5"-4"-9500"0"0,15-12-52 0 0,-20 16-173 0 0,0-1-1 0 0,1 1 1 0 0,-1-1-1 0 0,0 1 1 0 0,1-1-1 0 0,-1 1 1 0 0,0-1-1 0 0,0 1 1 0 0,0-1-1 0 0,0 0 1 0 0,1 1-1 0 0,-1-1 1 0 0,0 1 0 0 0,0-1-1 0 0,0 0 1 0 0,0 1-1 0 0,0-1 1 0 0,0 0-1 0 0,0 1 1 0 0,-1-1-1 0 0,1 1 1 0 0,0-1-1 0 0,0 1 1 0 0,0-1-1 0 0,-1 0 1 0 0,1 1-1 0 0,0-1 1 0 0,-1 1-1 0 0,1-1 1 0 0,0 1-1 0 0,-1-1 1 0 0,1 1-1 0 0,-1-1 1 0 0,0 0-1 0 0,-16-14 756 0 0,16 14-677 0 0,-9-6 306 0 0,-1 1 1 0 0,0 0-1 0 0,0 0 0 0 0,0 1 1 0 0,-17-5-1 0 0,-63-14 851 0 0,62 18-1044 0 0,2-2 0 0 0,-35-12 0 0 0,-14-20 396 0 0,55 28-378 0 0,-1 1 0 0 0,0 1 0 0 0,-36-12-1 0 0,10 8-160 0 0,0 3 1 0 0,-1 2-1 0 0,0 1 0 0 0,-62 0 0 0 0,-357 35-67 0 0,412-20-43 0 0,0 4 0 0 0,1 1 0 0 0,0 3-1 0 0,-86 37 1 0 0,56-25-95 0 0,64-21 74 0 0,0 0 0 0 0,0 2 0 0 0,1 0 0 0 0,-36 20 0 0 0,55-28 62 0 0,1 0 0 0 0,-1 0 1 0 0,1 1-1 0 0,-1-1 0 0 0,1 0 1 0 0,-1 0-1 0 0,1 1 0 0 0,0-1 1 0 0,-1 0-1 0 0,1 1 0 0 0,-1-1 1 0 0,1 1-1 0 0,0-1 0 0 0,-1 0 1 0 0,1 1-1 0 0,0-1 0 0 0,-1 1 1 0 0,1-1-1 0 0,0 1 0 0 0,0-1 0 0 0,-1 1 1 0 0,1-1-1 0 0,0 1 0 0 0,0-1 1 0 0,0 1-1 0 0,0-1 0 0 0,0 1 1 0 0,0-1-1 0 0,0 1 0 0 0,0 0 1 0 0,0-1-1 0 0,0 1 0 0 0,0-1 1 0 0,0 1-1 0 0,0 0 0 0 0,2 0-6 0 0,-1 0-1 0 0,0 1 0 0 0,0-1 0 0 0,0 0 0 0 0,1 0 0 0 0,-1-1 0 0 0,0 1 0 0 0,1 0 0 0 0,-1 0 0 0 0,1-1 0 0 0,-1 1 0 0 0,3 0 1 0 0,54 11-185 0 0,-53-11 188 0 0,44 6 5 0 0,16 1 0 0 0,8 0 0 0 0,3 0 118 0 0,-10 2-54 0 0,-6-1-54 0 0,25 5 44 0 0,-19-5-44 0 0,15 0-10 0 0,-8-4 0 0 0,13-4 90 0 0,-24-2-12 0 0,2 1-48 0 0,-25 0 33 0 0,-9-1-48 0 0,1-2 53 0 0,23-1 55 0 0,4-3 94 0 0,15-4-151 0 0,-21 2-2 0 0,-10 2-54 0 0,20-3 44 0 0,-4 2-44 0 0,8 0-10 0 0,-8 2 64 0 0,-28 1 6 0 0,-12 2 15 0 0,26-5-16 0 0,8-4-3 0 0,-40 8-57 0 0,29-10 47 0 0,-32 9-47 0 0,-2 2 50 0 0,1 0-4 0 0,23-11-34 0 0,-23 11 266 0 0,-9-10-315 0 0,-5 10-97 0 0,-10-3-1825 0 0,8 1 163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5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8863 0 0,'1'9'5160'0'0,"7"41"-3580"0"0,-8-49-1524 0 0,12 105 375 0 0,-1 172-1 0 0,-8-94-207 0 0,39 318 1233 0 0,-42-499-1603 0 0,0-3 78 0 0,0 1 1 0 0,0 0-1 0 0,0-1 1 0 0,0 1-1 0 0,0 0 1 0 0,0-1-1 0 0,1 1 1 0 0,-1 0-1 0 0,0-1 1 0 0,0 1-1 0 0,0 0 1 0 0,1-1-1 0 0,-1 1 0 0 0,0 0 1 0 0,1-1-1 0 0,-1 1 1 0 0,0-1-1 0 0,1 1 1 0 0,-1-1-1 0 0,1 1 1 0 0,-1-1-1 0 0,1 1 1 0 0,-1-1-1 0 0,1 1 1 0 0,-1-1-1 0 0,2 1 1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6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1 135 4143 0 0,'0'0'8483'0'0,"9"3"-8419"0"0,28 11-33 0 0,-28-11 134 0 0,-1-1-92 0 0,2 2-43 0 0,-5-2 20 0 0,0 0-1 0 0,0-1 1 0 0,0 1-1 0 0,1-1 0 0 0,-1 0 1 0 0,6 0-1 0 0,25 4 111 0 0,-27-4 0 0 0,2 0 0 0 0,36 3 0 0 0,-35-3 0 0 0,1-1-4 0 0,67-1 256 0 0,-63 1-366 0 0,47-5 188 0 0,-6-2 54 0 0,-46 6-241 0 0,35-6 153 0 0,7-5-7 0 0,-11 2-102 0 0,10-5-20 0 0,0-1-2 0 0,-1-3 4 0 0,-40 14-51 0 0,-1 1 123 0 0,-2 0 24 0 0,28-12-1 0 0,-28 12 110 0 0,-1 0-180 0 0,22-12-2 0 0,-23 12 238 0 0,-1-2-684 0 0,16-15 49 0 0,-16 16-662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6.5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1 4607 0 0,'-21'18'8996'0'0,"10"-5"-6836"0"0,6-6-1629 0 0,1 0 1 0 0,0 0-1 0 0,1 1 0 0 0,-4 8 0 0 0,0 0-291 0 0,-2 8-315 0 0,0 1 1 0 0,2 0-1 0 0,0 0 0 0 0,-5 47 1 0 0,1 107-947 0 0,8-113 859 0 0,-72 802-332 0 0,62-740 832 0 0,13-121-1360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7.9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1283 545 2759 0 0,'0'0'7206'0'0,"3"5"-6130"0"0,11 22 7236 0 0,-13-33-7936 0 0,3-15-59 0 0,-5 12-12 0 0,-21-39 109 0 0,9 22-391 0 0,-1 0 1 0 0,-1 0 0 0 0,-37-44-1 0 0,-65-54 227 0 0,91 101-213 0 0,-1 0 0 0 0,-1 1 0 0 0,-2 2 1 0 0,0 1-1 0 0,0 1 0 0 0,-2 2 0 0 0,0 1 1 0 0,-1 2-1 0 0,-40-12 0 0 0,43 18 30 0 0,0 0-1 0 0,0 2 1 0 0,0 1 0 0 0,-1 2 0 0 0,0 1-1 0 0,0 1 1 0 0,1 2 0 0 0,-1 1 0 0 0,1 1-1 0 0,-57 16 1 0 0,35-3-430 0 0,0 2 0 0 0,1 2 0 0 0,1 3 0 0 0,-76 49 1 0 0,118-66-2198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48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484 4 8287 0 0,'-7'9'8798'0'0,"3"-5"-8706"0"0,-11 15 1473 0 0,0 0-1035 0 0,-28 26 0 0 0,-113 85-797 0 0,89-78 564 0 0,-109 112 0 0 0,176-164-283 0 0,0 0 0 0 0,0 0 0 0 0,0 0 1 0 0,1 0-1 0 0,-1 0 0 0 0,0 0 1 0 0,0 0-1 0 0,0 0 0 0 0,1 0 1 0 0,-1 0-1 0 0,0 0 0 0 0,0 0 1 0 0,0 0-1 0 0,0 0 0 0 0,1 0 0 0 0,-1 0 1 0 0,0 0-1 0 0,0 1 0 0 0,0-1 1 0 0,0 0-1 0 0,0 0 0 0 0,1 0 1 0 0,-1 0-1 0 0,0 0 0 0 0,0 1 1 0 0,0-1-1 0 0,0 0 0 0 0,0 0 1 0 0,0 0-1 0 0,0 0 0 0 0,0 1 0 0 0,0-1 1 0 0,1 0-1 0 0,-1 0 0 0 0,0 0 1 0 0,0 1-1 0 0,0-1 0 0 0,0 0 1 0 0,0 0-1 0 0,0 0 0 0 0,0 0 1 0 0,0 1-1 0 0,0-1 0 0 0,-1 0 0 0 0,1 0 1 0 0,0 0-1 0 0,0 1 0 0 0,0-1 1 0 0,0 0-1 0 0,0 0 0 0 0,0 0 1 0 0,0 0-1 0 0,0 1 0 0 0,0-1 1 0 0,-1 0-1 0 0,1 0 0 0 0,0 0 1 0 0,0 0-1 0 0,22-5-212 0 0,-17 4 250 0 0,4-1-126 0 0,-1 0 8 0 0,36-7 1 0 0,15 2-6 0 0,-7 6-5 0 0,-2 6-10 0 0,1 4 27 0 0,4 3 48 0 0,10 3 11 0 0,-13-3 15 0 0,-41-10 146 0 0,0 0-71 0 0,35 7 6 0 0,-35-7 213 0 0,-2-1-213 0 0,29 3-7 0 0,-28-3 1315 0 0,-11-4-1216 0 0,1 0-142 0 0,-1 0-1 0 0,0 0 1 0 0,0 1 0 0 0,0-1-1 0 0,0 0 1 0 0,0 1-1 0 0,-1-1 1 0 0,1 1 0 0 0,-1 0-1 0 0,0-1 1 0 0,-2-2-1 0 0,-31-30 444 0 0,8 7-192 0 0,-10-16-121 0 0,2-2 0 0 0,2-1 0 0 0,-36-70 0 0 0,51 80-2345 0 0,-16-47 0 0 0,27 60-5338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39:53.2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7846 1375 0 0,'-18'21'7688'0'0,"23"-27"-7585"0"0,-1 0-1 0 0,0 0 0 0 0,-1 0 1 0 0,1-1-1 0 0,-2 0 0 0 0,1 0 0 0 0,0 0 1 0 0,1-9-1 0 0,3-6 151 0 0,84-272 3245 0 0,-79 251-2950 0 0,49-203 1370 0 0,-47 175-411 0 0,8-108 0 0 0,25-211-2395 0 0,-9 76 1004 0 0,-15 105-120 0 0,-17 159 2 0 0,2 1-1 0 0,2 0 1 0 0,3 1 0 0 0,27-69-1 0 0,9-28-106 0 0,-38 104 62 0 0,2 2-1 0 0,35-74 0 0 0,-11 37-16 0 0,35-101 0 0 0,-6 27 238 0 0,-8 22-84 0 0,43-180 405 0 0,-78 231-110 0 0,-7 32-262 0 0,1 2 0 0 0,42-72 0 0 0,2-6-20 0 0,146-352 143 0 0,-169 362-29 0 0,0-1-208 0 0,23-52-9 0 0,-30 75 0 0 0,-11 32 0 0 0,14-36 0 0 0,3 18 0 0 0,-20 45 0 0 0,13-37 0 0 0,46-119 0 0 0,-37 93 0 0 0,62-109-135 0 0,-29 63 149 0 0,-31 46 191 0 0,-24 51-158 0 0,2 0-1 0 0,34-53 1 0 0,-30 64-47 0 0,2 1 0 0 0,1 1 0 0 0,1 1 0 0 0,34-25 0 0 0,-36 30 0 0 0,25-18 0 0 0,1 2 0 0 0,1 2 0 0 0,3 2 0 0 0,66-31 0 0 0,-100 57-17 0 0,0 1 1 0 0,24-6-1 0 0,6-2-5 0 0,263-75 22 0 0,-132 30 0 0 0,-5 2 0 0 0,157-46 0 0 0,-72 11 64 0 0,-192 68 6 0 0,0-3 0 0 0,-2-4-1 0 0,117-74 1 0 0,114-87 779 0 0,-246 157-849 0 0,87-78 0 0 0,-65 50 0 0 0,90-72 272 0 0,-121 106-339 0 0,65-33 0 0 0,7-5 20 0 0,-71 37 107 0 0,-26 18-19 0 0,2 0-1 0 0,24-13 0 0 0,72-34-40 0 0,-108 57-21 0 0,7-3-268 0 0,-1-1 0 0 0,29-18 0 0 0,-28 18-2017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2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48 5063 0 0,'-3'1'101'0'0,"1"0"0"0"0,0 0 0 0 0,-1 0 0 0 0,1-1 0 0 0,-1 1 0 0 0,1-1-1 0 0,-1 1 1 0 0,1-1 0 0 0,0 0 0 0 0,-1 0 0 0 0,1 0 0 0 0,-4-1 0 0 0,-17 2 3962 0 0,16 1-2949 0 0,5-2-930 0 0,0 0 0 0 0,1 0 1 0 0,-1 0-1 0 0,1 0 0 0 0,-1 1 1 0 0,1-1-1 0 0,-1 1 0 0 0,1-1 1 0 0,-1 1-1 0 0,1 0 0 0 0,-1-1 0 0 0,1 1 1 0 0,0 0-1 0 0,-1 0 0 0 0,0 1 1 0 0,3-1-107 0 0,0 0 1 0 0,0 0-1 0 0,0 1 1 0 0,0-1-1 0 0,0-1 1 0 0,0 1 0 0 0,1 0-1 0 0,-1 0 1 0 0,0 0-1 0 0,1-1 1 0 0,-1 1 0 0 0,0 0-1 0 0,1-1 1 0 0,1 1-1 0 0,1-1 2 0 0,0 1 0 0 0,1-1-1 0 0,-1 0 1 0 0,0 0 0 0 0,0-1-1 0 0,1 1 1 0 0,-1-1 0 0 0,0 0-1 0 0,0 0 1 0 0,0 0 0 0 0,0-1-1 0 0,6-2 1 0 0,13-4 183 0 0,181-38 531 0 0,-162 40-1146 0 0,1 1 0 0 0,81 2 1 0 0,-95 5-935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8.5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583 43 7423 0 0,'1'-42'1260'0'0,"-3"55"-644"0"0,0 0 0 0 0,-1-1-1 0 0,-10 24 1 0 0,5-12-339 0 0,-63 212 2283 0 0,-64 385-1 0 0,114-467-2260 0 0,6 1-1 0 0,7 1 0 0 0,20 258 0 0 0,-6-362-218 0 0,3-1-1 0 0,23 82 1 0 0,-21-98-3 0 0,2-1 0 0 0,1 0 0 0 0,1-1 0 0 0,32 48 0 0 0,-39-70-30 0 0,0 0 0 0 0,1 0 0 0 0,13 13 0 0 0,-20-22-31 0 0,0 0-1 0 0,0 0 0 0 0,0 0 1 0 0,0 0-1 0 0,1 0 1 0 0,-1-1-1 0 0,1 1 1 0 0,-1-1-1 0 0,1 1 1 0 0,0-1-1 0 0,-1 0 1 0 0,1 0-1 0 0,0 0 1 0 0,0-1-1 0 0,0 1 0 0 0,0-1 1 0 0,0 1-1 0 0,0-1 1 0 0,0 0-1 0 0,-1 0 1 0 0,7-1-1 0 0,-7 0-9 0 0,-1 0 0 0 0,1 0-1 0 0,-1 0 1 0 0,1 0 0 0 0,-1 0-1 0 0,0 0 1 0 0,0-1 0 0 0,1 1-1 0 0,-1 0 1 0 0,0-1 0 0 0,0 1-1 0 0,0-1 1 0 0,-1 1 0 0 0,1-1-1 0 0,0 1 1 0 0,0-1 0 0 0,-1 1-1 0 0,1-1 1 0 0,-1 0 0 0 0,1 0-1 0 0,-1 1 1 0 0,0-1 0 0 0,0-3-1 0 0,1-4 7 0 0,-1 1-1 0 0,0-1 0 0 0,-1-12 1 0 0,-1 9-2 0 0,0 0 1 0 0,0 0 0 0 0,-1 0 0 0 0,0 0 0 0 0,-1 1 0 0 0,-1-1 0 0 0,0 1 0 0 0,-11-18-1 0 0,13 24 15 0 0,0 1 0 0 0,-1-1-1 0 0,0 1 1 0 0,0-1 0 0 0,0 1-1 0 0,-1 0 1 0 0,1 0 0 0 0,-1 1-1 0 0,0 0 1 0 0,0 0 0 0 0,0 0-1 0 0,0 0 1 0 0,-1 1 0 0 0,1-1 0 0 0,-1 1-1 0 0,1 1 1 0 0,-1-1 0 0 0,0 1-1 0 0,0 0 1 0 0,-6 0 0 0 0,0 1 61 0 0,1 1 0 0 0,-1 0 0 0 0,1 1 0 0 0,-1 1 0 0 0,1-1 0 0 0,0 2 1 0 0,0-1-1 0 0,0 2 0 0 0,1-1 0 0 0,0 2 0 0 0,-1-1 0 0 0,2 1 0 0 0,-1 1 1 0 0,1 0-1 0 0,-10 8 0 0 0,-2 5 34 0 0,0 0 0 0 0,2 1 0 0 0,0 2 0 0 0,-30 46 0 0 0,29-34-26 0 0,1 2 0 0 0,2 0 1 0 0,2 1-1 0 0,1 0 0 0 0,2 1 0 0 0,1 1 0 0 0,3 0 0 0 0,-6 62 1 0 0,7 8 156 0 0,14 213-1 0 0,33 46 130 0 0,1 12-185 0 0,-36-257-168 0 0,10 103-1823 0 0,-7-183 809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2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18 116 5063 0 0,'-14'-63'1845'0'0,"11"21"6329"0"0,3 41-8126 0 0,0 1 0 0 0,0 0 0 0 0,0-1 1 0 0,0 1-1 0 0,0 0 0 0 0,0-1 0 0 0,0 1 0 0 0,0 0 1 0 0,0-1-1 0 0,0 1 0 0 0,0 0 0 0 0,0-1 0 0 0,0 1 0 0 0,0 0 1 0 0,0-1-1 0 0,0 1 0 0 0,1 0 0 0 0,-1-1 0 0 0,0 1 0 0 0,0 0 1 0 0,0 0-1 0 0,1-1 0 0 0,-1 1 0 0 0,0 0 0 0 0,0 0 0 0 0,1-1 1 0 0,-1 1-1 0 0,0 0 0 0 0,1 0 0 0 0,-1 0 0 0 0,0-1 1 0 0,0 1-1 0 0,1 0 0 0 0,-1 0 0 0 0,0 0 0 0 0,1 0 0 0 0,14 5 922 0 0,-12-2-804 0 0,0-1 1 0 0,0 1 0 0 0,0-1 0 0 0,0 1 0 0 0,-1 0 0 0 0,1 0 0 0 0,3 5 0 0 0,-4-4-43 0 0,0 1 1 0 0,-1-1 0 0 0,1 1 0 0 0,-1-1 0 0 0,0 1 0 0 0,0-1 0 0 0,0 1 0 0 0,0 0 0 0 0,-1 8 0 0 0,-1-1 254 0 0,-1 1 0 0 0,-4 18 0 0 0,6-31-379 0 0,-1 8 102 0 0,0 0-1 0 0,1 0 1 0 0,0 0-1 0 0,1 0 1 0 0,0-1 0 0 0,0 1-1 0 0,1 0 1 0 0,0-1-1 0 0,0 1 1 0 0,6 12-1 0 0,2 12 201 0 0,18 90 658 0 0,7 28-3 0 0,-25-119-825 0 0,21 58 292 0 0,-28-80-384 0 0,2 0 0 0 0,-1-1 0 0 0,1 1 0 0 0,0-1-1 0 0,1 0 1 0 0,0-1 0 0 0,10 11 0 0 0,-14-17-32 0 0,-1 1 0 0 0,1-1 0 0 0,0 0 0 0 0,0 1 0 0 0,0-1 0 0 0,0 0 0 0 0,0 0 0 0 0,0 0 0 0 0,0 0 0 0 0,0-1 0 0 0,1 1 0 0 0,-1 0 0 0 0,0-1 0 0 0,0 0 0 0 0,1 1 0 0 0,-1-1 0 0 0,3 0 0 0 0,2-1 29 0 0,0-1-1 0 0,0 1 1 0 0,-1-1 0 0 0,10-4-1 0 0,23-5 98 0 0,-35 11-112 0 0,1-1 1 0 0,0 0-1 0 0,-1 0 0 0 0,1 0 1 0 0,-1-1-1 0 0,1 1 0 0 0,-1-1 0 0 0,0 0 1 0 0,0-1-1 0 0,0 1 0 0 0,0-1 1 0 0,0 1-1 0 0,0-1 0 0 0,-1 0 0 0 0,1-1 1 0 0,-1 1-1 0 0,0 0 0 0 0,0-1 1 0 0,0 0-1 0 0,3-5 0 0 0,19-24 118 0 0,-20 27-137 0 0,0 1 0 0 0,0-1-1 0 0,-1 0 1 0 0,0 0 0 0 0,0 0 0 0 0,-1 0 0 0 0,1-1-1 0 0,-2 0 1 0 0,4-8 0 0 0,-4 1-3 0 0,0-1 0 0 0,0 0 0 0 0,-1 0 0 0 0,-1 0 0 0 0,-3-21 0 0 0,-15-74 0 0 0,14 90 0 0 0,0 1 0 0 0,-1 0 0 0 0,-1 1 0 0 0,-1-1 0 0 0,-11-20 0 0 0,-41-63 0 0 0,43 76 0 0 0,16 25-32 0 0,-1 1-1 0 0,0-1 0 0 0,1 1 1 0 0,-1-1-1 0 0,1 0 1 0 0,0 0-1 0 0,-1 1 0 0 0,1-1 1 0 0,-1 0-1 0 0,1 0 1 0 0,0 1-1 0 0,0-1 0 0 0,-1 0 1 0 0,1 0-1 0 0,0 0 1 0 0,0 0-1 0 0,0 1 1 0 0,0-1-1 0 0,0 0 0 0 0,0 0 1 0 0,0 0-1 0 0,0 0 1 0 0,1 1-1 0 0,-1-1 0 0 0,0 0 1 0 0,0 0-1 0 0,1 0 1 0 0,-1 1-1 0 0,0-1 0 0 0,1 0 1 0 0,-1 0-1 0 0,1 1 1 0 0,-1-1-1 0 0,1 0 1 0 0,-1 1-1 0 0,1-1 0 0 0,0 1 1 0 0,-1-1-1 0 0,1 1 1 0 0,0-1-1 0 0,0 0 0 0 0,3-1-621 0 0,0 1 0 0 0,0 0-1 0 0,-1 0 1 0 0,1 0-1 0 0,1 0 1 0 0,-1 0 0 0 0,5 1-1 0 0,9-2-6909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2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307 128 3679 0 0,'-3'-16'543'0'0,"-7"-22"-693"0"0,-6 13 6224 0 0,12 21-5660 0 0,0-1-1 0 0,-1 1 1 0 0,1 0-1 0 0,-1 0 1 0 0,0 1-1 0 0,0-1 1 0 0,-1 1-1 0 0,1 0 1 0 0,-1 1-1 0 0,1-1 1 0 0,-1 1 0 0 0,0 0-1 0 0,0 1 1 0 0,0-1-1 0 0,-10 0 1 0 0,12 2-298 0 0,0 0 0 0 0,0 0 0 0 0,1 0 0 0 0,-1 0 0 0 0,0 1 0 0 0,0 0 0 0 0,1 0 0 0 0,-1 0 0 0 0,0 0 0 0 0,1 0 0 0 0,-1 1 0 0 0,1 0 0 0 0,0-1 0 0 0,-1 1 0 0 0,1 0 0 0 0,0 1 0 0 0,0-1 0 0 0,0 1 0 0 0,1-1 0 0 0,-1 1 0 0 0,1 0 0 0 0,-1 0 0 0 0,1 0 0 0 0,0 0 0 0 0,0 0 0 0 0,-3 7 0 0 0,2-2-36 0 0,0 0 1 0 0,1 1-1 0 0,0-1 0 0 0,0 1 0 0 0,1 0 1 0 0,0-1-1 0 0,1 1 0 0 0,0 0 0 0 0,0 0 0 0 0,1 0 1 0 0,0-1-1 0 0,0 1 0 0 0,1 0 0 0 0,0-1 1 0 0,1 1-1 0 0,6 14 0 0 0,2 0 41 0 0,0-1 0 0 0,1 0-1 0 0,1-1 1 0 0,28 35 0 0 0,-17-27-21 0 0,-7-9-50 0 0,-1 1 0 0 0,0 0 0 0 0,16 31 0 0 0,-31-50-41 0 0,0 0 1 0 0,0 0-1 0 0,0 0 0 0 0,0 0 0 0 0,-1 0 0 0 0,1 0 1 0 0,-1 0-1 0 0,1 0 0 0 0,-1 1 0 0 0,0-1 0 0 0,0 0 1 0 0,0 0-1 0 0,0 0 0 0 0,-1 0 0 0 0,1 1 0 0 0,0-1 1 0 0,-1 0-1 0 0,1 0 0 0 0,-1 0 0 0 0,0 0 0 0 0,0 0 1 0 0,0 0-1 0 0,0 0 0 0 0,0 0 0 0 0,0 0 0 0 0,-1-1 0 0 0,1 1 1 0 0,0 0-1 0 0,-1-1 0 0 0,1 1 0 0 0,-1-1 0 0 0,0 0 1 0 0,0 1-1 0 0,1-1 0 0 0,-1 0 0 0 0,0 0 0 0 0,-2 1 1 0 0,-9 4 175 0 0,1 0 1 0 0,-1-1 0 0 0,0-1-1 0 0,-21 5 1 0 0,30-8-121 0 0,-16 4 438 0 0,1-1 0 0 0,-32 1 0 0 0,42-4-315 0 0,1-1 0 0 0,0 0 0 0 0,0-1 0 0 0,0 0 0 0 0,0 0 0 0 0,1-1 0 0 0,-1 0 0 0 0,0 0 0 0 0,-9-5 0 0 0,16 7-188 0 0,1 0-1 0 0,0 0 1 0 0,0-1-1 0 0,0 1 1 0 0,0 0-1 0 0,0-1 1 0 0,0 1-1 0 0,0-1 1 0 0,0 1-1 0 0,0 0 1 0 0,0-1-1 0 0,0 1 1 0 0,0 0-1 0 0,0-1 1 0 0,0 1-1 0 0,0 0 1 0 0,0-1-1 0 0,0 1 1 0 0,1 0-1 0 0,-1 0 1 0 0,0-1-1 0 0,0 1 1 0 0,0 0 0 0 0,0-1-1 0 0,1 1 1 0 0,-1 0-1 0 0,0 0 1 0 0,0-1-1 0 0,1 1 1 0 0,-1 0-1 0 0,0 0 1 0 0,0-1-1 0 0,1 1 1 0 0,-1 0-1 0 0,0 0 1 0 0,1 0-1 0 0,-1 0 1 0 0,13-10-239 0 0,0 4-1311 0 0,-1 0 1 0 0,1 1-1 0 0,23-6 0 0 0,-35 11 1382 0 0,23-7-7432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3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97 11519 0 0,'0'-2'449'0'0,"0"1"-1"0"0,-1-1 0 0 0,1 1 0 0 0,0-1 1 0 0,0 0-1 0 0,1 1 0 0 0,-1-1 0 0 0,0 1 1 0 0,1-1-1 0 0,-1 1 0 0 0,0-1 1 0 0,1 1-1 0 0,0-1 0 0 0,-1 1 0 0 0,1-1 1 0 0,0 1-1 0 0,1-2 0 0 0,1 0-32 0 0,0-1-1 0 0,-1 2 0 0 0,1-1 0 0 0,0 0 1 0 0,1 1-1 0 0,5-5 0 0 0,2 2-64 0 0,-1-1-1 0 0,1 2 0 0 0,0-1 0 0 0,13-2 0 0 0,-2 2-97 0 0,1 1 0 0 0,0 1-1 0 0,36-1 1 0 0,-4 4-4950 0 0,-47 0 3495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3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6911 0 0,'-4'2'974'0'0,"1"0"-1"0"0,-1 1 1 0 0,0 0-1 0 0,1-1 1 0 0,-1 2-1 0 0,-2 3 1 0 0,-19 26 1798 0 0,12-12-1774 0 0,-11 27 0 0 0,15-26-442 0 0,1-1 1 0 0,1 2-1 0 0,1-1 1 0 0,1 1-1 0 0,1-1 0 0 0,1 1 1 0 0,1 1-1 0 0,1 45 1 0 0,2-56-334 0 0,1 0-1 0 0,0 0 1 0 0,1 0 0 0 0,1 0 0 0 0,0 0 0 0 0,0-1 0 0 0,10 19-1 0 0,-10-23-133 0 0,1 0-1 0 0,1 0 0 0 0,-1-1 1 0 0,1 1-1 0 0,1-1 0 0 0,-1-1 1 0 0,1 1-1 0 0,0-1 0 0 0,1 0 1 0 0,-1-1-1 0 0,13 7 0 0 0,-11-8-30 0 0,0-1-1 0 0,0 0 0 0 0,0 0 0 0 0,0-1 0 0 0,1 0 0 0 0,-1 0 0 0 0,1-1 0 0 0,-1-1 1 0 0,1 0-1 0 0,-1 0 0 0 0,17-3 0 0 0,20 1-2185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3.5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41 15519 0 0,'-7'-10'-137'0'0,"6"9"498"0"0,-1 0 1 0 0,1-1-1 0 0,0 1 0 0 0,0 0 1 0 0,0-1-1 0 0,0 0 1 0 0,0 1-1 0 0,0-1 1 0 0,1 0-1 0 0,-1 1 0 0 0,0-3 1 0 0,6-2 2464 0 0,13 2-875 0 0,91 4-1195 0 0,-43 3-4158 0 0,-54-3 1215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4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1 227 4607 0 0,'2'2'201'0'0,"0"0"1"0"0,-1 0-1 0 0,1 1 0 0 0,0-1 0 0 0,-1 1 0 0 0,0-1 0 0 0,1 1 0 0 0,-1-1 0 0 0,0 1 0 0 0,0 0 0 0 0,-1 0 0 0 0,1-1 0 0 0,0 6 0 0 0,2 3 2895 0 0,13 50 3029 0 0,7 33-2570 0 0,15 54-897 0 0,-37-141-2550 0 0,1-1-1 0 0,0 0 1 0 0,0 1-1 0 0,0-1 0 0 0,1 0 1 0 0,0 0-1 0 0,0 0 1 0 0,1-1-1 0 0,-1 1 0 0 0,7 6 1 0 0,-9-11-105 0 0,-1-1 0 0 0,0 0 1 0 0,0 0-1 0 0,0 0 0 0 0,0 0 0 0 0,1 0 1 0 0,-1 0-1 0 0,0 0 0 0 0,0 0 0 0 0,0 0 1 0 0,1 0-1 0 0,-1 0 0 0 0,0 0 0 0 0,0 0 1 0 0,0 0-1 0 0,1 0 0 0 0,-1 0 0 0 0,0 0 1 0 0,0 0-1 0 0,0 0 0 0 0,0 0 0 0 0,1 0 1 0 0,-1 0-1 0 0,0 0 0 0 0,0 0 0 0 0,0 0 1 0 0,1 0-1 0 0,-1 0 0 0 0,0 0 0 0 0,0 0 1 0 0,0-1-1 0 0,0 1 0 0 0,1 0 0 0 0,-1 0 1 0 0,0 0-1 0 0,0 0 0 0 0,0 0 0 0 0,0-1 1 0 0,0 1-1 0 0,0 0 0 0 0,0 0 0 0 0,0 0 1 0 0,1 0-1 0 0,-1-1 0 0 0,0 1 0 0 0,0 0 1 0 0,0 0-1 0 0,0 0 0 0 0,0-1 0 0 0,0 1 1 0 0,0 0-1 0 0,0 0 0 0 0,0 0 0 0 0,0-1 1 0 0,0 1-1 0 0,0 0 0 0 0,0 0 0 0 0,0 0 1 0 0,0 0-1 0 0,0-1 0 0 0,-1 1 0 0 0,1 0 1 0 0,0 0-1 0 0,0 0 0 0 0,0-1 0 0 0,0 1 1 0 0,-2-17 43 0 0,2 16-39 0 0,-6-37-3 0 0,-2-11-125 0 0,1 0 1 0 0,3-1 0 0 0,3-80 0 0 0,3 107 68 0 0,2 0 1 0 0,0 0-1 0 0,1 0 1 0 0,1 1-1 0 0,1-1 0 0 0,16-30 1 0 0,-20 44 40 0 0,2 1 1 0 0,-1 0 0 0 0,1 1-1 0 0,0-1 1 0 0,1 1 0 0 0,-1 0-1 0 0,2 0 1 0 0,-1 1 0 0 0,1 0-1 0 0,0 0 1 0 0,0 0 0 0 0,0 1-1 0 0,1 0 1 0 0,0 1 0 0 0,0-1-1 0 0,0 1 1 0 0,0 1-1 0 0,1 0 1 0 0,13-3 0 0 0,-17 5 25 0 0,-1 0 1 0 0,1 0-1 0 0,0 1 1 0 0,0 0-1 0 0,-1 0 0 0 0,1 0 1 0 0,0 0-1 0 0,-1 1 1 0 0,1 0-1 0 0,0 0 1 0 0,-1 0-1 0 0,1 1 1 0 0,-1-1-1 0 0,0 1 0 0 0,1 0 1 0 0,5 4-1 0 0,-5-2 0 0 0,0 0 0 0 0,-1 0-1 0 0,0 0 1 0 0,1 1 0 0 0,-2 0-1 0 0,1-1 1 0 0,0 1 0 0 0,-1 0-1 0 0,0 1 1 0 0,0-1-1 0 0,3 10 1 0 0,-2-3 10 0 0,-1-1 0 0 0,0 1 0 0 0,-1 1 0 0 0,0-1 0 0 0,0 0 0 0 0,-2 0 0 0 0,1 1 0 0 0,-2-1 0 0 0,1 0 0 0 0,-2 0 0 0 0,0 1 0 0 0,-4 13 0 0 0,-2-1 57 0 0,-15 33-1 0 0,20-51-79 0 0,0 0 0 0 0,-1 0-1 0 0,0-1 1 0 0,0 1 0 0 0,-1-1-1 0 0,0 0 1 0 0,0-1 0 0 0,0 1-1 0 0,-9 6 1 0 0,13-11 1 0 0,0 0-1 0 0,0-1 1 0 0,0 1-1 0 0,0-1 1 0 0,0 1 0 0 0,0-1-1 0 0,0 1 1 0 0,0-1-1 0 0,0 1 1 0 0,0-1-1 0 0,0 0 1 0 0,0 0 0 0 0,0 0-1 0 0,0 1 1 0 0,-3-1-1 0 0,3-5 83 0 0,8-5-18 0 0,-4 7-50 0 0,1 0 0 0 0,-1 0 0 0 0,1 0 0 0 0,-1 0 0 0 0,1 0 0 0 0,0 1 0 0 0,0 0-1 0 0,0 0 1 0 0,0 0 0 0 0,1 0 0 0 0,-1 1 0 0 0,0 0 0 0 0,1-1 0 0 0,-1 2 0 0 0,1-1 0 0 0,-1 0 0 0 0,1 1 0 0 0,0 0 0 0 0,-1 0 0 0 0,1 0 0 0 0,-1 1 0 0 0,1-1 0 0 0,-1 1 0 0 0,1 0 0 0 0,5 3 0 0 0,7 3 193 0 0,-1 0 1 0 0,0 2-1 0 0,0 0 1 0 0,-1 1-1 0 0,15 12 1 0 0,3 2 168 0 0,-25-19-554 0 0,-1-1 1 0 0,0 0-1 0 0,1 0 0 0 0,12 4 1 0 0,-1-4-1070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12 5063 0 0,'-25'-12'15552'0'0,"41"16"-14310"0"0,-8-3-564 0 0,31 10 350 0 0,-28-7-868 0 0,-1 0 1 0 0,1-1-1 0 0,0-1 1 0 0,0 0-1 0 0,0 0 1 0 0,1-1-1 0 0,-1-1 1 0 0,17-1-1 0 0,-23 1-140 0 0,0 0 0 0 0,0 0 0 0 0,0 0 0 0 0,0 0 0 0 0,0 1 0 0 0,5 1 0 0 0,-6-1-26 0 0,0-1 1 0 0,-1 1-1 0 0,1 0 0 0 0,-1-1 1 0 0,1 0-1 0 0,-1 0 0 0 0,1 0 1 0 0,0-1-1 0 0,-1 1 0 0 0,1-1 1 0 0,-1 0-1 0 0,1 0 0 0 0,-1 0 0 0 0,5-2 1 0 0,23-9-802 0 0,-10 9-4014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40 2759 0 0,'1'-6'928'0'0,"0"-28"8211"0"0,-2 37-8782 0 0,-1-1 0 0 0,0 1-1 0 0,1-1 1 0 0,-1 1 0 0 0,1-1 0 0 0,0 1 0 0 0,0 0 0 0 0,-2 5-1 0 0,3-7-187 0 0,-12 31 637 0 0,2 0-1 0 0,2 1 1 0 0,1 0 0 0 0,1 1-1 0 0,-1 55 1 0 0,6-73-605 0 0,2 0 0 0 0,0-1 0 0 0,1 1 0 0 0,0 0 0 0 0,1-1 0 0 0,1 0 0 0 0,0 1 0 0 0,1-1 0 0 0,1-1 0 0 0,1 1 0 0 0,0-1 0 0 0,0 0 0 0 0,1-1 0 0 0,14 18 0 0 0,-17-26-150 0 0,0 1 0 0 0,1-1 0 0 0,0 0 0 0 0,0-1 0 0 0,0 1 1 0 0,0-1-1 0 0,1 0 0 0 0,0-1 0 0 0,-1 1 0 0 0,1-1 0 0 0,1-1 0 0 0,-1 1 0 0 0,15 2 0 0 0,-17-4-39 0 0,0-1 0 0 0,1 1-1 0 0,-1-1 1 0 0,0 0 0 0 0,0 0 0 0 0,1-1-1 0 0,-1 1 1 0 0,0-1 0 0 0,0 0 0 0 0,0-1-1 0 0,0 1 1 0 0,0-1 0 0 0,0 0-1 0 0,0-1 1 0 0,-1 1 0 0 0,1-1 0 0 0,-1 1-1 0 0,0-1 1 0 0,1-1 0 0 0,-1 1 0 0 0,4-5-1 0 0,-7 7-74 0 0,1-1 0 0 0,-1 0-1 0 0,0 1 1 0 0,0-1 0 0 0,1 0 0 0 0,-1 0-1 0 0,0 0 1 0 0,-1 0 0 0 0,1 1-1 0 0,0-1 1 0 0,0 0 0 0 0,-1-1-1 0 0,1 1 1 0 0,-1 0 0 0 0,0-2-1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3223 0 0,'2'-22'15996'0'0,"6"20"-14202"0"0,16 1-321 0 0,37 2 0 0 0,14-1-5993 0 0,-56-2-2656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7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278 1 14335 0 0,'-21'59'4351'0'0,"-9"-6"-3152"0"0,-48 66-1 0 0,47-76-812 0 0,3 0-1 0 0,-37 74 0 0 0,46-63-268 0 0,17-50-267 0 0,1 0-1 0 0,0-1 1 0 0,1 1 0 0 0,-1 0 0 0 0,1 0 0 0 0,0 0-1 0 0,-1 0 1 0 0,2 0 0 0 0,-1-1 0 0 0,0 1 0 0 0,1 0-1 0 0,1 5 1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5.8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13359 0 0,'7'2'1050'0'0,"0"0"-1"0"0,0 1 1 0 0,0 0-1 0 0,-1 0 1 0 0,8 5 0 0 0,227 143 4875 0 0,-210-133-5616 0 0,43 23 787 0 0,-66-37-1408 0 0,0-1-1 0 0,0 0 1 0 0,1-1-1 0 0,-1 0 1 0 0,1 0-1 0 0,-1-1 1 0 0,15 1-1 0 0,-10-3-2039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6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0 409 14743 0 0,'7'23'1156'0'0,"-5"-14"-857"0"0,0 0 1 0 0,1-1 0 0 0,0 1 0 0 0,7 12 0 0 0,2 1 1451 0 0,-6-9-1339 0 0,1-1 0 0 0,0 0 0 0 0,1 0 0 0 0,1 0 0 0 0,0-1 1 0 0,0-1-1 0 0,15 14 0 0 0,-23-23-377 0 0,0 0 1 0 0,1 0-1 0 0,-1 0 1 0 0,1 0-1 0 0,-1 0 0 0 0,1 0 1 0 0,-1-1-1 0 0,1 1 1 0 0,-1 0-1 0 0,1-1 1 0 0,0 0-1 0 0,-1 1 0 0 0,1-1 1 0 0,0 0-1 0 0,-1 0 1 0 0,1 0-1 0 0,0 0 1 0 0,-1 0-1 0 0,1 0 0 0 0,0 0 1 0 0,1-1-1 0 0,-1 0-6 0 0,1 0 1 0 0,-1 0-1 0 0,0 0 0 0 0,0-1 0 0 0,0 1 0 0 0,0 0 0 0 0,0-1 1 0 0,0 0-1 0 0,-1 0 0 0 0,1 1 0 0 0,0-1 0 0 0,2-4 0 0 0,1-4-17 0 0,0 1-1 0 0,0-1 0 0 0,-1 0 1 0 0,0 0-1 0 0,3-15 0 0 0,-3 9-209 0 0,-1-1 0 0 0,-1 0 0 0 0,0-1 0 0 0,-1 1 0 0 0,-2-23 0 0 0,-16-87-641 0 0,11 95 820 0 0,1 0 0 0 0,2-1 0 0 0,1 1 0 0 0,2-37 0 0 0,0 64 76 0 0,1 0 1 0 0,0 1 0 0 0,0-1-1 0 0,0 0 1 0 0,0 1-1 0 0,1-1 1 0 0,0 0-1 0 0,0 1 1 0 0,0 0 0 0 0,0-1-1 0 0,4-4 1 0 0,-4 8-14 0 0,-1-1 0 0 0,1 0 0 0 0,0 1 1 0 0,-1 0-1 0 0,1-1 0 0 0,0 1 0 0 0,0 0 1 0 0,0 0-1 0 0,0 0 0 0 0,0 0 0 0 0,0 0 1 0 0,0 0-1 0 0,1 1 0 0 0,-1-1 0 0 0,0 1 1 0 0,0 0-1 0 0,1-1 0 0 0,-1 1 0 0 0,0 0 1 0 0,0 0-1 0 0,1 0 0 0 0,-1 1 0 0 0,0-1 1 0 0,0 1-1 0 0,4 0 0 0 0,0 2 52 0 0,0-1 0 0 0,0 1 0 0 0,0 0 0 0 0,0 0 0 0 0,-1 1 0 0 0,0 0 0 0 0,0-1 1 0 0,0 2-1 0 0,0-1 0 0 0,0 1 0 0 0,-1-1 0 0 0,0 1 0 0 0,0 1 0 0 0,0-1 0 0 0,4 9 0 0 0,-2-2 65 0 0,0-1 1 0 0,0 1-1 0 0,-2 0 1 0 0,1 0-1 0 0,-2 1 0 0 0,5 24 1 0 0,-8-29-93 0 0,1-1-1 0 0,-1 1 1 0 0,-1 0 0 0 0,0 0 0 0 0,0 0-1 0 0,0-1 1 0 0,-1 1 0 0 0,-1-1 0 0 0,-3 11-1 0 0,5-16-41 0 0,0 1 0 0 0,0 0 0 0 0,0-1 0 0 0,0 0 0 0 0,-1 1-1 0 0,1-1 1 0 0,-1 0 0 0 0,1 1 0 0 0,-1-1 0 0 0,0 0 0 0 0,0 0 0 0 0,0 0-1 0 0,0-1 1 0 0,0 1 0 0 0,-1 0 0 0 0,1-1 0 0 0,0 0 0 0 0,-1 1 0 0 0,1-1-1 0 0,-1 0 1 0 0,1 0 0 0 0,-1 0 0 0 0,0-1 0 0 0,1 1 0 0 0,-1-1 0 0 0,0 1 0 0 0,0-1-1 0 0,1 0 1 0 0,-6 0 0 0 0,7 0-35 0 0,0 0 0 0 0,0 0 0 0 0,0 0 0 0 0,0-1-1 0 0,0 1 1 0 0,0 0 0 0 0,0-1 0 0 0,0 1 0 0 0,0 0 0 0 0,0-1 0 0 0,0 1-1 0 0,0-1 1 0 0,0 1 0 0 0,0-1 0 0 0,0 0 0 0 0,1 1 0 0 0,-1-1 0 0 0,0 0-1 0 0,0 0 1 0 0,1 1 0 0 0,-1-1 0 0 0,0 0 0 0 0,1 0 0 0 0,-1 0 0 0 0,1 0-1 0 0,-1 0 1 0 0,1 0 0 0 0,0 0 0 0 0,-1 0 0 0 0,1 0 0 0 0,0 0 0 0 0,0 0-1 0 0,0 0 1 0 0,-1 0 0 0 0,1 0 0 0 0,0 0 0 0 0,0 0 0 0 0,1-1 0 0 0,-1 1-1 0 0,0 0 1 0 0,0 0 0 0 0,1-1 0 0 0,9-21-2666 0 0,5 5-4504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6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56 11055 0 0,'7'-4'928'0'0,"0"1"1"0"0,1-1-1 0 0,-1 1 0 0 0,1 1 0 0 0,0-1 0 0 0,-1 1 0 0 0,11-1 0 0 0,60-4 5889 0 0,-25 4-6438 0 0,113-18 1256 0 0,-179 24-1676 0 0,0 1 0 0 0,0 0 0 0 0,0 1 1 0 0,1 0-1 0 0,0 1 0 0 0,0 1 0 0 0,1 0 0 0 0,-20 15 0 0 0,-89 83-327 0 0,105-91 461 0 0,0 2 0 0 0,1 0-1 0 0,0 1 1 0 0,2 0 0 0 0,0 1 0 0 0,1 0 0 0 0,-16 37-1 0 0,24-47-38 0 0,0 0-1 0 0,1 0 0 0 0,0 0 0 0 0,1 0 0 0 0,-1 1 0 0 0,2-1 0 0 0,-1 1 0 0 0,1-1 0 0 0,2 16 1 0 0,-1-18-35 0 0,0 1 0 0 0,1-1 0 0 0,0 0 0 0 0,1 0 0 0 0,-1 0 0 0 0,1 0 0 0 0,0 0 0 0 0,1 0 0 0 0,-1-1 0 0 0,1 0 0 0 0,0 0 0 0 0,1 0 0 0 0,-1 0 0 0 0,7 5 0 0 0,-5-6 30 0 0,0 1 0 0 0,0-1 0 0 0,0-1 0 0 0,1 1 0 0 0,-1-1 0 0 0,1 0 0 0 0,0 0 0 0 0,9 1 0 0 0,2 0 47 0 0,-1 0 0 0 0,23 0 0 0 0,-33-4-77 0 0,0 0-1 0 0,0-1 0 0 0,0 0 1 0 0,0 0-1 0 0,-1 0 1 0 0,1-1-1 0 0,0 0 1 0 0,0-1-1 0 0,7-3 1 0 0,-3 1-703 0 0,-1-1 1 0 0,0 0 0 0 0,-1 0-1 0 0,17-15 1 0 0,-16 11-2354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6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89 19951 0 0,'-1'-1'90'0'0,"1"1"1"0"0,-1-1-1 0 0,1 0 0 0 0,-1 0 0 0 0,1 0 0 0 0,0 0 1 0 0,-1 0-1 0 0,1 0 0 0 0,0 0 0 0 0,0 0 0 0 0,0 0 1 0 0,0 0-1 0 0,0 0 0 0 0,0 0 0 0 0,0 0 0 0 0,0 0 1 0 0,0-1-1 0 0,0 1 0 0 0,1 0 0 0 0,-1 0 0 0 0,0 0 1 0 0,1 1-1 0 0,0-2 0 0 0,0 1 84 0 0,1 0 1 0 0,0 0-1 0 0,-1 0 0 0 0,1 0 1 0 0,0 0-1 0 0,0 1 0 0 0,0-1 1 0 0,-1 1-1 0 0,1 0 0 0 0,4-1 0 0 0,0 0 209 0 0,251-47 2908 0 0,-232 44-4046 0 0,3 1-54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7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68 7831 0 0,'-8'40'1607'0'0,"6"-15"3781"0"0,3 48 0 0 0,1-21-5455 0 0,2 323 2836 0 0,-14-439-2606 0 0,7 6-512 0 0,2-1 0 0 0,2 0 1 0 0,4 0-1 0 0,2 1 0 0 0,26-109 0 0 0,-30 158 331 0 0,1-1 1 0 0,0 1-1 0 0,0-1 1 0 0,1 1-1 0 0,0 1 0 0 0,1-1 1 0 0,10-12-1 0 0,-15 19 14 0 0,1 0 0 0 0,-1 0-1 0 0,1 1 1 0 0,0-1 0 0 0,0 0 0 0 0,-1 1-1 0 0,1-1 1 0 0,0 1 0 0 0,0 0 0 0 0,1 0-1 0 0,-1-1 1 0 0,0 1 0 0 0,0 1-1 0 0,1-1 1 0 0,-1 0 0 0 0,0 1 0 0 0,1-1-1 0 0,-1 1 1 0 0,1-1 0 0 0,-1 1 0 0 0,0 0-1 0 0,1 0 1 0 0,-1 0 0 0 0,1 1-1 0 0,-1-1 1 0 0,0 1 0 0 0,1-1 0 0 0,-1 1-1 0 0,0 0 1 0 0,1-1 0 0 0,-1 1 0 0 0,0 1-1 0 0,0-1 1 0 0,0 0 0 0 0,0 0-1 0 0,4 4 1 0 0,-2-1 24 0 0,0 1-1 0 0,0-1 1 0 0,0 1 0 0 0,0 0-1 0 0,-1 0 1 0 0,0 0-1 0 0,0 1 1 0 0,-1-1-1 0 0,1 1 1 0 0,-1 0 0 0 0,0-1-1 0 0,-1 1 1 0 0,1 0-1 0 0,-1 0 1 0 0,0 0 0 0 0,-1 0-1 0 0,1 1 1 0 0,-2 7-1 0 0,0 12 255 0 0,-1-1-1 0 0,-11 49 0 0 0,-3-11 160 0 0,9-39-93 0 0,1 0-1 0 0,-3 27 1 0 0,8-50-273 0 0,1 1 0 0 0,0 0 0 0 0,0 0 0 0 0,0-1 0 0 0,0 1 0 0 0,0 0 0 0 0,0 0 0 0 0,1-1 0 0 0,-1 1 0 0 0,1 0 0 0 0,-1 0 0 0 0,1-1 0 0 0,-1 1 0 0 0,1-1 0 0 0,0 1 0 0 0,0 0 0 0 0,0-1 0 0 0,0 1 0 0 0,0-1 0 0 0,0 0 0 0 0,0 1 0 0 0,1-1 0 0 0,-1 0 0 0 0,0 0 0 0 0,1 0 0 0 0,-1 0 0 0 0,2 1 0 0 0,4 1 218 0 0,-1 0 0 0 0,1-1 1 0 0,0 0-1 0 0,-1-1 0 0 0,13 2 1 0 0,3 1-94 0 0,59 18 414 0 0,17 5-251 0 0,-84-25-534 0 0,-1 1 0 0 0,1-2 0 0 0,0 0 0 0 0,0-1 0 0 0,14-1 0 0 0,-23 1-263 0 0,-1-1 1 0 0,1 0 0 0 0,-1 1-1 0 0,0-2 1 0 0,1 1 0 0 0,-1 0-1 0 0,0-1 1 0 0,0 0 0 0 0,0 0-1 0 0,7-5 1 0 0,1-4-1655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7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14743 0 0,'11'54'6797'0'0,"-2"51"-3492"0"0,-6-69-2816 0 0,2 46 641 0 0,3 37 451 0 0,-6-101-1553 0 0,1 0 0 0 0,1 0 0 0 0,1 0 1 0 0,8 21-1 0 0,-12-36-247 0 0,0-1 1 0 0,0 1-1 0 0,0-1 1 0 0,0 1-1 0 0,0-1 1 0 0,1 0 0 0 0,-1 0-1 0 0,1 1 1 0 0,0-1-1 0 0,-1 0 1 0 0,1 0-1 0 0,0-1 1 0 0,0 1-1 0 0,0 0 1 0 0,1-1-1 0 0,-1 1 1 0 0,0-1 0 0 0,3 2-1 0 0,4-2-2257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7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91 13823 0 0,'0'-2'203'0'0,"1"0"0"0"0,-1 0 0 0 0,1 0 0 0 0,0 1 0 0 0,0-1-1 0 0,0 0 1 0 0,0 1 0 0 0,0-1 0 0 0,0 1 0 0 0,1-1 0 0 0,-1 1-1 0 0,1-1 1 0 0,-1 1 0 0 0,1 0 0 0 0,-1 0 0 0 0,1 0 0 0 0,-1 0 0 0 0,4-2-1 0 0,1 1 571 0 0,0 1-1 0 0,-1 0 1 0 0,1 0-1 0 0,0 0 1 0 0,6 0-1 0 0,1 0-704 0 0,332-43 4873 0 0,-285 36-5368 0 0,-92 19-11648 0 0,-14 2 8557 0 0,13-1 1718 0 0,-33 17 0 0 0,47-19 2332 0 0,0 1 0 0 0,-29 23 0 0 0,36-24 253 0 0,1 0 0 0 0,0 1 0 0 0,0 0 0 0 0,1 1 0 0 0,1 0 0 0 0,0 1 1 0 0,0 0-1 0 0,1 0 0 0 0,1 0 0 0 0,0 1 0 0 0,-7 24 0 0 0,9-22-167 0 0,1 0 1 0 0,0 1-1 0 0,1-1 0 0 0,1 1 1 0 0,0 0-1 0 0,2 0 1 0 0,0 0-1 0 0,0 0 0 0 0,5 20 1 0 0,-4-30-487 0 0,0-1 0 0 0,1 1 0 0 0,0-1 1 0 0,0 1-1 0 0,0-1 0 0 0,1 0 0 0 0,0 0 0 0 0,0 0 1 0 0,1 0-1 0 0,0 0 0 0 0,0-1 0 0 0,0 0 0 0 0,0 0 1 0 0,1 0-1 0 0,0 0 0 0 0,0 0 0 0 0,0-1 0 0 0,1 0 1 0 0,0-1-1 0 0,-1 1 0 0 0,1-1 0 0 0,0 0 0 0 0,1 0 1 0 0,-1-1-1 0 0,11 4 0 0 0,-3-4-175 0 0,-1 0 1 0 0,0-1-1 0 0,1 0 0 0 0,-1-1 1 0 0,1 0-1 0 0,-1-1 0 0 0,1-1 1 0 0,-1 0-1 0 0,0-1 0 0 0,0 0 1 0 0,0-1-1 0 0,0 0 0 0 0,0-1 1 0 0,-1-1-1 0 0,0 0 0 0 0,18-12 1 0 0,-29 17-243 0 0,0 0 1 0 0,1 0-1 0 0,-1 0 1 0 0,0 0-1 0 0,0 0 0 0 0,0 0 1 0 0,0-1-1 0 0,0 1 1 0 0,0 0-1 0 0,0-1 1 0 0,1-2-1 0 0,-1-4-1699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8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50 13823 0 0,'-2'-2'305'0'0,"-10"-13"412"0"0,12 15-662 0 0,-1 0 1 0 0,1 0-1 0 0,0 0 0 0 0,0 0 1 0 0,0 0-1 0 0,-1-1 0 0 0,1 1 1 0 0,0 0-1 0 0,0 0 0 0 0,0-1 1 0 0,-1 1-1 0 0,1 0 0 0 0,0 0 1 0 0,0 0-1 0 0,0-1 0 0 0,0 1 1 0 0,0 0-1 0 0,0 0 0 0 0,0-1 1 0 0,0 1-1 0 0,-1 0 0 0 0,1-1 0 0 0,0 1 1 0 0,0 0-1 0 0,0 0 0 0 0,0-1 1 0 0,0 1-1 0 0,0 0 0 0 0,0 0 1 0 0,1-1-1 0 0,-1 1 0 0 0,0 0 1 0 0,0-1-1 0 0,0 1 0 0 0,0 0 1 0 0,0 0-1 0 0,0-1 0 0 0,0 1 1 0 0,1 0-1 0 0,61-11 6770 0 0,0 3-4690 0 0,-1 4-5177 0 0,67 4 0 0 0,-91 1 451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8.7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1 337 7367 0 0,'15'46'776'0'0,"-12"-33"1313"0"0,0 1 1 0 0,-1 0 0 0 0,1 18 0 0 0,-3-20-1244 0 0,1 2 732 0 0,0 0 0 0 0,-2 0 1 0 0,0 0-1 0 0,-5 17 1667 0 0,6-31-3211 0 0,-3-10 240 0 0,1-15-304 0 0,3-27 134 0 0,3 0 0 0 0,2 0 0 0 0,2 0 0 0 0,2 1-1 0 0,19-54 1 0 0,-25 94-108 0 0,0 0 1 0 0,1 0-1 0 0,0 0 1 0 0,1 1-1 0 0,8-12 0 0 0,-13 20-5 0 0,1 0 0 0 0,0 0-1 0 0,0 0 1 0 0,-1 0 0 0 0,1 1 0 0 0,1-1-1 0 0,-1 0 1 0 0,0 1 0 0 0,0 0-1 0 0,0-1 1 0 0,1 1 0 0 0,4-2-1 0 0,-5 3-1 0 0,-1 0 0 0 0,1 0 0 0 0,0 0-1 0 0,-1 0 1 0 0,1 0 0 0 0,0 0 0 0 0,-1 0-1 0 0,1 0 1 0 0,0 1 0 0 0,-1-1 0 0 0,1 1-1 0 0,-1-1 1 0 0,1 1 0 0 0,-1 0 0 0 0,1 0-1 0 0,-1-1 1 0 0,1 1 0 0 0,-1 0 0 0 0,0 0-1 0 0,1 0 1 0 0,-1 1 0 0 0,2 1 0 0 0,5 8-42 0 0,-1 0 1 0 0,1 1-1 0 0,-2 0 1 0 0,0 0-1 0 0,0 1 1 0 0,-1 0-1 0 0,4 17 1 0 0,-5-17 25 0 0,11 33-43 0 0,-4-12 35 0 0,26 59 1 0 0,-32-84 74 0 0,0 1 0 0 0,1-1 0 0 0,0 0-1 0 0,0 0 1 0 0,1-1 0 0 0,0 0 0 0 0,1 0 0 0 0,0-1 0 0 0,0 0 0 0 0,12 8 0 0 0,-16-12 9 0 0,-1-2-1 0 0,1 1 1 0 0,0 0 0 0 0,0-1-1 0 0,0 0 1 0 0,0 0 0 0 0,1 0-1 0 0,-1 0 1 0 0,0-1 0 0 0,0 1-1 0 0,1-1 1 0 0,-1 0 0 0 0,0-1-1 0 0,0 1 1 0 0,0-1 0 0 0,1 0-1 0 0,-1 0 1 0 0,0 0-1 0 0,0 0 1 0 0,0-1 0 0 0,0 1-1 0 0,0-1 1 0 0,-1 0 0 0 0,1 0-1 0 0,6-5 1 0 0,-3 1-1 0 0,1 0 0 0 0,-1 0 0 0 0,0-1 0 0 0,-1 0 0 0 0,1 0 0 0 0,-1 0 0 0 0,-1-1 0 0 0,1 1 0 0 0,-1-2 0 0 0,6-14 0 0 0,1-11-91 0 0,-3 1 0 0 0,-1-1 0 0 0,7-64-1 0 0,-12 75-316 0 0,-2 20 116 0 0,-1 0 1 0 0,0 0-1 0 0,1 1 0 0 0,0-1 1 0 0,0 0-1 0 0,0 0 0 0 0,0 0 0 0 0,0 0 1 0 0,0 1-1 0 0,1-1 0 0 0,-1 1 1 0 0,1-1-1 0 0,0 1 0 0 0,0 0 0 0 0,0-1 1 0 0,0 1-1 0 0,2-2 0 0 0,2 1-298 0 0,0 0 0 0 0,-1 0 0 0 0,1 0 0 0 0,0 1 0 0 0,0 0-1 0 0,0 0 1 0 0,7-1 0 0 0,181-29-3644 0 0,-6 1 6464 0 0,-171 27-1577 0 0,-9 1-94 0 0,0 1 0 0 0,0 0 0 0 0,0 1 0 0 0,0 0 0 0 0,0 0 0 0 0,12 1-1 0 0,-20 0-555 0 0,0 0 0 0 0,0 0 0 0 0,0 0 0 0 0,1 0-1 0 0,-1 0 1 0 0,0 0 0 0 0,0 0 0 0 0,0 0 0 0 0,1 0-1 0 0,-1 0 1 0 0,0 1 0 0 0,0-1 0 0 0,0 0-1 0 0,0 0 1 0 0,1 0 0 0 0,-1 0 0 0 0,0 0 0 0 0,0 0-1 0 0,0 0 1 0 0,0 1 0 0 0,1-1 0 0 0,-1 0 0 0 0,0 0-1 0 0,0 0 1 0 0,0 0 0 0 0,0 1 0 0 0,0-1-1 0 0,0 0 1 0 0,0 0 0 0 0,0 0 0 0 0,0 1 0 0 0,0-1-1 0 0,0 0 1 0 0,0 0 0 0 0,0 0 0 0 0,1 1 0 0 0,-1-1-1 0 0,-1 0 1 0 0,1 0 0 0 0,0 0 0 0 0,0 1-1 0 0,0-1 1 0 0,-6 11 934 0 0,-12 9-88 0 0,16-18-819 0 0,-172 173 2477 0 0,167-167-2502 0 0,0 0 0 0 0,1 0 0 0 0,0 1 0 0 0,1 0 0 0 0,0 0 0 0 0,0 1 0 0 0,1-1 0 0 0,1 1 0 0 0,-1 0 0 0 0,1 0 0 0 0,-2 14 0 0 0,5-18-31 0 0,-1-1 0 0 0,1 0 1 0 0,0 1-1 0 0,0-1 0 0 0,1 0 0 0 0,-1 1 1 0 0,1-1-1 0 0,0 0 0 0 0,1 0 0 0 0,-1 0 1 0 0,1 0-1 0 0,0 0 0 0 0,0 0 0 0 0,1 0 1 0 0,-1 0-1 0 0,1-1 0 0 0,0 0 0 0 0,1 1 1 0 0,-1-1-1 0 0,1 0 0 0 0,-1-1 0 0 0,1 1 1 0 0,0 0-1 0 0,7 3 0 0 0,2 1 4 0 0,0-1 1 0 0,0 0-1 0 0,1-1 1 0 0,1 0-1 0 0,-1-2 1 0 0,1 1-1 0 0,-1-2 1 0 0,1 0-1 0 0,0 0 1 0 0,0-2-1 0 0,16 1 1 0 0,-5-2-442 0 0,-1-1 1 0 0,0-1 0 0 0,0-1 0 0 0,0-2-1 0 0,46-14 1 0 0,-60 16-722 0 0,-1-2 1 0 0,18-9-1 0 0,1-5-5609 0 0,-6 0-1207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9.1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0 157 15199 0 0,'3'-2'676'0'0,"-1"-1"1"0"0,0 1-1 0 0,1 0 0 0 0,-1-1 0 0 0,1 1 1 0 0,0 1-1 0 0,0-1 0 0 0,0 0 0 0 0,0 1 0 0 0,0-1 1 0 0,0 1-1 0 0,0 0 0 0 0,7-1 0 0 0,7-5 614 0 0,40-16-259 0 0,2 2 0 0 0,0 2-1 0 0,2 3 1 0 0,108-14 0 0 0,-113 26-674 0 0,-34 3-487 0 0,-1 0 1 0 0,32-8 0 0 0,-118 23-6661 0 0,29-7 5508 0 0,4-1 839 0 0,0 2-1 0 0,1 1 0 0 0,-46 21 1 0 0,61-23 505 0 0,1 1 0 0 0,0 1 0 0 0,0 1 0 0 0,1 0 0 0 0,1 1 0 0 0,-1 0 0 0 0,2 1 0 0 0,-16 19 0 0 0,11-12 650 0 0,1 2-1 0 0,0 0 1 0 0,2 1 0 0 0,-20 42-1 0 0,31-57-568 0 0,0 0-1 0 0,1 0 1 0 0,0 1 0 0 0,0-1-1 0 0,1 1 1 0 0,-1 0-1 0 0,2-1 1 0 0,-1 1-1 0 0,1 0 1 0 0,1 0-1 0 0,-1-1 1 0 0,1 1 0 0 0,0 0-1 0 0,1-1 1 0 0,0 1-1 0 0,0-1 1 0 0,1 0-1 0 0,0 1 1 0 0,0-1 0 0 0,7 11-1 0 0,-4-11-43 0 0,0 1 0 0 0,0-1 1 0 0,1 0-1 0 0,0-1 0 0 0,0 0 0 0 0,0 0 1 0 0,1 0-1 0 0,0-1 0 0 0,0 0 0 0 0,0-1 0 0 0,18 8 1 0 0,1-2 119 0 0,1-1 0 0 0,46 8 0 0 0,-24-10 79 0 0,0-3 0 0 0,1-2 1 0 0,58-4-1 0 0,-85 1-211 0 0,-17 0-34 0 0,-1 1 0 0 0,1-1 0 0 0,0-1 0 0 0,7-2 0 0 0,-12 4-79 0 0,-1-1 0 0 0,0 1 0 0 0,0 0 0 0 0,0-1 0 0 0,0 0 0 0 0,0 1 0 0 0,0-1 0 0 0,0 0 0 0 0,0 1 0 0 0,0-1 0 0 0,0 0 0 0 0,0 0 1 0 0,1-1-1 0 0,-2 1-43 0 0,0 1 1 0 0,0-1-1 0 0,0 0 1 0 0,0 1-1 0 0,1-1 1 0 0,-1 1-1 0 0,0-1 1 0 0,0 0-1 0 0,0 1 1 0 0,0-1-1 0 0,-1 1 1 0 0,1-1-1 0 0,0 0 1 0 0,0 1-1 0 0,0-1 1 0 0,0 1-1 0 0,-1-1 1 0 0,1 0-1 0 0,0 1 1 0 0,0-1-1 0 0,-1 1 1 0 0,1-1-1 0 0,0 1 1 0 0,-1-1-1 0 0,1 1 1 0 0,-1 0-1 0 0,1-1 1 0 0,-1 1-1 0 0,0-1 1 0 0,-2-1-493 0 0,0 0 0 0 0,0 0 1 0 0,0 0-1 0 0,0 0 0 0 0,0 1 0 0 0,-1 0 1 0 0,1-1-1 0 0,-1 1 0 0 0,-3 0 1 0 0,-3-2-1202 0 0,-1-1-540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29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56 13823 0 0,'-1'-1'106'0'0,"1"1"0"0"0,0 0 0 0 0,-1-1 0 0 0,1 0 0 0 0,-1 1 0 0 0,1-1 0 0 0,0 1 0 0 0,0-1 0 0 0,-1 1 0 0 0,1-1 0 0 0,0 0 0 0 0,0 1-1 0 0,0-1 1 0 0,-1 1 0 0 0,1-1 0 0 0,0 0 0 0 0,0 1 0 0 0,0-1 0 0 0,0 0 0 0 0,0 1 0 0 0,0-1 0 0 0,0 0 0 0 0,1 1 0 0 0,-1-1 0 0 0,0 1 0 0 0,0-1 0 0 0,0 0 0 0 0,1 0 0 0 0,17-6 5859 0 0,-9 5-4851 0 0,25-5 912 0 0,56-5 1 0 0,38 5-1521 0 0,-87 6-1330 0 0,-23 0-823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0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877 24 6911 0 0,'0'-24'11081'0'0,"-3"29"-9933"0"0,-4 2 814 0 0,-234 207 1739 0 0,-143 80-2514 0 0,346-268-1237 0 0,-74 57 402 0 0,101-74-565 0 0,0 1 0 0 0,1 1 0 0 0,0 0 0 0 0,0 0 1 0 0,1 1-1 0 0,-14 26 0 0 0,17-23-1392 0 0,4 0-4279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0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17191 0 0,'-4'16'392'0'0,"0"0"0"0"0,0 0-1 0 0,1 0 1 0 0,1 0-1 0 0,0 19 1 0 0,6 85 124 0 0,-2-90-220 0 0,-1 9 224 0 0,3 1 1 0 0,1-1 0 0 0,1 0 0 0 0,3-1 0 0 0,13 41 0 0 0,-17-68-325 0 0,-1 0 0 0 0,2 0 0 0 0,-1-1 0 0 0,2 0 0 0 0,-1 0 0 0 0,1 0 0 0 0,1-1 0 0 0,-1 0 0 0 0,13 10 1 0 0,-14-14-116 0 0,1 0 0 0 0,0 0 0 0 0,0-1 0 0 0,1 0 0 0 0,-1 0 0 0 0,1-1 0 0 0,0 0 0 0 0,0 0 0 0 0,0-1 1 0 0,0 0-1 0 0,1 0 0 0 0,-1-1 0 0 0,0 0 0 0 0,14 0 0 0 0,-7-2-26 0 0,1 0 0 0 0,-1-1 0 0 0,1 0 0 0 0,-1-1 0 0 0,0-1 0 0 0,0 0 0 0 0,0-1 0 0 0,26-14-1 0 0,-23 9-58 0 0,0 0 0 0 0,-1-2 0 0 0,0 0 0 0 0,-1-1 0 0 0,-1-1 0 0 0,18-20 0 0 0,-16 15-53 0 0,-1-1-1 0 0,-1 0 1 0 0,-1-1 0 0 0,-1-1 0 0 0,-1 0-1 0 0,-1-1 1 0 0,-1-1 0 0 0,-1 1 0 0 0,-1-1-1 0 0,-1-1 1 0 0,5-36 0 0 0,-10 46 35 0 0,-1 0 1 0 0,0 0-1 0 0,-1 0 0 0 0,-1 0 1 0 0,-4-23-1 0 0,4 33 37 0 0,0 0 1 0 0,0-1-1 0 0,-1 1 0 0 0,0 1 0 0 0,1-1 0 0 0,-2 0 0 0 0,1 0 0 0 0,0 1 1 0 0,-1-1-1 0 0,0 1 0 0 0,0 0 0 0 0,0 0 0 0 0,-1 0 0 0 0,1 0 0 0 0,-1 0 1 0 0,0 1-1 0 0,0 0 0 0 0,0-1 0 0 0,-7-2 0 0 0,10 5-10 0 0,-1 0-1 0 0,0 0 1 0 0,0 1 0 0 0,0-1-1 0 0,0 0 1 0 0,0 1-1 0 0,0-1 1 0 0,0 1 0 0 0,0 0-1 0 0,0 0 1 0 0,-1 0 0 0 0,1 0-1 0 0,0 0 1 0 0,0 0 0 0 0,0 0-1 0 0,0 1 1 0 0,0-1-1 0 0,0 1 1 0 0,0-1 0 0 0,0 1-1 0 0,0 0 1 0 0,0 0 0 0 0,0 0-1 0 0,1 0 1 0 0,-1 0-1 0 0,0 0 1 0 0,1 1 0 0 0,-1-1-1 0 0,1 0 1 0 0,-1 1 0 0 0,1-1-1 0 0,-1 1 1 0 0,1 0-1 0 0,-2 3 1 0 0,1-1-109 0 0,-1 0-1 0 0,1 1 1 0 0,1-1-1 0 0,-1 1 1 0 0,0-1-1 0 0,1 1 1 0 0,0 0-1 0 0,0 0 1 0 0,1 0-1 0 0,-1-1 1 0 0,1 1-1 0 0,0 0 1 0 0,0 0-1 0 0,2 5 1 0 0,0-3-283 0 0,0 1 0 0 0,0-1 0 0 0,1 0 1 0 0,0 0-1 0 0,1 0 0 0 0,0 0 0 0 0,0 0 0 0 0,8 9 1 0 0,10 8-1720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0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17967 0 0,'0'10'3019'0'0,"1"105"898"0"0,5 62-2216 0 0,9 8 1004 0 0,-10-153-2198 0 0,0-1-1 0 0,2 0 1 0 0,21 54-1 0 0,-26-79-638 0 0,0-1 1 0 0,0 1-1 0 0,1-1 0 0 0,0 0 1 0 0,0 1-1 0 0,0-1 0 0 0,1-1 1 0 0,-1 1-1 0 0,1 0 0 0 0,1-1 0 0 0,-1 0 1 0 0,7 5-1 0 0,5-1-1852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15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0 300 3535 0 0,'9'1'158'0'0,"0"0"0"0"0,0 1 0 0 0,0 0 0 0 0,0 0-1 0 0,10 5 1 0 0,18 5 23 0 0,2-5-55 0 0,0-1-1 0 0,0-2 0 0 0,54-1 1 0 0,118-21 60 0 0,42-2 417 0 0,79-12 650 0 0,-60 0-825 0 0,-29 6-277 0 0,229-31 50 0 0,-227 32-53 0 0,32 4-133 0 0,-154 13 42 0 0,430-2-57 0 0,-376 11 0 0 0,300-16 0 0 0,-370 10 0 0 0,151 1 274 0 0,-47 2-54 0 0,87 1 7 0 0,37-2-70 0 0,-119-2-16 0 0,124-8 208 0 0,7-2 396 0 0,-105 7-143 0 0,145 2-331 0 0,-283 7-233 0 0,831-14 90 0 0,-717 8-74 0 0,36 0 32 0 0,-77 6-39 0 0,273 10 94 0 0,49-4-141 0 0,-235-7 0 0 0,716 26 72 0 0,-748-22-58 0 0,84 4 26 0 0,-79 2 102 0 0,73 5 84 0 0,179-7-147 0 0,-313-9 7 0 0,46-5 140 0 0,73 2 217 0 0,-190 7-402 0 0,402 13 222 0 0,-298-8-246 0 0,167 10 41 0 0,82-1-5 0 0,-344-11-53 0 0,152-13 0 0 0,-6-5 307 0 0,4 0 42 0 0,-220 10-216 0 0,-21 1 2 0 0,0-1 0 0 0,0 0 0 0 0,0-2 1 0 0,-1 0-1 0 0,40-14 0 0 0,-61 18-149 0 0,-1-1 1 0 0,1 1-1 0 0,-1 0 0 0 0,1-1 0 0 0,-1 1 0 0 0,1 0 0 0 0,-1-1 1 0 0,1 1-1 0 0,-1 0 0 0 0,1 0 0 0 0,-1 0 0 0 0,1 0 0 0 0,0 0 1 0 0,-1 0-1 0 0,1-1 0 0 0,-1 1 0 0 0,1 0 0 0 0,-1 1 0 0 0,1-1 1 0 0,0 0-1 0 0,-1 0 0 0 0,1 0 0 0 0,-1 0 0 0 0,1 0 0 0 0,-1 0 0 0 0,1 1 1 0 0,0-1-1 0 0,-1 0 0 0 0,1 1 0 0 0,-1-1 0 0 0,1 0 0 0 0,-1 1 1 0 0,0-1-1 0 0,1 0 0 0 0,-1 1 0 0 0,1-1 0 0 0,-1 1 0 0 0,0-1 1 0 0,1 1-1 0 0,-1-1 0 0 0,0 1 0 0 0,1-1 0 0 0,-1 1 0 0 0,0-1 1 0 0,0 1-1 0 0,0-1 0 0 0,0 1 0 0 0,1 0 0 0 0,-1-1 0 0 0,0 1 1 0 0,0-1-1 0 0,0 2 0 0 0,3 6-3350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17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18 5527 0 0,'-4'-17'943'0'0,"3"28"1094"0"0,24 237 140 0 0,21 186-755 0 0,22-2-729 0 0,-53-366-1053 0 0,-5-35-136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18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6911 0 0,'7'-23'684'0'0,"-6"17"-477"0"0,0 0 0 0 0,1 0 0 0 0,0 0-1 0 0,0 0 1 0 0,0 0 0 0 0,1 1 0 0 0,0-1 0 0 0,6-9 0 0 0,-1 48 1718 0 0,47 345-717 0 0,-19-109-940 0 0,-15-116-587 0 0,-5-44-2693 0 0,-5-25-1076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4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534 1 10279 0 0,'-19'0'320'0'0,"-1"2"1"0"0,0 0-1 0 0,0 1 0 0 0,0 1 0 0 0,1 1 0 0 0,0 1 0 0 0,-19 8 0 0 0,11-2 101 0 0,1 1-1 0 0,1 1 1 0 0,0 2 0 0 0,-26 21-1 0 0,33-23-165 0 0,1 1 1 0 0,0 1-1 0 0,2 0 0 0 0,0 1 0 0 0,1 1 0 0 0,0 0 0 0 0,1 1 0 0 0,2 1 1 0 0,0 0-1 0 0,1 0 0 0 0,-13 38 0 0 0,16-34-2 0 0,1 0 1 0 0,1 1-1 0 0,1 0 0 0 0,1 0 0 0 0,2-1 1 0 0,0 1-1 0 0,2 0 0 0 0,0 0 1 0 0,2 0-1 0 0,9 38 0 0 0,-2-30 34 0 0,1 0-1 0 0,2-1 0 0 0,2-1 1 0 0,23 39-1 0 0,-13-38 130 0 0,45 49-20 0 0,-64-75-333 0 0,-1 0-1 0 0,0 0 0 0 0,1-1 1 0 0,12 9-1 0 0,-3-2-3 0 0,22 17 101 0 0,2-1 1 0 0,47 25-1 0 0,-51-35 22 0 0,1-1-1 0 0,1-2 1 0 0,0-2 0 0 0,1-1-1 0 0,1-2 1 0 0,-1-2-1 0 0,79 7 1 0 0,-89-13-78 0 0,0-2 1 0 0,-1-2-1 0 0,1 0 0 0 0,-1-2 0 0 0,0-1 0 0 0,0-1 1 0 0,0-1-1 0 0,-1-1 0 0 0,0-2 0 0 0,-1 0 1 0 0,0-2-1 0 0,30-18 0 0 0,-26 11-6 0 0,0-2 0 0 0,-2 0-1 0 0,0-2 1 0 0,-2-1 0 0 0,0-1 0 0 0,-2-1 0 0 0,37-53-1 0 0,-50 63-72 0 0,-1 0 0 0 0,0-1 0 0 0,-1 1 0 0 0,0-2-1 0 0,-2 1 1 0 0,0-1 0 0 0,-1 0 0 0 0,-1 0 0 0 0,0-1-1 0 0,-2 1 1 0 0,0-1 0 0 0,-1 0 0 0 0,-1 0 0 0 0,0 1-1 0 0,-2-1 1 0 0,-4-23 0 0 0,-1 14-21 0 0,-2 1 0 0 0,-1 0-1 0 0,-1 0 1 0 0,-1 1 0 0 0,-1 1 0 0 0,-1 0-1 0 0,-2 0 1 0 0,-19-23 0 0 0,8 15-58 0 0,-1 2 0 0 0,-2 0 0 0 0,-1 2 0 0 0,-64-45 0 0 0,67 55 1 0 0,-1 2 1 0 0,-1 1-1 0 0,0 1 1 0 0,-1 2-1 0 0,-1 1 1 0 0,-42-10-1 0 0,45 15 8 0 0,-1 1 0 0 0,1 2 0 0 0,-1 1 0 0 0,0 2 0 0 0,0 0 0 0 0,0 2 0 0 0,-38 6 0 0 0,54-4 2 0 0,0 0-1 0 0,0 1 1 0 0,0 0 0 0 0,-25 13 0 0 0,32-13-6 0 0,-1 0 0 0 0,1 0 0 0 0,0 1 1 0 0,1 0-1 0 0,-1 0 0 0 0,1 1 0 0 0,0 0 1 0 0,1 0-1 0 0,-11 13 0 0 0,14-14-154 0 0,-1 0-1 0 0,1-1 1 0 0,0 1 0 0 0,0 0-1 0 0,1 0 1 0 0,0 0-1 0 0,0 1 1 0 0,0-1 0 0 0,0 0-1 0 0,1 9 1 0 0,2 29-2104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4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17 2303 0 0,'-11'-16'16330'0'0,"28"80"-14881"0"0,-2 0 1 0 0,9 107 0 0 0,-19-93-524 0 0,-9 148 1 0 0,-1-156-1885 0 0,3 1-1 0 0,14 128 1 0 0,-7-172-643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5.1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700 8 12895 0 0,'0'-1'108'0'0,"-3"-5"2701"0"0,3 6-2701 0 0,0 0 0 0 0,-1 0 0 0 0,1-1 0 0 0,0 1 0 0 0,0 0 0 0 0,-1 0 0 0 0,1 0 0 0 0,0 0 0 0 0,-1 0 0 0 0,1 0 1 0 0,-11 9 2439 0 0,-11 26-519 0 0,17-27-1816 0 0,-195 301 3204 0 0,129-211-3138 0 0,-85 90 1 0 0,115-143-287 0 0,-54 60 136 0 0,77-83-304 0 0,1 1 0 0 0,-25 46-1 0 0,39-65-103 0 0,1 0 0 0 0,0 1-1 0 0,1-1 1 0 0,-1 0 0 0 0,1 1 0 0 0,0-1-1 0 0,0 1 1 0 0,0 0 0 0 0,0-1 0 0 0,1 1 0 0 0,0 0-1 0 0,0-1 1 0 0,1 8 0 0 0,3 0-1528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5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12895 0 0,'1'-10'506'0'0,"3"-7"336"0"0,0 19-34 0 0,3 10 602 0 0,12 31-18 0 0,-2 1 0 0 0,20 88 0 0 0,5 98 767 0 0,-28-139-1573 0 0,3-1 1 0 0,30 88-1 0 0,-37-146-589 0 0,18 43-751 0 0,-24-66-79 0 0,1-1 0 0 0,0 1 0 0 0,7 9 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35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49 109 16207 0 0,'-9'-5'410'0'0,"5"3"-138"0"0,1-1 1 0 0,-1 1-1 0 0,0 0 1 0 0,-1 0-1 0 0,1 1 1 0 0,0-1-1 0 0,-7-1 919 0 0,24 5 1188 0 0,146 11-1361 0 0,1-8 0 0 0,-1-6 0 0 0,249-34 0 0 0,-217 6-929 0 0,20-4-3086 0 0,-141 24-5414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5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1553 5983 0 0,'-2'-2'534'0'0,"0"1"0"0"0,0-1-1 0 0,1 0 1 0 0,-1 1-1 0 0,1-1 1 0 0,-1 0 0 0 0,1 0-1 0 0,0 0 1 0 0,0 0-1 0 0,0 0 1 0 0,0 0 0 0 0,0 0-1 0 0,0-1 1 0 0,1 1-1 0 0,-1 0 1 0 0,1-1-1 0 0,0 1 1 0 0,-1-5 0 0 0,2 4-350 0 0,0 0 1 0 0,0-1-1 0 0,0 1 0 0 0,1 0 1 0 0,-1 0-1 0 0,1 0 1 0 0,-1 0-1 0 0,1 0 1 0 0,0 0-1 0 0,0 0 0 0 0,1 0 1 0 0,2-2-1 0 0,17-20 307 0 0,65-74 458 0 0,168-150 1 0 0,-149 163-902 0 0,129-111 84 0 0,258-209 26 0 0,-371 306-126 0 0,139-148 0 0 0,-247 234-32 0 0,-12 12-5 0 0,16-17-265 0 0,-17 18 252 0 0,0 0-1 0 0,-1 1 0 0 0,1-1 0 0 0,0 0 1 0 0,-1 0-1 0 0,1 1 0 0 0,0-1 1 0 0,-1 0-1 0 0,1 0 0 0 0,-1 0 0 0 0,0 0 1 0 0,1 0-1 0 0,-1 0 0 0 0,0 0 0 0 0,0 0 1 0 0,1 0-1 0 0,-1 0 0 0 0,0 0 1 0 0,0-1-1 0 0,-9-2-1709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6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39 171 10591 0 0,'-17'-5'719'0'0,"-4"-2"2913"0"0,27 7-3297 0 0,1 0 0 0 0,-1 0 0 0 0,1-1 1 0 0,-1 0-1 0 0,8-2 0 0 0,-4 1-97 0 0,226-56 1205 0 0,-71 16-1094 0 0,-161 41-341 0 0,232-48 336 0 0,-235 49-341 0 0,1-1 1 0 0,0 1-1 0 0,0-1 0 0 0,0 1 0 0 0,0 0 1 0 0,0 0-1 0 0,0 0 0 0 0,0 0 0 0 0,0 1 1 0 0,0-1-1 0 0,0 0 0 0 0,0 1 0 0 0,0-1 0 0 0,0 1 1 0 0,3 1-1 0 0,-4-1 2 0 0,-1 0 0 0 0,1 0 1 0 0,0 1-1 0 0,-1-1 0 0 0,1 0 0 0 0,0 0 1 0 0,-1 0-1 0 0,0 0 0 0 0,1 1 0 0 0,-1-1 1 0 0,0 0-1 0 0,1 0 0 0 0,-1 1 0 0 0,0-1 0 0 0,0 0 1 0 0,0 1-1 0 0,0-1 0 0 0,0 0 0 0 0,0 0 1 0 0,-1 1-1 0 0,1-1 0 0 0,0 0 0 0 0,-1 0 1 0 0,0 3-1 0 0,-6 19 336 0 0,-1 0 0 0 0,-1 0 0 0 0,-21 37 1 0 0,-47 62 330 0 0,12-19-284 0 0,50-78-304 0 0,-32 60 152 0 0,41-74-207 0 0,1 2-1 0 0,1-1 1 0 0,0 0 0 0 0,0 1-1 0 0,-1 16 1 0 0,4-25-115 0 0,1-1 0 0 0,-1 1 0 0 0,1 0 0 0 0,0 0 1 0 0,1 0-1 0 0,0 7 0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8.0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56 7919 0 0,'-5'-17'1138'0'0,"5"17"-1069"0"0,-1-1 411 0 0,0 0-412 0 0,1 1 1 0 0,0 0 0 0 0,0 0-1 0 0,0 0 1 0 0,0 0-1 0 0,-1 0 1 0 0,1 0 0 0 0,0 0-1 0 0,0 0 1 0 0,0-1-1 0 0,-1 1 1 0 0,1 0 0 0 0,0 0-1 0 0,0 0 1 0 0,0 0-1 0 0,-1 0 1 0 0,1 0-1 0 0,0 0 1 0 0,0 0 0 0 0,0 0-1 0 0,-1 1 1 0 0,1-1-1 0 0,0 0 1 0 0,0 0 0 0 0,0 0-1 0 0,-1 0 1 0 0,1 0-1 0 0,0 0 1 0 0,0 0 0 0 0,-2 2 198 0 0,0 0 0 0 0,1 0 0 0 0,-1 0 0 0 0,1 1 0 0 0,-1-1 1 0 0,1 0-1 0 0,0 0 0 0 0,0 1 0 0 0,-1 4 0 0 0,-5 15 93 0 0,2 0-1 0 0,0 0 1 0 0,2 0-1 0 0,0 1 0 0 0,1 37 1 0 0,4-22 177 0 0,1 1 1 0 0,11 56 0 0 0,-10-78-275 0 0,0 0 1 0 0,2-1-1 0 0,0 0 1 0 0,0 0-1 0 0,1 0 1 0 0,1-1-1 0 0,1 0 1 0 0,0-1-1 0 0,1 0 1 0 0,14 16-1 0 0,-20-25-179 0 0,1 0-1 0 0,0 0 1 0 0,0-1 0 0 0,1 0-1 0 0,0 1 1 0 0,-1-2 0 0 0,1 1-1 0 0,0-1 1 0 0,1 0-1 0 0,-1 0 1 0 0,1 0 0 0 0,-1-1-1 0 0,1 0 1 0 0,0-1-1 0 0,-1 1 1 0 0,1-1 0 0 0,0-1-1 0 0,0 1 1 0 0,0-1 0 0 0,0 0-1 0 0,0-1 1 0 0,0 1-1 0 0,0-2 1 0 0,0 1 0 0 0,-1-1-1 0 0,1 0 1 0 0,9-4-1 0 0,-8 3-55 0 0,0-1 0 0 0,0 0-1 0 0,-1 0 1 0 0,0-1-1 0 0,0 0 1 0 0,0 0-1 0 0,0-1 1 0 0,-1 0-1 0 0,0 0 1 0 0,0-1-1 0 0,0 1 1 0 0,-1-1-1 0 0,7-12 1 0 0,-6 8-24 0 0,-1-1 0 0 0,-1 1 0 0 0,1-1 0 0 0,-2 0 0 0 0,0 0 0 0 0,0-1 0 0 0,-1 1 0 0 0,0-21 0 0 0,-2 7-55 0 0,-1 1-1 0 0,-1 0 0 0 0,-1 0 1 0 0,-2 1-1 0 0,0-1 1 0 0,-2 1-1 0 0,0 0 0 0 0,-21-42 1 0 0,22 53 9 0 0,-1 0 0 0 0,-1 0 0 0 0,0 1 0 0 0,-1 0 1 0 0,0 1-1 0 0,-1 0 0 0 0,0 0 0 0 0,0 1 0 0 0,-17-12 0 0 0,22 19 36 0 0,0 0 0 0 0,0 0 0 0 0,0 0 0 0 0,0 0 0 0 0,0 1 0 0 0,-1 0 0 0 0,1 0 0 0 0,-1 0-1 0 0,0 1 1 0 0,0 0 0 0 0,1 0 0 0 0,-1 0 0 0 0,0 1 0 0 0,0 0 0 0 0,0 0 0 0 0,1 0-1 0 0,-1 1 1 0 0,0 0 0 0 0,0 0 0 0 0,0 0 0 0 0,1 1 0 0 0,-1 0 0 0 0,1 0 0 0 0,-1 0 0 0 0,-9 6-1 0 0,11-5-10 0 0,-1 0-1 0 0,0 1 0 0 0,1-1 0 0 0,0 1 0 0 0,-1 0 0 0 0,2 0 0 0 0,-1 0 0 0 0,0 0 1 0 0,1 1-1 0 0,0 0 0 0 0,0-1 0 0 0,0 1 0 0 0,0 0 0 0 0,1 1 0 0 0,0-1 1 0 0,-2 7-1 0 0,4-9-106 0 0,-1 1 0 0 0,1-1 0 0 0,0 1 0 0 0,0-1 0 0 0,0 1 0 0 0,0 0 0 0 0,0-1 0 0 0,1 1 0 0 0,0-1 0 0 0,0 1 0 0 0,0-1 0 0 0,0 1 0 0 0,0-1 0 0 0,1 0 0 0 0,-1 0 0 0 0,1 0 0 0 0,0 0 0 0 0,0 0 0 0 0,0 0 0 0 0,0 0 0 0 0,1 0 0 0 0,-1-1 0 0 0,1 1 0 0 0,-1-1 0 0 0,1 0 0 0 0,4 3 0 0 0,0-1-940 0 0,-1 0 0 0 0,1 0 0 0 0,0-1 0 0 0,0 0 0 0 0,9 2 0 0 0,17 4-4434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0 2759 0 0,'-14'15'7966'0'0,"12"-11"-7353"0"0,-6 26 2319 0 0,3 37-2576 0 0,4-56 489 0 0,1 7-375 0 0,0 0-1 0 0,1 0 1 0 0,5 27-1 0 0,-5-37-421 0 0,2 1 0 0 0,-1 0 0 0 0,1-1 0 0 0,1 1 1 0 0,-1-1-1 0 0,2 0 0 0 0,-1 0 0 0 0,11 14 0 0 0,-13-20-67 0 0,3 5-2019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9671 0 0,'0'-4'181'0'0,"0"-1"-1"0"0,0 1 1 0 0,0 0-1 0 0,1-1 1 0 0,0 1-1 0 0,0 0 1 0 0,1-5-1 0 0,-1 6 72 0 0,1 1 0 0 0,-1 0 1 0 0,1 0-1 0 0,-1 0 0 0 0,1 0 0 0 0,0 0 0 0 0,0 0 0 0 0,0 0 0 0 0,0 0 0 0 0,0 1 0 0 0,0-1 0 0 0,1 1 1 0 0,3-2-1 0 0,0 0-197 0 0,0 0 0 0 0,0 1 0 0 0,0-1 0 0 0,0 1 0 0 0,0 1 0 0 0,1-1 0 0 0,-1 1 0 0 0,1 0 0 0 0,-1 0 0 0 0,1 1 0 0 0,-1 0 0 0 0,1 0 0 0 0,-1 1 0 0 0,1 0 0 0 0,-1 0 0 0 0,1 0 0 0 0,-1 1 0 0 0,0 0 0 0 0,0 0 0 0 0,0 0 0 0 0,0 1 0 0 0,0 0 0 0 0,0 0 0 0 0,-1 1 0 0 0,1 0 0 0 0,-1 0 0 0 0,0 0 0 0 0,0 0 0 0 0,0 1 0 0 0,-1-1 0 0 0,0 1 0 0 0,0 1 0 0 0,0-1 1 0 0,0 1-1 0 0,-1-1 0 0 0,0 1 0 0 0,0 0 0 0 0,-1 0 0 0 0,1 0 0 0 0,-1 0 0 0 0,-1 1 0 0 0,1-1 0 0 0,-1 0 0 0 0,0 1 0 0 0,-1-1 0 0 0,1 1 0 0 0,-2 7 0 0 0,0-9-31 0 0,0-1 0 0 0,0 1-1 0 0,-1 0 1 0 0,0-1 0 0 0,0 0 0 0 0,0 1 0 0 0,0-1 0 0 0,-1 0-1 0 0,0 0 1 0 0,0-1 0 0 0,0 1 0 0 0,0 0 0 0 0,0-1-1 0 0,-1 0 1 0 0,1 0 0 0 0,-1 0 0 0 0,0 0 0 0 0,0 0 0 0 0,0-1-1 0 0,-1 0 1 0 0,-5 3 0 0 0,-1 0 62 0 0,1-1-1 0 0,-1 0 1 0 0,-1 0 0 0 0,1-1-1 0 0,0-1 1 0 0,-1 0 0 0 0,-20 1-1 0 0,29-3-36 0 0,-1 0 1 0 0,1-1-1 0 0,0 1 0 0 0,0-1 0 0 0,0 0 0 0 0,0 0 1 0 0,0 0-1 0 0,-5-2 0 0 0,8 3-53 0 0,-1 0-1 0 0,1 0 1 0 0,0-1 0 0 0,-1 1 0 0 0,1 0-1 0 0,0 0 1 0 0,0 0 0 0 0,-1-1 0 0 0,1 1-1 0 0,0 0 1 0 0,-1 0 0 0 0,1-1-1 0 0,0 1 1 0 0,0 0 0 0 0,0-1 0 0 0,-1 1-1 0 0,1 0 1 0 0,0-1 0 0 0,0 1 0 0 0,0 0-1 0 0,0-1 1 0 0,0 1 0 0 0,0-1-1 0 0,0 1 1 0 0,0 0 0 0 0,-1-1 0 0 0,2 0-1 0 0,-1 0-72 0 0,1 0 0 0 0,-1 1-1 0 0,1-1 1 0 0,-1 0 0 0 0,1 0 0 0 0,0 1-1 0 0,-1-1 1 0 0,1 0 0 0 0,0 1 0 0 0,0-1-1 0 0,0 0 1 0 0,-1 1 0 0 0,1-1-1 0 0,0 1 1 0 0,0 0 0 0 0,1-1 0 0 0,11-4-1453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1 10135 0 0,'0'0'53'0'0,"-1"-1"1"0"0,1 1-1 0 0,-1 0 0 0 0,1 0 0 0 0,-1 0 0 0 0,1 0 0 0 0,0 0 1 0 0,-1 0-1 0 0,1 0 0 0 0,-1 1 0 0 0,1-1 0 0 0,-1 0 0 0 0,1 0 0 0 0,0 0 1 0 0,-1 0-1 0 0,1 0 0 0 0,-1 1 0 0 0,1-1 0 0 0,0 0 0 0 0,-1 0 0 0 0,1 1 1 0 0,0-1-1 0 0,-1 0 0 0 0,1 0 0 0 0,0 1 0 0 0,-1-1 0 0 0,1 0 0 0 0,0 1 1 0 0,0-1-1 0 0,-1 1 0 0 0,1-1 0 0 0,0 0 0 0 0,0 1 0 0 0,0-1 0 0 0,0 1 1 0 0,-1-1-1 0 0,1 0 0 0 0,0 1 0 0 0,0-1 0 0 0,0 1 0 0 0,0-1 0 0 0,0 1 1 0 0,-4 26 2913 0 0,3-21-2730 0 0,-14 88 653 0 0,-13 101 749 0 0,29-175-1117 0 0,3-10-1331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49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77 14855 0 0,'-1'-4'213'0'0,"1"2"-81"0"0,-1 0 1 0 0,1-1 0 0 0,0 1 0 0 0,0-1 0 0 0,0 1 0 0 0,0 0-1 0 0,1-1 1 0 0,0-2 0 0 0,0 4-85 0 0,-1-1 0 0 0,1 1 0 0 0,0 0 0 0 0,-1 0 0 0 0,1 1 1 0 0,0-1-1 0 0,0 0 0 0 0,0 0 0 0 0,0 0 0 0 0,0 0 0 0 0,0 1 0 0 0,0-1 0 0 0,0 0 0 0 0,0 1 0 0 0,0-1 0 0 0,0 1 0 0 0,1 0 0 0 0,-1-1 0 0 0,2 1 1 0 0,40-11 126 0 0,0 3 1 0 0,1 1 0 0 0,0 2 0 0 0,0 2-1 0 0,70 5 1 0 0,-99-1-178 0 0,0 0-1 0 0,0 1 0 0 0,0 1 0 0 0,-1 0 1 0 0,1 1-1 0 0,25 10 0 0 0,-34-11 16 0 0,0 1 0 0 0,0-1 1 0 0,-1 1-1 0 0,1 0 0 0 0,-1 1 0 0 0,1-1 0 0 0,-1 1 0 0 0,-1 0 0 0 0,1 0 1 0 0,-1 1-1 0 0,0-1 0 0 0,0 1 0 0 0,-1 0 0 0 0,1 0 0 0 0,-1 0 0 0 0,-1 0 0 0 0,3 8 1 0 0,-2-5 83 0 0,-1 0 0 0 0,0 0 0 0 0,0 0 1 0 0,-1 1-1 0 0,-1-1 0 0 0,1 0 0 0 0,-1 1 1 0 0,-3 14-1 0 0,-1 2 686 0 0,-15 42 0 0 0,-1 12 661 0 0,20-79-1437 0 0,-1-1 0 0 0,1 1 1 0 0,0-1-1 0 0,0 1 0 0 0,0 0 1 0 0,0-1-1 0 0,0 1 0 0 0,0 0 1 0 0,0-1-1 0 0,0 1 0 0 0,0 0 1 0 0,0-1-1 0 0,0 1 0 0 0,0 0 0 0 0,1-1 1 0 0,-1 1-1 0 0,0 0 0 0 0,0-1 1 0 0,1 1-1 0 0,-1-1 0 0 0,0 1 1 0 0,1-1-1 0 0,-1 1 0 0 0,1 0 1 0 0,-1-1-1 0 0,1 0 0 0 0,-1 1 1 0 0,1-1-1 0 0,-1 1 0 0 0,1-1 0 0 0,-1 0 1 0 0,1 1-1 0 0,-1-1 0 0 0,2 1 1 0 0,9 0-1441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0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10591 0 0,'-4'0'472'0'0,"1"0"96"0"0,1 1-456 0 0,2 2-112 0 0,0 0 0 0 0,2-2 0 0 0,-1 2 304 0 0,2 2 40 0 0,3 3 8 0 0,1 3 0 0 0,2-1-832 0 0,0 1-168 0 0,1-2-32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77 167 6911 0 0,'0'-1'10'0'0,"-1"1"0"0"0,1 0 0 0 0,-1-1 0 0 0,1 1 0 0 0,-1 0 0 0 0,1-1-1 0 0,-1 1 1 0 0,0 0 0 0 0,1 0 0 0 0,-1-1 0 0 0,1 1 0 0 0,-1 0 0 0 0,0 0 0 0 0,1 0-1 0 0,-1 0 1 0 0,0 0 0 0 0,1 0 0 0 0,-1 0 0 0 0,0 0 0 0 0,1 0 0 0 0,-1 0-1 0 0,1 0 1 0 0,-1 1 0 0 0,0-1 0 0 0,1 0 0 0 0,-1 0 0 0 0,1 1 0 0 0,-1-1 0 0 0,0 1-1 0 0,0 0 136 0 0,1 0-1 0 0,-1 0 0 0 0,1 0 1 0 0,0 0-1 0 0,-1 0 0 0 0,1 0 0 0 0,0 0 1 0 0,0 0-1 0 0,0 0 0 0 0,0 0 0 0 0,0 0 1 0 0,0 0-1 0 0,0 0 0 0 0,0 0 1 0 0,1 2-1 0 0,14 42 5518 0 0,-15-44-5511 0 0,4 9 106 0 0,1-1 0 0 0,0 1 0 0 0,1-1 0 0 0,0 0 0 0 0,0-1 0 0 0,0 0 0 0 0,1 0 0 0 0,1 0 0 0 0,-1-1 1 0 0,1 0-1 0 0,1 0 0 0 0,-1-1 0 0 0,1 0 0 0 0,16 8 0 0 0,-19-11-176 0 0,0-1 0 0 0,1 1 0 0 0,-1-1 0 0 0,1 0 0 0 0,0-1 0 0 0,-1 0-1 0 0,1 0 1 0 0,0 0 0 0 0,0-1 0 0 0,0 0 0 0 0,0 0 0 0 0,-1-1 0 0 0,1 0 0 0 0,0 0 0 0 0,0 0 0 0 0,-1-1 0 0 0,1 0 0 0 0,-1 0 0 0 0,1-1-1 0 0,-1 0 1 0 0,0 0 0 0 0,0 0 0 0 0,10-9 0 0 0,-10 8-66 0 0,-1 0 0 0 0,0-1 0 0 0,0 0 0 0 0,0 0 0 0 0,0 0 0 0 0,-1-1 0 0 0,0 1 0 0 0,0-1 0 0 0,-1 0 0 0 0,1 0 0 0 0,-1-1 1 0 0,0 1-1 0 0,-1-1 0 0 0,0 1 0 0 0,0-1 0 0 0,0 0 0 0 0,-1 0 0 0 0,0 0 0 0 0,0 1 0 0 0,-1-1 0 0 0,0 0 0 0 0,-1-8 0 0 0,0 5-30 0 0,-1 1 1 0 0,0 0 0 0 0,0-1-1 0 0,-1 1 1 0 0,-1 0-1 0 0,0 1 1 0 0,0-1-1 0 0,0 0 1 0 0,-1 1-1 0 0,0 0 1 0 0,-1 0 0 0 0,0 1-1 0 0,0 0 1 0 0,-1 0-1 0 0,-11-10 1 0 0,12 12 2 0 0,-1-1 0 0 0,1 2 1 0 0,-1-1-1 0 0,0 1 0 0 0,0 0 1 0 0,-1 1-1 0 0,1 0 0 0 0,-1 0 1 0 0,0 0-1 0 0,0 1 0 0 0,0 0 1 0 0,0 1-1 0 0,0-1 0 0 0,0 2 1 0 0,-10-1-1 0 0,8 2 11 0 0,1 0 0 0 0,0 1-1 0 0,0 0 1 0 0,-1 1 0 0 0,1-1 0 0 0,1 2-1 0 0,-1-1 1 0 0,0 1 0 0 0,1 1 0 0 0,0-1 0 0 0,0 2-1 0 0,-14 11 1 0 0,11-8-18 0 0,0 0-1 0 0,1 2 1 0 0,1-1-1 0 0,-15 20 1 0 0,21-26 1 0 0,1 0-1 0 0,-1 0 0 0 0,1 1 1 0 0,0-1-1 0 0,0 0 1 0 0,0 1-1 0 0,0 0 1 0 0,1-1-1 0 0,0 1 1 0 0,0 0-1 0 0,0-1 1 0 0,1 1-1 0 0,-1 0 1 0 0,1 0-1 0 0,0 0 1 0 0,1 0-1 0 0,0 7 1 0 0,0-9-37 0 0,0 0 0 0 0,1-1 0 0 0,-1 1 0 0 0,0 0 0 0 0,1 0 0 0 0,0-1 0 0 0,-1 1 1 0 0,1-1-1 0 0,0 0 0 0 0,0 1 0 0 0,1-1 0 0 0,-1 0 0 0 0,0 0 0 0 0,1 0 1 0 0,-1-1-1 0 0,1 1 0 0 0,0 0 0 0 0,4 1 0 0 0,-1-1-366 0 0,1 1 1 0 0,0-1-1 0 0,0 0 0 0 0,0-1 0 0 0,0 0 0 0 0,13 1 1 0 0,3-3-1378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1.1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10 188 15695 0 0,'-3'13'373'0'0,"1"0"-1"0"0,0 1 1 0 0,0-1-1 0 0,2 0 1 0 0,-1 1-1 0 0,2-1 1 0 0,0 1-1 0 0,3 14 0 0 0,-1 8-44 0 0,2 21 1014 0 0,3-86-452 0 0,13-94-1828 0 0,3-14-282 0 0,-22 130 1182 0 0,0 0 0 0 0,0 0 0 0 0,0 0 0 0 0,1 0 0 0 0,0 1 0 0 0,0-1 0 0 0,6-7 0 0 0,-8 13 43 0 0,-1 0 0 0 0,1 0-1 0 0,0 0 1 0 0,0 1 0 0 0,0-1-1 0 0,0 0 1 0 0,0 0 0 0 0,0 0-1 0 0,0 1 1 0 0,0-1 0 0 0,0 1-1 0 0,0-1 1 0 0,0 1-1 0 0,0-1 1 0 0,0 1 0 0 0,0 0-1 0 0,1-1 1 0 0,-1 1 0 0 0,2 0-1 0 0,-1 0 14 0 0,0 1 0 0 0,0-1 0 0 0,-1 1 0 0 0,1-1 0 0 0,0 1 0 0 0,0 0 0 0 0,-1 0-1 0 0,1 0 1 0 0,-1 0 0 0 0,1 0 0 0 0,-1 0 0 0 0,1 0 0 0 0,-1 1 0 0 0,0-1 0 0 0,1 0 0 0 0,-1 1 0 0 0,1 1 0 0 0,17 24 445 0 0,29 53 1 0 0,-32-48-79 0 0,37 49 0 0 0,-47-73-333 0 0,1 0 0 0 0,-1-1 0 0 0,1 0 0 0 0,1 0 1 0 0,-1-1-1 0 0,1 1 0 0 0,1-2 0 0 0,-1 1 0 0 0,1-1 0 0 0,15 6 0 0 0,-21-9 19 0 0,0-1-1 0 0,0 0 0 0 0,0 0 1 0 0,0 0-1 0 0,1 0 0 0 0,-1-1 1 0 0,0 0-1 0 0,1 1 1 0 0,-1-1-1 0 0,1 0 0 0 0,-1 0 1 0 0,0-1-1 0 0,1 1 1 0 0,-1-1-1 0 0,0 0 0 0 0,1 0 1 0 0,-1 0-1 0 0,0 0 0 0 0,0 0 1 0 0,0-1-1 0 0,0 1 1 0 0,0-1-1 0 0,0 0 0 0 0,0 0 1 0 0,-1 0-1 0 0,1 0 1 0 0,-1-1-1 0 0,1 1 0 0 0,-1-1 1 0 0,0 1-1 0 0,0-1 0 0 0,0 0 1 0 0,3-5-1 0 0,-2 2-16 0 0,-1 0-1 0 0,1 0 1 0 0,-1 0 0 0 0,0-1-1 0 0,-1 1 1 0 0,1-1-1 0 0,-1 1 1 0 0,0-1-1 0 0,-1 0 1 0 0,0 1 0 0 0,0-1-1 0 0,0 1 1 0 0,-1-1-1 0 0,0 0 1 0 0,0 1 0 0 0,-3-10-1 0 0,-6-7 144 0 0,-1 1 1 0 0,-1 0-1 0 0,-1 1 0 0 0,-1 0 1 0 0,-1 1-1 0 0,-20-21 0 0 0,34 40-216 0 0,-1-1-1 0 0,1 1 0 0 0,0 0 1 0 0,1-1-1 0 0,-1 1 0 0 0,0-1 0 0 0,0 1 1 0 0,1-1-1 0 0,-1 1 0 0 0,0-1 0 0 0,1 0 1 0 0,0 1-1 0 0,-1-1 0 0 0,1-3 1 0 0,0 4-166 0 0,0 0 0 0 0,0 0 1 0 0,1 0-1 0 0,-1 0 0 0 0,0 0 1 0 0,1 0-1 0 0,-1-1 0 0 0,1 1 1 0 0,-1 0-1 0 0,1 0 0 0 0,-1 0 1 0 0,1 1-1 0 0,0-1 0 0 0,0 0 1 0 0,0-1-1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2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78 271 9215 0 0,'-16'76'2081'0'0,"-6"98"0"0"0,14-97 1230 0 0,-22 94 0 0 0,29-166-3131 0 0,0-7 73 0 0,2-14 352 0 0,3-24 165 0 0,2-31-1664 0 0,-6-129 0 0 0,-3 122 79 0 0,9-93 1 0 0,-4 152 777 0 0,1 0 0 0 0,1 0 0 0 0,1 1 0 0 0,9-25 0 0 0,-12 36 39 0 0,2 1-1 0 0,-1 0 1 0 0,0 0-1 0 0,1 0 1 0 0,0 0-1 0 0,8-8 1 0 0,-9 11 16 0 0,-1 0 0 0 0,1 1 0 0 0,0 0 0 0 0,0 0 1 0 0,0 0-1 0 0,0 0 0 0 0,1 0 0 0 0,-1 1 0 0 0,0-1 0 0 0,1 1 0 0 0,-1 0 1 0 0,1 0-1 0 0,5-1 0 0 0,-4 2 34 0 0,0 0 1 0 0,0 0-1 0 0,1 1 0 0 0,-1 0 1 0 0,0 0-1 0 0,-1 0 0 0 0,1 0 1 0 0,0 1-1 0 0,0 0 0 0 0,0 0 1 0 0,-1 0-1 0 0,1 0 1 0 0,-1 1-1 0 0,0 0 0 0 0,0 0 1 0 0,0 0-1 0 0,0 0 0 0 0,0 1 1 0 0,-1-1-1 0 0,5 8 0 0 0,5 4 190 0 0,-1 1 0 0 0,-1 1 0 0 0,16 32 0 0 0,-2 7 321 0 0,-2 2 1 0 0,-3 0 0 0 0,-2 1 0 0 0,-3 0 0 0 0,-2 1-1 0 0,6 94 1 0 0,-17-142-479 0 0,-1 5 80 0 0,0 0 0 0 0,0 0 0 0 0,-4 28 0 0 0,3-45-192 0 0,0 0 0 0 0,0 1-1 0 0,0-1 1 0 0,0 0 0 0 0,0 0-1 0 0,0 0 1 0 0,0 0 0 0 0,0 0-1 0 0,0 1 1 0 0,0-1 0 0 0,0 0-1 0 0,0 0 1 0 0,0 0 0 0 0,0 0-1 0 0,0 1 1 0 0,0-1 0 0 0,0 0-1 0 0,0 0 1 0 0,0 0 0 0 0,-1 0-1 0 0,1 0 1 0 0,0 0 0 0 0,0 1-1 0 0,0-1 1 0 0,0 0 0 0 0,0 0-1 0 0,0 0 1 0 0,0 0 0 0 0,-1 0-1 0 0,1 0 1 0 0,0 0 0 0 0,0 0-1 0 0,0 0 1 0 0,0 0 0 0 0,0 1-1 0 0,-1-1 1 0 0,1 0 0 0 0,0 0-1 0 0,0 0 1 0 0,0 0 0 0 0,0 0-1 0 0,0 0 1 0 0,-1 0 0 0 0,1 0-1 0 0,0 0 1 0 0,0 0 0 0 0,0 0-1 0 0,0 0 1 0 0,-1 0 0 0 0,1-1-1 0 0,0 1 1 0 0,0 0 0 0 0,0 0-1 0 0,0 0 1 0 0,0 0 0 0 0,0 0-1 0 0,-1 0 1 0 0,1 0 0 0 0,0 0-1 0 0,0 0 1 0 0,0 0 0 0 0,0-1-1 0 0,0 1 1 0 0,0 0 0 0 0,0 0-1 0 0,-1 0 1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2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3 106 16039 0 0,'-1'-2'129'0'0,"1"1"-1"0"0,-1-1 0 0 0,1 1 0 0 0,0-1 1 0 0,0 1-1 0 0,0-1 0 0 0,0 0 1 0 0,0 1-1 0 0,0-1 0 0 0,0 1 0 0 0,0-1 1 0 0,1 1-1 0 0,-1-1 0 0 0,1 1 1 0 0,-1-1-1 0 0,1 1 0 0 0,-1-1 1 0 0,1 1-1 0 0,0 0 0 0 0,0-1 0 0 0,0 1 1 0 0,0 0-1 0 0,2-3 0 0 0,1 1 134 0 0,0 1-1 0 0,0-1 0 0 0,1 1 0 0 0,-1-1 1 0 0,1 1-1 0 0,7-2 0 0 0,27-8-319 0 0,1 2 1 0 0,0 1-1 0 0,0 3 0 0 0,1 1 0 0 0,46 0 1 0 0,-69 4-1737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2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75 15199 0 0,'-1'0'22'0'0,"1"0"-1"0"0,0 0 1 0 0,0 0-1 0 0,0 0 0 0 0,0 0 1 0 0,0 0-1 0 0,0 0 1 0 0,0 0-1 0 0,0 0 1 0 0,0 0-1 0 0,0 0 0 0 0,0 0 1 0 0,0 1-1 0 0,0-1 1 0 0,0 0-1 0 0,0 0 1 0 0,-1 0-1 0 0,1 0 1 0 0,0 0-1 0 0,0 0 0 0 0,0 0 1 0 0,0 0-1 0 0,0 0 1 0 0,0 0-1 0 0,0 0 1 0 0,0 0-1 0 0,0 0 0 0 0,0 0 1 0 0,0 0-1 0 0,-1 0 1 0 0,1 0-1 0 0,0 0 1 0 0,0 0-1 0 0,0 0 1 0 0,0 0-1 0 0,0 0 0 0 0,0 0 1 0 0,0 0-1 0 0,0 0 1 0 0,0-1-1 0 0,0 1 1 0 0,0 0-1 0 0,-1 0 0 0 0,1 0 1 0 0,0 0-1 0 0,0 0 1 0 0,0 0-1 0 0,0 0 1 0 0,0 0-1 0 0,0 0 0 0 0,0 0 1 0 0,0 0-1 0 0,0 0 1 0 0,0 0-1 0 0,0-1 1 0 0,0 1-1 0 0,0 0 1 0 0,0 0-1 0 0,-1-9 2502 0 0,2-14 2198 0 0,0 19-4350 0 0,5-25-1915 0 0,-1 20-224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4.3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89 155 4607 0 0,'-31'-26'-662'0'0,"1"-9"3526"0"0,27 30-2245 0 0,0 0 0 0 0,0 1 0 0 0,0-1-1 0 0,0 0 1 0 0,1-1 0 0 0,0 1 0 0 0,0 0 0 0 0,0-1 0 0 0,1 1 0 0 0,0-1 0 0 0,0 1 0 0 0,-1-12 0 0 0,3 17-549 0 0,-1-1 1 0 0,0 0-1 0 0,0 1 0 0 0,0-1 0 0 0,0 0 0 0 0,0 1 0 0 0,0-1 1 0 0,1 1-1 0 0,-1-1 0 0 0,0 0 0 0 0,0 1 0 0 0,1-1 0 0 0,-1 1 1 0 0,1-1-1 0 0,-1 1 0 0 0,0-1 0 0 0,1 1 0 0 0,-1-1 0 0 0,1 1 1 0 0,-1 0-1 0 0,1-1 0 0 0,-1 1 0 0 0,1 0 0 0 0,-1-1 1 0 0,1 1-1 0 0,0 0 0 0 0,-1-1 0 0 0,1 1 0 0 0,-1 0 0 0 0,1 0 1 0 0,0 0-1 0 0,-1 0 0 0 0,1 0 0 0 0,0 0 0 0 0,-1 0 0 0 0,1 0 1 0 0,-1 0-1 0 0,1 0 0 0 0,0 0 0 0 0,-1 0 0 0 0,1 0 0 0 0,0 0 1 0 0,-1 0-1 0 0,1 1 0 0 0,-1-1 0 0 0,1 0 0 0 0,0 1 0 0 0,0-1 1 0 0,30 17 785 0 0,-17-5-846 0 0,0 0 0 0 0,0 0 0 0 0,-1 1 0 0 0,-1 1 0 0 0,18 26 0 0 0,46 84 765 0 0,-54-86-535 0 0,297 605 2955 0 0,-210-407-2336 0 0,-71-152-555 0 0,74 146 91 0 0,-83-180-352 0 0,1-1 1 0 0,51 64-1 0 0,-33-56 2 0 0,3-3 0 0 0,1-2-1 0 0,108 81 1 0 0,-151-126-335 0 0,1 0-1 0 0,0-1 1 0 0,0-1 0 0 0,0 1-1 0 0,1-2 1 0 0,-1 1-1 0 0,1-2 1 0 0,0 1 0 0 0,0-1-1 0 0,1-1 1 0 0,-1 0 0 0 0,1-1-1 0 0,19 0 1 0 0,14 1-3585 0 0,-34-1 2143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5.0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491 0 5527 0 0,'-23'5'8103'0'0,"17"10"-1341"0"0,6-2-8105 0 0,2 1 1556 0 0,0 0 0 0 0,2 0 1 0 0,-1 0-1 0 0,2-1 0 0 0,9 22 0 0 0,38 63 411 0 0,-37-71-401 0 0,50 96 669 0 0,31 52 332 0 0,-96-174-1217 0 0,0-1 0 0 0,1 1 0 0 0,-1-1 1 0 0,0 1-1 0 0,0-1 0 0 0,1 1 0 0 0,-1-1 0 0 0,0 1 0 0 0,0-1 0 0 0,0 1 0 0 0,0-1 0 0 0,0 1 0 0 0,0-1 0 0 0,1 1 0 0 0,-1-1 1 0 0,-1 1-1 0 0,1-1 0 0 0,0 1 0 0 0,0-1 0 0 0,0 1 0 0 0,0-1 0 0 0,0 1 0 0 0,0-1 0 0 0,0 1 0 0 0,-1-1 0 0 0,1 1 1 0 0,0-1-1 0 0,-1 1 0 0 0,-14 7 208 0 0,-28-4 140 0 0,35-4-294 0 0,-109 9 1463 0 0,-229 46-1 0 0,288-39-1295 0 0,-74 29 0 0 0,132-45-252 0 0,0 0-25 0 0,8-8-1632 0 0,-3 5 899 0 0,14-11-1682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6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37 152 6447 0 0,'-4'14'-95'0'0,"-14"45"2188"0"0,14-45-186 0 0,2 0 1 0 0,-2 23-1 0 0,3-8-1221 0 0,-1 124 1456 0 0,3-135-1821 0 0,1-1-1 0 0,1 1 1 0 0,0-1-1 0 0,1 0 1 0 0,1 0 0 0 0,11 27-1 0 0,-14-40-244 0 0,0 0 0 0 0,0 0 0 0 0,0 0-1 0 0,1 0 1 0 0,-1 0 0 0 0,1-1 0 0 0,0 1 0 0 0,0-1-1 0 0,1 0 1 0 0,-1 1 0 0 0,1-2 0 0 0,-1 1 0 0 0,1 0-1 0 0,0-1 1 0 0,0 1 0 0 0,0-1 0 0 0,0 0 0 0 0,0-1-1 0 0,1 1 1 0 0,-1-1 0 0 0,0 0 0 0 0,1 0 0 0 0,0 0-1 0 0,-1 0 1 0 0,1-1 0 0 0,-1 0 0 0 0,1 0 0 0 0,-1 0-1 0 0,1 0 1 0 0,0-1 0 0 0,-1 0 0 0 0,1 0 0 0 0,-1 0-1 0 0,0 0 1 0 0,1-1 0 0 0,-1 0 0 0 0,0 0 0 0 0,0 0-1 0 0,4-3 1 0 0,4-3-51 0 0,-1 0 0 0 0,0-1 0 0 0,-1 0 0 0 0,0 0 0 0 0,-1-1 0 0 0,0-1 0 0 0,0 0 0 0 0,-1 0 0 0 0,0 0 0 0 0,-1-1 0 0 0,0 0 0 0 0,-1-1 0 0 0,-1 1 0 0 0,0-1 0 0 0,6-23 0 0 0,-6 15-55 0 0,-1-1-1 0 0,0 1 0 0 0,-2-1 1 0 0,-1 0-1 0 0,0 1 0 0 0,-1-1 1 0 0,-2 0-1 0 0,0 0 0 0 0,-7-27 1 0 0,4 32 34 0 0,0 0 1 0 0,-1 0 0 0 0,-1 0-1 0 0,0 1 1 0 0,-1 0 0 0 0,-1 1 0 0 0,-13-18-1 0 0,17 27 13 0 0,0-1-1 0 0,0 1 0 0 0,-1 0 0 0 0,0 0 0 0 0,0 1 0 0 0,0-1 1 0 0,-1 1-1 0 0,0 1 0 0 0,0-1 0 0 0,0 1 0 0 0,0 1 1 0 0,-1-1-1 0 0,1 1 0 0 0,-1 0 0 0 0,0 1 0 0 0,0 0 1 0 0,-15-2-1 0 0,18 4-11 0 0,0 1 1 0 0,0-1-1 0 0,-1 1 1 0 0,1 0-1 0 0,0 0 1 0 0,0 1-1 0 0,0 0 0 0 0,0 0 1 0 0,0 0-1 0 0,0 0 1 0 0,1 1-1 0 0,-1 0 1 0 0,1-1-1 0 0,0 2 1 0 0,0-1-1 0 0,0 0 0 0 0,0 1 1 0 0,0 0-1 0 0,1 0 1 0 0,-1 0-1 0 0,1 0 1 0 0,0 1-1 0 0,1-1 1 0 0,-1 1-1 0 0,-3 9 0 0 0,3-8-101 0 0,1 0 0 0 0,-1-1 0 0 0,1 1-1 0 0,1 0 1 0 0,-1 0 0 0 0,1 1 0 0 0,0-1-1 0 0,0 0 1 0 0,1 0 0 0 0,0 1 0 0 0,0-1-1 0 0,0 0 1 0 0,1 0 0 0 0,0 1 0 0 0,0-1-1 0 0,1 0 1 0 0,-1 0 0 0 0,1 0 0 0 0,1 0-1 0 0,-1-1 1 0 0,6 10 0 0 0,-5-11-240 0 0,1 1 0 0 0,0 0 0 0 0,1-1 0 0 0,-1 0 0 0 0,1 0 1 0 0,0 0-1 0 0,0-1 0 0 0,0 1 0 0 0,0-1 0 0 0,1-1 0 0 0,6 4 0 0 0,19 6-1544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6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1 172 9215 0 0,'20'95'6076'0'0,"-1"-6"-4501"0"0,-1-7-616 0 0,-10-42-83 0 0,1-1-1 0 0,2-1 1 0 0,17 39-1 0 0,-64-257-67 0 0,29 133-951 0 0,1 0 0 0 0,2-77-1 0 0,4 111 102 0 0,1 1 0 0 0,0-1 0 0 0,1 1 0 0 0,0-1 0 0 0,1 1-1 0 0,1 0 1 0 0,0 0 0 0 0,0 0 0 0 0,1 1 0 0 0,0 0 0 0 0,1 0 0 0 0,1 0 0 0 0,0 0-1 0 0,0 1 1 0 0,12-12 0 0 0,-16 18 50 0 0,0 1 0 0 0,1 0 1 0 0,-1 0-1 0 0,1 0 0 0 0,-1 1 0 0 0,1-1 0 0 0,0 1 0 0 0,0 0 0 0 0,0 0 0 0 0,0 0 0 0 0,1 1 1 0 0,-1 0-1 0 0,0-1 0 0 0,1 1 0 0 0,-1 1 0 0 0,1-1 0 0 0,-1 1 0 0 0,1-1 0 0 0,-1 1 1 0 0,1 1-1 0 0,-1-1 0 0 0,1 1 0 0 0,-1-1 0 0 0,1 1 0 0 0,-1 0 0 0 0,0 1 0 0 0,0-1 1 0 0,1 1-1 0 0,-1 0 0 0 0,0 0 0 0 0,0 0 0 0 0,-1 1 0 0 0,1-1 0 0 0,0 1 0 0 0,-1 0 0 0 0,0 0 1 0 0,1 0-1 0 0,-1 1 0 0 0,0-1 0 0 0,-1 1 0 0 0,1-1 0 0 0,-1 1 0 0 0,1 0 0 0 0,2 6 1 0 0,-3-5 23 0 0,0-1 1 0 0,0 0 0 0 0,0 1 0 0 0,-1 0 0 0 0,1-1 0 0 0,-1 1 0 0 0,0 0 0 0 0,-1 0 0 0 0,1 0 0 0 0,-1-1 0 0 0,0 1 0 0 0,0 0-1 0 0,0 0 1 0 0,-1 0 0 0 0,0 0 0 0 0,-2 8 0 0 0,1-7 21 0 0,-1 1-1 0 0,0-1 1 0 0,-1 0-1 0 0,1 0 1 0 0,-1 0 0 0 0,0-1-1 0 0,-1 1 1 0 0,1-1-1 0 0,-1 0 1 0 0,-10 8-1 0 0,4-4 115 0 0,-1-1-1 0 0,-1 0 0 0 0,1-1 0 0 0,-1 0 0 0 0,0-1 0 0 0,-1-1 0 0 0,1 0 0 0 0,-1-1 0 0 0,0 0 0 0 0,-27 3 0 0 0,37-7-121 0 0,1 1-17 0 0,0-1 0 0 0,0 1 0 0 0,0-1 0 0 0,0 0 0 0 0,0 0 0 0 0,0 0 0 0 0,1-1 1 0 0,-1 1-1 0 0,0-1 0 0 0,0 0 0 0 0,-4-1 0 0 0,7 1-33 0 0,0 1 1 0 0,0 0-1 0 0,0-1 1 0 0,0 1-1 0 0,0-1 1 0 0,0 1-1 0 0,1 0 1 0 0,-1-1-1 0 0,0 1 1 0 0,0 0-1 0 0,0-1 1 0 0,1 1-1 0 0,-1 0 1 0 0,0-1 0 0 0,0 1-1 0 0,1 0 1 0 0,-1 0-1 0 0,0-1 1 0 0,1 1-1 0 0,-1 0 1 0 0,0 0-1 0 0,1-1 1 0 0,-1 1-1 0 0,0 0 1 0 0,1 0-1 0 0,-1 0 1 0 0,1 0-1 0 0,-1 0 1 0 0,0-1-1 0 0,1 1 1 0 0,-1 0-1 0 0,1 0 1 0 0,-1 0-1 0 0,1 0 1 0 0,16-6-563 0 0,29-5-2791 0 0,-17 7 1351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6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 19551 0 0,'-1'0'126'0'0,"-1"1"-1"0"0,0 0 1 0 0,1 0 0 0 0,-1 0-1 0 0,1 0 1 0 0,-1 0-1 0 0,1 0 1 0 0,0 1 0 0 0,-1-1-1 0 0,1 0 1 0 0,0 1-1 0 0,0-1 1 0 0,0 1-1 0 0,0-1 1 0 0,0 1 0 0 0,0 0-1 0 0,0-1 1 0 0,0 4-1 0 0,-6 34-112 0 0,4-18 284 0 0,-8 47 122 0 0,-3 79 1 0 0,14-126-364 0 0,0-1 1 0 0,1 1 0 0 0,1 0-1 0 0,0-1 1 0 0,2 0-1 0 0,0 0 1 0 0,2 0 0 0 0,11 29-1 0 0,-16-46-159 0 0,0-1 0 0 0,0 1 0 0 0,0 0 0 0 0,1-1 0 0 0,-1 1 0 0 0,1-1 0 0 0,-1 0 0 0 0,1 1 0 0 0,0-1 0 0 0,0 0 0 0 0,0 0 0 0 0,0 0 0 0 0,0 0 0 0 0,0-1 0 0 0,1 1 0 0 0,-1 0 0 0 0,1-1 0 0 0,-1 0 0 0 0,1 1 0 0 0,0-1 0 0 0,3 1 0 0 0,5-4-2131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7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63 12895 0 0,'3'-11'6811'0'0,"-2"10"-6527"0"0,15-10 2309 0 0,21-3-2126 0 0,-36 13-313 0 0,22-5-86 0 0,0 0 0 0 0,0 1 0 0 0,1 2 0 0 0,-1 0 0 0 0,1 2 0 0 0,0 1 0 0 0,-1 0 0 0 0,1 2 0 0 0,-1 1 0 0 0,1 0-1 0 0,-1 2 1 0 0,0 1 0 0 0,0 0 0 0 0,25 12 0 0 0,-38-13-35 0 0,-1 0-1 0 0,0 0 1 0 0,0 1 0 0 0,0 0-1 0 0,-1 1 1 0 0,1 0 0 0 0,-2 0-1 0 0,1 0 1 0 0,-1 1-1 0 0,0 1 1 0 0,6 9 0 0 0,-6-6 79 0 0,0 0 0 0 0,-1 0 0 0 0,-1 1 1 0 0,0 0-1 0 0,0 0 0 0 0,-1 0 0 0 0,3 24 1 0 0,-4-3 162 0 0,-1 0 0 0 0,-2 1 0 0 0,-1-1 0 0 0,-2 0 1 0 0,-1 1-1 0 0,-9 34 0 0 0,11-62-244 0 0,1-4-77 0 0,0-1 1 0 0,1 0 0 0 0,-1 0 0 0 0,1 1 0 0 0,-1-1-1 0 0,1 0 1 0 0,0 0 0 0 0,0 1 0 0 0,0-1 0 0 0,0 0-1 0 0,1 4 1 0 0,5-9-2363 0 0,-2-4-32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7.4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119 247 12895 0 0,'-2'6'486'0'0,"0"-1"-1"0"0,1 0 1 0 0,0 0-1 0 0,0 0 0 0 0,0 1 1 0 0,1-1-1 0 0,-1 0 1 0 0,1 1-1 0 0,1-1 1 0 0,-1 0-1 0 0,1 1 0 0 0,0-1 1 0 0,0 0-1 0 0,3 8 1 0 0,0-2 1071 0 0,0 1 0 0 0,9 17 1 0 0,4-1-2075 0 0,-15-25 581 0 0,0 0-1 0 0,0 0 0 0 0,1-1 0 0 0,-1 1 0 0 0,0-1 0 0 0,1 1 0 0 0,-1-1 0 0 0,1 0 0 0 0,0 0 0 0 0,0 0 1 0 0,0-1-1 0 0,0 1 0 0 0,0-1 0 0 0,0 1 0 0 0,0-1 0 0 0,1 0 0 0 0,-1 0 0 0 0,0 0 0 0 0,1-1 0 0 0,-1 1 1 0 0,7-1-1 0 0,-4-1-13 0 0,-1 0 0 0 0,1 0 1 0 0,-1 0-1 0 0,1-1 0 0 0,-1 0 1 0 0,0 0-1 0 0,1-1 0 0 0,-1 1 1 0 0,-1-1-1 0 0,1 0 0 0 0,0 0 1 0 0,6-6-1 0 0,-1-1-73 0 0,0 0 0 0 0,-1 0 0 0 0,0 0 0 0 0,-1-1 0 0 0,0-1 0 0 0,-1 1 0 0 0,0-1-1 0 0,-1 0 1 0 0,0-1 0 0 0,-1 0 0 0 0,-1 0 0 0 0,6-22 0 0 0,-8 25 11 0 0,0 1 0 0 0,0-1-1 0 0,-1 0 1 0 0,0 1 0 0 0,-1-1 0 0 0,0 0 0 0 0,-1 1-1 0 0,0-1 1 0 0,0 1 0 0 0,-1-1 0 0 0,0 1 0 0 0,-1-1-1 0 0,0 1 1 0 0,-1 0 0 0 0,1 0 0 0 0,-2 1 0 0 0,1-1-1 0 0,-11-13 1 0 0,11 17 72 0 0,-1 0 0 0 0,0 1 0 0 0,0-1-1 0 0,0 1 1 0 0,0 0 0 0 0,-1 0 0 0 0,1 1 0 0 0,-1 0-1 0 0,0 0 1 0 0,0 0 0 0 0,-1 1 0 0 0,1 0 0 0 0,-13-3-1 0 0,9 4 50 0 0,0 0 0 0 0,-1 0-1 0 0,1 1 1 0 0,0 0 0 0 0,-1 1-1 0 0,1 0 1 0 0,0 0-1 0 0,-17 6 1 0 0,16-4-27 0 0,-1 1-1 0 0,1 1 0 0 0,0 0 1 0 0,1 0-1 0 0,-1 1 1 0 0,1 0-1 0 0,-13 11 1 0 0,17-12-94 0 0,0 1 0 0 0,0-1 0 0 0,1 1 1 0 0,0 0-1 0 0,0 0 0 0 0,0 1 0 0 0,1-1 0 0 0,0 1 1 0 0,0 0-1 0 0,1 0 0 0 0,-4 9 0 0 0,6-12-66 0 0,1-1 1 0 0,-1 1-1 0 0,0 0 0 0 0,1-1 0 0 0,0 1 0 0 0,0-1 0 0 0,0 1 0 0 0,0 0 0 0 0,1-1 0 0 0,-1 1 0 0 0,1-1 0 0 0,0 1 0 0 0,0-1 0 0 0,0 1 0 0 0,1-1 0 0 0,-1 0 0 0 0,1 1 0 0 0,0-1 1 0 0,0 0-1 0 0,0 0 0 0 0,0 0 0 0 0,5 5 0 0 0,-2-3-700 0 0,1 1 1 0 0,0-1 0 0 0,13 8-1 0 0,21 8-5943 0 0,-7-8-449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7.7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6 335 4607 0 0,'13'33'205'0'0,"-9"-19"3064"0"0,-1-1 0 0 0,-1 1 0 0 0,0 0 0 0 0,0 0 0 0 0,-2 23 0 0 0,-5 5-1433 0 0,5-41-1772 0 0,-1 0 0 0 0,1 0 0 0 0,0-1 0 0 0,0 1 0 0 0,0 0 0 0 0,0-1 0 0 0,0 1 0 0 0,-1 0 0 0 0,1-1 0 0 0,0 1 0 0 0,0 0 0 0 0,-1-1 1 0 0,1 1-1 0 0,-1-1 0 0 0,1 1 0 0 0,0-1 0 0 0,-1 1 0 0 0,1 0 0 0 0,-1-1 0 0 0,0 1 0 0 0,0-1-23 0 0,1 0-1 0 0,0 0 1 0 0,-1-1-1 0 0,1 1 1 0 0,0 0 0 0 0,-1 0-1 0 0,1 0 1 0 0,-1-1-1 0 0,1 1 1 0 0,0 0 0 0 0,-1 0-1 0 0,1-1 1 0 0,0 1-1 0 0,0 0 1 0 0,-1 0-1 0 0,1-1 1 0 0,0 1 0 0 0,0-1-1 0 0,-1 1 1 0 0,1 0-1 0 0,0-1 1 0 0,0 1 0 0 0,0-1-1 0 0,-9-29 666 0 0,6-24-746 0 0,2 0 0 0 0,11-87 1 0 0,-8 110-79 0 0,0 4-58 0 0,2 1 0 0 0,0 0 0 0 0,1 0 0 0 0,11-31 0 0 0,-15 54 161 0 0,0 1 0 0 0,0 0 0 0 0,0 0 0 0 0,0 0-1 0 0,0 0 1 0 0,0 0 0 0 0,1 0 0 0 0,-1 0 0 0 0,0 0 0 0 0,1 0 0 0 0,0 0 0 0 0,-1 1 0 0 0,1-1 0 0 0,0 1 0 0 0,0-1 0 0 0,0 1 0 0 0,3-1 0 0 0,-3 1 7 0 0,0 0 0 0 0,0 1 0 0 0,0 0 0 0 0,0-1 1 0 0,0 1-1 0 0,0 0 0 0 0,0 0 0 0 0,0 0 0 0 0,1 0 1 0 0,-1 1-1 0 0,0-1 0 0 0,0 0 0 0 0,0 1 0 0 0,0 0 0 0 0,3 1 1 0 0,3 2-5 0 0,-1 0 1 0 0,1 1-1 0 0,-1 0 1 0 0,0 0-1 0 0,0 1 1 0 0,-1 0-1 0 0,11 12 1 0 0,68 92-50 0 0,13 16-42 0 0,-83-109 94 0 0,1-1-1 0 0,0-1 1 0 0,1-1 0 0 0,0 0 0 0 0,22 12 0 0 0,-38-25 13 0 0,1 0 0 0 0,0 1 0 0 0,0-1 0 0 0,0 0 0 0 0,0 0-1 0 0,0-1 1 0 0,0 1 0 0 0,0 0 0 0 0,0-1 0 0 0,0 1 0 0 0,0-1 0 0 0,0 0 0 0 0,1 0 0 0 0,-1 0-1 0 0,0 0 1 0 0,0 0 0 0 0,0 0 0 0 0,1 0 0 0 0,-1-1 0 0 0,0 1 0 0 0,0-1 0 0 0,0 0 0 0 0,0 1-1 0 0,0-1 1 0 0,0 0 0 0 0,2-2 0 0 0,-2 1 6 0 0,1 0-1 0 0,0-1 1 0 0,-1 0 0 0 0,0 0 0 0 0,0 0-1 0 0,0 0 1 0 0,0 0 0 0 0,0 0-1 0 0,-1 0 1 0 0,1-1 0 0 0,-1 1-1 0 0,0 0 1 0 0,0-1 0 0 0,0 1-1 0 0,0-5 1 0 0,1-5 46 0 0,-1 0 0 0 0,0 0 0 0 0,-1 0 0 0 0,-1 0 0 0 0,0-1 0 0 0,-1 1 0 0 0,0 0 0 0 0,-1 1 0 0 0,0-1 0 0 0,-1 0 0 0 0,-7-14 0 0 0,-2-1 213 0 0,-1 0 0 0 0,-2 2 0 0 0,-30-42 0 0 0,45 67-254 0 0,0 0-80 0 0,0 0 0 0 0,0-1 0 0 0,0 1 0 0 0,0 0 0 0 0,0 0 0 0 0,1-1 0 0 0,-1 1 0 0 0,0 0 0 0 0,1-1 0 0 0,-1 1 0 0 0,1-1 0 0 0,-1 1 0 0 0,1-1 0 0 0,0 1 0 0 0,-1-1 0 0 0,1 1 0 0 0,0-1 0 0 0,0-2 0 0 0,4-5-683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8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92 9671 0 0,'-5'30'2334'0'0,"2"0"-1"0"0,1 51 0 0 0,1-21-957 0 0,1-40-969 0 0,-4 50 1792 0 0,3 0 0 0 0,14 113 0 0 0,-9-168-1616 0 0,-1-21-490 0 0,0-28-581 0 0,-4-24-882 0 0,-10-83-1 0 0,5 98 1135 0 0,2 0 1 0 0,2 0-1 0 0,2-1 0 0 0,7-51 0 0 0,-6 86 339 0 0,1 0-1 0 0,1 1 1 0 0,-1-1-1 0 0,1 1 1 0 0,1 0 0 0 0,0-1-1 0 0,0 2 1 0 0,0-1-1 0 0,1 0 1 0 0,0 1 0 0 0,1 0-1 0 0,9-10 1 0 0,-11 14-36 0 0,-1 0 1 0 0,0 0-1 0 0,1 1 1 0 0,-1-1-1 0 0,1 1 1 0 0,0 0-1 0 0,-1 0 1 0 0,1 0-1 0 0,0 1 1 0 0,0-1-1 0 0,0 1 1 0 0,1 0-1 0 0,-1 0 1 0 0,0 1-1 0 0,0-1 0 0 0,1 1 1 0 0,-1 0-1 0 0,0 0 1 0 0,0 0-1 0 0,1 1 1 0 0,-1-1-1 0 0,0 1 1 0 0,0 0-1 0 0,0 0 1 0 0,0 1-1 0 0,0-1 1 0 0,0 1-1 0 0,4 2 1 0 0,-2 0-51 0 0,-1-1-1 0 0,1 2 1 0 0,-1-1 0 0 0,0 0-1 0 0,0 1 1 0 0,0 0 0 0 0,-1 0 0 0 0,0 1-1 0 0,0-1 1 0 0,0 1 0 0 0,-1 0-1 0 0,1 0 1 0 0,-1 0 0 0 0,-1 0 0 0 0,1 0-1 0 0,-1 1 1 0 0,0-1 0 0 0,-1 1-1 0 0,0 0 1 0 0,0-1 0 0 0,0 1 0 0 0,-1 11-1 0 0,1-7-39 0 0,-2-1 0 0 0,1 1 0 0 0,-2 0 0 0 0,1-1 0 0 0,-1 1 0 0 0,-1-1 0 0 0,0 0 0 0 0,0 1 0 0 0,-1-1 0 0 0,-1-1 0 0 0,1 1 0 0 0,-1-1 0 0 0,-11 16 0 0 0,6-15-26 0 0,0 0-1 0 0,0 0 0 0 0,-20 13 1 0 0,27-20 49 0 0,0-1 0 0 0,0 0 1 0 0,-1 0-1 0 0,1 0 1 0 0,0 0-1 0 0,-1 0 0 0 0,0 0 1 0 0,1-1-1 0 0,-1 0 1 0 0,0 0-1 0 0,1 0 0 0 0,-1 0 1 0 0,-6 0-1 0 0,24 5-51 0 0,-1 0 0 0 0,1 0-1 0 0,-1 1 1 0 0,-1 1 0 0 0,22 17-1 0 0,-13-8 4 0 0,-1 2-1 0 0,22 25 1 0 0,-36-36 49 0 0,1 0 1 0 0,-1 0 0 0 0,0 0-1 0 0,-1 1 1 0 0,7 15-1 0 0,-11-21 17 0 0,0-1 0 0 0,0 0 0 0 0,0 1 0 0 0,-1-1 0 0 0,1 1 0 0 0,-1-1 0 0 0,1 1 0 0 0,-1-1 0 0 0,0 1 0 0 0,0-1 0 0 0,0 1 0 0 0,-1 0 0 0 0,1-1 0 0 0,-1 1 0 0 0,1-1 0 0 0,-1 0-1 0 0,0 1 1 0 0,0-1 0 0 0,0 0 0 0 0,0 1 0 0 0,0-1 0 0 0,0 0 0 0 0,-1 0 0 0 0,1 0 0 0 0,-1 0 0 0 0,0 0 0 0 0,-3 3 0 0 0,-4 3 238 0 0,-2-1 0 0 0,1 0 1 0 0,-1-1-1 0 0,0 0 0 0 0,0 0 1 0 0,-1-2-1 0 0,1 1 0 0 0,-1-1 1 0 0,0-1-1 0 0,-25 4 0 0 0,7-3 258 0 0,0-2-1 0 0,0-1 0 0 0,-43-4 0 0 0,71 3-487 0 0,-24-4 327 0 0,26 4-345 0 0,-1 0 0 0 0,0 0 0 0 0,0 0 0 0 0,1 0 0 0 0,-1 0-1 0 0,0 0 1 0 0,1-1 0 0 0,-1 1 0 0 0,0 0 0 0 0,1-1 0 0 0,-1 1 0 0 0,0 0 0 0 0,1-1-1 0 0,-1 1 1 0 0,0-1 0 0 0,1 1 0 0 0,-1-1 0 0 0,1 1 0 0 0,-1-1 0 0 0,1 0 0 0 0,-1 1-1 0 0,1-1 1 0 0,0 1 0 0 0,-1-1 0 0 0,1 0 0 0 0,-1-1 0 0 0,2 2-50 0 0,0-1 0 0 0,0 0 1 0 0,-1 1-1 0 0,1-1 0 0 0,0 0 0 0 0,0 1 1 0 0,0 0-1 0 0,0-1 0 0 0,0 1 1 0 0,0-1-1 0 0,0 1 0 0 0,0 0 0 0 0,0 0 1 0 0,0-1-1 0 0,0 1 0 0 0,0 0 1 0 0,0 0-1 0 0,0 0 0 0 0,0 0 0 0 0,0 0 1 0 0,0 1-1 0 0,1-1 0 0 0,2 0-213 0 0,75 0-3405 0 0,-40 2 1252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8:58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37 15199 0 0,'-6'-4'1352'0'0,"-17"7"7440"0"0,16-3-5720 0 0,-2 0-2144 0 0,-4-2-416 0 0,1 2-96 0 0,1-1-8 0 0,2 1-288 0 0,2-2-56 0 0,2-1-64 0 0,5-3 88 0 0,2-2-1856 0 0,5-5-376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8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16 3679 0 0,'5'-15'4631'0'0,"-1"25"-1398"0"0,-3 1-3834 0 0,-10 70 2003 0 0,-3 0 0 0 0,-24 83-1 0 0,12-78-283 0 0,-63 145 0 0 0,81-213-896 0 0,2-8 294 0 0,4-26-138 0 0,6-26-26 0 0,18-77 0 0 0,0 11-546 0 0,-20 86 122 0 0,1-13-38 0 0,1 0-1 0 0,3 1 0 0 0,15-43 1 0 0,-20 67 83 0 0,1 0 0 0 0,0 0 0 0 0,0 1 0 0 0,1 0 0 0 0,1 0 0 0 0,8-11 0 0 0,-10 16 11 0 0,0-1 1 0 0,0 0-1 0 0,1 1 1 0 0,-1 0-1 0 0,1 0 0 0 0,0 1 1 0 0,0-1-1 0 0,0 1 1 0 0,1 1-1 0 0,-1-1 1 0 0,8-1-1 0 0,-12 3 12 0 0,1 1-1 0 0,0-1 0 0 0,0 1 1 0 0,0 0-1 0 0,0 0 0 0 0,0 0 1 0 0,0 0-1 0 0,0 0 0 0 0,0 1 1 0 0,-1 0-1 0 0,1-1 0 0 0,0 1 1 0 0,0 0-1 0 0,0 0 0 0 0,-1 0 1 0 0,1 1-1 0 0,-1-1 0 0 0,1 1 1 0 0,-1-1-1 0 0,1 1 0 0 0,-1 0 1 0 0,0 0-1 0 0,0 0 0 0 0,0 0 1 0 0,0 0-1 0 0,0 0 0 0 0,0 1 1 0 0,-1-1-1 0 0,1 1 0 0 0,1 3 1 0 0,4 8 43 0 0,0 1 1 0 0,-1 0-1 0 0,-1 1 1 0 0,4 19-1 0 0,-6-26 12 0 0,29 130 539 0 0,22 72 42 0 0,-46-179-577 0 0,9 24 85 0 0,-15-52-134 0 0,-1 0 0 0 0,1-1-1 0 0,0 1 1 0 0,0 0 0 0 0,1 0 0 0 0,-1-1-1 0 0,1 0 1 0 0,0 1 0 0 0,0-1-1 0 0,4 4 1 0 0,2-3-107 0 0,-8-4-254 0 0,-1 0 266 0 0,1 0 0 0 0,-1 0 0 0 0,0 0 0 0 0,0 0 1 0 0,1 0-1 0 0,-1 0 0 0 0,0 0 0 0 0,0 0 1 0 0,0 0-1 0 0,1 0 0 0 0,-1 0 0 0 0,0 0 0 0 0,0 0 1 0 0,1 0-1 0 0,-1 0 0 0 0,0 0 0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8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30 108 10943 0 0,'-11'-5'409'0'0,"-8"-15"4331"0"0,19 20-4631 0 0,1 0 1 0 0,-1-1 0 0 0,0 1 0 0 0,0 0 0 0 0,1 0-1 0 0,-1 0 1 0 0,0 0 0 0 0,1 0 0 0 0,14-4 129 0 0,-15 3-16 0 0,113-27 1309 0 0,33-10-1583 0 0,-101 29-4185 0 0,-32 7-1296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9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14 2759 0 0,'1'3'618'0'0,"0"1"0"0"0,0-1 0 0 0,0 1 0 0 0,-1-1 0 0 0,0 1 0 0 0,1-1 0 0 0,-1 1 0 0 0,-1-1 0 0 0,1 5 0 0 0,-1 1 570 0 0,2 58 997 0 0,0-5-897 0 0,-2 0 0 0 0,-3 0-1 0 0,-13 73 1 0 0,20-206-120 0 0,51-205-912 0 0,-53 270-269 0 0,1-1 0 0 0,0 1 0 0 0,1-1 0 0 0,-1 1 0 0 0,1 0 0 0 0,1 0 0 0 0,5-9 0 0 0,-8 14 9 0 0,0 0 0 0 0,0 0 0 0 0,0 0 0 0 0,0 0 0 0 0,0 0 0 0 0,0 1-1 0 0,0-1 1 0 0,0 0 0 0 0,0 0 0 0 0,0 1 0 0 0,0-1 0 0 0,0 1 0 0 0,0-1 0 0 0,1 1-1 0 0,-1 0 1 0 0,0-1 0 0 0,0 1 0 0 0,3 0 0 0 0,-2 0 1 0 0,-1 0 1 0 0,1 1-1 0 0,0-1 0 0 0,-1 1 1 0 0,1 0-1 0 0,-1-1 1 0 0,1 1-1 0 0,-1 0 0 0 0,1 0 1 0 0,-1 0-1 0 0,0 0 1 0 0,0 0-1 0 0,1 0 0 0 0,-1 0 1 0 0,0 1-1 0 0,0-1 0 0 0,0 0 1 0 0,2 3-1 0 0,6 12 25 0 0,0 0 0 0 0,-1 1 0 0 0,-1 0 0 0 0,-1 0 0 0 0,0 1 0 0 0,5 28 0 0 0,-4-18 304 0 0,18 45-1 0 0,-22-65-238 0 0,1 0 0 0 0,1 0-1 0 0,-1 0 1 0 0,1 0-1 0 0,1-1 1 0 0,-1 0-1 0 0,1 0 1 0 0,0 0-1 0 0,10 8 1 0 0,-14-14-63 0 0,0 1-1 0 0,0-1 1 0 0,0 1 0 0 0,0-1 0 0 0,0 0-1 0 0,0 0 1 0 0,0 0 0 0 0,0 0-1 0 0,0 0 1 0 0,1-1 0 0 0,-1 1 0 0 0,0-1-1 0 0,1 1 1 0 0,-1-1 0 0 0,0 0 0 0 0,1 0-1 0 0,-1 0 1 0 0,0 0 0 0 0,5-1 0 0 0,-4 0 4 0 0,0 0 1 0 0,0 0 0 0 0,-1 0-1 0 0,1-1 1 0 0,0 1 0 0 0,-1-1-1 0 0,1 0 1 0 0,-1 0 0 0 0,1 0-1 0 0,-1 0 1 0 0,0 0 0 0 0,0-1 0 0 0,2-2-1 0 0,2-3 23 0 0,-1 0-1 0 0,-1 0 0 0 0,1-1 1 0 0,-2 1-1 0 0,1-1 0 0 0,-1 0 1 0 0,0 0-1 0 0,2-18 0 0 0,-3 8 5 0 0,-1 1 1 0 0,-1-1-1 0 0,-1 0 0 0 0,-5-27 1 0 0,-22-73 89 0 0,12 87-135 0 0,20 35-801 0 0,0 0-1 0 0,0-1 1 0 0,0 1-1 0 0,0-1 1 0 0,1 0-1 0 0,-1 0 1 0 0,1 0 0 0 0,0-1-1 0 0,7 2 1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09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9527 0 0,'0'27'2423'0'0,"2"0"0"0"0,9 51 0 0 0,-9-67-2174 0 0,1 0-1 0 0,0 0 1 0 0,1-1-1 0 0,0 1 1 0 0,1-1-1 0 0,0 0 1 0 0,0 0-1 0 0,1 0 1 0 0,0-1-1 0 0,9 10 1 0 0,-12-16-173 0 0,1 1 1 0 0,-1-1-1 0 0,1 0 1 0 0,0-1-1 0 0,-1 1 0 0 0,1-1 1 0 0,0 0-1 0 0,1 0 1 0 0,-1 0-1 0 0,0 0 0 0 0,0-1 1 0 0,1 1-1 0 0,-1-1 1 0 0,1 0-1 0 0,7 0 0 0 0,-4-1-12 0 0,-1 0 0 0 0,1-1-1 0 0,0 0 1 0 0,0 0 0 0 0,-1 0-1 0 0,1-1 1 0 0,-1-1 0 0 0,12-4-1 0 0,-1-2-107 0 0,-1 0 0 0 0,0-1-1 0 0,-1-1 1 0 0,0 0 0 0 0,-1-2-1 0 0,23-21 1 0 0,-1-11-385 0 0,-34 42 375 0 0,-1 0-1 0 0,0 0 1 0 0,0 0-1 0 0,-1-1 0 0 0,1 1 1 0 0,0 0-1 0 0,-1-1 0 0 0,0 1 1 0 0,0-1-1 0 0,0 0 1 0 0,0 1-1 0 0,-1-1 0 0 0,1-4 1 0 0,-1 7 52 0 0,0 1 0 0 0,0 0 0 0 0,0-1 1 0 0,0 1-1 0 0,-1 0 0 0 0,1-1 0 0 0,0 1 0 0 0,0 0 1 0 0,0 0-1 0 0,0-1 0 0 0,0 1 0 0 0,0 0 0 0 0,-1-1 0 0 0,1 1 1 0 0,0 0-1 0 0,0 0 0 0 0,0-1 0 0 0,-1 1 0 0 0,1 0 1 0 0,0 0-1 0 0,0 0 0 0 0,-1-1 0 0 0,1 1 0 0 0,0 0 0 0 0,-1 0 1 0 0,1 0-1 0 0,0 0 0 0 0,0-1 0 0 0,-1 1 0 0 0,1 0 1 0 0,0 0-1 0 0,-1 0 0 0 0,1 0 0 0 0,0 0 0 0 0,-1 0 0 0 0,1 0 1 0 0,0 0-1 0 0,-1 0 0 0 0,1 0 0 0 0,0 0 0 0 0,-1 0 1 0 0,1 0-1 0 0,0 0 0 0 0,-1 1 0 0 0,1-1 0 0 0,0 0 0 0 0,-1 0 1 0 0,1 0-1 0 0,0 0 0 0 0,0 1 0 0 0,-1-1 0 0 0,1 0 1 0 0,0 0-1 0 0,0 0 0 0 0,-1 1 0 0 0,1-1 0 0 0,0 0 1 0 0,0 1-1 0 0,-18 14 101 0 0,18-14-91 0 0,-27 31 435 0 0,1 1 1 0 0,-33 58 0 0 0,28-41-20 0 0,-39 72 664 0 0,61-104-931 0 0,2 0 1 0 0,0 0 0 0 0,1 0 0 0 0,1 0-1 0 0,-4 25 1 0 0,9-40-139 0 0,0 0-1 0 0,0 0 1 0 0,0-1-1 0 0,0 1 1 0 0,0 0-1 0 0,0 0 1 0 0,1-1-1 0 0,-1 1 1 0 0,1 0-1 0 0,0 0 1 0 0,0-1-1 0 0,0 1 1 0 0,0-1 0 0 0,0 1-1 0 0,3 3 1 0 0,-3-5-134 0 0,0 0 0 0 0,0 0 0 0 0,0 0 1 0 0,0 0-1 0 0,0 0 0 0 0,0 0 0 0 0,0 0 1 0 0,0-1-1 0 0,1 1 0 0 0,-1 0 0 0 0,0-1 1 0 0,1 1-1 0 0,0 0 0 0 0,0-1-455 0 0,0 0 1 0 0,1 0-1 0 0,-1 1 0 0 0,0-1 0 0 0,0 0 1 0 0,0-1-1 0 0,0 1 0 0 0,0 0 0 0 0,0 0 1 0 0,4-2-1 0 0,13-6-6337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0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36 3223 0 0,'1'-6'47'0'0,"8"-23"9971"0"0,-8 28-9747 0 0,0 4-112 0 0,0-1 0 0 0,0 0 0 0 0,0 1 0 0 0,0-1 0 0 0,-1 0 0 0 0,1 1 0 0 0,-1-1 0 0 0,0 1 0 0 0,0-1-1 0 0,0 1 1 0 0,0-1 0 0 0,0 5 0 0 0,0-3-25 0 0,-1 14 119 0 0,-1 1 0 0 0,0-1 0 0 0,-1 0 1 0 0,-6 20-1 0 0,-28 71 425 0 0,8-27-294 0 0,13-35-185 0 0,8-25-115 0 0,1 0-1 0 0,0 0 1 0 0,2 0-1 0 0,1 1 1 0 0,0 0 0 0 0,0 27-1 0 0,4-48-70 0 0,0 0-1 0 0,0-1 1 0 0,0 1-1 0 0,1 0 1 0 0,-1 0-1 0 0,1 0 1 0 0,-1 0-1 0 0,1 0 1 0 0,-1 0-1 0 0,1-1 1 0 0,0 1 0 0 0,0 0-1 0 0,0 0 1 0 0,0-1-1 0 0,0 1 1 0 0,1-1-1 0 0,-1 1 1 0 0,0-1-1 0 0,1 0 1 0 0,-1 1-1 0 0,1-1 1 0 0,-1 0-1 0 0,1 0 1 0 0,0 0-1 0 0,-1 0 1 0 0,1 0-1 0 0,0 0 1 0 0,0-1 0 0 0,-1 1-1 0 0,1 0 1 0 0,0-1-1 0 0,0 0 1 0 0,0 1-1 0 0,0-1 1 0 0,0 0-1 0 0,0 0 1 0 0,0 0-1 0 0,0 0 1 0 0,0 0-1 0 0,2-1 1 0 0,9-1 70 0 0,-1 0 0 0 0,1-1 0 0 0,0 0 0 0 0,18-8 0 0 0,-30 11-81 0 0,20-9 66 0 0,-8 4 10 0 0,0 0-1 0 0,0 1 1 0 0,0 0-1 0 0,1 1 1 0 0,-1 0-1 0 0,17-1 1 0 0,-30 5-76 0 0,-1-1 1 0 0,1 0 0 0 0,0 1 0 0 0,0-1-1 0 0,0 0 1 0 0,0 1 0 0 0,0-1 0 0 0,0 0-1 0 0,0 1 1 0 0,-1-1 0 0 0,1 0 0 0 0,0 0-1 0 0,0 1 1 0 0,0-1 0 0 0,-1 0 0 0 0,1 0-1 0 0,0 1 1 0 0,0-1 0 0 0,-1 0 0 0 0,1 0-1 0 0,0 0 1 0 0,0 1 0 0 0,-1-1 0 0 0,1 0-1 0 0,0 0 1 0 0,-1 0 0 0 0,1 0 0 0 0,0 0 0 0 0,-1 0-1 0 0,1 0 1 0 0,0 0 0 0 0,-1 1 0 0 0,1-1-1 0 0,-1 0-44 0 0,1 0-1 0 0,0 0 1 0 0,0 0-1 0 0,0 1 1 0 0,-1-1 0 0 0,1 0-1 0 0,0 0 1 0 0,0 0-1 0 0,-1 1 1 0 0,1-1-1 0 0,0 0 1 0 0,-1 0-1 0 0,1 0 1 0 0,0 0-1 0 0,0 0 1 0 0,-1 0 0 0 0,1 0-1 0 0,0 0 1 0 0,-1 0-1 0 0,1 0 1 0 0,0 0-1 0 0,-1 0 1 0 0,1 0-1 0 0,0 0 1 0 0,-1 0-1 0 0,1 0 1 0 0,0 0 0 0 0,0 0-1 0 0,-1 0 1 0 0,1 0-1 0 0,0 0 1 0 0,-1-1-1 0 0,1 1 1 0 0,0 0-1 0 0,0 0 1 0 0,-1 0 0 0 0,1 0-1 0 0,0-1 1 0 0,0 1-1 0 0,-1 0 1 0 0,1 0-1 0 0,0-1 1 0 0,0 1-1 0 0,0 0 1 0 0,0 0-1 0 0,-1-1 1 0 0,1 1 0 0 0,0-6-724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0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20 5063 0 0,'9'-11'-1'0'0,"16"2"8904"0"0,-25 10-8771 0 0,1 0-44 0 0,-1 1 1 0 0,0-1-1 0 0,1 0 1 0 0,-1 1-1 0 0,0-1 0 0 0,0 1 1 0 0,0-1-1 0 0,0 1 1 0 0,0-1-1 0 0,0 0 1 0 0,-1 3-1 0 0,-3 17 505 0 0,-1-1 0 0 0,-12 28 0 0 0,2-2-148 0 0,-1 5 5 0 0,0-3 5 0 0,2 1 1 0 0,-11 81-1 0 0,24-123-381 0 0,1 0 0 0 0,-1 0 1 0 0,1-1-1 0 0,1 1 0 0 0,0 0 0 0 0,0 0 0 0 0,0 0 1 0 0,0 0-1 0 0,1-1 0 0 0,6 13 0 0 0,-7-16-39 0 0,1 0-1 0 0,-1-1 1 0 0,1 1-1 0 0,0-1 1 0 0,0 1-1 0 0,0-1 1 0 0,1 0-1 0 0,-1 0 1 0 0,1 0-1 0 0,-1 0 1 0 0,1 0-1 0 0,-1 0 1 0 0,1-1-1 0 0,0 1 1 0 0,0-1-1 0 0,0 0 1 0 0,0 0-1 0 0,0 0 1 0 0,0 0-1 0 0,0 0 1 0 0,0-1-1 0 0,0 0 1 0 0,0 1-1 0 0,1-1 1 0 0,5-1-1 0 0,-2 1 22 0 0,1-1 0 0 0,0-1 1 0 0,-1 0-1 0 0,1 0 0 0 0,-1 0 0 0 0,1-1 0 0 0,12-6 0 0 0,3-4 47 0 0,21-16 0 0 0,-19 11-123 0 0,-15 9-147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1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1375 0 0,'-1'21'7633'0'0,"-1"4"-3339"0"0,-8 57-2404 0 0,3-26-515 0 0,-17 324 1201 0 0,29-401-9889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1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8751 0 0,'0'0'674'0'0,"0"2"-189"0"0,0 1-1 0 0,1-1 1 0 0,-1 0 0 0 0,1 0 0 0 0,-1 0 0 0 0,1 0-1 0 0,0 1 1 0 0,0-1 0 0 0,1 2 0 0 0,1 0-259 0 0,-1 0 0 0 0,1 0 1 0 0,0 0-1 0 0,0-1 0 0 0,0 1 0 0 0,0-1 0 0 0,1 0 1 0 0,-1 0-1 0 0,1 0 0 0 0,0 0 0 0 0,0-1 1 0 0,4 3-1 0 0,-3-4-184 0 0,0 1 0 0 0,0-1 0 0 0,1 0-1 0 0,-1 0 1 0 0,0-1 0 0 0,1 0 0 0 0,-1 0 0 0 0,0 0 0 0 0,0 0 0 0 0,1-1 0 0 0,-1 0 0 0 0,0 0-1 0 0,0 0 1 0 0,0-1 0 0 0,8-3 0 0 0,7-4 199 0 0,0-1 1 0 0,26-19-1 0 0,-17 11-154 0 0,-27 16-92 0 0,-1 1 0 0 0,0 1 0 0 0,1-1 0 0 0,-1 0 0 0 0,1 0 0 0 0,-1 0 0 0 0,1 1 0 0 0,-1-1 0 0 0,1 1 0 0 0,-1-1-1 0 0,1 1 1 0 0,0 0 0 0 0,-1-1 0 0 0,3 1 0 0 0,-4 1 2 0 0,1 0-1 0 0,0 0 1 0 0,0 0-1 0 0,-1-1 1 0 0,1 1-1 0 0,0 0 1 0 0,-1 0 0 0 0,1 0-1 0 0,-1 1 1 0 0,0-1-1 0 0,1 0 1 0 0,-1 0-1 0 0,0 0 1 0 0,1 0-1 0 0,-1 0 1 0 0,0 0-1 0 0,0 0 1 0 0,0 1 0 0 0,0-1-1 0 0,0 0 1 0 0,-1 2-1 0 0,1 49 451 0 0,-9 71 1 0 0,1-12 137 0 0,4-50-164 0 0,2-28-165 0 0,0 1 0 0 0,3-1 0 0 0,5 44 1 0 0,-6-76-259 0 0,0 0 1 0 0,0 0-1 0 0,0 0 1 0 0,1 0-1 0 0,-1 0 1 0 0,0 0-1 0 0,1 0 1 0 0,-1 0-1 0 0,0 0 1 0 0,1 0-1 0 0,0 0 1 0 0,-1 0-1 0 0,1-1 1 0 0,-1 1-1 0 0,1 0 1 0 0,0 0-1 0 0,0-1 1 0 0,-1 1-1 0 0,2 1 1 0 0,-1-2-78 0 0,-1 0 0 0 0,1 0-1 0 0,0 0 1 0 0,-1 0 0 0 0,1 0 0 0 0,-1 0-1 0 0,1 0 1 0 0,-1-1 0 0 0,1 1 0 0 0,0 0 0 0 0,-1 0-1 0 0,1 0 1 0 0,-1 0 0 0 0,1-1 0 0 0,-1 1 0 0 0,1 0-1 0 0,-1-1 1 0 0,1 1 0 0 0,-1 0 0 0 0,0-1-1 0 0,1 1 1 0 0,-1 0 0 0 0,1-1 0 0 0,-1 1 0 0 0,0-1-1 0 0,1 1 1 0 0,-1-1 0 0 0,0 1 0 0 0,0-1 0 0 0,1 1-1 0 0,-1-1 1 0 0,0 1 0 0 0,0-1 0 0 0,0 1-1 0 0,1-2 1 0 0,2-6-2061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2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 12895 0 0,'5'1'793'0'0,"-1"1"1"0"0,0-1-1 0 0,0 0 0 0 0,1 0 0 0 0,-1-1 0 0 0,1 1 0 0 0,-1-1 0 0 0,1 0 0 0 0,4-1 0 0 0,52-6 18 0 0,-21 1-241 0 0,-34 6-952 0 0,1-1-1 0 0,0 0 0 0 0,-1 0 1 0 0,1 0-1 0 0,-1-1 0 0 0,0 0 1 0 0,9-4-1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2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446 30 2303 0 0,'0'-1'403'0'0,"-1"-1"0"0"0,0 1 0 0 0,0-1 0 0 0,0 0 0 0 0,0 1 0 0 0,0 0 0 0 0,0-1-1 0 0,0 1 1 0 0,0 0 0 0 0,-1-1 0 0 0,1 1 0 0 0,0 0 0 0 0,-1 0 0 0 0,1 0 0 0 0,-1 0-1 0 0,1 0 1 0 0,-1 1 0 0 0,1-1 0 0 0,-1 0 0 0 0,0 1 0 0 0,0-1 0 0 0,1 1 0 0 0,-1-1-1 0 0,-3 1 1 0 0,-2-1 57 0 0,0 0 0 0 0,0 0 0 0 0,0 1-1 0 0,-1 0 1 0 0,-8 1 0 0 0,3 2-276 0 0,-1 0-1 0 0,1 1 1 0 0,0 1 0 0 0,1 0 0 0 0,-1 0 0 0 0,1 2-1 0 0,0-1 1 0 0,0 2 0 0 0,1-1 0 0 0,-14 13-1 0 0,2 0 124 0 0,1 2 0 0 0,0 0 0 0 0,-27 39 0 0 0,36-43-99 0 0,1 1-1 0 0,0 0 1 0 0,2 0-1 0 0,0 2 1 0 0,-8 25-1 0 0,14-35-107 0 0,1 0 0 0 0,0-1 0 0 0,1 1 0 0 0,0 0 0 0 0,1 1 0 0 0,0-1 0 0 0,1 0 0 0 0,0 0 0 0 0,1 0-1 0 0,0 0 1 0 0,1 1 0 0 0,3 13 0 0 0,-3-20-60 0 0,0 0 1 0 0,0 0-1 0 0,0-1 0 0 0,1 1 0 0 0,-1 0 0 0 0,1-1 1 0 0,0 1-1 0 0,0-1 0 0 0,1 0 0 0 0,-1 0 1 0 0,1 0-1 0 0,0-1 0 0 0,0 0 0 0 0,1 1 0 0 0,3 2 1 0 0,0-3 34 0 0,-1 1 0 0 0,0-1 0 0 0,1 0-1 0 0,-1-1 1 0 0,1 0 0 0 0,0 0 0 0 0,0-1 0 0 0,-1 0 0 0 0,10 0 0 0 0,8-1 76 0 0,-1-1-1 0 0,1-2 1 0 0,-1 0-1 0 0,0-2 1 0 0,33-10-1 0 0,3-6-704 0 0,-36 9-6437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160 2 11055 0 0,'2'-1'547'0'0,"0"5"39"0"0,2 17 636 0 0,0 25 935 0 0,-5 7-1556 0 0,-2 0 1 0 0,-3 0-1 0 0,-1 0 0 0 0,-3-1 0 0 0,-3 0 0 0 0,-1-1 0 0 0,-24 54 1 0 0,16-41-413 0 0,12-35-92 0 0,0 0 0 0 0,-16 28 1 0 0,26-57-104 0 0,0 1-1 0 0,-1-1 1 0 0,1 1 0 0 0,0-1 0 0 0,0 1-1 0 0,0-1 1 0 0,0 0 0 0 0,-1 1 0 0 0,1-1-1 0 0,0 1 1 0 0,-1-1 0 0 0,1 0-1 0 0,0 1 1 0 0,-1-1 0 0 0,1 0 0 0 0,0 0-1 0 0,-1 1 1 0 0,1-1 0 0 0,0 0 0 0 0,-1 0-1 0 0,1 1 1 0 0,-1-1 0 0 0,1 0 0 0 0,-1 0-1 0 0,-2-9-161 0 0,4-17-28 0 0,2 12 137 0 0,0 1 0 0 0,1 0 1 0 0,1 0-1 0 0,0 0 1 0 0,11-18-1 0 0,-12 24 72 0 0,1 1-1 0 0,0-1 0 0 0,0 1 1 0 0,0 1-1 0 0,1-1 0 0 0,-1 1 1 0 0,1 0-1 0 0,1 0 1 0 0,-1 0-1 0 0,1 1 0 0 0,8-4 1 0 0,29-15 349 0 0,0-2 0 0 0,46-36 0 0 0,-65 42-301 0 0,-1-2 1 0 0,-1 0-1 0 0,-1-1 1 0 0,33-43-1 0 0,-44 50 20 0 0,-1-2 1 0 0,0 1-1 0 0,-2-1 0 0 0,0 0 1 0 0,0-1-1 0 0,-2 0 0 0 0,7-27 1 0 0,-14 40 536 0 0,-5 12-336 0 0,-6 14-9 0 0,-27 59 77 0 0,11-23-59 0 0,-23 63 1 0 0,45-102-236 0 0,1 0-1 0 0,0 0 1 0 0,1 1 0 0 0,1-1 0 0 0,1 1-1 0 0,1 0 1 0 0,0 0 0 0 0,3 19 0 0 0,-2-33-39 0 0,1 0 1 0 0,0 0 0 0 0,0 0 0 0 0,0 0-1 0 0,1 0 1 0 0,0 0 0 0 0,0 0-1 0 0,0-1 1 0 0,3 6 0 0 0,-4-9-64 0 0,0 0-1 0 0,0 1 1 0 0,0-1 0 0 0,0 0 0 0 0,0 0-1 0 0,1 0 1 0 0,-1 0 0 0 0,0 0 0 0 0,1 0-1 0 0,-1 0 1 0 0,0 0 0 0 0,1 0 0 0 0,-1-1-1 0 0,1 1 1 0 0,-1-1 0 0 0,1 1 0 0 0,0-1-1 0 0,-1 0 1 0 0,1 1 0 0 0,-1-1 0 0 0,1 0 0 0 0,0 0-1 0 0,-1 0 1 0 0,1 0 0 0 0,0 0 0 0 0,-1-1-1 0 0,1 1 1 0 0,-1 0 0 0 0,1-1 0 0 0,0 1-1 0 0,1-2 1 0 0,2 0-743 0 0,0 0 0 0 0,0-1 0 0 0,0 1 0 0 0,8-7 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29 428 14623 0 0,'-8'31'1561'0'0,"1"0"-1"0"0,2 1 0 0 0,1-1 0 0 0,0 38 0 0 0,4-69-1530 0 0,0-1-1 0 0,0 1 0 0 0,0 0 0 0 0,0 0 0 0 0,0 0 0 0 0,0 0 0 0 0,1 0 0 0 0,-1 0 0 0 0,0 0 0 0 0,0 0 0 0 0,0 0 0 0 0,0 0 0 0 0,0 0 0 0 0,0 0 0 0 0,0 0 0 0 0,0 0 0 0 0,0 0 1 0 0,1 0-1 0 0,-1 0 0 0 0,0 1 0 0 0,0-1 0 0 0,0 0 0 0 0,0 0 0 0 0,0 0 0 0 0,0 0 0 0 0,0 0 0 0 0,0 0 0 0 0,0 0 0 0 0,0 0 0 0 0,0 0 0 0 0,0 0 0 0 0,1 0 0 0 0,-1 0 0 0 0,0 0 1 0 0,0 0-1 0 0,0 1 0 0 0,0-1 0 0 0,0 0 0 0 0,0 0 0 0 0,0 0 0 0 0,0 0 0 0 0,0 0 0 0 0,0 0 0 0 0,0 0 0 0 0,0 0 0 0 0,0 0 0 0 0,0 1 0 0 0,0-1 0 0 0,0 0 0 0 0,0 0 0 0 0,0 0 0 0 0,0 0 1 0 0,0 0-1 0 0,0 0 0 0 0,0 0 0 0 0,0 0 0 0 0,0 0 0 0 0,0 1 0 0 0,0-1 0 0 0,0 0 0 0 0,-1 0 0 0 0,7-11 609 0 0,5-17-319 0 0,47-224-344 0 0,0 3-1270 0 0,-54 237 1179 0 0,0 1-1 0 0,9-18 1 0 0,-12 27 94 0 0,0 0 0 0 0,0 0 0 0 0,1-1 0 0 0,-1 1 0 0 0,1 0 0 0 0,0 0 0 0 0,-1 0-1 0 0,1 1 1 0 0,0-1 0 0 0,0 0 0 0 0,0 1 0 0 0,0-1 0 0 0,0 1 0 0 0,1-1 0 0 0,-1 1 0 0 0,0 0 0 0 0,1 0 0 0 0,3-1 0 0 0,-4 2 13 0 0,-1 0 1 0 0,0 0-1 0 0,1 0 0 0 0,-1 1 0 0 0,0-1 1 0 0,0 0-1 0 0,0 1 0 0 0,1-1 0 0 0,-1 1 0 0 0,0-1 1 0 0,0 1-1 0 0,0 0 0 0 0,0-1 0 0 0,0 1 1 0 0,0 0-1 0 0,0 0 0 0 0,0 0 0 0 0,0 0 1 0 0,0 0-1 0 0,0 0 0 0 0,0 0 0 0 0,-1 0 1 0 0,1 0-1 0 0,0 0 0 0 0,0 2 0 0 0,13 31-53 0 0,-13-33 59 0 0,7 33 122 0 0,-1 0-1 0 0,-1 0 1 0 0,2 63 0 0 0,-2-15 363 0 0,-6-80-472 0 0,5 53 632 0 0,3 0-1 0 0,27 102 1 0 0,-33-150-332 0 0,-5-10-23 0 0,2 2-256 0 0,0-1 1 0 0,0 1 0 0 0,0-1-1 0 0,-1 1 1 0 0,1 0 0 0 0,-1 0-1 0 0,1 0 1 0 0,-1 0-1 0 0,-1-2 1 0 0,-18-3 126 0 0,0 1 1 0 0,0 1-1 0 0,-1 0 1 0 0,1 2-1 0 0,-1 0 0 0 0,1 2 1 0 0,-1 0-1 0 0,1 1 1 0 0,-40 8-1 0 0,60-8-142 0 0,-1-1 0 0 0,1 0-1 0 0,0 1 1 0 0,-1-1 0 0 0,1 1 0 0 0,0-1 0 0 0,0 1 0 0 0,-1-1-1 0 0,1 1 1 0 0,0 0 0 0 0,0 0 0 0 0,0 0 0 0 0,0 0-1 0 0,0 0 1 0 0,0 0 0 0 0,0 0 0 0 0,0 0 0 0 0,0 0-1 0 0,0 0 1 0 0,1 0 0 0 0,-2 3 0 0 0,1-3-9 0 0,0 1 0 0 0,1-1 1 0 0,-1 0-1 0 0,0 1 0 0 0,0-1 1 0 0,0 0-1 0 0,0 0 0 0 0,0 0 0 0 0,-1 0 1 0 0,-1 2-1 0 0,0-6-15 0 0,3 3 4 0 0,0-1 1 0 0,0 1-1 0 0,0 0 0 0 0,0 0 1 0 0,0 0-1 0 0,0 0 0 0 0,0 0 1 0 0,0 0-1 0 0,0-1 0 0 0,0 1 1 0 0,1 0-1 0 0,-1 0 0 0 0,0 0 1 0 0,0 0-1 0 0,0 0 0 0 0,0 0 0 0 0,0 0 1 0 0,0-1-1 0 0,0 1 0 0 0,1 0 1 0 0,-1 0-1 0 0,0 0 0 0 0,0 0 1 0 0,0 0-1 0 0,0 0 0 0 0,0 0 1 0 0,1 0-1 0 0,-1 0 0 0 0,0 0 1 0 0,0 0-1 0 0,0 0 0 0 0,0 0 1 0 0,0 0-1 0 0,1 0 0 0 0,-1 0 1 0 0,0 0-1 0 0,0 0 0 0 0,0 0 1 0 0,0 0-1 0 0,0 0 0 0 0,1 0 1 0 0,-1 0-1 0 0,0 0 0 0 0,0 0 1 0 0,0 1-1 0 0,0-1 0 0 0,0 0 0 0 0,0 0 1 0 0,1 0-1 0 0,-1 0 0 0 0,0 0 1 0 0,0 0-1 0 0,0 0 0 0 0,0 1 1 0 0,0-1-1 0 0,0 0 0 0 0,0 0 1 0 0,4 1-188 0 0,0 0 1 0 0,0 0-1 0 0,0-1 0 0 0,-1 1 1 0 0,1-1-1 0 0,0 0 1 0 0,0 0-1 0 0,0-1 0 0 0,0 1 1 0 0,7-2-1 0 0,41-15-4805 0 0,-34 11 841 0 0,13-4-3260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14279 0 0,'0'0'46'0'0,"0"-1"0"0"0,0 1 0 0 0,0 0 0 0 0,0-1 0 0 0,0 1 0 0 0,0 0 1 0 0,1 0-1 0 0,-1-1 0 0 0,0 1 0 0 0,0 0 0 0 0,0 0 0 0 0,1-1 0 0 0,-1 1 0 0 0,0 0 0 0 0,0 0 0 0 0,0-1 0 0 0,1 1 0 0 0,-1 0 0 0 0,0 0 0 0 0,1 0 0 0 0,-1 0 0 0 0,0 0 0 0 0,0 0 0 0 0,1-1 0 0 0,-1 1 0 0 0,0 0 0 0 0,1 0 0 0 0,-1 0 0 0 0,0 0 0 0 0,1 0 0 0 0,-1 0 0 0 0,0 0 0 0 0,0 0 0 0 0,1 0 1 0 0,5 11 2026 0 0,1 22 493 0 0,-7-29-2674 0 0,4 41 1329 0 0,-2-1 0 0 0,-9 87 0 0 0,3-91-645 0 0,2 0 0 0 0,2 1 0 0 0,1-1 1 0 0,7 41-1 0 0,-4-71-418 0 0,-2-20-92 0 0,2-11-1482 0 0,3 3-2157 0 0,-4 5-1979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3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8 142 13823 0 0,'-4'-12'163'0'0,"4"11"19"0"0,-1 0 0 0 0,1 0 1 0 0,0 0-1 0 0,-1 0 0 0 0,1 0 1 0 0,0 0-1 0 0,-1 1 0 0 0,1-1 1 0 0,0 0-1 0 0,0 0 0 0 0,0 0 1 0 0,0 0-1 0 0,0 0 0 0 0,0 0 1 0 0,0 0-1 0 0,0 0 0 0 0,0 0 1 0 0,0 0-1 0 0,1 0 0 0 0,-1 0 1 0 0,0 0-1 0 0,1 0 0 0 0,-1 0 1 0 0,1 0-1 0 0,-1 1 0 0 0,1-1 1 0 0,-1 0-1 0 0,1 0 0 0 0,-1 0 1 0 0,1 1-1 0 0,0-1 0 0 0,0 0 1 0 0,-1 1-1 0 0,1-1 0 0 0,0 1 1 0 0,0-1-1 0 0,0 1 0 0 0,-1-1 1 0 0,1 1-1 0 0,0-1 0 0 0,0 1 1 0 0,2-1-1 0 0,15-6 457 0 0,1 0 1 0 0,0 1-1 0 0,0 1 0 0 0,0 1 1 0 0,1 1-1 0 0,21-1 0 0 0,3-2 35 0 0,265-42 550 0 0,-272 44-3624 0 0,-24 4 928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5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18 8143 0 0,'1'-17'2843'0'0,"0"46"783"0"0,-1-9-3817 0 0,4 84 1621 0 0,1 27-201 0 0,-14 156 1 0 0,5-262-1143 0 0,2-21-72 0 0,1 0 0 0 0,0 1 1 0 0,1-1-1 0 0,-1 0 0 0 0,1 0 0 0 0,0 7 0 0 0,-2 5-1578 0 0,2-8-736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6.0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1 919 0 0,'-2'7'797'0'0,"5"23"6842"0"0,-2-19-6212 0 0,1 13-465 0 0,1 1 0 0 0,1-1 0 0 0,1 0 0 0 0,16 43 0 0 0,-18-59-841 0 0,0 0-1 0 0,0-1 1 0 0,1 0-1 0 0,0 1 1 0 0,0-1-1 0 0,1-1 1 0 0,0 1-1 0 0,0-1 1 0 0,1 0-1 0 0,-1 0 1 0 0,1 0-1 0 0,1-1 1 0 0,-1 0-1 0 0,1 0 1 0 0,0-1-1 0 0,0 0 1 0 0,0 0-1 0 0,12 4 1 0 0,-16-7-112 0 0,1 0 0 0 0,-1 0 1 0 0,1 0-1 0 0,-1-1 0 0 0,1 0 0 0 0,0 1 1 0 0,-1-1-1 0 0,1-1 0 0 0,0 1 0 0 0,-1 0 1 0 0,1-1-1 0 0,-1 0 0 0 0,1 0 0 0 0,-1 0 0 0 0,5-2 1 0 0,-3 1 19 0 0,1-2 0 0 0,-1 1 0 0 0,0 0 0 0 0,0-1 0 0 0,0 0 0 0 0,-1 0 0 0 0,1 0 1 0 0,4-7-1 0 0,5-8 74 0 0,-1 0 0 0 0,-1-1 0 0 0,17-37 1 0 0,-24 46-98 0 0,2-2 7 0 0,0-1 0 0 0,-2 0 0 0 0,1-1 0 0 0,-2 1 0 0 0,0-1 0 0 0,4-27 0 0 0,-8 42 16 0 0,-1 0 0 0 0,1 0 0 0 0,0 0 0 0 0,0 0 1 0 0,0 1-1 0 0,0-1 0 0 0,0 0 0 0 0,0 0 0 0 0,0 0 0 0 0,0 0 1 0 0,-1 0-1 0 0,1 0 0 0 0,0 0 0 0 0,0 0 0 0 0,0 0 0 0 0,0 0 0 0 0,0 0 1 0 0,0 0-1 0 0,-1 0 0 0 0,1 0 0 0 0,0 0 0 0 0,0 0 0 0 0,0 0 0 0 0,0 0 1 0 0,0 0-1 0 0,0 0 0 0 0,-1 0 0 0 0,1 0 0 0 0,1 4 22 0 0,-1 0 1 0 0,1 0-1 0 0,-1 0 0 0 0,0 0 0 0 0,0-1 1 0 0,0 1-1 0 0,0 0 0 0 0,-1 0 0 0 0,0 0 0 0 0,0 0 1 0 0,-1 4-1 0 0,-3 13-18 0 0,4-2 18 0 0,0-1 0 0 0,2 0-1 0 0,0 1 1 0 0,0-1 0 0 0,2 0-1 0 0,0 0 1 0 0,1 0 0 0 0,13 33-1 0 0,52 182 777 0 0,-50-165-550 0 0,-19-67-274 0 0,0-1 1 0 0,1 1-1 0 0,-1 0 0 0 0,0 0 0 0 0,1 0 1 0 0,-1 0-1 0 0,0-1 0 0 0,0 1 0 0 0,0 0 1 0 0,0 0-1 0 0,0 0 0 0 0,0 0 0 0 0,0 0 1 0 0,0 0-1 0 0,0 0 0 0 0,0-1 0 0 0,-1 1 1 0 0,1 0-1 0 0,0 0 0 0 0,-1 0 0 0 0,1 0 1 0 0,0-1-1 0 0,-1 1 0 0 0,1 0 0 0 0,-1 0 1 0 0,1-1-1 0 0,-1 1 0 0 0,0 0 0 0 0,1-1 1 0 0,-1 1-1 0 0,-1 0 0 0 0,4 9 223 0 0,0 0-448 0 0,-3-10 177 0 0,1 0 0 0 0,-1 0 1 0 0,1 0-1 0 0,-1 0 0 0 0,1 0 0 0 0,-1 1 0 0 0,1-1 0 0 0,-1 0 0 0 0,1 0 1 0 0,-1 0-1 0 0,1 0 0 0 0,-1 0 0 0 0,1-1 0 0 0,-1 1 0 0 0,1 0 0 0 0,-1 0 1 0 0,1 0-1 0 0,0 0 0 0 0,-1 0 0 0 0,1-1 0 0 0,-1 1 0 0 0,1 0 0 0 0,-1 0 1 0 0,1-1-1 0 0,0 1 0 0 0,-1 0 0 0 0,0-1 0 0 0,-4-1-1315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258 150 1375 0 0,'6'-13'3783'0'0,"-1"0"0"0"0,7-25 0 0 0,-10 31-3397 0 0,-1 1 0 0 0,0-1 0 0 0,0 0 0 0 0,-1-10 0 0 0,0 16-330 0 0,0-1 0 0 0,0 0 0 0 0,0 1 0 0 0,0-1 0 0 0,0 0-1 0 0,-1 1 1 0 0,1-1 0 0 0,0 1 0 0 0,-1-1 0 0 0,1 0 0 0 0,-1 1 0 0 0,0-1 0 0 0,0 1 0 0 0,1-1 0 0 0,-1 1 0 0 0,0 0 0 0 0,0-1 0 0 0,0 1-1 0 0,-1 0 1 0 0,1 0 0 0 0,0 0 0 0 0,0 0 0 0 0,-1 0 0 0 0,1 0 0 0 0,0 0 0 0 0,-1 0 0 0 0,1 0 0 0 0,-1 1 0 0 0,1-1 0 0 0,-1 0 0 0 0,1 1-1 0 0,-1 0 1 0 0,0-1 0 0 0,1 1 0 0 0,-1 0 0 0 0,0 0 0 0 0,1 0 0 0 0,-1 0 0 0 0,0 0 0 0 0,1 0 0 0 0,-1 0 0 0 0,1 0 0 0 0,-1 1 0 0 0,-3 0-1 0 0,-3 2 59 0 0,-1-1 0 0 0,1 1 0 0 0,-1 1 0 0 0,1 0 0 0 0,0 0-1 0 0,-12 9 1 0 0,7-3-16 0 0,0 0 0 0 0,1 1 0 0 0,1 1 0 0 0,0 0 0 0 0,0 1 0 0 0,2 0 0 0 0,-1 0 0 0 0,1 1 0 0 0,1 0 0 0 0,1 0 0 0 0,-11 30 0 0 0,10-20 40 0 0,1-1 0 0 0,2 2 0 0 0,0-1 0 0 0,2 1 0 0 0,0-1 0 0 0,2 1 0 0 0,2 26 0 0 0,-1-43-64 0 0,1 1 0 0 0,1-1 0 0 0,-1 0-1 0 0,1 0 1 0 0,1 0 0 0 0,0 0 0 0 0,0-1-1 0 0,0 1 1 0 0,1-1 0 0 0,0 1 0 0 0,0-1 0 0 0,1-1-1 0 0,0 1 1 0 0,0 0 0 0 0,1-1 0 0 0,6 6-1 0 0,-3-4 14 0 0,1-1 0 0 0,-1 0 0 0 0,1 0-1 0 0,1-1 1 0 0,-1-1 0 0 0,1 0-1 0 0,0 0 1 0 0,0-1 0 0 0,0 0-1 0 0,21 3 1 0 0,-23-5-52 0 0,-1-1-1 0 0,1 0 0 0 0,0 0 1 0 0,0-1-1 0 0,0 0 1 0 0,-1-1-1 0 0,1 0 1 0 0,0 0-1 0 0,0-1 0 0 0,-1 0 1 0 0,1-1-1 0 0,-1 1 1 0 0,0-2-1 0 0,0 1 1 0 0,0-1-1 0 0,10-6 0 0 0,-6 2-304 0 0,38-23 7 0 0,-18 10-3263 0 0,-26 15 1680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26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48 155 13471 0 0,'-2'8'251'0'0,"1"1"0"0"0,0 0-1 0 0,1-1 1 0 0,0 1-1 0 0,1 0 1 0 0,0 0 0 0 0,2 9-1 0 0,0 14 169 0 0,16 238 3156 0 0,-19-261-3376 0 0,0-4-101 0 0,0 0 0 0 0,0-1 1 0 0,1 1-1 0 0,-1 0 1 0 0,1-1-1 0 0,0 1 0 0 0,0 0 1 0 0,1-1-1 0 0,-1 0 1 0 0,5 9-1 0 0,-6-13-93 0 0,0 0 0 0 0,0 0 0 0 0,0 1 0 0 0,1-1 0 0 0,-1 0 0 0 0,0 0-1 0 0,0 0 1 0 0,0 0 0 0 0,0 1 0 0 0,0-1 0 0 0,0 0 0 0 0,0 0 0 0 0,1 0 0 0 0,-1 0 0 0 0,0 0-1 0 0,0 0 1 0 0,0 0 0 0 0,0 1 0 0 0,1-1 0 0 0,-1 0 0 0 0,0 0 0 0 0,0 0 0 0 0,0 0 0 0 0,0 0-1 0 0,1 0 1 0 0,-1 0 0 0 0,0 0 0 0 0,0 0 0 0 0,0 0 0 0 0,1 0 0 0 0,-1 0 0 0 0,0 0-1 0 0,0 0 1 0 0,0 0 0 0 0,0 0 0 0 0,1 0 0 0 0,-1 0 0 0 0,0-1 0 0 0,0 1 0 0 0,0 0 0 0 0,0 0-1 0 0,1 0 1 0 0,-1 0 0 0 0,0 0 0 0 0,0 0 0 0 0,4-12 101 0 0,-2-13-162 0 0,-6-15-311 0 0,-2 0 0 0 0,-21-73 1 0 0,16 73 208 0 0,2-1 1 0 0,-6-60 0 0 0,15 92 159 0 0,-1 0 0 0 0,2 0 0 0 0,0 1-1 0 0,0-1 1 0 0,0 0 0 0 0,1 1 0 0 0,0-1 0 0 0,1 1 0 0 0,0 0 0 0 0,0-1 0 0 0,1 2-1 0 0,0-1 1 0 0,0 0 0 0 0,1 1 0 0 0,6-9 0 0 0,-7 11 18 0 0,1 1 0 0 0,-1-1 0 0 0,1 1 1 0 0,0 0-1 0 0,0 0 0 0 0,0 1 0 0 0,0-1 0 0 0,1 1 0 0 0,-1 1 0 0 0,1-1 1 0 0,0 1-1 0 0,0 0 0 0 0,0 0 0 0 0,0 0 0 0 0,0 1 0 0 0,0 0 0 0 0,0 0 1 0 0,0 1-1 0 0,1-1 0 0 0,-1 2 0 0 0,12 0 0 0 0,-11 1-8 0 0,0-1 1 0 0,-1 1-1 0 0,1 0 0 0 0,0 1 1 0 0,-1 0-1 0 0,0 0 0 0 0,0 0 0 0 0,0 1 1 0 0,0 0-1 0 0,0 0 0 0 0,-1 0 0 0 0,0 1 1 0 0,0-1-1 0 0,0 1 0 0 0,0 1 0 0 0,-1-1 1 0 0,5 8-1 0 0,-6-9-1 0 0,-1 0 0 0 0,0 0-1 0 0,1 0 1 0 0,-2 1 0 0 0,1-1 0 0 0,0 1-1 0 0,-1-1 1 0 0,0 1 0 0 0,0 0 0 0 0,0-1 0 0 0,0 1-1 0 0,-1 0 1 0 0,0 0 0 0 0,0 0 0 0 0,0-1 0 0 0,-1 1-1 0 0,0 0 1 0 0,1 0 0 0 0,-2-1 0 0 0,1 1 0 0 0,0-1-1 0 0,-1 1 1 0 0,0-1 0 0 0,0 0 0 0 0,-4 6 0 0 0,0-2 25 0 0,0 0 0 0 0,-1-1 1 0 0,0 0-1 0 0,0 0 1 0 0,-1-1-1 0 0,0 0 0 0 0,0 0 1 0 0,-1-1-1 0 0,1 0 1 0 0,-1 0-1 0 0,0-1 1 0 0,0 0-1 0 0,-16 4 0 0 0,11-4 5 0 0,1-1-1 0 0,-1-1 1 0 0,0 0-1 0 0,0-1 1 0 0,0 0-1 0 0,0-1 1 0 0,0 0-1 0 0,0-1 1 0 0,-16-4-1 0 0,28 5-28 0 0,-1-1 0 0 0,1 0 0 0 0,0 1 0 0 0,-1-1 0 0 0,1 0 0 0 0,-1 0 0 0 0,1 0 1 0 0,0-1-1 0 0,0 1 0 0 0,-4-4 0 0 0,5 5-11 0 0,1 0 0 0 0,0 0 0 0 0,0-1 1 0 0,0 1-1 0 0,0 0 0 0 0,-1-1 0 0 0,1 1 0 0 0,0 0 1 0 0,0 0-1 0 0,0-1 0 0 0,0 1 0 0 0,0 0 1 0 0,0-1-1 0 0,0 1 0 0 0,-1 0 0 0 0,1-1 1 0 0,0 1-1 0 0,0 0 0 0 0,0-1 0 0 0,0 1 0 0 0,1 0 1 0 0,-1-1-1 0 0,0 1 0 0 0,0 0 0 0 0,0-1 1 0 0,0 1-1 0 0,0 0 0 0 0,0 0 0 0 0,1-1 0 0 0,0 0-13 0 0,0 0 0 0 0,0 0 0 0 0,0 0 0 0 0,0 0-1 0 0,0 0 1 0 0,0 0 0 0 0,0 1 0 0 0,1-1 0 0 0,-1 0-1 0 0,0 1 1 0 0,3-1 0 0 0,57-16-3411 0 0,-46 14 551 0 0,19-5-3608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2.2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287 35 1839 0 0,'0'-2'375'0'0,"-1"0"0"0"0,0 0 0 0 0,0 0-1 0 0,1 0 1 0 0,-1 0 0 0 0,0 1-1 0 0,-1-1 1 0 0,1 0 0 0 0,0 1-1 0 0,0-1 1 0 0,-1 1 0 0 0,1-1 0 0 0,-1 1-1 0 0,1 0 1 0 0,-1 0 0 0 0,1 0-1 0 0,-1 0 1 0 0,0 0 0 0 0,0 0-1 0 0,0 0 1 0 0,-3-1 0 0 0,1 1-54 0 0,0 1 0 0 0,0-1-1 0 0,-1 1 1 0 0,1 0 0 0 0,0 0 0 0 0,0 1 0 0 0,0-1 0 0 0,0 1 0 0 0,0 0 0 0 0,-5 1-1 0 0,-4 3 41 0 0,1 0-1 0 0,0 0 1 0 0,1 1-1 0 0,-1 1 0 0 0,1 0 1 0 0,-10 8-1 0 0,8-4 85 0 0,0 1 0 0 0,1 0-1 0 0,1 0 1 0 0,0 2 0 0 0,-14 21-1 0 0,21-29-302 0 0,1-1-1 0 0,0 1 0 0 0,0 0 0 0 0,0 0 1 0 0,1 0-1 0 0,-1 0 0 0 0,1 1 0 0 0,1-1 1 0 0,0 1-1 0 0,-1-1 0 0 0,2 1 0 0 0,-1-1 1 0 0,1 1-1 0 0,0 0 0 0 0,1-1 0 0 0,-1 1 1 0 0,3 7-1 0 0,-2-11-93 0 0,0 0-1 0 0,0 1 1 0 0,1-1 0 0 0,0 0 0 0 0,0 1 0 0 0,0-1 0 0 0,0 0-1 0 0,0 0 1 0 0,0-1 0 0 0,1 1 0 0 0,-1 0 0 0 0,1-1 0 0 0,0 1-1 0 0,4 1 1 0 0,-2-1 7 0 0,1 1 1 0 0,-1-2-1 0 0,1 1 0 0 0,0-1 1 0 0,0 0-1 0 0,1 0 0 0 0,9 1 0 0 0,2-1 81 0 0,1-1-1 0 0,-1 0 0 0 0,1-2 1 0 0,30-4-1 0 0,-23 0 17 0 0,50-16 0 0 0,-26 5-2489 0 0,-42 15 363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2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9671 0 0,'0'0'748'0'0,"-3"17"1614"0"0,-8 42 557 0 0,-1-2-1367 0 0,3 0-1 0 0,-4 110 1 0 0,13-161-1458 0 0,1 0 0 0 0,-1 1 0 0 0,1-1 0 0 0,0 0 0 0 0,1 0-1 0 0,-1 0 1 0 0,1-1 0 0 0,1 1 0 0 0,-1 0 0 0 0,1-1 0 0 0,0 1 0 0 0,3 5-1 0 0,-4-9-7 0 0,0 0-1 0 0,0 0 0 0 0,0 0 0 0 0,0 0 1 0 0,0-1-1 0 0,0 1 0 0 0,1 0 0 0 0,-1-1 0 0 0,1 0 1 0 0,-1 1-1 0 0,1-1 0 0 0,-1 0 0 0 0,1 0 1 0 0,0-1-1 0 0,-1 1 0 0 0,1 0 0 0 0,0-1 1 0 0,0 0-1 0 0,-1 0 0 0 0,1 0 0 0 0,0 0 1 0 0,0 0-1 0 0,-1 0 0 0 0,1-1 0 0 0,0 1 0 0 0,0-1 1 0 0,-1 0-1 0 0,5-1 0 0 0,19-8-423 0 0,0-2 1 0 0,31-18-1 0 0,-6 3-1419 0 0,-48 25 921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2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8287 0 0,'1'1'74'0'0,"-1"-1"1"0"0,1 0-1 0 0,-1 1 0 0 0,1-1 0 0 0,-1 0 0 0 0,1 1 0 0 0,-1-1 0 0 0,0 1 0 0 0,1-1 1 0 0,-1 1-1 0 0,0-1 0 0 0,1 1 0 0 0,-1-1 0 0 0,0 1 0 0 0,0-1 0 0 0,1 1 0 0 0,-1-1 1 0 0,0 1-1 0 0,0-1 0 0 0,0 1 0 0 0,0 0 0 0 0,0-1 0 0 0,0 1 0 0 0,0 0 0 0 0,3 21 3216 0 0,-2-15-2070 0 0,2 39 717 0 0,-1 1 1 0 0,-8 74-1 0 0,1-29-705 0 0,4-82-1259 0 0,1-5-84 0 0,-1-1-1 0 0,1 1 1 0 0,0 0-1 0 0,0-1 1 0 0,0 1 0 0 0,1-1-1 0 0,-1 1 1 0 0,1-1-1 0 0,0 1 1 0 0,1-1-1 0 0,2 7 1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 1375 0 0,'17'-15'9120'0'0,"-13"14"-8291"0"0,27-10 5366 0 0,34 2-2727 0 0,-51 8-3294 0 0,1 1-1 0 0,0 0 0 0 0,0 0 1 0 0,0 2-1 0 0,-1 0 0 0 0,1 0 0 0 0,-1 1 1 0 0,1 1-1 0 0,16 7 0 0 0,-30-11-286 0 0,-1 0-1 0 0,0 1 0 0 0,1-1 0 0 0,-1 0 1 0 0,1 0-1 0 0,-1 0 0 0 0,0 0 0 0 0,1 1 0 0 0,-1-1 1 0 0,0 0-1 0 0,0 0 0 0 0,1 1 0 0 0,-1-1 0 0 0,0 0 1 0 0,0 0-1 0 0,1 1 0 0 0,-1-1 0 0 0,0 0 1 0 0,0 1-1 0 0,0-1 0 0 0,1 0 0 0 0,-1 1 0 0 0,0-1 1 0 0,0 0-1 0 0,0 1 0 0 0,0-1 0 0 0,0 1 0 0 0,0-1 1 0 0,0 0-1 0 0,0 1 0 0 0,0-1 0 0 0,0 0 1 0 0,0 1-1 0 0,0-1 0 0 0,0 1 0 0 0,0-1 0 0 0,0 0 1 0 0,0 1-1 0 0,0-1 0 0 0,0 0 0 0 0,-1 1 0 0 0,1-1 1 0 0,0 0-1 0 0,0 1 0 0 0,0-1 0 0 0,-1 1 1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0 5063 0 0,'-3'2'553'0'0,"0"0"-1"0"0,0 1 0 0 0,0-1 0 0 0,0 1 0 0 0,1-1 1 0 0,-1 1-1 0 0,1 0 0 0 0,0 0 0 0 0,0 0 0 0 0,0 0 1 0 0,-1 3-1 0 0,-2 2 145 0 0,-12 18 862 0 0,1 0 0 0 0,1 2 0 0 0,-22 56-1 0 0,34-73-1306 0 0,0 0 0 0 0,0 1-1 0 0,1-1 1 0 0,1 1-1 0 0,-1 23 1 0 0,2-28-107 0 0,1 0 0 0 0,0-1-1 0 0,0 1 1 0 0,0 0 0 0 0,1-1 0 0 0,0 1 0 0 0,1-1 0 0 0,-1 1-1 0 0,1-1 1 0 0,0 0 0 0 0,5 7 0 0 0,-4-8-55 0 0,-1-1 0 0 0,1 0 0 0 0,0 0 0 0 0,0-1 0 0 0,0 1 0 0 0,1-1 0 0 0,-1 0 0 0 0,1 0 0 0 0,0 0 0 0 0,0-1 0 0 0,0 1 0 0 0,0-1 0 0 0,0-1 0 0 0,0 1 1 0 0,1-1-1 0 0,-1 1 0 0 0,1-2 0 0 0,-1 1 0 0 0,1 0 0 0 0,-1-1 0 0 0,1 0 0 0 0,6-1 0 0 0,-6 0-109 0 0,1 0 1 0 0,0 0-1 0 0,-1 0 0 0 0,1-1 1 0 0,-1 0-1 0 0,0-1 1 0 0,1 1-1 0 0,-1-1 0 0 0,0 0 1 0 0,0 0-1 0 0,-1-1 0 0 0,1 0 1 0 0,-1 0-1 0 0,0 0 1 0 0,0-1-1 0 0,0 0 0 0 0,-1 0 1 0 0,5-6-1 0 0,-8 10-147 0 0,-1 1 1 0 0,1-1-1 0 0,-1 0 0 0 0,1 1 1 0 0,-1-1-1 0 0,0 0 0 0 0,1 0 1 0 0,-1 0-1 0 0,0 1 0 0 0,1-1 0 0 0,-1 0 1 0 0,0 0-1 0 0,0 0 0 0 0,0 0 1 0 0,0 0-1 0 0,0 1 0 0 0,0-3 1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25 13823 0 0,'-1'-1'84'0'0,"1"1"0"0"0,0-1-1 0 0,0 0 1 0 0,-1 0-1 0 0,1 1 1 0 0,0-1 0 0 0,0 0-1 0 0,0 0 1 0 0,0 0 0 0 0,0 1-1 0 0,0-1 1 0 0,0 0 0 0 0,0 0-1 0 0,0 1 1 0 0,1-1-1 0 0,-1 0 1 0 0,0 0 0 0 0,0 1-1 0 0,1-1 1 0 0,-1 0 0 0 0,0 1-1 0 0,1-1 1 0 0,-1 0 0 0 0,1 1-1 0 0,-1-1 1 0 0,1 0-1 0 0,-1 1 1 0 0,1-1 0 0 0,-1 1-1 0 0,1-1 1 0 0,0 1 0 0 0,-1-1-1 0 0,1 1 1 0 0,1-1 0 0 0,1 1 400 0 0,0 0 1 0 0,0 0-1 0 0,0 0 1 0 0,0 0 0 0 0,0 0-1 0 0,0 1 1 0 0,5 1-1 0 0,-1 0-216 0 0,25 5 620 0 0,-8-1-1207 0 0,45 4 1 0 0,-57-10-557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3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1 370 14399 0 0,'7'46'1971'0'0,"-5"-30"-936"0"0,1 1 1 0 0,0-1-1 0 0,8 24 0 0 0,-11-40-1005 0 0,0 0 0 0 0,0 0 0 0 0,0 0 0 0 0,0 0 0 0 0,0 0-1 0 0,0 1 1 0 0,0-1 0 0 0,0 0 0 0 0,0 0 0 0 0,0 0 0 0 0,0 0 0 0 0,0 1 0 0 0,0-1-1 0 0,0 0 1 0 0,1 0 0 0 0,-1 0 0 0 0,0 0 0 0 0,0 0 0 0 0,0 0 0 0 0,0 1 0 0 0,0-1 0 0 0,0 0-1 0 0,0 0 1 0 0,0 0 0 0 0,1 0 0 0 0,-1 0 0 0 0,0 0 0 0 0,0 0 0 0 0,0 0 0 0 0,0 0-1 0 0,0 1 1 0 0,1-1 0 0 0,-1 0 0 0 0,0 0 0 0 0,0 0 0 0 0,0 0 0 0 0,0 0 0 0 0,0 0-1 0 0,1 0 1 0 0,-1 0 0 0 0,0 0 0 0 0,0 0 0 0 0,0 0 0 0 0,0 0 0 0 0,1 0 0 0 0,-1 0-1 0 0,0-1 1 0 0,4-8 632 0 0,2-22-418 0 0,-5 25-153 0 0,16-143 163 0 0,-14 96-252 0 0,14-61-1 0 0,-17 113-1 0 0,12-39 0 0 0,-12 39 0 0 0,1 0 0 0 0,-1-1 0 0 0,1 1 0 0 0,-1 0 0 0 0,1-1 0 0 0,0 1 0 0 0,0 0 0 0 0,0 0 0 0 0,0-1 0 0 0,0 1 0 0 0,0 0 0 0 0,0 0 0 0 0,0 0 0 0 0,0 0 0 0 0,0 0 0 0 0,1 1 0 0 0,-1-1 0 0 0,0 0 0 0 0,1 1 0 0 0,-1-1 0 0 0,0 0 0 0 0,1 1 0 0 0,-1 0 0 0 0,3-1 0 0 0,-3 1 0 0 0,1 1 0 0 0,-1-1 0 0 0,0 0 0 0 0,0 1 0 0 0,0-1 0 0 0,0 1 0 0 0,1-1 0 0 0,-1 1 0 0 0,0 0 0 0 0,0 0-1 0 0,0-1 1 0 0,0 1 0 0 0,0 0 0 0 0,-1 0 0 0 0,1 0 0 0 0,0 0 0 0 0,0 0 0 0 0,-1 0 0 0 0,1 0 0 0 0,0 0 0 0 0,-1 1 0 0 0,1-1 0 0 0,0 2 0 0 0,10 31-46 0 0,-10-31 33 0 0,14 68 8 0 0,-11-42 14 0 0,17 50 1 0 0,-18-70 38 0 0,0-1 0 0 0,1 0 0 0 0,0 0 0 0 0,0 0 0 0 0,1-1 0 0 0,0 0 0 0 0,0 0 0 0 0,1 0 0 0 0,-1 0 0 0 0,11 8-1 0 0,-14-13-21 0 0,0-1 0 0 0,0 1-1 0 0,1-1 1 0 0,-1 1-1 0 0,1-1 1 0 0,0 1 0 0 0,-1-1-1 0 0,1 0 1 0 0,0-1-1 0 0,-1 1 1 0 0,1 0 0 0 0,0-1-1 0 0,0 1 1 0 0,0-1-1 0 0,0 0 1 0 0,0 0 0 0 0,-1 0-1 0 0,4-1 1 0 0,-1 0 108 0 0,0 0 0 0 0,0 0 1 0 0,0-1-1 0 0,0 0 0 0 0,-1 0 0 0 0,1-1 1 0 0,-1 1-1 0 0,1-1 0 0 0,5-5 1 0 0,0 1-16 0 0,-1-2 0 0 0,-1 1 1 0 0,1-2-1 0 0,-1 1 0 0 0,-1-1 1 0 0,0 0-1 0 0,11-21 0 0 0,-11 15-160 0 0,-1-1-1 0 0,0 0 0 0 0,-2-1 1 0 0,0 1-1 0 0,0-1 0 0 0,-2 0 0 0 0,0 0 1 0 0,-1 0-1 0 0,-1 0 0 0 0,-1 0 1 0 0,-1 0-1 0 0,0 1 0 0 0,-7-28 0 0 0,9 45 46 0 0,-6-19 128 0 0,6 18-127 0 0,-1 1 0 0 0,1-1 0 0 0,0 0 0 0 0,0 1 0 0 0,-1-1 0 0 0,1 0 0 0 0,-1 0-1 0 0,1 1 1 0 0,0-1 0 0 0,-1 1 0 0 0,1-1 0 0 0,-1 0 0 0 0,0 1 0 0 0,1-1 0 0 0,-1 1 0 0 0,1-1 0 0 0,-1 1-1 0 0,0 0 1 0 0,1-1 0 0 0,-2 0 0 0 0,17 14-2731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4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 13823 0 0,'-6'60'7472'0'0,"1"-24"-6211"0"0,0 3-484 0 0,3 1 0 0 0,0-1-1 0 0,3 1 1 0 0,7 46-1 0 0,1-55-236 0 0,0-17-1764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4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59 18719 0 0,'-3'-5'383'0'0,"-8"-18"809"0"0,11 23-1165 0 0,0-1-1 0 0,0 1 1 0 0,-1-1-1 0 0,1 1 1 0 0,0 0-1 0 0,0-1 1 0 0,0 1-1 0 0,0-1 1 0 0,0 1-1 0 0,0-1 1 0 0,0 1-1 0 0,0 0 1 0 0,0-1-1 0 0,0 1 1 0 0,0-1-1 0 0,0 1 1 0 0,0 0-1 0 0,0-1 1 0 0,1 1-1 0 0,-1-1 0 0 0,0 1 1 0 0,0 0-1 0 0,0-1 1 0 0,1 1-1 0 0,-1-1 1 0 0,0 1-1 0 0,0 0 1 0 0,1 0-1 0 0,-1-1 1 0 0,0 1-1 0 0,1 0 1 0 0,-1-1-1 0 0,0 1 1 0 0,1 0-1 0 0,-1 0 1 0 0,0 0-1 0 0,1-1 1 0 0,-1 1-1 0 0,1 0 1 0 0,-1 0-1 0 0,0 0 1 0 0,1 0-1 0 0,-1 0 1 0 0,1 0-1 0 0,-1 0 1 0 0,1 0-1 0 0,272-9 3640 0 0,-59 5-1440 0 0,-148 2-3869 0 0,-37 1-202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6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281 72 2759 0 0,'-11'-30'67'0'0,"1"-12"10474"0"0,10 42-10462 0 0,7 6 937 0 0,25 69-248 0 0,-3 1 1 0 0,-3 2-1 0 0,29 158 0 0 0,7 292 1081 0 0,-55-383-1528 0 0,-20 242 0 0 0,-12-205-178 0 0,17-145-58 0 0,-1 1 0 0 0,-25 61-1 0 0,30-90-57 0 0,0 1 0 0 0,-1-1 0 0 0,0 0 0 0 0,-1 0 1 0 0,0-1-1 0 0,0 1 0 0 0,-1-1 0 0 0,0-1 0 0 0,0 1 0 0 0,-1-1 0 0 0,0 0 0 0 0,0-1 0 0 0,-15 9 0 0 0,14-11 9 0 0,0 0-1 0 0,0 0 1 0 0,0-1-1 0 0,0 0 1 0 0,0-1-1 0 0,-1 0 1 0 0,1-1-1 0 0,-1 0 1 0 0,1 0-1 0 0,-1-1 1 0 0,0 0 0 0 0,1-1-1 0 0,-1 0 1 0 0,-17-4-1 0 0,13 1 8 0 0,1 1-1 0 0,-1-2 1 0 0,-18-9-1 0 0,28 12-33 0 0,0 0 0 0 0,1 0 0 0 0,-1 0 0 0 0,0-1 0 0 0,0 1 0 0 0,1-1 0 0 0,0 0 0 0 0,0 0 0 0 0,0-1 0 0 0,0 1-1 0 0,0-1 1 0 0,0 1 0 0 0,1-1 0 0 0,-4-7 0 0 0,5 9-5 0 0,1 1-1 0 0,0-1 0 0 0,0 1 1 0 0,0-1-1 0 0,0 0 1 0 0,0 1-1 0 0,0-1 0 0 0,0 1 1 0 0,0-1-1 0 0,1 1 1 0 0,-1-1-1 0 0,0 1 0 0 0,1-1 1 0 0,-1 1-1 0 0,1-1 0 0 0,0 1 1 0 0,0 0-1 0 0,-1-1 1 0 0,1 1-1 0 0,0 0 0 0 0,0 0 1 0 0,0 0-1 0 0,0-1 1 0 0,0 1-1 0 0,1 0 0 0 0,-1 0 1 0 0,0 0-1 0 0,0 1 1 0 0,1-1-1 0 0,-1 0 0 0 0,0 0 1 0 0,3 0-1 0 0,2-2 13 0 0,0 0 0 0 0,0 1 0 0 0,1 0 0 0 0,-1 0 0 0 0,1 0 0 0 0,7-1 0 0 0,-1 2-19 0 0,-1 1-1 0 0,0 0 0 0 0,1 1 1 0 0,-1 0-1 0 0,0 1 1 0 0,0 0-1 0 0,0 1 1 0 0,0 0-1 0 0,0 1 0 0 0,0 0 1 0 0,-1 1-1 0 0,0 0 1 0 0,0 1-1 0 0,0 0 0 0 0,-1 1 1 0 0,0 0-1 0 0,0 0 1 0 0,17 18-1 0 0,-9-5-4 0 0,0 1-1 0 0,-2 0 1 0 0,0 2-1 0 0,-1-1 1 0 0,-1 2-1 0 0,-2 0 1 0 0,16 41-1 0 0,-3 4 189 0 0,-4 2 0 0 0,-2 1 0 0 0,-4 0 0 0 0,-3 1 0 0 0,4 99 0 0 0,-14-37 217 0 0,-5 0 1 0 0,-22 135-1 0 0,15-188-108 0 0,-17 198 982 0 0,26-261-1153 0 0,2 0 1 0 0,0 0-1 0 0,5 23 0 0 0,-5-36-286 0 0,0 0 0 0 0,1 0 0 0 0,0-1 0 0 0,0 1 0 0 0,0-1 0 0 0,0 0 0 0 0,1 1 0 0 0,0-1 0 0 0,0 0-1 0 0,1 0 1 0 0,-1-1 0 0 0,1 1 0 0 0,0-1 0 0 0,8 7 0 0 0,8 2-1184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7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25 5527 0 0,'-22'10'12815'0'0,"25"-4"-11847"0"0,0-5-761 0 0,0-1 1 0 0,-1 1-1 0 0,1-1 0 0 0,0 0 1 0 0,0 0-1 0 0,0 0 0 0 0,0-1 1 0 0,0 1-1 0 0,0-1 1 0 0,0 1-1 0 0,-1-1 0 0 0,1 0 1 0 0,4-2-1 0 0,0 1-5 0 0,137-27 228 0 0,-80 25-7436 0 0,-47 5 182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9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81 3679 0 0,'0'-4'546'0'0,"1"0"-1"0"0,-1 0 1 0 0,0 0-1 0 0,0 0 1 0 0,0 0-1 0 0,-1 0 1 0 0,1 0-1 0 0,-1 0 1 0 0,0 0-1 0 0,0 0 1 0 0,0 0-1 0 0,-4-6 1 0 0,5 9-428 0 0,-1-1 0 0 0,0 1 0 0 0,0-1 0 0 0,1 1 0 0 0,-1 0 0 0 0,0 0 0 0 0,0-1 1 0 0,-1 1-1 0 0,1 0 0 0 0,0 0 0 0 0,0 0 0 0 0,0 0 0 0 0,-1 0 0 0 0,1 1 0 0 0,0-1 0 0 0,-1 0 0 0 0,1 1 0 0 0,-1-1 1 0 0,1 1-1 0 0,-1-1 0 0 0,1 1 0 0 0,-1-1 0 0 0,1 1 0 0 0,-1 0 0 0 0,1 0 0 0 0,-1 0 0 0 0,1 0 0 0 0,-1 0 0 0 0,1 0 0 0 0,-1 0 1 0 0,0 1-1 0 0,1-1 0 0 0,-1 1 0 0 0,1-1 0 0 0,-2 1 0 0 0,-6 4 23 0 0,0 0 1 0 0,1 0-1 0 0,0 0 1 0 0,0 1-1 0 0,0 0 1 0 0,1 1-1 0 0,0 0 1 0 0,0 0-1 0 0,0 1 1 0 0,1-1-1 0 0,-8 14 1 0 0,-6 13 76 0 0,-24 53 1 0 0,39-77-153 0 0,-12 25 167 0 0,2 1 0 0 0,1 0 0 0 0,2 1 0 0 0,-11 55 0 0 0,21-79-65 0 0,0 1 0 0 0,0 0-1 0 0,2 0 1 0 0,0 0 0 0 0,0-1-1 0 0,1 1 1 0 0,1 0 0 0 0,1-1-1 0 0,-1 1 1 0 0,2-1 0 0 0,0 0-1 0 0,1 0 1 0 0,0 0 0 0 0,1 0-1 0 0,14 22 1 0 0,-15-29-88 0 0,-1-1 0 0 0,1 0 0 0 0,0 0 0 0 0,1 0 0 0 0,-1 0-1 0 0,1-1 1 0 0,0 0 0 0 0,0 0 0 0 0,0-1 0 0 0,1 0 0 0 0,-1 0 0 0 0,1 0-1 0 0,0-1 1 0 0,0 0 0 0 0,10 2 0 0 0,0-2-10 0 0,0 1-1 0 0,0-2 1 0 0,1-1 0 0 0,-1 0-1 0 0,22-3 1 0 0,-28 1-11 0 0,1-1-1 0 0,-1 0 1 0 0,1 0-1 0 0,-1-2 1 0 0,0 1-1 0 0,0-1 1 0 0,13-9-1 0 0,-4 1-9 0 0,0-1-1 0 0,27-24 0 0 0,-42 33-37 0 0,0 1 0 0 0,-1-1 0 0 0,0 0-1 0 0,0-1 1 0 0,0 1 0 0 0,0-1-1 0 0,-1 1 1 0 0,0-1 0 0 0,0 0-1 0 0,-1 0 1 0 0,0 0 0 0 0,0-1-1 0 0,0 1 1 0 0,-1-1 0 0 0,2-10-1 0 0,-3 13-2 0 0,0 0-1 0 0,0-1 0 0 0,-1 1 1 0 0,1 0-1 0 0,-1 0 0 0 0,0-1 1 0 0,0 1-1 0 0,0 0 1 0 0,-1 0-1 0 0,0 0 0 0 0,1 0 1 0 0,-1 0-1 0 0,-1 1 0 0 0,1-1 1 0 0,0 0-1 0 0,-1 1 0 0 0,0 0 1 0 0,0 0-1 0 0,0-1 0 0 0,0 2 1 0 0,0-1-1 0 0,-1 0 0 0 0,1 1 1 0 0,-8-4-1 0 0,-4-1-37 0 0,0 1-1 0 0,0 0 1 0 0,0 2 0 0 0,-1 0 0 0 0,0 0-1 0 0,0 1 1 0 0,-19 0 0 0 0,-38-8-1118 0 0,98 17-4506 0 0,-6-4 3858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9.3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8287 0 0,'2'-7'4187'0'0,"3"22"-2153"0"0,3 25-1029 0 0,1 58 890 0 0,-6-56-1374 0 0,1 1 1 0 0,17 67 0 0 0,-19-106-543 0 0,-1 1 0 0 0,0 0 0 0 0,1-1 0 0 0,0 1 1 0 0,0-1-1 0 0,5 6 0 0 0,5 2-5352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39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10735 0 0,'16'112'5136'0'0,"-16"-99"-4910"0"0,3 47 601 0 0,2 0 0 0 0,17 84 0 0 0,-15-131-873 0 0,-3-10-682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0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 9671 0 0,'-1'-1'126'0'0,"1"0"0"0"0,0 1 0 0 0,0-1 0 0 0,0 0-1 0 0,-1 1 1 0 0,1-1 0 0 0,0 1 0 0 0,0-1 0 0 0,0 0-1 0 0,0 1 1 0 0,0-1 0 0 0,0 0 0 0 0,0 1 0 0 0,0-1-1 0 0,0 0 1 0 0,1 1 0 0 0,-1-1 0 0 0,0 0 0 0 0,0 1 0 0 0,1-1-1 0 0,-1 0 1 0 0,0 1 0 0 0,1-1 0 0 0,-1 0 0 0 0,16 1 3131 0 0,-5 2-3701 0 0,73 13 1414 0 0,-7 0-1361 0 0,-26-11-4000 0 0,-37-4-692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1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7831 0 0,'-2'60'5385'0'0,"-8"30"-3324"0"0,2-8-948 0 0,4-40-553 0 0,-4 67 386 0 0,9-98-900 0 0,-1 0 0 0 0,1 0 0 0 0,1 0 0 0 0,0 0 0 0 0,0 0-1 0 0,1 0 1 0 0,6 15 0 0 0,-9-26-73 0 0,1 1 0 0 0,-1 0 0 0 0,0 0 0 0 0,0 0 0 0 0,1-1 1 0 0,-1 1-1 0 0,0 0 0 0 0,1-1 0 0 0,-1 1 0 0 0,1 0 0 0 0,-1-1 0 0 0,1 1 0 0 0,-1-1 0 0 0,1 1 0 0 0,-1 0 0 0 0,1-1 0 0 0,0 1 0 0 0,-1-1 0 0 0,1 0 0 0 0,0 1 0 0 0,-1-1 0 0 0,1 0 0 0 0,0 1 0 0 0,0-1 0 0 0,-1 0 1 0 0,1 0-1 0 0,0 1 0 0 0,0-1 0 0 0,0 0 0 0 0,-1 0 0 0 0,1 0 0 0 0,0 0 0 0 0,0 0 0 0 0,0 0 0 0 0,1-1 0 0 0,-1 1-53 0 0,0-1 0 0 0,0 0 0 0 0,-1 0 0 0 0,1 1 1 0 0,0-1-1 0 0,0 0 0 0 0,0 0 0 0 0,-1 0 0 0 0,1 0 0 0 0,0 0 0 0 0,-1 0 0 0 0,1 0 0 0 0,-1 0 0 0 0,1-1 0 0 0,-1 1 1 0 0,1 0-1 0 0,-1 0 0 0 0,0 0 0 0 0,0-1 0 0 0,0 1 0 0 0,0 0 0 0 0,0 0 0 0 0,0-2 0 0 0,-11-137-2408 0 0,11 139 2604 0 0,0 0-1 0 0,0 0 1 0 0,0 0 0 0 0,0 0-1 0 0,0 0 1 0 0,0 0-1 0 0,0 0 1 0 0,1 0-1 0 0,-1 0 1 0 0,0 0-1 0 0,1 0 1 0 0,-1 0 0 0 0,1 0-1 0 0,-1 0 1 0 0,1 1-1 0 0,-1-1 1 0 0,1 0-1 0 0,0 0 1 0 0,-1 0 0 0 0,1 1-1 0 0,0-1 1 0 0,0 0-1 0 0,-1 1 1 0 0,1-1-1 0 0,0 1 1 0 0,0-1-1 0 0,0 1 1 0 0,2-1 0 0 0,1-1 239 0 0,1 2 1 0 0,-1-1-1 0 0,1 0 1 0 0,0 1-1 0 0,6 0 1 0 0,13-2 255 0 0,-10-2-525 0 0,1 0-1 0 0,-1-1 1 0 0,0-1 0 0 0,-1 0-1 0 0,1 0 1 0 0,-1-2 0 0 0,0 0-1 0 0,-1 0 1 0 0,0-1 0 0 0,0-1-1 0 0,-1 0 1 0 0,-1 0 0 0 0,1-1-1 0 0,-2 0 1 0 0,1-1 0 0 0,13-24-1 0 0,-20 30-84 0 0,0 1 0 0 0,-1-1 1 0 0,0 0-1 0 0,0 1 0 0 0,-1-1 0 0 0,1 0 0 0 0,-1 0 0 0 0,-1 0 0 0 0,1 0 0 0 0,-1-1 1 0 0,0 1-1 0 0,-2-11 0 0 0,2 16 2 0 0,0 1 0 0 0,0 0 1 0 0,0-1-1 0 0,0 1 0 0 0,0 0 1 0 0,0 0-1 0 0,0-1 0 0 0,0 1 1 0 0,0 0-1 0 0,0-1 0 0 0,0 1 0 0 0,-1 0 1 0 0,1 0-1 0 0,0-1 0 0 0,0 1 1 0 0,0 0-1 0 0,0 0 0 0 0,-1 0 1 0 0,1-1-1 0 0,0 1 0 0 0,0 0 1 0 0,-1 0-1 0 0,1 0 0 0 0,0-1 0 0 0,0 1 1 0 0,-1 0-1 0 0,1 0 0 0 0,0 0 1 0 0,-1 0-1 0 0,1 0 0 0 0,0 0 1 0 0,0 0-1 0 0,-1 0 0 0 0,1 0 0 0 0,0 0 1 0 0,-1 0-1 0 0,1 0 0 0 0,0 0 1 0 0,-1 0-1 0 0,1 0 0 0 0,0 0 1 0 0,-1 0-1 0 0,-12 12 137 0 0,-5 18 75 0 0,9-12-134 0 0,2 2-1 0 0,0-1 0 0 0,1 1 1 0 0,1 0-1 0 0,1 0 0 0 0,1 0 1 0 0,0 1-1 0 0,2-1 0 0 0,0 1 0 0 0,2-1 1 0 0,0 1-1 0 0,1-1 0 0 0,1 1 1 0 0,1-1-1 0 0,6 20 0 0 0,-7-34-29 0 0,-1-1-1 0 0,1 0 0 0 0,-1 1 0 0 0,2-1 0 0 0,-1 0 0 0 0,0-1 0 0 0,1 1 0 0 0,0 0 0 0 0,5 4 0 0 0,-7-8-118 0 0,0 1-1 0 0,0 0 1 0 0,0-1-1 0 0,1 0 1 0 0,-1 0-1 0 0,0 1 1 0 0,0-1-1 0 0,1-1 0 0 0,-1 1 1 0 0,5 1-1 0 0,-5-2-213 0 0,-1 0-1 0 0,1 0 1 0 0,0 0 0 0 0,0 0-1 0 0,0 0 1 0 0,0 0-1 0 0,0-1 1 0 0,0 1 0 0 0,0-1-1 0 0,0 1 1 0 0,-1-1-1 0 0,1 0 1 0 0,0 0-1 0 0,0 0 1 0 0,2-1 0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1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99 13591 0 0,'-4'14'533'0'0,"0"-1"0"0"0,0 1-1 0 0,1 0 1 0 0,1 0 0 0 0,-1 23-1 0 0,6 71 985 0 0,-3-102-1422 0 0,1 12 395 0 0,1-1 0 0 0,6 31-1 0 0,-7-44-348 0 0,0 0-1 0 0,0 0 1 0 0,1 0-1 0 0,-1 0 1 0 0,1-1-1 0 0,0 1 0 0 0,0 0 1 0 0,0-1-1 0 0,1 1 1 0 0,-1-1-1 0 0,1 0 1 0 0,-1 0-1 0 0,1 0 1 0 0,0 0-1 0 0,0 0 1 0 0,1-1-1 0 0,5 4 0 0 0,-6-4-92 0 0,0-1-1 0 0,1-1 0 0 0,-1 1 0 0 0,1 0 0 0 0,-1-1 0 0 0,1 0 0 0 0,-1 0 0 0 0,1 0 0 0 0,-1 0 0 0 0,1 0 0 0 0,-1-1 0 0 0,1 1 0 0 0,-1-1 0 0 0,0 0 0 0 0,1 0 0 0 0,-1-1 0 0 0,0 1 0 0 0,0-1 0 0 0,1 1 0 0 0,3-4 0 0 0,0 0-14 0 0,1 0 0 0 0,-1-1 0 0 0,0 1 0 0 0,0-2 0 0 0,-1 1 0 0 0,10-13 0 0 0,-6 5-51 0 0,-1 0 1 0 0,-1-1-1 0 0,0 0 0 0 0,-1 0 0 0 0,-1 0 1 0 0,-1-1-1 0 0,5-21 0 0 0,-7 24-2 0 0,0 0 0 0 0,-2-1-1 0 0,1 1 1 0 0,-2 0 0 0 0,0-1 0 0 0,0 1 0 0 0,-2-1 0 0 0,1 1-1 0 0,-6-20 1 0 0,5 27 4 0 0,0 1 1 0 0,0-1-1 0 0,-1 1 0 0 0,-5-10 0 0 0,7 14 10 0 0,1-1 0 0 0,-1 1 1 0 0,0 0-1 0 0,0 0 0 0 0,1 0 0 0 0,-1 0 0 0 0,0 0 0 0 0,0 1 0 0 0,0-1 0 0 0,0 0 0 0 0,0 0 0 0 0,0 1 0 0 0,-1-1 0 0 0,1 0 0 0 0,0 1 0 0 0,0-1 0 0 0,0 1 0 0 0,-1-1 0 0 0,1 1 0 0 0,0 0 0 0 0,0 0 1 0 0,-1-1-1 0 0,1 1 0 0 0,0 0 0 0 0,-1 0 0 0 0,1 0 0 0 0,-3 1 0 0 0,4-1-14 0 0,-1 1 1 0 0,0-1-1 0 0,0 1 1 0 0,1-1-1 0 0,-1 1 1 0 0,0 0-1 0 0,1-1 1 0 0,-1 1-1 0 0,1-1 1 0 0,-1 1-1 0 0,1 0 1 0 0,-1 0-1 0 0,1-1 1 0 0,-1 1-1 0 0,1 0 1 0 0,0 0-1 0 0,-1 0 1 0 0,1-1-1 0 0,0 1 1 0 0,0 0-1 0 0,0 0 1 0 0,-1 0-1 0 0,1 0 1 0 0,0 0-1 0 0,0 0 1 0 0,0-1-1 0 0,0 1 1 0 0,1 0-1 0 0,-1 0 1 0 0,0 0-1 0 0,0 0 1 0 0,0 0-1 0 0,1-1 1 0 0,-1 1-1 0 0,1 1 1 0 0,1 3-157 0 0,-1-1 0 0 0,1 0 0 0 0,0 0 0 0 0,0 0 0 0 0,4 6 1 0 0,8 5-536 0 0,0 0 0 0 0,1-1-1 0 0,1-1 1 0 0,19 12 0 0 0,-17-12 233 0 0,-1 0-1 0 0,0 2 1 0 0,19 20-1 0 0,-1 9 631 0 0,34 58 0 0 0,-36-52 1952 0 0,-26-39 451 0 0,-13-19-775 0 0,-11-19-556 0 0,4-1-1109 0 0,1-2 1 0 0,1 1 0 0 0,2-1-1 0 0,0-1 1 0 0,3 1 0 0 0,-6-62-1 0 0,11 83-118 0 0,1 0 1 0 0,0-1-1 0 0,1 1 0 0 0,0 0 0 0 0,0 0 1 0 0,1 0-1 0 0,0 0 0 0 0,1 0 0 0 0,0 0 1 0 0,8-16-1 0 0,-8 20-15 0 0,0 1 1 0 0,0 0-1 0 0,0 0 1 0 0,0 0-1 0 0,1 1 1 0 0,-1-1-1 0 0,1 1 1 0 0,0 0-1 0 0,0 0 1 0 0,1 0-1 0 0,-1 0 1 0 0,0 1-1 0 0,1 0 0 0 0,0-1 1 0 0,-1 2-1 0 0,1-1 1 0 0,0 1-1 0 0,0-1 1 0 0,0 1-1 0 0,0 1 1 0 0,8-1-1 0 0,-5 0-24 0 0,1 1 0 0 0,0 0 1 0 0,-1 1-1 0 0,1 0 0 0 0,0 0 0 0 0,-1 1 0 0 0,0 0 0 0 0,1 1 1 0 0,12 5-1 0 0,-17-6 20 0 0,1 0 0 0 0,-1 1 1 0 0,0 0-1 0 0,0 0 1 0 0,0 0-1 0 0,0 0 0 0 0,0 0 1 0 0,-1 1-1 0 0,1 0 0 0 0,-1 0 1 0 0,0 0-1 0 0,0 0 0 0 0,-1 0 1 0 0,1 1-1 0 0,-1-1 0 0 0,0 1 1 0 0,3 8-1 0 0,-3-4 2 0 0,0 1-1 0 0,-1-1 1 0 0,0 1-1 0 0,0 0 1 0 0,-1-1 0 0 0,0 1-1 0 0,-1 0 1 0 0,0 0-1 0 0,-1-1 1 0 0,0 1-1 0 0,0-1 1 0 0,-1 0 0 0 0,0 1-1 0 0,-9 15 1 0 0,6-14 17 0 0,0 0 0 0 0,-1 0 0 0 0,0 0 0 0 0,-1-1 0 0 0,0 0 0 0 0,0-1 0 0 0,-1 0 0 0 0,-1 0 0 0 0,0-1 0 0 0,-20 14 0 0 0,11-15 157 0 0,18-8 56 0 0,11-5-110 0 0,3 1-85 0 0,0 1 0 0 0,0 1 0 0 0,0 0-1 0 0,1 0 1 0 0,-1 2 0 0 0,1-1-1 0 0,-1 2 1 0 0,1 0 0 0 0,13 1-1 0 0,-16 0-26 0 0,0 1 0 0 0,-1 0 0 0 0,1 0 0 0 0,-1 1 0 0 0,1 0 0 0 0,-1 1 0 0 0,0 0 0 0 0,-1 1 0 0 0,1 0 0 0 0,-1 0 0 0 0,16 13 0 0 0,-22-16 8 0 0,-1 0-1 0 0,1 0 1 0 0,-1 0-1 0 0,0 1 1 0 0,0-1-1 0 0,0 0 1 0 0,0 1-1 0 0,0 0 1 0 0,-1-1-1 0 0,1 1 1 0 0,-1 0-1 0 0,0 0 1 0 0,0 0-1 0 0,0 0 1 0 0,0 0-1 0 0,0 0 1 0 0,-1 0-1 0 0,1 0 0 0 0,-1 5 1 0 0,0-5 14 0 0,-1 1 1 0 0,1 0 0 0 0,-1-1-1 0 0,-1 1 1 0 0,1 0-1 0 0,0-1 1 0 0,-1 0-1 0 0,0 1 1 0 0,0-1-1 0 0,0 0 1 0 0,0 0-1 0 0,0 0 1 0 0,0 0-1 0 0,-4 3 1 0 0,-4 3 110 0 0,-1 1-1 0 0,0-2 1 0 0,-1 1 0 0 0,0-1-1 0 0,-1-1 1 0 0,1 0 0 0 0,-18 6-1 0 0,1-3 211 0 0,-1 0 0 0 0,-33 6 0 0 0,48-13-208 0 0,-1 0-1 0 0,0-2 0 0 0,0 0 1 0 0,0 0-1 0 0,-31-4 0 0 0,44 2-109 0 0,2 1-87 0 0,0 0 0 0 0,-1 0 1 0 0,1 0-1 0 0,0 0 0 0 0,0-1 0 0 0,0 1 1 0 0,-1 0-1 0 0,1-1 0 0 0,0 1 0 0 0,0-1 1 0 0,0 1-1 0 0,0-1 0 0 0,0 0 1 0 0,-2 0-1 0 0,3-2-593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366 134 6991 0 0,'10'-9'582'0'0,"0"0"0"0"0,-1-1 0 0 0,8-10 0 0 0,-14 16-357 0 0,0 1-1 0 0,-1 0 1 0 0,0-1-1 0 0,0 0 1 0 0,0 1 0 0 0,0-1-1 0 0,-1 0 1 0 0,1 0-1 0 0,-1 0 1 0 0,0 0 0 0 0,0 0-1 0 0,-1-1 1 0 0,1-6-1 0 0,-1 10-155 0 0,0 0 0 0 0,0 0 0 0 0,0 0 0 0 0,0 0 0 0 0,-1 0-1 0 0,1 0 1 0 0,0 0 0 0 0,-1 0 0 0 0,1 0 0 0 0,0 1 0 0 0,-1-1-1 0 0,1 0 1 0 0,-1 0 0 0 0,1 0 0 0 0,-1 1 0 0 0,0-1 0 0 0,1 0-1 0 0,-1 0 1 0 0,0 1 0 0 0,1-1 0 0 0,-1 1 0 0 0,0-1 0 0 0,-1 0 0 0 0,0 0 47 0 0,-1 0 1 0 0,1 1 0 0 0,0-1 0 0 0,0 1-1 0 0,-1-1 1 0 0,1 1 0 0 0,0 0 0 0 0,0 0-1 0 0,-5 0 1 0 0,-1 1 135 0 0,-1 1 0 0 0,1 0 0 0 0,0 0 0 0 0,-12 5 0 0 0,2 1 79 0 0,1 1 0 0 0,0 1 0 0 0,1 0 0 0 0,0 2 0 0 0,0-1-1 0 0,-13 15 1 0 0,-3 5 547 0 0,-41 54 0 0 0,58-67-585 0 0,2 1 0 0 0,0 0 0 0 0,1 1 0 0 0,1 0 1 0 0,1 1-1 0 0,-12 35 0 0 0,18-46-191 0 0,2 1 0 0 0,0-1 0 0 0,0 1 0 0 0,1-1 0 0 0,0 1 1 0 0,0 0-1 0 0,1 0 0 0 0,1-1 0 0 0,0 1 0 0 0,1 0 0 0 0,0-1 0 0 0,0 1 1 0 0,1-1-1 0 0,0 0 0 0 0,1 0 0 0 0,7 14 0 0 0,-5-14-38 0 0,0 0 0 0 0,0 0-1 0 0,1 0 1 0 0,1-1 0 0 0,0 0 0 0 0,0 0-1 0 0,1-1 1 0 0,-1 0 0 0 0,2-1 0 0 0,-1 0 0 0 0,1 0-1 0 0,0-1 1 0 0,1 0 0 0 0,-1-1 0 0 0,1 0-1 0 0,22 6 1 0 0,-25-8-29 0 0,1 0-9 0 0,0 0-1 0 0,0 0 0 0 0,0 0 1 0 0,1-1-1 0 0,-1-1 1 0 0,0 0-1 0 0,1 0 0 0 0,-1-1 1 0 0,1 0-1 0 0,-1 0 1 0 0,1-1-1 0 0,11-2 0 0 0,32-10-370 0 0,49-12-3699 0 0,-81 19 2124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2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70 258 8287 0 0,'5'16'5259'0'0,"-1"-10"-4599"0"0,1-1-1 0 0,-1 1 1 0 0,1-1 0 0 0,1-1 0 0 0,-1 1-1 0 0,1-1 1 0 0,-1 0 0 0 0,1 0 0 0 0,8 4-1 0 0,-8-6-381 0 0,1 1 1 0 0,0-1-1 0 0,-1 0 0 0 0,1 0 0 0 0,0-1 0 0 0,0 0 1 0 0,0 0-1 0 0,9 0 0 0 0,-4-2-124 0 0,0 0 0 0 0,-1-1 0 0 0,1 0 0 0 0,0-1 0 0 0,-1 0 0 0 0,0-1 0 0 0,0 0 1 0 0,0-1-1 0 0,0 0 0 0 0,19-13 0 0 0,-18 11-76 0 0,0-2 1 0 0,0 0 0 0 0,-1 0 0 0 0,0-1-1 0 0,-1 0 1 0 0,0-1 0 0 0,15-23-1 0 0,-22 31-96 0 0,-1-1-1 0 0,0 1 1 0 0,0-1-1 0 0,-1 0 1 0 0,1 0-1 0 0,-1 1 1 0 0,0-1-1 0 0,0 0 1 0 0,0 0-1 0 0,0-1 1 0 0,-1 1-1 0 0,1 0 1 0 0,-1 0-1 0 0,0 0 1 0 0,-1 0-1 0 0,1 0 1 0 0,-1 0-1 0 0,1 0 1 0 0,-1 0-1 0 0,-1 0 1 0 0,1 0-1 0 0,0 0 1 0 0,-1 0-1 0 0,0 0 1 0 0,0 1-1 0 0,0-1 1 0 0,0 1-1 0 0,0-1 1 0 0,-1 1-1 0 0,0 0 0 0 0,0 0 1 0 0,-3-3-1 0 0,-3-1-61 0 0,1 0-1 0 0,-1 0 0 0 0,-1 1 1 0 0,1 1-1 0 0,-1-1 0 0 0,0 2 1 0 0,0-1-1 0 0,-1 1 0 0 0,1 1 1 0 0,-1 0-1 0 0,0 0 0 0 0,0 1 1 0 0,0 1-1 0 0,0 0 0 0 0,0 0 1 0 0,-16 1-1 0 0,11 1 52 0 0,0 1 0 0 0,1 0 0 0 0,-1 1-1 0 0,1 1 1 0 0,0 0 0 0 0,0 1 0 0 0,0 1 0 0 0,1 0 0 0 0,-1 1-1 0 0,1 0 1 0 0,-13 11 0 0 0,22-15 29 0 0,1 0 0 0 0,0 1 0 0 0,0-1 0 0 0,0 1 0 0 0,1 0 0 0 0,-1 0 0 0 0,1 0 0 0 0,0 0 0 0 0,0 1 0 0 0,1-1 0 0 0,-1 1 0 0 0,1 0-1 0 0,0 0 1 0 0,0 0 0 0 0,1 0 0 0 0,-3 10 0 0 0,4-11-9 0 0,0 0 0 0 0,0 0-1 0 0,0 0 1 0 0,0 0 0 0 0,1-1-1 0 0,0 1 1 0 0,0 0-1 0 0,0 0 1 0 0,0 0 0 0 0,0-1-1 0 0,1 1 1 0 0,-1 0 0 0 0,1-1-1 0 0,0 1 1 0 0,1-1 0 0 0,-1 0-1 0 0,0 0 1 0 0,1 0 0 0 0,0 0-1 0 0,-1 0 1 0 0,1 0 0 0 0,7 4-1 0 0,0-1-509 0 0,0 0 0 0 0,0 0 0 0 0,1-1 0 0 0,0-1 0 0 0,0 1 0 0 0,0-2 0 0 0,22 5 0 0 0,-1-4-6217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3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77 10591 0 0,'4'80'7364'0'0,"3"-25"-6226"0"0,19 76 0 0 0,-24-124-896 0 0,7 29 447 0 0,-8-35-639 0 0,-1 0 0 0 0,0 0 0 0 0,1 0 0 0 0,-1 1 0 0 0,1-1 0 0 0,-1 0 0 0 0,1 0 0 0 0,-1 0 0 0 0,1 0 0 0 0,0 0 0 0 0,-1 0 0 0 0,1-1 0 0 0,0 1 0 0 0,0 0 0 0 0,0 0 0 0 0,-1 0 0 0 0,1-1 0 0 0,0 1 0 0 0,0 0 0 0 0,0-1 0 0 0,0 1 0 0 0,1-1 0 0 0,0 1 0 0 0,-1-1-31 0 0,0 0 0 0 0,0-1 0 0 0,0 1 0 0 0,0 0 0 0 0,-1-1 0 0 0,1 1 0 0 0,0-1 0 0 0,0 1 0 0 0,0-1 0 0 0,-1 0 0 0 0,1 1-1 0 0,0-1 1 0 0,-1 0 0 0 0,1 1 0 0 0,-1-1 0 0 0,1 0 0 0 0,0 0 0 0 0,-1 1 0 0 0,0-1 0 0 0,1 0 0 0 0,-1 0 0 0 0,1 0 0 0 0,-1 0 0 0 0,0-1 0 0 0,7-25 36 0 0,-7 26-40 0 0,13-89-157 0 0,6-29-401 0 0,-15 102 478 0 0,0 1 0 0 0,2 0 0 0 0,-1 0-1 0 0,2 1 1 0 0,8-16 0 0 0,-13 28 62 0 0,0 0 1 0 0,0 0-1 0 0,0 1 1 0 0,0-1-1 0 0,0 0 1 0 0,0 1-1 0 0,0 0 1 0 0,1 0-1 0 0,0-1 1 0 0,-1 1-1 0 0,1 1 0 0 0,0-1 1 0 0,0 0-1 0 0,0 1 1 0 0,0-1-1 0 0,0 1 1 0 0,0 0-1 0 0,0 0 1 0 0,0 0-1 0 0,1 1 1 0 0,-1-1-1 0 0,0 1 1 0 0,0 0-1 0 0,1 0 1 0 0,-1 0-1 0 0,0 0 1 0 0,1 0-1 0 0,-1 1 0 0 0,0-1 1 0 0,0 1-1 0 0,1 0 1 0 0,-1 0-1 0 0,0 0 1 0 0,3 2-1 0 0,0 0 45 0 0,-1-1-1 0 0,0 1 1 0 0,0 0-1 0 0,0 1 1 0 0,0-1-1 0 0,-1 1 1 0 0,1 0-1 0 0,-1 0 1 0 0,0 1-1 0 0,0-1 1 0 0,0 1-1 0 0,-1 0 1 0 0,0 0-1 0 0,0 0 1 0 0,0 0-1 0 0,0 1 1 0 0,-1-1-1 0 0,3 9 1 0 0,-4-10 4 0 0,0 0 0 0 0,-1 0 0 0 0,1 0 0 0 0,-1-1 0 0 0,0 1 0 0 0,0 0 0 0 0,0 0 0 0 0,0 0 0 0 0,-1 0 0 0 0,1 0 0 0 0,-1 0 0 0 0,0 0-1 0 0,0 0 1 0 0,-1-1 0 0 0,1 1 0 0 0,-1 0 0 0 0,0-1 0 0 0,0 0 0 0 0,-2 4 0 0 0,1-4 3 0 0,1-1-1 0 0,-1 0 0 0 0,0 1 1 0 0,1-1-1 0 0,-1 0 1 0 0,0 0-1 0 0,-1-1 0 0 0,1 1 1 0 0,0-1-1 0 0,0 1 1 0 0,-1-1-1 0 0,1 0 0 0 0,0 0 1 0 0,-1 0-1 0 0,1-1 0 0 0,-1 0 1 0 0,0 1-1 0 0,1-1 1 0 0,-1 0-1 0 0,1 0 0 0 0,-6-2 1 0 0,7 2-50 0 0,0 0-1 0 0,-1 0 1 0 0,1-1 0 0 0,0 1-1 0 0,0-1 1 0 0,0 1 0 0 0,0-1-1 0 0,0 0 1 0 0,0 0 0 0 0,0 0 0 0 0,0 0-1 0 0,0 0 1 0 0,1 0 0 0 0,-1-1-1 0 0,0 1 1 0 0,1 0 0 0 0,-1-1 0 0 0,1 0-1 0 0,-1 1 1 0 0,1-1 0 0 0,0 0-1 0 0,-1 0 1 0 0,1 1 0 0 0,-1-5-1 0 0,1 4-133 0 0,1 0-1 0 0,0 0 1 0 0,0 1-1 0 0,0-1 1 0 0,0 0-1 0 0,0 0 0 0 0,0 0 1 0 0,1 0-1 0 0,-1 1 1 0 0,1-1-1 0 0,-1 0 0 0 0,1 0 1 0 0,0 1-1 0 0,-1-1 1 0 0,1 0-1 0 0,0 1 0 0 0,0-1 1 0 0,0 1-1 0 0,0-1 1 0 0,1 1-1 0 0,-1-1 1 0 0,0 1-1 0 0,0 0 0 0 0,1 0 1 0 0,-1-1-1 0 0,1 1 1 0 0,-1 0-1 0 0,1 1 0 0 0,2-2 1 0 0,32-16-3229 0 0,-12 8 1273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3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0 5527 0 0,'-2'19'8692'0'0,"-4"36"-3375"0"0,3-23-3309 0 0,-14 60-1 0 0,16-86-1826 0 0,-22 90 2038 0 0,21-84-2077 0 0,0 1-1 0 0,1 0 1 0 0,1-1-1 0 0,0 1 1 0 0,3 21-1 0 0,-3-32-315 0 0,0 0 0 0 0,1 0 0 0 0,-1 0 1 0 0,1-1-1 0 0,-1 1 0 0 0,1 0 0 0 0,0-1 0 0 0,-1 1 0 0 0,1 0 0 0 0,0-1 0 0 0,0 1 0 0 0,0-1 0 0 0,0 1 0 0 0,1-1 0 0 0,-1 0 0 0 0,0 1 0 0 0,0-1 0 0 0,1 0 0 0 0,-1 0 0 0 0,1 0 0 0 0,-1 0 0 0 0,1 0 0 0 0,-1 0 0 0 0,1 0 0 0 0,0-1 0 0 0,0 1 0 0 0,-1-1 0 0 0,1 1 0 0 0,0-1 0 0 0,0 1 0 0 0,-1-1 0 0 0,1 0 0 0 0,0 0 0 0 0,0 0 0 0 0,0 0 0 0 0,3-1 0 0 0,7-1-1534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3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14 8287 0 0,'0'-1'305'0'0,"1"0"0"0"0,-1 0-1 0 0,1 0 1 0 0,-1 0-1 0 0,1 1 1 0 0,0-1-1 0 0,-1 0 1 0 0,1 0 0 0 0,0 1-1 0 0,0-1 1 0 0,-1 0-1 0 0,1 1 1 0 0,0-1 0 0 0,0 1-1 0 0,0-1 1 0 0,0 1-1 0 0,0 0 1 0 0,-1-1 0 0 0,1 1-1 0 0,0 0 1 0 0,0-1-1 0 0,0 1 1 0 0,0 0-1 0 0,0 0 1 0 0,0 0 0 0 0,0 0-1 0 0,2 0 1 0 0,-2 1-192 0 0,0-1 0 0 0,-1 1 0 0 0,1 0 0 0 0,0-1 0 0 0,-1 1 0 0 0,1 0 0 0 0,0-1 0 0 0,-1 1 0 0 0,1 0 0 0 0,-1 0 0 0 0,0 0 0 0 0,1-1 0 0 0,-1 1 0 0 0,0 0 0 0 0,1 0-1 0 0,-1 0 1 0 0,0 0 0 0 0,0 0 0 0 0,0 0 0 0 0,1 0 0 0 0,-1 0 0 0 0,0 0 0 0 0,-1-1 0 0 0,1 1 0 0 0,0 0 0 0 0,0 0 0 0 0,0 0 0 0 0,0 0 0 0 0,-1 0 0 0 0,1 0 0 0 0,-1 0 0 0 0,-6 23 537 0 0,-1-1-1 0 0,-1-1 1 0 0,-17 30-1 0 0,-13 32 200 0 0,34-72-717 0 0,1-1 1 0 0,1 1-1 0 0,0 0 1 0 0,0 1-1 0 0,1-1 1 0 0,0 14 0 0 0,2-24-102 0 0,0 1 0 0 0,0 0 1 0 0,0-1-1 0 0,0 1 0 0 0,1 0 1 0 0,-1-1-1 0 0,1 1 0 0 0,-1-1 1 0 0,1 1-1 0 0,0-1 0 0 0,0 1 1 0 0,1-1-1 0 0,-1 1 1 0 0,0-1-1 0 0,1 0 0 0 0,-1 0 1 0 0,1 0-1 0 0,0 0 0 0 0,0 0 1 0 0,0 0-1 0 0,0 0 0 0 0,0 0 1 0 0,0-1-1 0 0,0 1 1 0 0,0-1-1 0 0,1 0 0 0 0,-1 0 1 0 0,1 1-1 0 0,-1-2 0 0 0,1 1 1 0 0,-1 0-1 0 0,1 0 0 0 0,0-1 1 0 0,3 1-1 0 0,24 1 98 0 0,0-2 1 0 0,0 0-1 0 0,-1-2 0 0 0,1-2 1 0 0,40-9-1 0 0,-62 11-157 0 0,7 0-429 0 0,0-1-1 0 0,-1 0 1 0 0,1-1 0 0 0,-1-1-1 0 0,0 0 1 0 0,0-1 0 0 0,14-9-1 0 0,-21 9-1995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4.1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11 7831 0 0,'-3'1'163'0'0,"0"0"0"0"0,0 1-1 0 0,0 0 1 0 0,0 0 0 0 0,0 0-1 0 0,1 0 1 0 0,-1 0 0 0 0,1 0-1 0 0,-1 1 1 0 0,1-1 0 0 0,0 1-1 0 0,0 0 1 0 0,0 0 0 0 0,0-1-1 0 0,-1 5 1 0 0,-4 7 1402 0 0,1 0 0 0 0,-4 16 0 0 0,4-13-788 0 0,1-2-365 0 0,0 0 0 0 0,1 0-1 0 0,1 1 1 0 0,1 0 0 0 0,0-1 0 0 0,1 1 0 0 0,0 0-1 0 0,3 24 1 0 0,-2-35-274 0 0,1 0 0 0 0,0 0 0 0 0,0 1 0 0 0,0-1 0 0 0,1 0 0 0 0,0 0 0 0 0,0 0 0 0 0,0-1 0 0 0,1 1 0 0 0,-1 0 0 0 0,1-1 0 0 0,0 0 0 0 0,0 1 0 0 0,1-1 0 0 0,-1-1 0 0 0,1 1 0 0 0,0 0 0 0 0,0-1 0 0 0,0 0 0 0 0,1 0 0 0 0,-1 0 0 0 0,1 0 0 0 0,0-1 0 0 0,-1 0 0 0 0,1 0 0 0 0,0 0 0 0 0,0 0 0 0 0,10 1 0 0 0,-5-1-86 0 0,0-1-1 0 0,-1-1 1 0 0,1 1 0 0 0,-1-2-1 0 0,1 1 1 0 0,0-1 0 0 0,-1-1-1 0 0,1 0 1 0 0,-1 0 0 0 0,0-1-1 0 0,1 0 1 0 0,-1 0 0 0 0,-1-1 0 0 0,1-1-1 0 0,-1 1 1 0 0,1-1 0 0 0,-1-1-1 0 0,0 1 1 0 0,12-13 0 0 0,-15 13-76 0 0,1-1 0 0 0,-1 0 1 0 0,-1 0-1 0 0,1 0 0 0 0,-1 0 0 0 0,0-1 1 0 0,-1 1-1 0 0,1-1 0 0 0,-1 0 1 0 0,-1 0-1 0 0,1-1 0 0 0,-1 1 0 0 0,-1 0 1 0 0,1-1-1 0 0,-1 1 0 0 0,0-1 1 0 0,-1 0-1 0 0,0 1 0 0 0,0-1 0 0 0,-1 1 1 0 0,1-1-1 0 0,-2 1 0 0 0,1-1 1 0 0,-1 1-1 0 0,-4-11 0 0 0,2 9-13 0 0,-1 0 1 0 0,0 0-1 0 0,-1 1 0 0 0,1-1 0 0 0,-1 1 0 0 0,-1 0 1 0 0,0 1-1 0 0,0 0 0 0 0,0 0 0 0 0,-1 0 0 0 0,0 1 1 0 0,-1 0-1 0 0,1 1 0 0 0,-1 0 0 0 0,0 0 0 0 0,0 0 1 0 0,-16-4-1 0 0,12 5 45 0 0,1 0 1 0 0,-1 1-1 0 0,1 0 1 0 0,-1 1-1 0 0,0 1 1 0 0,0 0-1 0 0,0 0 0 0 0,0 2 1 0 0,0-1-1 0 0,0 2 1 0 0,0 0-1 0 0,1 0 1 0 0,-18 6-1 0 0,26-7-1 0 0,1 1 1 0 0,0-1-1 0 0,0 1 1 0 0,0-1-1 0 0,0 1 0 0 0,0 0 1 0 0,0 0-1 0 0,0 1 0 0 0,1-1 1 0 0,-1 0-1 0 0,1 1 0 0 0,-3 4 1 0 0,4-6-21 0 0,0 0 1 0 0,1 0 0 0 0,-1 0-1 0 0,1 1 1 0 0,-1-1 0 0 0,1 0-1 0 0,-1 1 1 0 0,1-1 0 0 0,0 0-1 0 0,0 1 1 0 0,0-1 0 0 0,0 0-1 0 0,0 1 1 0 0,0-1 0 0 0,0 1-1 0 0,0-1 1 0 0,0 0 0 0 0,1 1-1 0 0,-1-1 1 0 0,1 0 0 0 0,-1 0-1 0 0,1 1 1 0 0,-1-1-1 0 0,1 0 1 0 0,0 0 0 0 0,-1 0-1 0 0,1 1 1 0 0,0-1 0 0 0,0 0-1 0 0,0 0 1 0 0,0 0 0 0 0,0 0-1 0 0,2 1 1 0 0,5 4-396 0 0,0-1-1 0 0,1 0 1 0 0,0 0 0 0 0,0-1 0 0 0,0 0-1 0 0,0 0 1 0 0,1-1 0 0 0,-1 0-1 0 0,1-1 1 0 0,0 0 0 0 0,18 1-1 0 0,8-1-1583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4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16439 0 0,'-1'7'393'0'0,"-1"0"-1"0"0,1 0 1 0 0,0 0-1 0 0,1 0 1 0 0,-1 0-1 0 0,2 0 0 0 0,-1 0 1 0 0,1-1-1 0 0,2 13 1 0 0,0 6 264 0 0,-1 1-194 0 0,7 72 914 0 0,-7-89-1197 0 0,0 1 1 0 0,0 0-1 0 0,1-1 1 0 0,0 1-1 0 0,1-1 0 0 0,0 0 1 0 0,9 14-1 0 0,-12-22-168 0 0,0 1 0 0 0,0-1 0 0 0,0 1 0 0 0,0-1 0 0 0,1 1 0 0 0,-1-1 0 0 0,1 0 0 0 0,-1 1 0 0 0,1-1 0 0 0,-1 0-1 0 0,1 0 1 0 0,0 0 0 0 0,-1 0 0 0 0,1-1 0 0 0,0 1 0 0 0,2 0 0 0 0,-3-1-33 0 0,-1 0 0 0 0,1 0 0 0 0,-1 0 0 0 0,1 0 0 0 0,-1 0 0 0 0,1 0 0 0 0,-1 0 0 0 0,1 0 0 0 0,-1 0 0 0 0,1 0 0 0 0,-1-1 0 0 0,1 1 0 0 0,-1 0 0 0 0,0 0 0 0 0,1 0 0 0 0,-1-1 0 0 0,1 1 0 0 0,-1 0 0 0 0,0-1 0 0 0,1 1 0 0 0,-1 0 0 0 0,0-1 0 0 0,1 0 0 0 0,0 0-54 0 0,-1 0 1 0 0,1-1 0 0 0,0 1 0 0 0,-1-1 0 0 0,1 1 0 0 0,-1 0-1 0 0,0-1 1 0 0,0 1 0 0 0,1-1 0 0 0,-1 1 0 0 0,0-3-1 0 0,-5-27-3207 0 0,-2 12 1371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4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9671 0 0,'3'-3'751'0'0,"0"1"1"0"0,0 0-1 0 0,0 0 0 0 0,0 0 0 0 0,1 0 0 0 0,-1 0 0 0 0,0 1 0 0 0,1 0 1 0 0,-1-1-1 0 0,5 1 0 0 0,-7 0-678 0 0,32-9 1031 0 0,0 2-1 0 0,1 1 0 0 0,56-4 1 0 0,-39 9-1254 0 0,93 7 1 0 0,-107-1-462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5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7 6911 0 0,'-13'-2'445'0'0,"0"0"-1"0"0,0 1 0 0 0,0 0 1 0 0,-14 1-1 0 0,-5 7 6872 0 0,31-6-7206 0 0,1-1 0 0 0,0 0 0 0 0,-1 1 0 0 0,1-1 0 0 0,0 0 0 0 0,-1 1 0 0 0,1-1 0 0 0,0 0 0 0 0,0 1 0 0 0,-1-1 1 0 0,1 0-1 0 0,0 1 0 0 0,0-1 0 0 0,0 1 0 0 0,0-1 0 0 0,0 1 0 0 0,-1-1 0 0 0,1 0 0 0 0,0 1 0 0 0,0-1 0 0 0,0 1 0 0 0,0-1 1 0 0,0 1-1 0 0,0-1 0 0 0,0 1 0 0 0,0-1 0 0 0,1 1 0 0 0,-1-1 0 0 0,0 0 0 0 0,0 1 0 0 0,0-1 0 0 0,0 1 0 0 0,0-1 0 0 0,1 0 1 0 0,-1 1-1 0 0,0-1 0 0 0,0 1 0 0 0,1-1 0 0 0,-1 0 0 0 0,1 1 0 0 0,11 14 718 0 0,-5-11-640 0 0,0 0 0 0 0,0 0 0 0 0,0-1 0 0 0,0 0 0 0 0,0-1 0 0 0,1 1 0 0 0,-1-2 0 0 0,1 1 0 0 0,-1-1 0 0 0,11 1 0 0 0,11-1 191 0 0,39-2 1 0 0,-58 0-329 0 0,18 0-94 0 0,105-4 287 0 0,-44 7-3319 0 0,-65-4-1336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5.9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351 195 7367 0 0,'7'-10'1807'0'0,"5"-6"-142"0"0,0 0 0 0 0,13-27 0 0 0,-23 39-1538 0 0,0 0 1 0 0,0 0-1 0 0,0 0 1 0 0,-1 0-1 0 0,1-1 1 0 0,-1 1-1 0 0,0-1 0 0 0,-1 1 1 0 0,1-1-1 0 0,-1 1 1 0 0,0-1-1 0 0,0 0 1 0 0,0 1-1 0 0,-1-1 0 0 0,1 1 1 0 0,-3-8-1 0 0,2 10-71 0 0,1 0 0 0 0,-1 1 0 0 0,0-1-1 0 0,0 1 1 0 0,0-1 0 0 0,0 1 0 0 0,-1-1-1 0 0,1 1 1 0 0,0-1 0 0 0,-1 1 0 0 0,1 0-1 0 0,0 0 1 0 0,-1 0 0 0 0,0 0 0 0 0,1 0-1 0 0,-1 0 1 0 0,1 0 0 0 0,-1 1 0 0 0,0-1-1 0 0,0 0 1 0 0,1 1 0 0 0,-1-1 0 0 0,0 1-1 0 0,0 0 1 0 0,0 0 0 0 0,0 0 0 0 0,1 0-1 0 0,-1 0 1 0 0,0 0 0 0 0,0 0 0 0 0,0 0-1 0 0,0 1 1 0 0,1-1 0 0 0,-5 2 0 0 0,-4 1 88 0 0,0 1 0 0 0,1 0 0 0 0,-1 0 0 0 0,-15 11 0 0 0,-4 3 91 0 0,0 3 1 0 0,1 0-1 0 0,1 2 0 0 0,-30 31 0 0 0,42-37-30 0 0,1 0 0 0 0,0 1 0 0 0,1 0 0 0 0,1 1 0 0 0,0 1 0 0 0,2 0 0 0 0,-14 36 0 0 0,22-48-88 0 0,-1 0 0 0 0,1 1-1 0 0,1-1 1 0 0,-1 1 0 0 0,1 0-1 0 0,1-1 1 0 0,0 1 0 0 0,0 0-1 0 0,1 0 1 0 0,0-1 0 0 0,0 1-1 0 0,1 0 1 0 0,0-1 0 0 0,0 0 0 0 0,1 1-1 0 0,5 8 1 0 0,-4-8-30 0 0,1-1 1 0 0,1 0-1 0 0,0 0 1 0 0,0 0-1 0 0,0-1 0 0 0,1 0 1 0 0,0 0-1 0 0,0 0 0 0 0,1-1 1 0 0,0 0-1 0 0,0-1 1 0 0,0 0-1 0 0,1 0 0 0 0,11 4 1 0 0,-7-4-15 0 0,1 0 0 0 0,0-1 0 0 0,1 0 0 0 0,-1-1 0 0 0,1-1 0 0 0,-1-1 0 0 0,1 0 0 0 0,-1 0 0 0 0,1-2 0 0 0,0 0-1 0 0,21-4 1 0 0,-4-2-113 0 0,0-1-1 0 0,-1-2 0 0 0,0-1 1 0 0,31-17-1 0 0,-47 19-968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6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24 16095 0 0,'3'-9'294'0'0,"6"-6"1313"0"0,-9 16-1513 0 0,1 0 1 0 0,-1 0-1 0 0,1 0 1 0 0,-1 0-1 0 0,0 0 0 0 0,1 0 1 0 0,-1 1-1 0 0,0-1 0 0 0,0 0 1 0 0,0 0-1 0 0,0 0 1 0 0,0 0-1 0 0,0 0 0 0 0,0 0 1 0 0,0 0-1 0 0,-1 2 1 0 0,-1 26 458 0 0,-1 0 0 0 0,-2-1 1 0 0,-1 0-1 0 0,-1 0 1 0 0,-17 41-1 0 0,14-40-121 0 0,0 0 0 0 0,2 0 0 0 0,1 1 0 0 0,-5 56-1 0 0,12-81-383 0 0,0-1 0 0 0,0 1 0 0 0,0 0 0 0 0,1 0-1 0 0,-1 0 1 0 0,1-1 0 0 0,1 1 0 0 0,-1 0 0 0 0,1-1-1 0 0,3 8 1 0 0,-4-10-23 0 0,0 0 1 0 0,1 0-1 0 0,-1-1 0 0 0,1 1 0 0 0,-1-1 1 0 0,1 1-1 0 0,0-1 0 0 0,-1 1 1 0 0,1-1-1 0 0,0 0 0 0 0,0 0 0 0 0,0 0 1 0 0,0 0-1 0 0,0 0 0 0 0,0 0 0 0 0,0-1 1 0 0,0 1-1 0 0,1-1 0 0 0,-1 1 0 0 0,0-1 1 0 0,0 0-1 0 0,0 0 0 0 0,1 0 1 0 0,-1 0-1 0 0,3 0 0 0 0,17-4 161 0 0,0 0 0 0 0,-1-1 0 0 0,32-13 0 0 0,-29 10-123 0 0,1 0 0 0 0,29-5 0 0 0,-51 13-655 0 0,16-1 738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6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18 326 15575 0 0,'-2'5'312'0'0,"0"1"1"0"0,0-1-1 0 0,0 1 0 0 0,1 0 0 0 0,0 0 0 0 0,0 0 0 0 0,0 0 0 0 0,1 0 1 0 0,1 11-1 0 0,-2 3 234 0 0,0-1-46 0 0,-1-9-105 0 0,1 0 1 0 0,1 0-1 0 0,0 0 1 0 0,0 0 0 0 0,1 0-1 0 0,0 0 1 0 0,0-1 0 0 0,6 19-1 0 0,-7-28-370 0 0,0 0-1 0 0,1 1 1 0 0,-1-1-1 0 0,0 0 1 0 0,0 1 0 0 0,0-1-1 0 0,1 0 1 0 0,-1 1-1 0 0,0-1 1 0 0,1 0-1 0 0,-1 1 1 0 0,0-1-1 0 0,1 0 1 0 0,-1 0 0 0 0,0 0-1 0 0,1 1 1 0 0,-1-1-1 0 0,0 0 1 0 0,1 0-1 0 0,-1 0 1 0 0,0 0-1 0 0,1 1 1 0 0,-1-1 0 0 0,1 0-1 0 0,-1 0 1 0 0,0 0-1 0 0,1 0 1 0 0,-1 0-1 0 0,1 0 1 0 0,-1 0 0 0 0,1 0-1 0 0,-1-1 1 0 0,0 1-1 0 0,1 0 1 0 0,-1 0-1 0 0,0 0 1 0 0,1 0-1 0 0,-1 0 1 0 0,1-1 0 0 0,-1 1-1 0 0,0 0 1 0 0,1 0-1 0 0,-1-1 1 0 0,0 1-1 0 0,0 0 1 0 0,1 0-1 0 0,-1-1 1 0 0,0 1 0 0 0,0 0-1 0 0,1-1 1 0 0,-1 1-1 0 0,0-1 1 0 0,15-20 167 0 0,-13 18-154 0 0,7-14-48 0 0,-1 0-1 0 0,0-1 1 0 0,-1 0-1 0 0,8-32 1 0 0,9-82-322 0 0,-13 69 304 0 0,-6 34 16 0 0,-3 10 12 0 0,1 0-1 0 0,1 0 1 0 0,1 0-1 0 0,1 0 0 0 0,1 1 1 0 0,8-18-1 0 0,-14 35 1 0 0,-1-1 0 0 0,1 1 0 0 0,0 0 0 0 0,-1-1 0 0 0,1 1 0 0 0,0 0 0 0 0,0 0 0 0 0,0-1 0 0 0,0 1 0 0 0,0 0 0 0 0,0 0 0 0 0,0 0 0 0 0,0 0 0 0 0,0 1 0 0 0,1-1 0 0 0,-1 0 0 0 0,0 0 0 0 0,1 1 0 0 0,-1-1 0 0 0,0 1 0 0 0,1-1 0 0 0,-1 1 0 0 0,1-1 0 0 0,-1 1 0 0 0,1 0 0 0 0,-1 0 0 0 0,1 0 0 0 0,-1 0 0 0 0,3 0 0 0 0,-1 1 0 0 0,-1 0 0 0 0,1 1 0 0 0,-1-1 0 0 0,0 1 0 0 0,1 0 0 0 0,-1-1 0 0 0,0 1 0 0 0,0 0 0 0 0,0 0 0 0 0,-1 0 0 0 0,1 1 0 0 0,0-1 0 0 0,-1 0 0 0 0,1 1 0 0 0,0 2 0 0 0,18 36-17 0 0,-1 2 0 0 0,18 64 1 0 0,15 37 307 0 0,-40-118-209 0 0,-2-5 101 0 0,13 40-1 0 0,-23-61-174 0 0,0 1-1 0 0,0-1 1 0 0,0 0 0 0 0,1 1-1 0 0,-1-1 1 0 0,0 1 0 0 0,0-1-1 0 0,0 1 1 0 0,0-1-1 0 0,0 0 1 0 0,0 1 0 0 0,-1-1-1 0 0,1 1 1 0 0,0-1 0 0 0,0 0-1 0 0,0 1 1 0 0,0-1-1 0 0,0 1 1 0 0,0-1 0 0 0,-1 0-1 0 0,1 1 1 0 0,0-1 0 0 0,0 0-1 0 0,-1 1 1 0 0,1-1-1 0 0,0 0 1 0 0,-1 1 0 0 0,1-1-1 0 0,0 0 1 0 0,-1 0 0 0 0,1 1-1 0 0,0-1 1 0 0,-1 0-1 0 0,1 0 1 0 0,0 0 0 0 0,-1 1-1 0 0,1-1 1 0 0,-1 0 0 0 0,1 0-1 0 0,0 0 1 0 0,-1 0 0 0 0,1 0-1 0 0,-1 0 1 0 0,1 0-1 0 0,-1 0 1 0 0,1 0 0 0 0,0 0-1 0 0,-1 0 1 0 0,1 0 0 0 0,-1 0-1 0 0,1 0 1 0 0,0-1-1 0 0,-1 1 1 0 0,1 0 0 0 0,-1 0-1 0 0,-30-10 253 0 0,25 8-202 0 0,-60-21 336 0 0,26 8-269 0 0,-1 1 0 0 0,-57-10 1 0 0,57 16-76 0 0,24 4 24 0 0,1 1 0 0 0,-31-2 0 0 0,100 15-2324 0 0,6-9-5524 0 0,-23-3 491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7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22 16959 0 0,'0'0'46'0'0,"-1"-1"-1"0"0,1 1 0 0 0,0 0 1 0 0,-1-1-1 0 0,1 1 0 0 0,-1 0 1 0 0,1 0-1 0 0,0-1 0 0 0,-1 1 1 0 0,1 0-1 0 0,-1 0 0 0 0,1-1 1 0 0,0 1-1 0 0,-1 0 0 0 0,1 0 1 0 0,-1 0-1 0 0,1 0 0 0 0,-1 0 1 0 0,1 0-1 0 0,-1 0 1 0 0,1 0-1 0 0,-1 0 0 0 0,1 0 1 0 0,-1 0-1 0 0,1 0 0 0 0,-1 0 1 0 0,1 0-1 0 0,0 0 0 0 0,-1 1 1 0 0,1-1-1 0 0,-1 0 0 0 0,1 0 1 0 0,-1 0-1 0 0,1 1 0 0 0,0-1 1 0 0,-1 0-1 0 0,1 1 0 0 0,0-1 1 0 0,-1 0-1 0 0,1 1 0 0 0,0-1 1 0 0,-1 0-1 0 0,1 1 0 0 0,0-1 1 0 0,0 1-1 0 0,-1-1 1 0 0,1 0-1 0 0,0 1 0 0 0,0-1 1 0 0,0 1-1 0 0,-11 29 642 0 0,9-22-303 0 0,-6 16 140 0 0,2 0 1 0 0,0 0-1 0 0,2 0 0 0 0,-3 44 1 0 0,7-58-306 0 0,1 1 0 0 0,0-1 0 0 0,0 0 0 0 0,1 0 0 0 0,0 0 0 0 0,5 12 0 0 0,-5-16-111 0 0,0-1 1 0 0,1 1-1 0 0,0-1 1 0 0,0 0-1 0 0,0 0 1 0 0,1 0-1 0 0,-1 0 0 0 0,1 0 1 0 0,1-1-1 0 0,-1 0 1 0 0,8 6-1 0 0,-8-7-62 0 0,0 0 0 0 0,0-1 0 0 0,1 1-1 0 0,-1-1 1 0 0,1 0 0 0 0,-1 0 0 0 0,1-1 0 0 0,0 1 0 0 0,-1-1-1 0 0,1 0 1 0 0,0 0 0 0 0,0-1 0 0 0,0 1 0 0 0,0-1 0 0 0,8-1-1 0 0,-6 0-20 0 0,-1 0 0 0 0,1-1 0 0 0,0 0 0 0 0,-1 0 0 0 0,1-1-1 0 0,-1 0 1 0 0,0 0 0 0 0,0 0 0 0 0,0-1 0 0 0,6-5-1 0 0,-1 0-19 0 0,-1 1-1 0 0,-1-2 0 0 0,0 1 0 0 0,0-2 0 0 0,-1 1 0 0 0,0-1 0 0 0,-1 0 1 0 0,0 0-1 0 0,-1-1 0 0 0,0 0 0 0 0,4-14 0 0 0,-5 9-6 0 0,0 0-1 0 0,-2-1 1 0 0,0 1-1 0 0,1-27 0 0 0,-3 37 14 0 0,-1 1-1 0 0,-1-1 1 0 0,1 0-1 0 0,-1 1 1 0 0,0-1-1 0 0,0 0 1 0 0,-1 1-1 0 0,0 0 0 0 0,0-1 1 0 0,-1 1-1 0 0,0 0 1 0 0,0 0-1 0 0,0 0 1 0 0,-8-10-1 0 0,4 10 46 0 0,20 13-1207 0 0,13-1-961 0 0,-1-1-1 0 0,1-2 0 0 0,1 0 0 0 0,-1-1 1 0 0,49-5-1 0 0,-38 2 64 0 0,0 1 0 0 0,49 7 0 0 0,-73-5 2210 0 0,-1 1 0 0 0,1 0 0 0 0,23 10 0 0 0,-27-8 564 0 0,0-1 0 0 0,-1 1 0 0 0,1 1-1 0 0,-1 0 1 0 0,14 12 0 0 0,-15-11-6 0 0,-1 0-1 0 0,0 0 1 0 0,0 1 0 0 0,-1 0-1 0 0,0 0 1 0 0,8 16 0 0 0,-4 0 1582 0 0,8 30 0 0 0,1 2 394 0 0,-16-52-2553 0 0,0 0 0 0 0,0 1 0 0 0,0-1 0 0 0,0 0 0 0 0,1-1 0 0 0,0 1 0 0 0,-1 0 0 0 0,6 3 0 0 0,-8-6-146 0 0,1-1-1 0 0,-1 1 1 0 0,1 0-1 0 0,0-1 1 0 0,0 1 0 0 0,-1-1-1 0 0,1 0 1 0 0,0 1 0 0 0,0-1-1 0 0,0 0 1 0 0,0 1-1 0 0,-1-1 1 0 0,1 0 0 0 0,0 0-1 0 0,0 0 1 0 0,0 0-1 0 0,0 0 1 0 0,0 0 0 0 0,1 0-1 0 0,-1 0-71 0 0,0-1-1 0 0,0 1 0 0 0,0-1 0 0 0,0 1 0 0 0,0-1 1 0 0,0 0-1 0 0,0 0 0 0 0,0 1 0 0 0,0-1 1 0 0,0 0-1 0 0,-1 0 0 0 0,1 0 0 0 0,0 0 1 0 0,-1 0-1 0 0,1 0 0 0 0,0 0 0 0 0,-1 0 1 0 0,1-2-1 0 0,1-1-392 0 0,-1 0-1 0 0,-1 1 1 0 0,1-1 0 0 0,0 0 0 0 0,-1 0 0 0 0,0 0 0 0 0,0 1-1 0 0,0-6 1 0 0,-1-7-1507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7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10135 0 0,'0'0'167'0'0,"0"-1"0"0"0,-1 1 0 0 0,1-1 0 0 0,0 1-1 0 0,0-1 1 0 0,0 1 0 0 0,0-1 0 0 0,0 1 0 0 0,0-1 0 0 0,0 1-1 0 0,0-1 1 0 0,0 1 0 0 0,0-1 0 0 0,0 1 0 0 0,1-1-1 0 0,-1 1 1 0 0,0-1 0 0 0,0 1 0 0 0,0 0 0 0 0,1-1-1 0 0,1-2 1169 0 0,-1 2-1168 0 0,18-5 2333 0 0,-12 5-2170 0 0,0 0 0 0 0,1 1 0 0 0,12 1 1 0 0,0 3-91 0 0,0 0-1 0 0,-1 2 1 0 0,0 0 0 0 0,0 1 0 0 0,-1 1 0 0 0,0 1 0 0 0,25 16 0 0 0,10 9 368 0 0,50 45-1 0 0,-83-63-307 0 0,-2 1 0 0 0,25 27-1 0 0,-38-38-185 0 0,0 0 0 0 0,0 1-1 0 0,-1-1 1 0 0,1 1-1 0 0,-1 0 1 0 0,-1 0 0 0 0,0 1-1 0 0,0-1 1 0 0,0 1 0 0 0,-1-1-1 0 0,3 15 1 0 0,-5-19-66 0 0,0 0 1 0 0,0 0-1 0 0,0 1 1 0 0,-1-1 0 0 0,1 0-1 0 0,-1 0 1 0 0,0 0-1 0 0,0 0 1 0 0,0 0-1 0 0,0 0 1 0 0,0-1 0 0 0,-1 1-1 0 0,1 0 1 0 0,-1-1-1 0 0,1 1 1 0 0,-1-1-1 0 0,0 1 1 0 0,0-1 0 0 0,-1 0-1 0 0,1 1 1 0 0,0-1-1 0 0,-1-1 1 0 0,1 1-1 0 0,-1 0 1 0 0,0-1-1 0 0,-4 3 1 0 0,-7 2 108 0 0,0 0 0 0 0,-1-1-1 0 0,0-1 1 0 0,-17 3 0 0 0,14-3-27 0 0,-26 5 53 0 0,0-1-1 0 0,0-2 1 0 0,-1-3 0 0 0,0-1-1 0 0,-65-5 1 0 0,93 2-627 0 0,29 3-1659 0 0,29 4-6362 0 0,-15-5 1261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7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43 101 18719 0 0,'1'-2'159'0'0,"-1"0"1"0"0,1-1-1 0 0,0 1 0 0 0,0 0 0 0 0,0 0 0 0 0,0-1 1 0 0,0 1-1 0 0,1 0 0 0 0,-1 0 0 0 0,1 0 0 0 0,-1 1 1 0 0,1-1-1 0 0,0 0 0 0 0,0 1 0 0 0,0-1 0 0 0,2-1 0 0 0,1 0 199 0 0,1 1-1 0 0,0 0 0 0 0,0 0 1 0 0,1 0-1 0 0,6-1 0 0 0,-12 3-300 0 0,256-42 2203 0 0,-190 33-2766 0 0,-94 13-2275 0 0,-32 10 0 0 0,34-6 1841 0 0,-38 18 1 0 0,46-18 961 0 0,1 1 0 0 0,0 1-1 0 0,0 0 1 0 0,1 1 0 0 0,0 0 0 0 0,1 2 0 0 0,0-1-1 0 0,-15 20 1 0 0,15-14 328 0 0,1 1 0 0 0,0 1 1 0 0,1 0-1 0 0,1 1 0 0 0,1 0 0 0 0,1 1 0 0 0,1 0 0 0 0,-6 24 0 0 0,12-37-107 0 0,1 1 0 0 0,-1 0-1 0 0,2-1 1 0 0,-1 1 0 0 0,1 0 0 0 0,1 0-1 0 0,0 0 1 0 0,0-1 0 0 0,4 16 0 0 0,-3-18-93 0 0,1-1 0 0 0,0 0 0 0 0,0 1 0 0 0,0-1 1 0 0,1 0-1 0 0,0 0 0 0 0,0-1 0 0 0,0 1 1 0 0,1-1-1 0 0,0 0 0 0 0,0 0 0 0 0,0-1 1 0 0,0 1-1 0 0,11 6 0 0 0,-7-7-26 0 0,-1 0 1 0 0,0-1-1 0 0,1 1 0 0 0,0-2 1 0 0,0 1-1 0 0,0-1 0 0 0,0-1 1 0 0,0 1-1 0 0,0-1 0 0 0,0-1 0 0 0,0 0 1 0 0,17-2-1 0 0,10-3 52 0 0,66-18-1 0 0,-72 16-250 0 0,-27 6 4 0 0,17-5-665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10 105 9671 0 0,'-3'-9'381'0'0,"2"8"-274"0"0,0-1-1 0 0,0 0 1 0 0,0 0 0 0 0,0 0-1 0 0,1 0 1 0 0,-1 0-1 0 0,1 0 1 0 0,0 0-1 0 0,-1 0 1 0 0,1 0-1 0 0,0-4 1 0 0,1 5 252 0 0,-1 0 0 0 0,1-1 1 0 0,-1 1-1 0 0,1 0 1 0 0,-1 0-1 0 0,1 0 0 0 0,0-1 1 0 0,0 1-1 0 0,0 0 0 0 0,-1 0 1 0 0,1 0-1 0 0,0 0 1 0 0,3-1-1 0 0,3-4 78 0 0,1 1 1 0 0,1 0-1 0 0,-1 0 1 0 0,1 1-1 0 0,0 0 1 0 0,0 1-1 0 0,0 0 1 0 0,0 0 0 0 0,1 1-1 0 0,9-1 1 0 0,18-1-135 0 0,46 0 0 0 0,-61 3-157 0 0,27 2-1412 0 0,-27-1-220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8.9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42 10879 0 0,'-25'11'13152'0'0,"25"-10"-12946"0"0,1-1-149 0 0,-1 1 0 0 0,1-1 1 0 0,-1 1-1 0 0,1-1 0 0 0,0 1 1 0 0,-1-1-1 0 0,1 1 0 0 0,0-1 1 0 0,-1 0-1 0 0,1 1 0 0 0,0-1 0 0 0,0 0 1 0 0,-1 1-1 0 0,1-1 0 0 0,0 0 1 0 0,0 0-1 0 0,0 0 0 0 0,-1 0 1 0 0,2 0-1 0 0,11 0 180 0 0,0 0 0 0 0,0-1-1 0 0,-1-1 1 0 0,1 0 0 0 0,18-6-1 0 0,6 0-200 0 0,93-10-2158 0 0,-8 2-4349 0 0,-99 12-280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49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432 61 9671 0 0,'0'-2'327'0'0,"0"0"-1"0"0,-1 0 0 0 0,1 0 0 0 0,0 0 0 0 0,-1 0 1 0 0,1 0-1 0 0,-1 0 0 0 0,0 0 0 0 0,1 0 0 0 0,-1 0 1 0 0,0 1-1 0 0,0-1 0 0 0,0 0 0 0 0,-2-2 0 0 0,1 2-162 0 0,-1 0-1 0 0,1 0 1 0 0,-1 0-1 0 0,1 0 1 0 0,-1 0 0 0 0,1 0-1 0 0,-1 1 1 0 0,-4-3-1 0 0,0 2-44 0 0,1 0 0 0 0,0 0-1 0 0,0 1 1 0 0,-1 0 0 0 0,1 0-1 0 0,0 0 1 0 0,-1 1 0 0 0,-10 0 0 0 0,3 2 89 0 0,-1 1 0 0 0,1 0 0 0 0,-1 2 0 0 0,1-1 0 0 0,0 2 0 0 0,1-1 0 0 0,-1 2 0 0 0,1 0 0 0 0,0 1 1 0 0,1 0-1 0 0,0 1 0 0 0,0 0 0 0 0,1 1 0 0 0,0 0 0 0 0,1 0 0 0 0,-18 25 0 0 0,17-20-10 0 0,0 0 0 0 0,1 1 0 0 0,1 0 0 0 0,1 1 1 0 0,0 0-1 0 0,1 0 0 0 0,1 1 0 0 0,1-1 0 0 0,0 1 0 0 0,1 1 0 0 0,1-1 0 0 0,1 0 0 0 0,0 22 0 0 0,2-34-129 0 0,1 0 0 0 0,-1 0 0 0 0,1 0 0 0 0,0 0 0 0 0,0 0 0 0 0,1-1 0 0 0,0 1 0 0 0,0-1 0 0 0,0 1 0 0 0,1-1 0 0 0,0 0 0 0 0,0 1 0 0 0,0-2 0 0 0,0 1 0 0 0,1 0 0 0 0,0-1 0 0 0,0 1 0 0 0,0-1 0 0 0,1 0 1 0 0,-1 0-1 0 0,10 5 0 0 0,-5-4-15 0 0,0 0 0 0 0,1-1 0 0 0,0-1 0 0 0,0 1 0 0 0,0-1 0 0 0,0-1 0 0 0,1 0 1 0 0,-1 0-1 0 0,1-1 0 0 0,-1-1 0 0 0,16 0 0 0 0,20-4-100 0 0,-1-2 0 0 0,0-1 1 0 0,-1-3-1 0 0,69-24 0 0 0,-100 30-332 0 0,34-15-522 0 0,-19 3-3695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27 13823 0 0,'0'0'43'0'0,"0"0"-1"0"0,0-1 1 0 0,0 1-1 0 0,1 0 1 0 0,-1 0-1 0 0,0 0 0 0 0,0 0 1 0 0,0 0-1 0 0,0-1 1 0 0,0 1-1 0 0,0 0 1 0 0,0 0-1 0 0,0 0 1 0 0,1 0-1 0 0,-1 0 0 0 0,0 0 1 0 0,0 0-1 0 0,0 0 1 0 0,0-1-1 0 0,0 1 1 0 0,1 0-1 0 0,-1 0 1 0 0,0 0-1 0 0,0 0 0 0 0,0 0 1 0 0,0 0-1 0 0,1 0 1 0 0,-1 0-1 0 0,0 0 1 0 0,0 0-1 0 0,0 0 1 0 0,0 0-1 0 0,1 0 0 0 0,-1 0 1 0 0,0 0-1 0 0,0 0 1 0 0,0 0-1 0 0,0 1 1 0 0,0-1-1 0 0,1 0 1 0 0,-1 0-1 0 0,0 0 0 0 0,0 0 1 0 0,0 0-1 0 0,0 0 1 0 0,0 0-1 0 0,1 1 1 0 0,5 10 1668 0 0,3 21-46 0 0,-8-28-1729 0 0,6 27 268 0 0,0 1 0 0 0,-2-1 1 0 0,-2 1-1 0 0,0 0 1 0 0,-3 0-1 0 0,0 0 1 0 0,-2 0-1 0 0,-2 0 1 0 0,0 0-1 0 0,-2-1 0 0 0,-20 59 1 0 0,15-66-144 0 0,10-23-69 0 0,1 0 0 0 0,-1 0 0 0 0,1 0 0 0 0,-1 0 0 0 0,0 0 0 0 0,1 0 0 0 0,-1 0 0 0 0,0 0 0 0 0,0-1 0 0 0,0 1 0 0 0,0 0 0 0 0,0 0 0 0 0,0-1 0 0 0,0 1 0 0 0,0 0 0 0 0,0-1 0 0 0,0 1 0 0 0,0-1 0 0 0,-1 1 0 0 0,2-1-1 0 0,-1 0-1 0 0,1 0 0 0 0,0 0 1 0 0,0 0-1 0 0,-1 0 1 0 0,1 0-1 0 0,0 0 0 0 0,-1 0 1 0 0,1 0-1 0 0,0 0 1 0 0,0-1-1 0 0,-1 1 0 0 0,1 0 1 0 0,0 0-1 0 0,0 0 1 0 0,-1 0-1 0 0,1 0 0 0 0,0 0 1 0 0,0-1-1 0 0,-1 1 1 0 0,1 0-1 0 0,0 0 0 0 0,0 0 1 0 0,0-1-1 0 0,0 1 1 0 0,-1 0-1 0 0,1 0 0 0 0,0-1 1 0 0,0 1-1 0 0,0 0 1 0 0,0 0-1 0 0,0-1 0 0 0,0 1 1 0 0,-1-1-1 0 0,4-11-218 0 0,10-9 160 0 0,9 3 247 0 0,1 2 1 0 0,1 0-1 0 0,0 1 0 0 0,38-15 0 0 0,32-20 185 0 0,-56 26-160 0 0,-1-2 0 0 0,48-45 1 0 0,-68 55-170 0 0,0-1 0 0 0,-2 0 0 0 0,0-1 0 0 0,-1-1 0 0 0,-1 0 1 0 0,17-33-1 0 0,-30 52-34 0 0,16-40 88 0 0,-15 37-84 0 0,0 0 0 0 0,0 1 1 0 0,-1-1-1 0 0,1 0 0 0 0,-1 1 0 0 0,0-1 1 0 0,0 0-1 0 0,0 1 0 0 0,0-1 1 0 0,0 0-1 0 0,0 0 0 0 0,-1 1 1 0 0,-1-5-1 0 0,2 7-3 0 0,0-1 1 0 0,0 1-1 0 0,0 0 1 0 0,0-1-1 0 0,0 1 1 0 0,-1 0-1 0 0,1-1 1 0 0,0 1-1 0 0,0 0 1 0 0,-1-1-1 0 0,1 1 1 0 0,0 0-1 0 0,-1-1 1 0 0,1 1-1 0 0,0 0 1 0 0,-1 0-1 0 0,1-1 1 0 0,0 1-1 0 0,-1 0 1 0 0,1 0-1 0 0,0 0 1 0 0,-1 0-1 0 0,1-1 1 0 0,-1 1-1 0 0,1 0 1 0 0,0 0-1 0 0,-1 0 1 0 0,1 0-1 0 0,-1 0 1 0 0,1 0-1 0 0,0 0 1 0 0,-1 0-1 0 0,1 0 1 0 0,-1 0-1 0 0,1 1 1 0 0,-16 9 177 0 0,-7 20 79 0 0,8-6-116 0 0,2 2-1 0 0,0-1 1 0 0,2 2-1 0 0,1 0 1 0 0,1 0 0 0 0,1 0-1 0 0,2 1 1 0 0,1 0-1 0 0,0 0 1 0 0,3 1-1 0 0,0-1 1 0 0,2 1 0 0 0,3 30-1 0 0,-3-55-136 0 0,1 0-1 0 0,-1 0 1 0 0,1 0-1 0 0,0 0 1 0 0,1 0-1 0 0,-1 0 1 0 0,1 0-1 0 0,-1 0 1 0 0,1-1-1 0 0,0 1 1 0 0,1 0 0 0 0,-1-1-1 0 0,0 0 1 0 0,1 1-1 0 0,3 2 1 0 0,-3-4-167 0 0,0 0 1 0 0,0 0-1 0 0,0-1 1 0 0,0 1-1 0 0,0-1 1 0 0,0 1 0 0 0,0-1-1 0 0,1 0 1 0 0,-1 0-1 0 0,0-1 1 0 0,1 1-1 0 0,-1-1 1 0 0,1 0-1 0 0,-1 0 1 0 0,0 0-1 0 0,1 0 1 0 0,-1 0 0 0 0,6-2-1 0 0,13-2-1367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20 441 13823 0 0,'-2'6'898'0'0,"0"0"0"0"0,0 0 0 0 0,0 0-1 0 0,1 1 1 0 0,0-1 0 0 0,0 12 0 0 0,1-10-453 0 0,-1-1 1 0 0,1 0-1 0 0,-2 0 1 0 0,-3 14-1 0 0,17-70 2747 0 0,5 1-2747 0 0,39-112-482 0 0,-39 100-85 0 0,-7 23 21 0 0,1 1-1 0 0,2 0 1 0 0,18-36-1 0 0,-29 68 85 0 0,1 0-1 0 0,-1 0 1 0 0,1 0 0 0 0,-1 1-1 0 0,1-1 1 0 0,0 1 0 0 0,0 0-1 0 0,0-1 1 0 0,1 2 0 0 0,-1-1-1 0 0,5-3 1 0 0,-6 6 8 0 0,0-1 0 0 0,-1 0 0 0 0,1 1 0 0 0,0-1 0 0 0,0 1 0 0 0,-1 0 0 0 0,1-1-1 0 0,0 1 1 0 0,0 0 0 0 0,0 0 0 0 0,-1 0 0 0 0,1 0 0 0 0,0 1 0 0 0,0-1 0 0 0,0 0 0 0 0,-1 1 0 0 0,1-1 0 0 0,0 1 0 0 0,-1 0 0 0 0,1-1 0 0 0,0 1 0 0 0,-1 0 0 0 0,1 0-1 0 0,-1 0 1 0 0,1 0 0 0 0,-1 0 0 0 0,0 1 0 0 0,1-1 0 0 0,1 2 0 0 0,5 7-20 0 0,0-1-1 0 0,-1 1 1 0 0,0 0 0 0 0,-1 1-1 0 0,0-1 1 0 0,0 1 0 0 0,-1 1 0 0 0,6 18-1 0 0,20 104 227 0 0,-20-78-18 0 0,4 6 23 0 0,12 66 452 0 0,-27-126-626 0 0,1 0 0 0 0,-1 0 1 0 0,0 0-1 0 0,0 0 0 0 0,0 0 0 0 0,0 0 0 0 0,-1 0 0 0 0,1 0 0 0 0,0 0 1 0 0,-2 2-1 0 0,2-3-8 0 0,0-1 0 0 0,0 1 0 0 0,-1-1 0 0 0,1 1 0 0 0,-1 0 0 0 0,1-1 0 0 0,-1 1 1 0 0,1-1-1 0 0,-1 1 0 0 0,1-1 0 0 0,-1 1 0 0 0,1-1 0 0 0,-1 1 0 0 0,1-1 0 0 0,-1 0 0 0 0,0 1 1 0 0,1-1-1 0 0,-1 0 0 0 0,-1 1 0 0 0,-2-1 46 0 0,0 0 1 0 0,0 0 0 0 0,0 0-1 0 0,0 0 1 0 0,1-1-1 0 0,-1 1 1 0 0,0-1-1 0 0,-5-2 1 0 0,-2 0-50 0 0,-120-22 570 0 0,110 23-499 0 0,0 0 0 0 0,0 1 0 0 0,0 1 0 0 0,-27 3 0 0 0,48-3-89 0 0,1 0-1 0 0,-1 0 1 0 0,0 0 0 0 0,0 0 0 0 0,0 1 0 0 0,0-1 0 0 0,0 0-1 0 0,0 0 1 0 0,0 0 0 0 0,0 0 0 0 0,0 0 0 0 0,0 0 0 0 0,0 0-1 0 0,1 1 1 0 0,-1-1 0 0 0,0 0 0 0 0,0 0 0 0 0,0 0 0 0 0,0 0 0 0 0,0 0-1 0 0,0 1 1 0 0,0-1 0 0 0,0 0 0 0 0,0 0 0 0 0,0 0 0 0 0,0 0-1 0 0,0 0 1 0 0,0 0 0 0 0,0 1 0 0 0,0-1 0 0 0,-1 0 0 0 0,1 0-1 0 0,0 0 1 0 0,0 0 0 0 0,0 0 0 0 0,0 0 0 0 0,0 1 0 0 0,0-1-1 0 0,0 0 1 0 0,0 0 0 0 0,0 0 0 0 0,0 0 0 0 0,-1 0 0 0 0,1 0 0 0 0,0 0-1 0 0,0 0 1 0 0,0 0 0 0 0,0 0 0 0 0,0 1 0 0 0,13 3-480 0 0,9-4-883 0 0,0-1-1 0 0,0-1 1 0 0,34-7 0 0 0,-20 2-771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 17911 0 0,'4'-6'492'0'0,"13"-9"680"0"0,-17 15-1132 0 0,1 0 0 0 0,-1 0 0 0 0,1-1 0 0 0,-1 1 0 0 0,1 0 0 0 0,-1 0 0 0 0,1 0 0 0 0,0 0 0 0 0,-1 0 0 0 0,1 0 0 0 0,-1 0 0 0 0,1 1 0 0 0,-1-1 0 0 0,1 0 0 0 0,0 0 1 0 0,-1 0-1 0 0,1 1 0 0 0,-1-1 0 0 0,1 0 0 0 0,-1 0 0 0 0,1 1 0 0 0,-1-1 0 0 0,1 0 0 0 0,-1 1 0 0 0,0-1 0 0 0,1 1 0 0 0,-1-1 0 0 0,1 1 0 0 0,-1-1 0 0 0,0 1 0 0 0,0-1 0 0 0,1 1 0 0 0,-1-1 0 0 0,0 1 0 0 0,0-1 0 0 0,1 1 0 0 0,-1 0 1 0 0,9 17 432 0 0,-1 0 1 0 0,-1 1 0 0 0,-1 0 0 0 0,0 0-1 0 0,4 26 1 0 0,5 102 1060 0 0,-4-29-456 0 0,-5-102-938 0 0,-2-12-753 0 0,-2-11-1882 0 0,-3-1 1079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0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0 143 19351 0 0,'4'-3'277'0'0,"0"0"0"0"0,0 1 0 0 0,1-1 0 0 0,-1 1 0 0 0,0 0 0 0 0,1 0 0 0 0,-1 0 0 0 0,1 1 0 0 0,0-1 0 0 0,-1 1 0 0 0,1 0-1 0 0,5 0 1 0 0,15-4 540 0 0,562-104 830 0 0,-585 108-1644 0 0,19-1-1763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1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251 98 5983 0 0,'26'-33'3212'0'0,"-21"28"-2284"0"0,-1 0 1 0 0,0 0 0 0 0,0-1-1 0 0,0 1 1 0 0,0-1 0 0 0,-1 0-1 0 0,0 0 1 0 0,3-7 0 0 0,-6 13-893 0 0,0 0 1 0 0,0-1 0 0 0,0 1 0 0 0,0 0 0 0 0,0 0 0 0 0,0 0 0 0 0,0-1 0 0 0,0 1 0 0 0,0 0-1 0 0,0 0 1 0 0,0 0 0 0 0,0 0 0 0 0,0-1 0 0 0,0 1 0 0 0,0 0 0 0 0,0 0 0 0 0,0 0-1 0 0,0-1 1 0 0,0 1 0 0 0,0 0 0 0 0,0 0 0 0 0,0 0 0 0 0,0 0 0 0 0,0-1 0 0 0,0 1 0 0 0,0 0-1 0 0,0 0 1 0 0,0 0 0 0 0,0 0 0 0 0,-1-1 0 0 0,1 1 0 0 0,0 0 0 0 0,0 0 0 0 0,0 0-1 0 0,0 0 1 0 0,0 0 0 0 0,-1 0 0 0 0,1-1 0 0 0,0 1 0 0 0,0 0 0 0 0,0 0 0 0 0,0 0 0 0 0,-1 0-1 0 0,1 0 1 0 0,0 0 0 0 0,0 0 0 0 0,0 0 0 0 0,-1 0 0 0 0,1 0 0 0 0,0 0 0 0 0,-14 5 776 0 0,-12 13-173 0 0,-4 8-517 0 0,1 2-1 0 0,2 1 1 0 0,1 1-1 0 0,1 2 1 0 0,2 0-1 0 0,1 1 1 0 0,-32 67-1 0 0,48-87-32 0 0,0 1-1 0 0,1-1 1 0 0,1 1-1 0 0,0 1 1 0 0,1-1-1 0 0,1 0 1 0 0,0 1-1 0 0,1-1 1 0 0,1 19-1 0 0,0-28-32 0 0,0 0 0 0 0,1 0 0 0 0,0 1 0 0 0,0-1 0 0 0,1 0 0 0 0,-1 0 0 0 0,1 0 0 0 0,0 0 0 0 0,0 0 0 0 0,1-1 0 0 0,-1 1 0 0 0,1 0 0 0 0,0-1 0 0 0,0 0 0 0 0,1 0 0 0 0,-1 0 0 0 0,1 0 0 0 0,0-1 0 0 0,0 1 0 0 0,0-1 0 0 0,1 0 0 0 0,-1 0 0 0 0,1 0 0 0 0,-1-1 0 0 0,1 0 0 0 0,0 0 0 0 0,0 0 0 0 0,7 2 0 0 0,3-1 25 0 0,1 0 0 0 0,0-2 1 0 0,-1 1-1 0 0,1-2 0 0 0,0 0 0 0 0,0-1 0 0 0,-1 0 0 0 0,1-2 0 0 0,21-5 1 0 0,-18 3-61 0 0,1-1 0 0 0,-1-1 0 0 0,0-1 0 0 0,-1 0 0 0 0,0-1 0 0 0,32-23 0 0 0,-44 28-16 0 0,-1-1-1 0 0,1 0 0 0 0,-1 0 1 0 0,0 0-1 0 0,0-1 1 0 0,0 0-1 0 0,-1 0 0 0 0,0 0 1 0 0,0 0-1 0 0,4-11 1 0 0,-7 14-3 0 0,0 1 1 0 0,0-1 0 0 0,-1 1 0 0 0,1-1-1 0 0,-1 1 1 0 0,1-1 0 0 0,-1 0-1 0 0,0 1 1 0 0,0-1 0 0 0,-1 1-1 0 0,1-1 1 0 0,0 0 0 0 0,-1 1-1 0 0,1-1 1 0 0,-1 1 0 0 0,0-1-1 0 0,0 1 1 0 0,0 0 0 0 0,0-1 0 0 0,0 1-1 0 0,-1 0 1 0 0,1 0 0 0 0,-1-1-1 0 0,1 1 1 0 0,-1 0 0 0 0,0 1-1 0 0,0-1 1 0 0,0 0 0 0 0,0 0-1 0 0,0 1 1 0 0,0-1 0 0 0,-4-1-1 0 0,-1-1-18 0 0,-1 0 1 0 0,1 1-1 0 0,-1-1 0 0 0,1 2 0 0 0,-1-1 0 0 0,0 1 0 0 0,0 0 0 0 0,0 1 0 0 0,0-1 0 0 0,0 2 0 0 0,-1-1 0 0 0,1 1 0 0 0,0 1 0 0 0,0-1 0 0 0,0 1 0 0 0,0 1 0 0 0,-9 2 0 0 0,17-4-15 0 0,0 0 0 0 0,-1 0-1 0 0,1 0 1 0 0,0 0 0 0 0,-1 0-1 0 0,1 0 1 0 0,0 0 0 0 0,-1 0 0 0 0,1 0-1 0 0,0 0 1 0 0,0 1 0 0 0,-1-1-1 0 0,1 0 1 0 0,0 0 0 0 0,-1 0 0 0 0,1 0-1 0 0,0 1 1 0 0,0-1 0 0 0,-1 0-1 0 0,1 0 1 0 0,0 1 0 0 0,0-1 0 0 0,0 0-1 0 0,0 1 1 0 0,-1-1 0 0 0,1 0-1 0 0,0 0 1 0 0,0 1 0 0 0,0-1 0 0 0,0 0-1 0 0,0 1 1 0 0,0-1 0 0 0,0 0-1 0 0,0 1 1 0 0,9 7-1300 0 0,20 2-1697 0 0,-5-6 1092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2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2 193 11975 0 0,'13'106'6568'0'0,"-10"-70"-6040"0"0,11 230 4871 0 0,-37-416-4750 0 0,18 101-1300 0 0,1-90 0 0 0,5 118 563 0 0,1 1 0 0 0,1 0 1 0 0,0 0-1 0 0,2 0 0 0 0,0 1 1 0 0,1-1-1 0 0,11-21 0 0 0,-15 36 73 0 0,1-1 0 0 0,0 1-1 0 0,1 0 1 0 0,0 0 0 0 0,-1 0-1 0 0,2 0 1 0 0,-1 1 0 0 0,0-1-1 0 0,1 1 1 0 0,0 0 0 0 0,0 1 0 0 0,0-1-1 0 0,0 1 1 0 0,1 0 0 0 0,-1 0-1 0 0,1 1 1 0 0,0-1 0 0 0,8-1-1 0 0,-9 3 11 0 0,0 0 0 0 0,1 0-1 0 0,-1 1 1 0 0,0 0-1 0 0,1 0 1 0 0,-1 0 0 0 0,0 1-1 0 0,0 0 1 0 0,1 0 0 0 0,-1 0-1 0 0,0 0 1 0 0,0 1-1 0 0,0 0 1 0 0,0 0 0 0 0,0 0-1 0 0,-1 1 1 0 0,1 0-1 0 0,-1 0 1 0 0,1 0 0 0 0,-1 0-1 0 0,7 7 1 0 0,-8-6 39 0 0,0-1 0 0 0,0 1 1 0 0,0-1-1 0 0,-1 1 0 0 0,1 0 0 0 0,-1 0 1 0 0,0 0-1 0 0,0 0 0 0 0,0 1 0 0 0,0-1 1 0 0,-1 1-1 0 0,0-1 0 0 0,0 1 0 0 0,1 8 1 0 0,-2-9 13 0 0,0-1 0 0 0,0 1 0 0 0,-1-1 0 0 0,1 1 0 0 0,-1-1 0 0 0,0 0 0 0 0,0 1 0 0 0,0-1 1 0 0,0 0-1 0 0,0 0 0 0 0,-1 0 0 0 0,0 1 0 0 0,1-1 0 0 0,-1-1 0 0 0,0 1 0 0 0,-1 0 0 0 0,1 0 0 0 0,0-1 1 0 0,-1 0-1 0 0,-3 4 0 0 0,-4 0 127 0 0,0 0 1 0 0,0-1-1 0 0,-1 0 1 0 0,0-1-1 0 0,1 0 1 0 0,-1 0-1 0 0,-1-1 0 0 0,-18 2 1 0 0,16-2-693 0 0,-1-2-1 0 0,1 0 1 0 0,-1 0-1 0 0,-26-4 1 0 0,74 7-2480 0 0,-11-3 899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2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17735 0 0,'0'-1'45'0'0,"0"1"0"0"0,1 0-1 0 0,-1 0 1 0 0,0-1 0 0 0,0 1 0 0 0,0 0-1 0 0,1 0 1 0 0,-1 0 0 0 0,0 0 0 0 0,0-1-1 0 0,1 1 1 0 0,-1 0 0 0 0,0 0 0 0 0,0 0-1 0 0,1 0 1 0 0,-1 0 0 0 0,0 0 0 0 0,1 0-1 0 0,-1 0 1 0 0,0 0 0 0 0,0 0 0 0 0,1 0-1 0 0,-1 0 1 0 0,0 0 0 0 0,1 0 0 0 0,-1 0-1 0 0,0 0 1 0 0,0 0 0 0 0,1 0 0 0 0,-1 0-1 0 0,0 0 1 0 0,1 0 0 0 0,-1 0 0 0 0,0 1-1 0 0,0-1 1 0 0,1 0 0 0 0,-1 0 0 0 0,0 0-1 0 0,0 0 1 0 0,1 1 0 0 0,7 15 1203 0 0,1 29 126 0 0,-8-39-1168 0 0,10 88 2139 0 0,0 174 0 0 0,-11-268-2344 0 0,2 30 280 0 0,-2-29-284 0 0,0 0 0 0 0,0 0 0 0 0,0-1 1 0 0,0 1-1 0 0,0 0 0 0 0,0 0 0 0 0,0 0 0 0 0,0-1 0 0 0,0 1 0 0 0,1 0 0 0 0,-1 0 0 0 0,0 0 0 0 0,1-1 0 0 0,-1 1 0 0 0,0 0 0 0 0,1 0 0 0 0,-1-1 0 0 0,1 1 0 0 0,-1 0 0 0 0,1-1 0 0 0,0 1 0 0 0,-1-1 0 0 0,1 1 0 0 0,-1-1 0 0 0,1 1 0 0 0,0-1 0 0 0,0 1 0 0 0,-1-1 0 0 0,1 1 0 0 0,0-1 0 0 0,0 0 0 0 0,0 1 0 0 0,0-2-78 0 0,0 1 0 0 0,0-1-1 0 0,0 1 1 0 0,0-1-1 0 0,-1 0 1 0 0,1 1-1 0 0,0-1 1 0 0,0 0-1 0 0,-1 0 1 0 0,1 1 0 0 0,-1-1-1 0 0,1 0 1 0 0,-1 0-1 0 0,1 0 1 0 0,-1 0-1 0 0,1 0 1 0 0,-1 0-1 0 0,0 0 1 0 0,1-1 0 0 0,4-14-3865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09:52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0 106 20647 0 0,'1'-2'117'0'0,"-1"0"-1"0"0,1 1 0 0 0,-1-1 1 0 0,1 1-1 0 0,-1-1 1 0 0,1 0-1 0 0,0 1 1 0 0,0 0-1 0 0,0-1 1 0 0,0 1-1 0 0,0-1 0 0 0,0 1 1 0 0,0 0-1 0 0,0 0 1 0 0,0 0-1 0 0,1 0 1 0 0,0-1-1 0 0,1 0 37 0 0,1 2-1 0 0,-1-1 1 0 0,0 0-1 0 0,0 1 1 0 0,0-1 0 0 0,0 1-1 0 0,6 0 1 0 0,-1 0 189 0 0,243-19 3391 0 0,0-23-3632 0 0,-219 35-2301 0 0,0 1-7149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0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4224 424 919 0 0,'1'-1'183'0'0,"0"0"-1"0"0,-1 0 1 0 0,1 0-1 0 0,-1 0 0 0 0,1 0 1 0 0,0 0-1 0 0,-1 0 0 0 0,0 0 1 0 0,1 0-1 0 0,-1 0 0 0 0,0 0 1 0 0,1-1-1 0 0,-1 1 0 0 0,0 0 1 0 0,0 0-1 0 0,0 0 0 0 0,0 0 1 0 0,0 0-1 0 0,0-1 0 0 0,0 1 1 0 0,-1 0-1 0 0,1 0 0 0 0,0 0 1 0 0,-1 0-1 0 0,1 0 0 0 0,0 0 1 0 0,-1 0-1 0 0,0-1 0 0 0,-15-33 5442 0 0,10 26-5205 0 0,1 1-1 0 0,-2 1 1 0 0,1-1-1 0 0,-1 1 0 0 0,0 0 1 0 0,-1 1-1 0 0,-11-9 0 0 0,-65-34-148 0 0,44 26 313 0 0,-1 2-151 0 0,-2 2 0 0 0,1 1 0 0 0,-2 3 0 0 0,-71-16 0 0 0,20 10 65 0 0,-1 4 0 0 0,-128-5 0 0 0,-273 8 1020 0 0,100 15-589 0 0,331 1-612 0 0,-95 15-1 0 0,-64 24-139 0 0,155-27-151 0 0,-43 13 63 0 0,1 4 0 0 0,-170 72 0 0 0,191-66-39 0 0,-107 47 103 0 0,152-62-101 0 0,1 3 1 0 0,-50 35-1 0 0,-5 14 101 0 0,-131 128 1 0 0,67-35-4 0 0,132-129-115 0 0,1 0-1 0 0,-44 75 0 0 0,-83 198 227 0 0,134-251-256 0 0,2 1 0 0 0,3 1-1 0 0,-16 90 1 0 0,21-54 16 0 0,-4 128-1 0 0,17-171 1 0 0,4 0-1 0 0,1 1 1 0 0,22 101-1 0 0,7-39 96 0 0,4-2-1 0 0,68 145 0 0 0,-5-68 225 0 0,-50-100-2 0 0,-2-8-81 0 0,4-3 0 0 0,3-1 0 0 0,4-3 0 0 0,88 90 0 0 0,-46-70 443 0 0,123 91-1 0 0,-161-142-604 0 0,2-3 0 0 0,3-3 0 0 0,1-3 0 0 0,136 54 0 0 0,25-26 150 0 0,-111-36-62 0 0,-8-2-80 0 0,152 19-1 0 0,-151-32-89 0 0,149 15 51 0 0,242-18 54 0 0,-31-18-53 0 0,-169-25-47 0 0,-65 3 30 0 0,-60 11-15 0 0,288-66 0 0 0,-94-35-32 0 0,-325 101 0 0 0,128-52 0 0 0,-142 54 0 0 0,1-2 0 0 0,-2-2 0 0 0,31-22 0 0 0,152-132 32 0 0,-169 132-21 0 0,-3-2-1 0 0,57-74 1 0 0,54-98 18 0 0,22-28 6 0 0,-146 201-25 0 0,-1-2-1 0 0,-2-1 1 0 0,-3-1 0 0 0,-1 0 0 0 0,-3-2-1 0 0,-1-1 1 0 0,-3 0 0 0 0,11-56-1 0 0,-9 10 4 0 0,-5-1 0 0 0,-3 0 0 0 0,-5-139 0 0 0,-8 123 37 0 0,-21-130 1 0 0,14 182-117 0 0,-3 0 0 0 0,-2 1 0 0 0,-42-103 0 0 0,17 74 79 0 0,-4 2 0 0 0,-3 2-1 0 0,-4 2 1 0 0,-76-92 0 0 0,83 119-13 0 0,-61-57 0 0 0,69 78 3 0 0,-29-30-82 0 0,-3 4 0 0 0,-99-68-1 0 0,148 115 60 0 0,-283-177-376 0 0,-13 23 88 0 0,249 137 198 0 0,-1 4 0 0 0,-2 2 0 0 0,0 3-1 0 0,-1 4 1 0 0,-1 2 0 0 0,-98-7-1 0 0,86 18 14 0 0,0 4 0 0 0,-137 17 0 0 0,30 21-1636 0 0,132-21-1915 0 0,-67 29 1 0 0,30-2-4455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2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19 8751 0 0,'-36'-15'9281'0'0,"36"15"-9228"0"0,14-2 1757 0 0,60 1-469 0 0,86 9 0 0 0,-26 1-7909 0 0,-90-8-314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3.6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33 214 12695 0 0,'-14'-14'1045'0'0,"-4"-7"897"0"0,18 20-1929 0 0,0 1 0 0 0,0 0 0 0 0,0-1 0 0 0,0 1 0 0 0,0 0 0 0 0,1-1 0 0 0,-1 1 0 0 0,0 0 0 0 0,0 0 0 0 0,0-1 0 0 0,0 1 0 0 0,1 0 0 0 0,-1-1 0 0 0,0 1 0 0 0,0 0 0 0 0,0 0 0 0 0,1-1 0 0 0,-1 1 0 0 0,0 0 0 0 0,0 0 0 0 0,1 0 0 0 0,-1 0 1 0 0,0-1-1 0 0,1 1 0 0 0,-1 0 0 0 0,0 0 0 0 0,1 0 0 0 0,-1 0 0 0 0,0 0 0 0 0,1 0 0 0 0,-1 0 0 0 0,0 0 0 0 0,1 0 0 0 0,-1 0 0 0 0,16-4 5 0 0,-15 4-7 0 0,225-55 472 0 0,14-3 136 0 0,142 9-99 0 0,-336 45-486 0 0,1 3 1 0 0,74 6-1 0 0,-95-2-4 0 0,-1 1 0 0 0,0 1 1 0 0,0 2-1 0 0,0 0 0 0 0,-1 1 0 0 0,31 16 0 0 0,-48-20 13 0 0,0 1-1 0 0,-1-1 0 0 0,1 2 1 0 0,-1-1-1 0 0,0 1 1 0 0,-1-1-1 0 0,1 2 0 0 0,-1-1 1 0 0,0 0-1 0 0,-1 1 0 0 0,1 0 1 0 0,-1 0-1 0 0,-1 1 1 0 0,0-1-1 0 0,0 1 0 0 0,0-1 1 0 0,-1 1-1 0 0,2 9 0 0 0,2 16 102 0 0,-1 0-1 0 0,-2 1 0 0 0,-2 35 1 0 0,-1-59-105 0 0,-38 776 1167 0 0,-32-224-688 0 0,2-34 340 0 0,62-452-689 0 0,-43 309 371 0 0,42-359-568 0 0,-2 0 0 0 0,0 0 0 0 0,-2-1 0 0 0,-1 0 0 0 0,-21 33 0 0 0,27-48-73 0 0,1-2-505 0 0,1 1 1 0 0,0-1-1 0 0,-5 18 1 0 0,3-4-669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4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30 13591 0 0,'0'-1'134'0'0,"0"0"0"0"0,-1 0 0 0 0,1 0 0 0 0,0 0 0 0 0,0 0 1 0 0,0 0-1 0 0,0 0 0 0 0,0 0 0 0 0,0 0 0 0 0,0 0 0 0 0,0 0 0 0 0,0 0 0 0 0,0 0 0 0 0,1 0 0 0 0,-1 0 0 0 0,0 0 0 0 0,1 1 0 0 0,-1-1 0 0 0,0 0 0 0 0,1 0 0 0 0,-1 0 0 0 0,1 0 0 0 0,0-1 0 0 0,1 1-68 0 0,0 1 0 0 0,-1-1 0 0 0,1 0-1 0 0,0 1 1 0 0,0-1 0 0 0,0 1 0 0 0,-1-1-1 0 0,1 1 1 0 0,0 0 0 0 0,0 0 0 0 0,0 0-1 0 0,3 0 1 0 0,15 0 1 0 0,4-1 460 0 0,-1 2 0 0 0,30 4 0 0 0,-45-3-330 0 0,-1-1 1 0 0,0 1-1 0 0,0 0 0 0 0,0 1 1 0 0,0 0-1 0 0,0 0 0 0 0,-1 0 1 0 0,1 1-1 0 0,-1 0 0 0 0,0 0 1 0 0,9 8-1 0 0,-4 0-96 0 0,0 0-1 0 0,-1 1 0 0 0,0 0 1 0 0,-1 0-1 0 0,-1 1 0 0 0,12 25 1 0 0,30 96 961 0 0,-36-92-752 0 0,27 58-1 0 0,-16-38-1330 0 0,-12-26 343 0 0,-5-29-2265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5.6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28 12095 0 0,'-5'-4'478'0'0,"1"1"0"0"0,0 0 1 0 0,-1 0-1 0 0,0 1 0 0 0,0-1 0 0 0,-5-1 0 0 0,12 2 16 0 0,9-1-298 0 0,15 2 246 0 0,-22 2-250 0 0,0 1 0 0 0,0-1 0 0 0,-1 1 0 0 0,1-1 0 0 0,-1 1 0 0 0,1 1-1 0 0,-1-1 1 0 0,1 0 0 0 0,-1 1 0 0 0,0-1 0 0 0,0 1 0 0 0,0 0 0 0 0,-1 0 0 0 0,1 0 0 0 0,-1 1 0 0 0,1-1 0 0 0,2 7 0 0 0,3 7 315 0 0,0-1 1 0 0,8 30 0 0 0,-10-29-350 0 0,27 102 602 0 0,-25-84-697 0 0,1-1-1 0 0,2-1 1 0 0,1 0 0 0 0,23 45-1 0 0,-19-58-30 0 0,-8-15 92 0 0,-8-12 224 0 0,-1 6-307 0 0,0 0 1 0 0,1 0-1 0 0,-1-1 0 0 0,0 1 1 0 0,0 0-1 0 0,0 0 0 0 0,0 0 1 0 0,0 0-1 0 0,0 0 0 0 0,0 1 0 0 0,0-1 1 0 0,0 0-1 0 0,-1 0 0 0 0,1 1 1 0 0,0-1-1 0 0,0 1 0 0 0,-1-1 0 0 0,1 1 1 0 0,0-1-1 0 0,-1 1 0 0 0,-2 0 1 0 0,-31-3 1145 0 0,33 3-1039 0 0,31-22 409 0 0,-16 12-510 0 0,20-16-83 0 0,-1-1-1 0 0,51-57 1 0 0,43-71-114 0 0,-87 105 137 0 0,-29 37 29 0 0,0 0 0 0 0,1 1 0 0 0,23-19 0 0 0,-30 28-13 0 0,-1 0 0 0 0,0 1 0 0 0,1 0 0 0 0,-1 0 0 0 0,1 0 0 0 0,-1 0-1 0 0,1 1 1 0 0,0-1 0 0 0,0 1 0 0 0,0 0 0 0 0,0 0 0 0 0,0 1 0 0 0,0-1 0 0 0,0 1 0 0 0,0-1 0 0 0,0 1 0 0 0,0 1-1 0 0,0-1 1 0 0,0 1 0 0 0,0-1 0 0 0,4 2 0 0 0,6 2-12 0 0,-8-4 81 0 0,-7-4 196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56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59 10223 0 0,'-42'-27'2477'0'0,"34"23"-1633"0"0,0-1-1 0 0,1 1 1 0 0,-1-2-1 0 0,-8-6 1 0 0,23 15-579 0 0,-1 0-1 0 0,1-1 1 0 0,0 1 0 0 0,0-1-1 0 0,-1 0 1 0 0,1-1 0 0 0,10 1 0 0 0,-5 0-52 0 0,29 5 71 0 0,0-2 0 0 0,55-1 0 0 0,83-11-242 0 0,48 1 6 0 0,-200 6-48 0 0,-18-1 0 0 0,-1 1 0 0 0,1 1 0 0 0,0-1 0 0 0,8 3 0 0 0,-22-3 4 0 0,-1 0-1 0 0,0 0 0 0 0,0 0 1 0 0,0 1-1 0 0,-5 1 1 0 0,-25 2-57 0 0,15-3-27 0 0,0 1-1 0 0,0 1 1 0 0,0 1-1 0 0,0 0 1 0 0,-21 9-1 0 0,5 0 253 0 0,-65 33 1 0 0,96-43-174 0 0,-1 1 0 0 0,1 0 0 0 0,0 0 0 0 0,1 0 0 0 0,-1 1 0 0 0,1-1 1 0 0,0 1-1 0 0,0 1 0 0 0,0-1 0 0 0,-7 12 0 0 0,12-17-5 0 0,0 0 0 0 0,0 1-1 0 0,0-1 1 0 0,-1 0 0 0 0,1 0 0 0 0,0 0-1 0 0,0 1 1 0 0,0-1 0 0 0,0 0 0 0 0,0 0-1 0 0,0 0 1 0 0,0 0 0 0 0,0 1 0 0 0,1-1-1 0 0,-1 0 1 0 0,0 0 0 0 0,0 0 0 0 0,0 0-1 0 0,0 1 1 0 0,0-1 0 0 0,0 0 0 0 0,0 0-1 0 0,0 0 1 0 0,0 0 0 0 0,0 1 0 0 0,1-1-1 0 0,-1 0 1 0 0,0 0 0 0 0,0 0 0 0 0,0 0-1 0 0,0 0 1 0 0,0 0 0 0 0,1 0 0 0 0,-1 0-1 0 0,0 1 1 0 0,0-1 0 0 0,0 0 0 0 0,0 0-1 0 0,1 0 1 0 0,-1 0 0 0 0,0 0 0 0 0,0 0-1 0 0,0 0 1 0 0,0 0 0 0 0,1 0 0 0 0,-1 0-1 0 0,0 0 1 0 0,0 0 0 0 0,0 0 0 0 0,1 0-1 0 0,-1 0 1 0 0,0 0 0 0 0,0 0 0 0 0,0 0-1 0 0,0-1 1 0 0,1 1 0 0 0,-1 0 0 0 0,12-2-158 0 0,-11 2 121 0 0,8-2-227 0 0,34-5-468 0 0,-41 7 741 0 0,0 0 1 0 0,-1-1-1 0 0,1 1 1 0 0,0 1 0 0 0,0-1-1 0 0,0 0 1 0 0,-1 0-1 0 0,1 1 1 0 0,0-1-1 0 0,0 1 1 0 0,-1-1-1 0 0,1 1 1 0 0,0 0-1 0 0,-1 0 1 0 0,1-1-1 0 0,-1 1 1 0 0,1 0-1 0 0,-1 1 1 0 0,3 1 0 0 0,-4-3 22 0 0,0 1 1 0 0,1-1-1 0 0,-1 0 1 0 0,0 1-1 0 0,0-1 1 0 0,0 0-1 0 0,1 1 1 0 0,-1-1-1 0 0,0 1 1 0 0,0-1-1 0 0,0 0 1 0 0,0 1-1 0 0,0-1 1 0 0,0 1-1 0 0,0-1 1 0 0,0 0-1 0 0,0 1 1 0 0,0-1-1 0 0,0 1 1 0 0,0-1-1 0 0,0 0 1 0 0,-1 1-1 0 0,1-1 1 0 0,0 0-1 0 0,0 1 1 0 0,0-1-1 0 0,0 1 1 0 0,-1-1-1 0 0,1 0 1 0 0,0 1 0 0 0,-1-1-1 0 0,-13 11 552 0 0,-19 1 238 0 0,33-12-811 0 0,0 0 0 0 0,-1 0 0 0 0,1 0 0 0 0,0 1 0 0 0,-1-1 0 0 0,1 0 0 0 0,0 0 0 0 0,-1 0 0 0 0,1 0 0 0 0,-1 0 0 0 0,1 0 0 0 0,0 0-1 0 0,-1 0 1 0 0,1 0 0 0 0,0 0 0 0 0,-1 0 0 0 0,1 0 0 0 0,0 0 0 0 0,-1 0 0 0 0,1 0 0 0 0,0 0 0 0 0,-1 0 0 0 0,1-1 0 0 0,0 1 0 0 0,-1 0 0 0 0,1 0 0 0 0,0 0 0 0 0,-1 0 0 0 0,1-1 0 0 0,0 1 0 0 0,-1 0-1 0 0,1 0 1 0 0,0-1 0 0 0,0 1 0 0 0,0 0 0 0 0,-1-1 0 0 0,1 1 0 0 0,8-14-69 0 0,20-10-472 0 0,-19 19 302 0 0,-1-1 1 0 0,0 0-1 0 0,0-1 0 0 0,-1 1 0 0 0,0-2 1 0 0,0 1-1 0 0,0-1 0 0 0,8-13 0 0 0,-42 48-72 0 0,21-16 116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09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54 143 4607 0 0,'0'-8'-487'0'0,"-1"-33"1794"0"0,1 18 2694 0 0,-2 0-1 0 0,-4-25 1 0 0,-5 106-996 0 0,8-30-2760 0 0,-24 203 1412 0 0,25-183-1387 0 0,1-1 0 0 0,10 90 0 0 0,-8-127-260 0 0,7 34 5 0 0,-7-41-62 0 0,-1 0 0 0 0,1-1 0 0 0,0 1 0 0 0,0 0 0 0 0,0-1 0 0 0,1 1 0 0 0,-1 0 0 0 0,0-1-1 0 0,1 0 1 0 0,0 1 0 0 0,0-1 0 0 0,2 3 0 0 0,-3-5-92 0 0,-1 0-1 0 0,1 0 1 0 0,-1 1-1 0 0,1-1 1 0 0,-1 0 0 0 0,1 0-1 0 0,0 0 1 0 0,-1 0-1 0 0,1 0 1 0 0,0 0-1 0 0,-1 0 1 0 0,1 0-1 0 0,-1 0 1 0 0,1 0 0 0 0,0 0-1 0 0,-1 0 1 0 0,1 0-1 0 0,-1 0 1 0 0,1 0-1 0 0,0-1 1 0 0,-1 1-1 0 0,1 0 1 0 0,-1-1 0 0 0,1 1-1 0 0,-1 0 1 0 0,1-1-1 0 0,-1 1 1 0 0,1 0-1 0 0,-1-1 1 0 0,0 1-1 0 0,1-1 1 0 0,-1 1 0 0 0,1-1-1 0 0,-1 1 1 0 0,1-2-1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09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27 5983 0 0,'0'-1'103'0'0,"-1"1"0"0"0,1 0-1 0 0,0 0 1 0 0,-1 0 0 0 0,1 0-1 0 0,0-1 1 0 0,-1 1-1 0 0,1 0 1 0 0,0 0 0 0 0,-1 0-1 0 0,1 0 1 0 0,0 0 0 0 0,-1 0-1 0 0,1 0 1 0 0,0 0 0 0 0,-1 0-1 0 0,1 0 1 0 0,-1 0-1 0 0,1 0 1 0 0,0 0 0 0 0,-1 0-1 0 0,1 0 1 0 0,0 1 0 0 0,-1-1-1 0 0,1 0 1 0 0,0 0-1 0 0,0 0 1 0 0,-1 0 0 0 0,1 1-1 0 0,0-1 1 0 0,-1 0 0 0 0,1 0-1 0 0,0 1 1 0 0,0-1 0 0 0,-1 0-1 0 0,1 0 1 0 0,0 1-1 0 0,0-1 1 0 0,0 0 0 0 0,0 1-1 0 0,-1-1 1 0 0,-2 22 2588 0 0,10 24-285 0 0,-3-35-2014 0 0,-1 0-1 0 0,2-1 1 0 0,-1 0 0 0 0,1 0-1 0 0,1 0 1 0 0,0 0-1 0 0,0-1 1 0 0,1 0-1 0 0,0 0 1 0 0,1-1-1 0 0,11 11 1 0 0,-14-15-305 0 0,0-1 1 0 0,0 1-1 0 0,1-1 0 0 0,0 0 0 0 0,-1 0 1 0 0,1 0-1 0 0,0-1 0 0 0,0 0 0 0 0,0 0 1 0 0,1 0-1 0 0,-1-1 0 0 0,0 0 0 0 0,1-1 1 0 0,-1 1-1 0 0,1-1 0 0 0,-1 0 1 0 0,0-1-1 0 0,1 1 0 0 0,-1-1 0 0 0,0 0 1 0 0,9-3-1 0 0,-7 1-74 0 0,0-1 1 0 0,0 0-1 0 0,-1 0 1 0 0,1 0-1 0 0,-1-1 1 0 0,0 0-1 0 0,0 0 0 0 0,-1-1 1 0 0,1 0-1 0 0,-1 0 1 0 0,0 0-1 0 0,-1-1 1 0 0,0 0-1 0 0,9-14 1 0 0,-10 13-35 0 0,0 0 1 0 0,0 0-1 0 0,-1 0 0 0 0,1-1 1 0 0,-2 1-1 0 0,1-1 1 0 0,-2 1-1 0 0,1-1 1 0 0,-1 0-1 0 0,0 0 0 0 0,-1 0 1 0 0,0 0-1 0 0,0 1 1 0 0,-3-14-1 0 0,3 22 21 0 0,0-1-1 0 0,0 0 0 0 0,0 0 1 0 0,0 0-1 0 0,0 0 0 0 0,0 1 1 0 0,-1-1-1 0 0,1 0 1 0 0,0 0-1 0 0,-1 1 0 0 0,1-1 1 0 0,0 0-1 0 0,-1 0 0 0 0,1 1 1 0 0,-1-1-1 0 0,1 0 1 0 0,-1 1-1 0 0,0-1 0 0 0,1 1 1 0 0,-1-1-1 0 0,0 1 0 0 0,0-1 1 0 0,0 1 5 0 0,0 0 0 0 0,1 0 0 0 0,-1 0 1 0 0,0 0-1 0 0,1 0 0 0 0,-1 0 1 0 0,0 1-1 0 0,1-1 0 0 0,-1 0 0 0 0,1 0 1 0 0,-1 1-1 0 0,0-1 0 0 0,1 0 0 0 0,-1 1 1 0 0,1-1-1 0 0,-1 1 0 0 0,1-1 0 0 0,-1 1 1 0 0,1-1-1 0 0,-1 2 0 0 0,-4 3 81 0 0,2 1 1 0 0,-1 0-1 0 0,-5 11 0 0 0,0 5 102 0 0,1 0-1 0 0,1 1 0 0 0,1 0 0 0 0,1 0 0 0 0,-3 28 0 0 0,4 5 207 0 0,2 59 0 0 0,3-85-297 0 0,1-1 1 0 0,11 54-1 0 0,-11-71-90 0 0,1-1 1 0 0,1 1 0 0 0,0-1-1 0 0,1 1 1 0 0,0-1 0 0 0,0-1-1 0 0,2 1 1 0 0,-1-1 0 0 0,13 16-1 0 0,-17-24-54 0 0,0 0 0 0 0,0 0 0 0 0,1 0-1 0 0,-1-1 1 0 0,0 1 0 0 0,0-1 0 0 0,1 1 0 0 0,-1-1 0 0 0,1 0 0 0 0,-1 0-1 0 0,5 2 1 0 0,-5-3-259 0 0,-1 0 0 0 0,1 0-1 0 0,-1 1 1 0 0,1-1 0 0 0,0 0 0 0 0,-1 0-1 0 0,1-1 1 0 0,-1 1 0 0 0,1 0 0 0 0,-1 0-1 0 0,1-1 1 0 0,0 1 0 0 0,-1-1 0 0 0,1 0-1 0 0,-1 1 1 0 0,0-1 0 0 0,1 0 0 0 0,-1 0-1 0 0,0 0 1 0 0,3-2 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0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11055 0 0,'-3'2'3268'0'0,"3"-2"-3218"0"0,-2 13 2716 0 0,0 15-951 0 0,3-20-1568 0 0,-1 0 0 0 0,1-1 0 0 0,1 1 0 0 0,-1 0 0 0 0,1-1 0 0 0,1 1 0 0 0,-1-1 0 0 0,1 0 0 0 0,0 0 0 0 0,1 0-1 0 0,0 0 1 0 0,0-1 0 0 0,0 1 0 0 0,7 5 0 0 0,-7-7-174 0 0,0-1 0 0 0,1 0-1 0 0,0 0 1 0 0,0-1 0 0 0,0 1-1 0 0,0-1 1 0 0,1 0 0 0 0,-1-1-1 0 0,1 1 1 0 0,0-1 0 0 0,0 0-1 0 0,0-1 1 0 0,0 1 0 0 0,0-1-1 0 0,0 0 1 0 0,0-1 0 0 0,0 1-1 0 0,7-1 1 0 0,0-1-111 0 0,-1-1 0 0 0,1 0 0 0 0,-1-1 0 0 0,0 0 0 0 0,0-1 0 0 0,0 0 0 0 0,0-1 0 0 0,0 0 0 0 0,12-8 0 0 0,-17 9-55 0 0,0-1 0 0 0,-1 1 0 0 0,1-1-1 0 0,-1 0 1 0 0,0 0 0 0 0,0-1 0 0 0,-1 0-1 0 0,0 0 1 0 0,0 0 0 0 0,0 0-1 0 0,-1-1 1 0 0,0 0 0 0 0,0 0 0 0 0,0 0-1 0 0,3-13 1 0 0,-7 20 92 0 0,1-1 0 0 0,-1 1 0 0 0,0 0 0 0 0,0-1 0 0 0,0 1 0 0 0,0 0 0 0 0,0 0 0 0 0,0-1 0 0 0,0 1 0 0 0,0 0 0 0 0,0-1 0 0 0,0 1 0 0 0,0 0 0 0 0,0-1 0 0 0,0 1 0 0 0,0 0 0 0 0,0-1 0 0 0,0 1 0 0 0,0 0-1 0 0,0 0 1 0 0,0-1 0 0 0,0 1 0 0 0,0 0 0 0 0,0-1 0 0 0,-1 1 0 0 0,1 0 0 0 0,0 0 0 0 0,0-1 0 0 0,0 1 0 0 0,-1 0 0 0 0,1 0 0 0 0,0-1 0 0 0,0 1 0 0 0,-1 0 0 0 0,-11 3 88 0 0,-12 13 231 0 0,-10 14 262 0 0,1 1 0 0 0,-57 69-1 0 0,75-79-355 0 0,-23 38 0 0 0,33-49-210 0 0,0-1 0 0 0,1 1 0 0 0,0 0 0 0 0,1 0 0 0 0,0 0 0 0 0,0 0 0 0 0,-1 12 0 0 0,4-20-64 0 0,0 1 0 0 0,0-1 0 0 0,0 0-1 0 0,0 1 1 0 0,1-1 0 0 0,-1 1 0 0 0,1-1 0 0 0,-1 0-1 0 0,1 1 1 0 0,0-1 0 0 0,0 0 0 0 0,0 0 0 0 0,1 3 0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1.4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240 1 8287 0 0,'-2'0'83'0'0,"1"1"0"0"0,-1-1-1 0 0,0 1 1 0 0,0-1-1 0 0,1 1 1 0 0,-1 0-1 0 0,0-1 1 0 0,0 1 0 0 0,1 0-1 0 0,-1 0 1 0 0,1 0-1 0 0,-1 1 1 0 0,1-1-1 0 0,0 0 1 0 0,-1 0 0 0 0,1 1-1 0 0,0-1 1 0 0,0 1-1 0 0,0-1 1 0 0,0 1-1 0 0,-1 2 1 0 0,-20 44 3144 0 0,15-30-2084 0 0,-145 375 4995 0 0,148-382-5900 0 0,-1 2-62 0 0,2-5 14 0 0,0 0-1 0 0,0 0 0 0 0,1 0 0 0 0,0 1 1 0 0,-2 14-1 0 0,4-22-182 0 0,1-1 1 0 0,-1 0-1 0 0,0 0 1 0 0,1 0-1 0 0,-1 0 1 0 0,0 0-1 0 0,0 0 0 0 0,1 0 1 0 0,-1 0-1 0 0,0 0 1 0 0,1 0-1 0 0,-1 0 1 0 0,0 0-1 0 0,0 0 1 0 0,1 0-1 0 0,-1 0 0 0 0,0 0 1 0 0,1 0-1 0 0,-1 0 1 0 0,0 0-1 0 0,0-1 1 0 0,1 1-1 0 0,-1 0 1 0 0,0 0-1 0 0,0 0 0 0 0,0 0 1 0 0,1-1-1 0 0,-1 1 1 0 0,0 0-1 0 0,0 0 1 0 0,0 0-1 0 0,1-1 1 0 0,-1 1-1 0 0,0 0 0 0 0,0 0 1 0 0,0-1-1 0 0,0 1 1 0 0,1-1-1 0 0,10-11-8 0 0,1-8-76 0 0,0 0 0 0 0,-1-1 0 0 0,-2-1 0 0 0,10-28 0 0 0,18-94-574 0 0,9-22 142 0 0,-41 151 478 0 0,1 1 0 0 0,11-18 0 0 0,-15 28 31 0 0,-1 1 1 0 0,2-1-1 0 0,-1 1 1 0 0,0 0 0 0 0,1 0-1 0 0,-1 0 1 0 0,1 0-1 0 0,0 1 1 0 0,0-1 0 0 0,0 1-1 0 0,0-1 1 0 0,1 1 0 0 0,-1 0-1 0 0,7-2 1 0 0,-8 3 12 0 0,0 1 0 0 0,0 0-1 0 0,0 0 1 0 0,0 1 0 0 0,0-1 0 0 0,0 0 0 0 0,0 1 0 0 0,-1-1 0 0 0,1 1-1 0 0,0-1 1 0 0,0 1 0 0 0,0 0 0 0 0,0 0 0 0 0,-1 0 0 0 0,1 0 0 0 0,0 0 0 0 0,-1 0-1 0 0,1 1 1 0 0,-1-1 0 0 0,1 0 0 0 0,-1 1 0 0 0,1-1 0 0 0,-1 1 0 0 0,0-1-1 0 0,0 1 1 0 0,0 0 0 0 0,0 0 0 0 0,1 2 0 0 0,4 7 103 0 0,-1 0 0 0 0,0 1 0 0 0,4 14 0 0 0,25 119 988 0 0,-3-6-295 0 0,-24-118-642 0 0,0 0 0 0 0,2 0 0 0 0,0-1 0 0 0,16 26 0 0 0,-6-21-4 0 0,-18-25-156 0 0,-1 1 1 0 0,1 0-1 0 0,0 0 0 0 0,-1-1 1 0 0,1 1-1 0 0,0 0 0 0 0,0-1 1 0 0,-1 1-1 0 0,1 0 0 0 0,0-1 1 0 0,0 1-1 0 0,0-1 0 0 0,0 0 1 0 0,0 1-1 0 0,0-1 0 0 0,-1 0 1 0 0,1 1-1 0 0,0-1 0 0 0,0 0 1 0 0,0 0-1 0 0,0 0 0 0 0,0 0 1 0 0,0 0-1 0 0,0 0 0 0 0,0 0 0 0 0,0 0 1 0 0,2-1-1 0 0,-3 1 1 0 0,0-1 0 0 0,1 1-1 0 0,-1 0 1 0 0,0-1 0 0 0,1 1 0 0 0,-1-1-1 0 0,0 1 1 0 0,0-1 0 0 0,1 1-1 0 0,-1-1 1 0 0,0 0 0 0 0,0 1 0 0 0,0-1-1 0 0,0 1 1 0 0,0-1 0 0 0,0 1 0 0 0,0-1-1 0 0,0 1 1 0 0,0-1 0 0 0,0 0 0 0 0,0 1-1 0 0,0-1 1 0 0,0 1 0 0 0,0-1-1 0 0,0 1 1 0 0,-1-1 0 0 0,1 1 0 0 0,0-1-1 0 0,0 1 1 0 0,-1-1 0 0 0,1 1 0 0 0,0-1-1 0 0,-1 1 1 0 0,1-1 0 0 0,-1 1 0 0 0,1 0-1 0 0,0-1 1 0 0,-1 1 0 0 0,-17-17 87 0 0,7 11-58 0 0,0-1-1 0 0,0 2 0 0 0,-1 0 0 0 0,0 0 0 0 0,0 1 0 0 0,0 1 0 0 0,0 0 0 0 0,-1 0 0 0 0,1 1 0 0 0,-1 1 0 0 0,-20 0 1 0 0,8 2 140 0 0,-1 0 1 0 0,1 2-1 0 0,0 1 1 0 0,-44 13 0 0 0,65-16-161 0 0,1 0-9 0 0,0 0-1 0 0,0 0 0 0 0,0 0 0 0 0,0 0 0 0 0,0 0 0 0 0,0 0 1 0 0,1 1-1 0 0,-1 0 0 0 0,-3 2 0 0 0,33-7-616 0 0,44-13-4386 0 0,-41 7-2777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293 45 5063 0 0,'0'-1'221'0'0,"1"0"0"0"0,-1 0 0 0 0,1 0 0 0 0,-1 0 0 0 0,1 0 0 0 0,-1 1 0 0 0,0-1 0 0 0,1 0 0 0 0,-1 0 0 0 0,0 0-1 0 0,0 0 1 0 0,0 0 0 0 0,0 0 0 0 0,0 0 0 0 0,0 0 0 0 0,0 0 0 0 0,0 0 0 0 0,0 0 0 0 0,0 0 0 0 0,0 0 0 0 0,-1 0-1 0 0,1 0 1 0 0,0 0 0 0 0,-1 0 0 0 0,1 1 0 0 0,-1-1 0 0 0,1 0 0 0 0,-1 0 0 0 0,1 0 0 0 0,-1 0 0 0 0,0 1 0 0 0,1-1-1 0 0,-1 0 1 0 0,0 1 0 0 0,0-1 0 0 0,1 1 0 0 0,-1-1 0 0 0,0 0 0 0 0,0 1 0 0 0,-1-1 0 0 0,0 0-30 0 0,-1-1 0 0 0,0 1 0 0 0,1 0 0 0 0,-1 0 1 0 0,0 0-1 0 0,1 1 0 0 0,-1-1 0 0 0,0 1 0 0 0,0-1 0 0 0,0 1 1 0 0,0 0-1 0 0,-5 0 0 0 0,-2 3 82 0 0,1 0-1 0 0,-1 0 1 0 0,1 1 0 0 0,0 0-1 0 0,0 1 1 0 0,1 0 0 0 0,-1 0 0 0 0,1 0-1 0 0,0 1 1 0 0,0 1 0 0 0,1-1-1 0 0,0 1 1 0 0,-9 12 0 0 0,1 0 124 0 0,1 0-1 0 0,2 1 1 0 0,0 0 0 0 0,-15 33-1 0 0,21-38-138 0 0,0-1 1 0 0,1 1-1 0 0,1-1 0 0 0,0 1 1 0 0,1 1-1 0 0,0-1 0 0 0,0 28 1 0 0,3-38-207 0 0,0 0 0 0 0,0 0 0 0 0,1 0 0 0 0,0 0 1 0 0,0 0-1 0 0,0 0 0 0 0,1 0 0 0 0,0 0 0 0 0,0 0 1 0 0,0-1-1 0 0,0 1 0 0 0,1-1 0 0 0,0 1 0 0 0,0-1 1 0 0,0 0-1 0 0,0 0 0 0 0,1 0 0 0 0,-1-1 0 0 0,1 1 1 0 0,0-1-1 0 0,0 0 0 0 0,0 0 0 0 0,1 0 0 0 0,-1 0 1 0 0,1-1-1 0 0,-1 0 0 0 0,6 2 0 0 0,1-1 0 0 0,0 0-1 0 0,0 0 0 0 0,0-1 1 0 0,1-1-1 0 0,-1 0 1 0 0,0 0-1 0 0,1-1 1 0 0,-1-1-1 0 0,1 0 0 0 0,-1 0 1 0 0,0-1-1 0 0,18-5 1 0 0,-18 3-60 0 0,0 1 1 0 0,0-2 0 0 0,0 1-1 0 0,-1-1 1 0 0,0-1 0 0 0,0 0-1 0 0,0-1 1 0 0,-1 1 0 0 0,1-2-1 0 0,-2 1 1 0 0,1-1 0 0 0,8-12-1 0 0,-14 16-13 0 0,0 0-1 0 0,-1 0 0 0 0,1 0 0 0 0,-1 0 0 0 0,0-1 0 0 0,0 1 0 0 0,-1-1 0 0 0,1 0 0 0 0,-1 1 1 0 0,0-1-1 0 0,0 0 0 0 0,0-8 0 0 0,-1 11 5 0 0,0 0 0 0 0,-1 1 0 0 0,1-1 0 0 0,0 0 0 0 0,-1 0 0 0 0,1 0 0 0 0,-1 0 0 0 0,0 0 0 0 0,1 1 0 0 0,-1-1 0 0 0,0 0 0 0 0,0 1 0 0 0,0-1 0 0 0,0 0 0 0 0,0 1 0 0 0,-1 0 0 0 0,1-1 0 0 0,0 1 0 0 0,-1 0 0 0 0,1-1 0 0 0,-1 1 0 0 0,1 0 1 0 0,-1 0-1 0 0,0 0 0 0 0,1 0 0 0 0,-1 0 0 0 0,0 1 0 0 0,0-1 0 0 0,1 1 0 0 0,-1-1 0 0 0,0 1 0 0 0,0-1 0 0 0,0 1 0 0 0,-3 0 0 0 0,-25-1-591 0 0,29 0 523 0 0,-1 1 0 0 0,0 0 1 0 0,1 0-1 0 0,-1 1 0 0 0,0-1 0 0 0,1 0 0 0 0,-1 0 1 0 0,0 1-1 0 0,1-1 0 0 0,-1 1 0 0 0,0-1 0 0 0,1 1 0 0 0,-1 0 1 0 0,-1 1-1 0 0,26 2-3672 0 0,-8-4 1126 0 0,2-1-3900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2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25 12895 0 0,'3'-23'7269'0'0,"7"33"-3023"0"0,-7-7-4132 0 0,1 0 1 0 0,-1-1-1 0 0,1 1 1 0 0,0-1-1 0 0,0 0 1 0 0,0 0 0 0 0,0 0-1 0 0,0 0 1 0 0,0-1-1 0 0,0 1 1 0 0,1-1-1 0 0,-1 0 1 0 0,1-1-1 0 0,4 1 1 0 0,-4 0-283 0 0,1-1 1 0 0,-1 1-1 0 0,0-1 1 0 0,0-1-1 0 0,1 1 1 0 0,-1-1-1 0 0,0 0 1 0 0,1 0-1 0 0,-1 0 1 0 0,0-1-1 0 0,7-3 1 0 0,-11 5 46 0 0,0-1-1 0 0,0 1 1 0 0,0-1 0 0 0,0 1 0 0 0,-1-1-1 0 0,1 0 1 0 0,0 1 0 0 0,0-1 0 0 0,0 0-1 0 0,-1 0 1 0 0,1 0 0 0 0,0 1 0 0 0,-1-1-1 0 0,1 0 1 0 0,-1 0 0 0 0,1-1 0 0 0,-1 1 27 0 0,0 1 0 0 0,0 0-1 0 0,0-1 1 0 0,0 1 0 0 0,0-1 0 0 0,0 1 0 0 0,0-1 0 0 0,0 1 0 0 0,0 0 0 0 0,-1-1 0 0 0,1 1 0 0 0,0 0 0 0 0,0-1 0 0 0,0 1-1 0 0,-1 0 1 0 0,1-1 0 0 0,0 1 0 0 0,0 0 0 0 0,-1-1 0 0 0,1 1 0 0 0,0 0 0 0 0,-1-1 0 0 0,1 1 0 0 0,0 0 0 0 0,-1 0 0 0 0,1 0-1 0 0,-1-1 1 0 0,-1 0-223 0 0,-1 0-1 0 0,0 0 0 0 0,1 0 0 0 0,-1 1 1 0 0,0-1-1 0 0,0 1 0 0 0,0-1 0 0 0,1 1 1 0 0,-1 0-1 0 0,-5 1 0 0 0,-5 1-98 0 0,0 1 0 0 0,0 0 0 0 0,0 2-1 0 0,0-1 1 0 0,1 2 0 0 0,-20 10 0 0 0,13-5 638 0 0,0 1 1 0 0,2 1 0 0 0,-23 21 0 0 0,27-22 193 0 0,1 0 1 0 0,1 2 0 0 0,0-1-1 0 0,1 1 1 0 0,1 1 0 0 0,0 0 0 0 0,1 0-1 0 0,0 1 1 0 0,1 0 0 0 0,1 0-1 0 0,-6 24 1 0 0,11-33-227 0 0,-1 1 0 0 0,1-1 1 0 0,0 1-1 0 0,1 0 0 0 0,-1-1 0 0 0,2 1 1 0 0,-1 0-1 0 0,1-1 0 0 0,0 1 0 0 0,1-1 0 0 0,-1 1 1 0 0,1-1-1 0 0,1 0 0 0 0,0 0 0 0 0,0 0 1 0 0,0 0-1 0 0,1 0 0 0 0,0 0 0 0 0,0-1 0 0 0,0 0 1 0 0,1 0-1 0 0,0 0 0 0 0,1-1 0 0 0,-1 1 0 0 0,1-1 1 0 0,0-1-1 0 0,12 9 0 0 0,-9-8-57 0 0,1-1 0 0 0,-1 0 0 0 0,1 0 0 0 0,-1-1 0 0 0,1 0 0 0 0,0-1 0 0 0,0 0 0 0 0,0 0 0 0 0,1-1 0 0 0,-1-1 0 0 0,0 0-1 0 0,20-2 1 0 0,-14 0-189 0 0,0-1 0 0 0,-1 0 0 0 0,1-1 0 0 0,-1-1-1 0 0,0 0 1 0 0,0-1 0 0 0,23-14 0 0 0,-35 19-155 0 0,-1 0 0 0 0,0 0-1 0 0,-1 0 1 0 0,1 0 0 0 0,0-1 0 0 0,0 1 0 0 0,0-1 0 0 0,-1 1 0 0 0,1-1 0 0 0,-1 0 0 0 0,1 1-1 0 0,-1-1 1 0 0,0 0 0 0 0,1 0 0 0 0,-1 0 0 0 0,0 0 0 0 0,0-2 0 0 0,0-7-1732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2.4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 11975 0 0,'0'-1'90'0'0,"0"0"0"0"0,0 0-1 0 0,0 0 1 0 0,0 0 0 0 0,0 0-1 0 0,1 0 1 0 0,-1 0-1 0 0,0 0 1 0 0,1 0 0 0 0,-1 0-1 0 0,1 0 1 0 0,-1 0 0 0 0,1 1-1 0 0,-1-1 1 0 0,1 0 0 0 0,1-1-1 0 0,14 2 3512 0 0,-8 1-2419 0 0,57 11 1368 0 0,30 3-1337 0 0,-63-11-2451 0 0,33 0 0 0 0,-45-5-140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2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1 218 11975 0 0,'1'80'6293'0'0,"13"104"-3207"0"0,-14-180-2915 0 0,0 0 1 0 0,1 0 0 0 0,0 0-1 0 0,0-1 1 0 0,0 1-1 0 0,1 0 1 0 0,2 4-1 0 0,-4-7-148 0 0,0-1 0 0 0,0 0 0 0 0,0 0 0 0 0,1 1-1 0 0,-1-1 1 0 0,0 0 0 0 0,0 0 0 0 0,0 1 0 0 0,1-1-1 0 0,-1 0 1 0 0,0 0 0 0 0,0 0 0 0 0,1 1 0 0 0,-1-1-1 0 0,0 0 1 0 0,0 0 0 0 0,1 0 0 0 0,-1 0 0 0 0,0 0-1 0 0,1 0 1 0 0,-1 1 0 0 0,0-1 0 0 0,1 0-1 0 0,-1 0 1 0 0,0 0 0 0 0,1 0 0 0 0,-1 0 0 0 0,0 0-1 0 0,0 0 1 0 0,1 0 0 0 0,-1 0 0 0 0,1-1 0 0 0,0 0 0 0 0,0 1 0 0 0,0-1 1 0 0,0 0-1 0 0,0 0 1 0 0,0 0-1 0 0,-1 0 1 0 0,1 0-1 0 0,0-1 1 0 0,0 1-1 0 0,-1 0 1 0 0,1 0-1 0 0,-1 0 1 0 0,1-2-1 0 0,8-23-185 0 0,-2 0-1 0 0,-1-1 0 0 0,0 0 1 0 0,2-50-1 0 0,-7 51 21 0 0,2 0-1 0 0,1 1 1 0 0,1-1-1 0 0,1 1 1 0 0,11-31-1 0 0,-15 52 148 0 0,-1 1 1 0 0,1-1-1 0 0,0 1 0 0 0,0 0 0 0 0,0-1 0 0 0,1 1 1 0 0,-1 0-1 0 0,1 0 0 0 0,-1 1 0 0 0,1-1 0 0 0,0 0 0 0 0,0 1 1 0 0,0 0-1 0 0,0 0 0 0 0,1 0 0 0 0,4-3 0 0 0,-5 5 14 0 0,0-1 0 0 0,-1 0 0 0 0,1 1 0 0 0,0 0 0 0 0,-1-1 0 0 0,1 1 0 0 0,0 0 0 0 0,-1 1 0 0 0,1-1 0 0 0,0 0 0 0 0,-1 1 0 0 0,1-1 0 0 0,0 1 0 0 0,-1 0 0 0 0,1 0 0 0 0,-1 0 0 0 0,1 0 0 0 0,-1 0 0 0 0,0 1 0 0 0,1-1 0 0 0,-1 1 0 0 0,0 0 0 0 0,4 3 0 0 0,9 12 89 0 0,0 0 0 0 0,-1 1-1 0 0,-1 0 1 0 0,-1 1 0 0 0,16 33 0 0 0,26 38 240 0 0,-47-81-313 0 0,0 1-1 0 0,0-1 1 0 0,1 0 0 0 0,1-1 0 0 0,-1 0 0 0 0,1 0 0 0 0,16 10 0 0 0,-22-16-14 0 0,0 0 1 0 0,0-1 0 0 0,0 1-1 0 0,1-1 1 0 0,-1 0 0 0 0,0 0 0 0 0,1 0-1 0 0,-1-1 1 0 0,1 1 0 0 0,-1-1-1 0 0,0 1 1 0 0,1-1 0 0 0,-1 0 0 0 0,1-1-1 0 0,-1 1 1 0 0,1-1 0 0 0,-1 1-1 0 0,1-1 1 0 0,-1 0 0 0 0,0 0 0 0 0,0 0-1 0 0,1-1 1 0 0,-1 1 0 0 0,0-1 0 0 0,0 0-1 0 0,0 0 1 0 0,-1 0 0 0 0,1 0-1 0 0,0 0 1 0 0,2-3 0 0 0,0 0 2 0 0,-1 0 1 0 0,1 0 0 0 0,-1-1-1 0 0,0 1 1 0 0,0-1-1 0 0,-1 0 1 0 0,0 0 0 0 0,0 0-1 0 0,0-1 1 0 0,0 1-1 0 0,-1-1 1 0 0,-1 1 0 0 0,1-1-1 0 0,1-13 1 0 0,-2-2 24 0 0,-1-1 0 0 0,-1 1 0 0 0,-5-28 0 0 0,3 27 7 0 0,1 1-1 0 0,1-42 1 0 0,1 61 8 0 0,1 1 1 0 0,-1-1 0 0 0,1 1-1 0 0,-1 0 1 0 0,1-1 0 0 0,0 1-1 0 0,0 0 1 0 0,0-1 0 0 0,0 1-1 0 0,1 0 1 0 0,-1 0 0 0 0,1 0-1 0 0,-1 0 1 0 0,1 0-1 0 0,0 1 1 0 0,2-3 0 0 0,0 1-265 0 0,0 0 0 0 0,0 0 0 0 0,1 1 1 0 0,0-1-1 0 0,-1 1 0 0 0,1 0 0 0 0,7-2 1 0 0,2 1-663 0 0,0 0 0 0 0,0 1 0 0 0,0 0 0 0 0,26 1 0 0 0,-26 2 540 0 0,1 0 1 0 0,0 1 0 0 0,0 1-1 0 0,0 0 1 0 0,-1 1 0 0 0,0 0 0 0 0,0 1-1 0 0,0 1 1 0 0,0 0 0 0 0,-1 1-1 0 0,24 17 1 0 0,-27-17 594 0 0,-1 1-1 0 0,0 0 1 0 0,0 1-1 0 0,-1 0 1 0 0,0 0-1 0 0,0 1 1 0 0,-1 0 0 0 0,-1 0-1 0 0,0 1 1 0 0,0 0-1 0 0,-1 0 1 0 0,0 0-1 0 0,-1 1 1 0 0,0-1-1 0 0,2 13 1 0 0,0 19 2109 0 0,2 51 0 0 0,-6-61-1653 0 0,4-15-164 0 0,0-11-1372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3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17047 0 0,'2'-12'629'0'0,"6"-13"336"0"0,-7 24-888 0 0,-1 0-1 0 0,1 0 0 0 0,0 1 1 0 0,0-1-1 0 0,0 0 1 0 0,0 0-1 0 0,0 0 0 0 0,0 1 1 0 0,0-1-1 0 0,0 0 1 0 0,0 1-1 0 0,0-1 1 0 0,1 1-1 0 0,-1 0 0 0 0,0-1 1 0 0,0 1-1 0 0,0 0 1 0 0,1 0-1 0 0,-1-1 0 0 0,2 1 1 0 0,177-2 4984 0 0,240 35-5137 0 0,-394-30 99 0 0,25 3 392 0 0,100 23 0 0 0,-144-27-355 0 0,0 1 0 0 0,0-1-1 0 0,0 1 1 0 0,0 1 0 0 0,-1-1-1 0 0,0 1 1 0 0,0 0 0 0 0,8 7-1 0 0,-11-9-128 0 0,-1 1-1 0 0,1 0 1 0 0,-1 0 0 0 0,0 0-1 0 0,1 0 1 0 0,-2 0 0 0 0,1 0-1 0 0,0 1 1 0 0,-1-1-1 0 0,1 0 1 0 0,-1 1 0 0 0,0 0-1 0 0,0-1 1 0 0,0 1 0 0 0,-1-1-1 0 0,1 1 1 0 0,-1 0-1 0 0,0 5 1 0 0,-2 6 170 0 0,0 1 0 0 0,-2 0 0 0 0,0-1-1 0 0,0 1 1 0 0,-2-1 0 0 0,0-1 0 0 0,0 1 0 0 0,-14 20 0 0 0,9-14 234 0 0,1-1 0 0 0,-14 44 0 0 0,23-62-355 0 0,0 0-1 0 0,1 1 1 0 0,-1-1-1 0 0,1 0 1 0 0,0 0-1 0 0,0 0 1 0 0,0 1-1 0 0,0-1 0 0 0,0 0 1 0 0,0 0-1 0 0,0 0 1 0 0,1 0-1 0 0,-1 1 1 0 0,1-1-1 0 0,0 0 1 0 0,-1 0-1 0 0,1 0 0 0 0,0 0 1 0 0,0 0-1 0 0,0 0 1 0 0,3 2-1 0 0,-2-2-172 0 0,0 0 0 0 0,0-1 0 0 0,0 1 0 0 0,0-1 0 0 0,0 0 0 0 0,0 0-1 0 0,1 0 1 0 0,-1 0 0 0 0,0 0 0 0 0,1 0 0 0 0,-1 0 0 0 0,1-1 0 0 0,-1 0 0 0 0,1 1-1 0 0,-1-1 1 0 0,1 0 0 0 0,-1 0 0 0 0,1 0 0 0 0,2-1 0 0 0,13-2-1766 0 0,1-3-289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3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228 56 13823 0 0,'19'-21'732'0'0,"8"-13"6645"0"0,-36 37-6727 0 0,-10 7-256 0 0,-13 9 717 0 0,1 2-1 0 0,-43 35 0 0 0,62-45-1123 0 0,0 1-1 0 0,0 0 1 0 0,1 0-1 0 0,1 1 1 0 0,0 1-1 0 0,1-1 1 0 0,1 2-1 0 0,-8 15 1 0 0,14-27 58 0 0,1 0 0 0 0,0 0 0 0 0,0 0 0 0 0,0 0 0 0 0,1 0 0 0 0,-1 0 0 0 0,0 0 0 0 0,1 0 0 0 0,0 0-1 0 0,0 1 1 0 0,0-1 0 0 0,0 0 0 0 0,1 0 0 0 0,-1 0 0 0 0,1 0 0 0 0,0 0 0 0 0,0 1 0 0 0,0-1 0 0 0,0-1 0 0 0,0 1 0 0 0,2 4 0 0 0,0-3 16 0 0,1-1 0 0 0,-1 1-1 0 0,1 0 1 0 0,-1-1 0 0 0,1 0-1 0 0,0 1 1 0 0,0-2 0 0 0,0 1 0 0 0,1 0-1 0 0,-1-1 1 0 0,1 0 0 0 0,8 3-1 0 0,8 2 74 0 0,0-1-1 0 0,1-1 0 0 0,-1-1 0 0 0,30 1 0 0 0,87-3-986 0 0,-39-2-7802 0 0,-74 1 412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4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70 11599 0 0,'2'-2'278'0'0,"0"-1"0"0"0,-1 0 0 0 0,1 0-1 0 0,-1 1 1 0 0,0-1 0 0 0,0 0 0 0 0,0 0-1 0 0,0-1 1 0 0,0 1 0 0 0,-1 0 0 0 0,1 0-1 0 0,-1 0 1 0 0,0-5 0 0 0,0 7-183 0 0,0 0 0 0 0,-1-1 0 0 0,1 1 0 0 0,-1 0 0 0 0,1 0 0 0 0,-1 0 0 0 0,1 0 0 0 0,-1-1 0 0 0,0 1 0 0 0,1 0 0 0 0,-1 0 0 0 0,0 0 0 0 0,0 1 0 0 0,0-1 0 0 0,0 0 0 0 0,0 0 0 0 0,0 0 0 0 0,0 1 0 0 0,0-1 0 0 0,0 0 0 0 0,0 1 0 0 0,-1-1 0 0 0,1 1 0 0 0,0-1 0 0 0,0 1 0 0 0,-1 0 0 0 0,1-1 0 0 0,0 1 0 0 0,0 0 0 0 0,-1 0 0 0 0,1 0 0 0 0,0 0 0 0 0,-1 0 0 0 0,1 0 0 0 0,0 1 0 0 0,-2-1 0 0 0,-5 1 153 0 0,-1 1-1 0 0,0-1 0 0 0,1 2 0 0 0,-1-1 1 0 0,1 1-1 0 0,0 0 0 0 0,-9 6 1 0 0,-1 0 198 0 0,-33 25 0 0 0,45-30-354 0 0,0 1-1 0 0,1 0 1 0 0,-1 0 0 0 0,1 0-1 0 0,0 1 1 0 0,0 0 0 0 0,1 0-1 0 0,-1 0 1 0 0,1 1 0 0 0,1-1-1 0 0,-5 13 1 0 0,6-16-61 0 0,1 1 0 0 0,1 0 0 0 0,-1 0 0 0 0,1-1 0 0 0,-1 1 1 0 0,1 0-1 0 0,0 0 0 0 0,0-1 0 0 0,1 1 0 0 0,-1 0 0 0 0,1 0 0 0 0,0-1 0 0 0,0 1 0 0 0,0 0 0 0 0,0-1 0 0 0,1 1 0 0 0,-1-1 1 0 0,1 0-1 0 0,0 1 0 0 0,0-1 0 0 0,0 0 0 0 0,0 0 0 0 0,1 0 0 0 0,4 5 0 0 0,3 1 8 0 0,1 0 0 0 0,0-1-1 0 0,0 0 1 0 0,0-1 0 0 0,21 10 0 0 0,69 23 91 0 0,-67-27-93 0 0,47 22 0 0 0,-73-30-55 0 0,1-1 0 0 0,-1 2 0 0 0,0-1 0 0 0,-1 1 0 0 0,12 10 0 0 0,-18-15 10 0 0,0 1 0 0 0,1-1 0 0 0,-1 0-1 0 0,0 1 1 0 0,0-1 0 0 0,0 1 0 0 0,-1-1 0 0 0,1 1 0 0 0,0-1-1 0 0,0 1 1 0 0,-1 0 0 0 0,1-1 0 0 0,-1 1 0 0 0,0 0 0 0 0,1 0-1 0 0,-1-1 1 0 0,0 1 0 0 0,0 0 0 0 0,0 0 0 0 0,0-1 0 0 0,0 1-1 0 0,-1 0 1 0 0,1 0 0 0 0,0-1 0 0 0,-1 1 0 0 0,0 0 0 0 0,1-1-1 0 0,-1 1 1 0 0,0-1 0 0 0,1 1 0 0 0,-1-1 0 0 0,0 1 0 0 0,0-1 0 0 0,-1 1-1 0 0,1-1 1 0 0,0 0 0 0 0,-3 3 0 0 0,-5 4 26 0 0,-1 0 0 0 0,0-1 0 0 0,0 0 0 0 0,-1-1 0 0 0,0 0 0 0 0,0 0 0 0 0,0-1 0 0 0,-19 5 0 0 0,-7 1 488 0 0,-53 8 0 0 0,81-18-393 0 0,1 1 0 0 0,0-1 0 0 0,-1 0-1 0 0,1-1 1 0 0,0 0 0 0 0,-1 0 0 0 0,1-1-1 0 0,-11-2 1 0 0,19 3-116 0 0,-1 0 0 0 0,1 0 0 0 0,-1 0-1 0 0,1-1 1 0 0,-1 1 0 0 0,1 0 0 0 0,0 0 0 0 0,-1 0-1 0 0,1-1 1 0 0,-1 1 0 0 0,1 0 0 0 0,0-1 0 0 0,-1 1-1 0 0,1 0 1 0 0,0-1 0 0 0,-1 1 0 0 0,1 0 0 0 0,0-1-1 0 0,0 1 1 0 0,0-1 0 0 0,-1 1 0 0 0,1 0 0 0 0,0-1-1 0 0,0 1 1 0 0,0-1 0 0 0,0 1 0 0 0,0-1 0 0 0,-1 1-1 0 0,1-1 1 0 0,0 1 0 0 0,0 0 0 0 0,0-1 0 0 0,0 1-1 0 0,0-1 1 0 0,1 1 0 0 0,-1-1 0 0 0,0 1 0 0 0,0-1-1 0 0,0 1 1 0 0,0-1 0 0 0,0 1 0 0 0,1 0 0 0 0,-1-1 0 0 0,0 1-1 0 0,0-1 1 0 0,1 1 0 0 0,-1 0 0 0 0,0-1 0 0 0,1 1-1 0 0,-1 0 1 0 0,0-1 0 0 0,1 1 0 0 0,-1 0 0 0 0,0 0-1 0 0,1-1 1 0 0,0 1 0 0 0,24-20-1057 0 0,-23 18 790 0 0,51-27-4924 0 0,-36 20 1610 0 0,14-7-3190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4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14743 0 0,'4'0'6118'0'0,"-8"18"-4792"0"0,3 2-1193 0 0,-1-1 304 0 0,2 1 0 0 0,0 0 1 0 0,4 29-1 0 0,-4-45-364 0 0,1 0 0 0 0,0 0 0 0 0,0 0 0 0 0,0 0 0 0 0,0 0 0 0 0,1 0 0 0 0,-1-1 0 0 0,1 1 0 0 0,0 0 0 0 0,0-1 0 0 0,1 1 0 0 0,-1-1-1 0 0,1 0 1 0 0,-1 0 0 0 0,1 0 0 0 0,0 0 0 0 0,0 0 0 0 0,1-1 0 0 0,-1 1 0 0 0,0-1 0 0 0,1 0 0 0 0,5 3 0 0 0,-4-3-82 0 0,0-1 0 0 0,0 0 0 0 0,0-1 0 0 0,-1 1 0 0 0,1-1 0 0 0,0 0 0 0 0,0 0 0 0 0,0-1 0 0 0,0 1 0 0 0,0-1 0 0 0,-1 0 0 0 0,1 0 0 0 0,0-1 0 0 0,-1 1 0 0 0,8-5 0 0 0,5-2-242 0 0,-1-1-1 0 0,25-18 0 0 0,-19 10-508 0 0,-1 0 0 0 0,-1-2-1 0 0,27-30 1 0 0,-92 88 1096 0 0,-17 29 619 0 0,-52 59 643 0 0,87-95-810 0 0,-43 72 0 0 0,67-98-744 0 0,0 0-1 0 0,0 0 1 0 0,0 0-1 0 0,1 0 1 0 0,0 1-1 0 0,-1 6 0 0 0,3-12-44 0 0,0 0-1 0 0,-1 0 0 0 0,1 0 0 0 0,0 0 0 0 0,0 0 0 0 0,0 0 0 0 0,0 0 0 0 0,0 0 1 0 0,0 0-1 0 0,0 0 0 0 0,0 0 0 0 0,1 0 0 0 0,-1 0 0 0 0,0 0 0 0 0,0 0 0 0 0,1 0 1 0 0,-1 0-1 0 0,1 0 0 0 0,-1 0 0 0 0,1 0 0 0 0,-1 0 0 0 0,1 0 0 0 0,0 0 0 0 0,-1-1 1 0 0,1 1-1 0 0,0 0 0 0 0,0-1 0 0 0,-1 1 0 0 0,1 0 0 0 0,0-1 0 0 0,0 1 0 0 0,0-1 1 0 0,0 1-1 0 0,0-1 0 0 0,0 1 0 0 0,0-1 0 0 0,0 0 0 0 0,0 0 0 0 0,0 1 0 0 0,0-1 1 0 0,0 0-1 0 0,0 0 0 0 0,0 0 0 0 0,0 0 0 0 0,0 0 0 0 0,1-1 0 0 0,7 1-509 0 0,-1-2-1 0 0,0 1 0 0 0,0-1 0 0 0,9-3 1 0 0,16-7-6006 0 0,-33 11 6358 0 0,28-10-7288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308 17 9671 0 0,'-6'-11'6368'0'0,"5"10"-6163"0"0,-22-3 3200 0 0,16 3-2932 0 0,0 1 0 0 0,-1 1 1 0 0,1-1-1 0 0,-12 4 0 0 0,13-2-329 0 0,0 0 0 0 0,0 0 0 0 0,1 1 0 0 0,0-1 0 0 0,-1 2 0 0 0,1-1 0 0 0,0 0 0 0 0,0 1 0 0 0,1 0 0 0 0,-1 0 0 0 0,1 0 0 0 0,0 1 0 0 0,-7 9 0 0 0,9-11-83 0 0,0 0 0 0 0,1 0-1 0 0,-1 0 1 0 0,1 1 0 0 0,0-1 0 0 0,-1 0-1 0 0,2 0 1 0 0,-1 1 0 0 0,0-1 0 0 0,1 1-1 0 0,-1-1 1 0 0,1 1 0 0 0,0-1 0 0 0,0 0-1 0 0,1 1 1 0 0,-1-1 0 0 0,1 1-1 0 0,-1-1 1 0 0,1 0 0 0 0,0 1 0 0 0,1-1-1 0 0,-1 0 1 0 0,0 0 0 0 0,1 0 0 0 0,0 0-1 0 0,2 4 1 0 0,9 9-85 0 0,0-1 0 0 0,1-1 0 0 0,0 0-1 0 0,30 21 1 0 0,-27-22-4 0 0,0 0 1 0 0,-1 2-1 0 0,28 32 0 0 0,-42-45 28 0 0,0 1 0 0 0,0 0 0 0 0,-1-1 0 0 0,1 1 0 0 0,-1 0 0 0 0,1 0 0 0 0,-1 0 1 0 0,0 0-1 0 0,0 0 0 0 0,0 1 0 0 0,-1-1 0 0 0,1 0 0 0 0,-1 0 0 0 0,1 1 0 0 0,-1-1 0 0 0,0 0 0 0 0,-1 0 0 0 0,1 1 0 0 0,0-1 0 0 0,-1 0 0 0 0,0 0 0 0 0,0 0 0 0 0,0 0 0 0 0,0 1 0 0 0,0-1 0 0 0,-1 0 0 0 0,1-1 1 0 0,-1 1-1 0 0,0 0 0 0 0,0 0 0 0 0,0-1 0 0 0,0 1 0 0 0,0-1 0 0 0,0 0 0 0 0,-5 4 0 0 0,-2 1 68 0 0,0 0 0 0 0,-1 0 1 0 0,0-1-1 0 0,0 0 0 0 0,-1 0 0 0 0,1-1 1 0 0,-1-1-1 0 0,-19 6 0 0 0,11-5 133 0 0,0 0 0 0 0,0-2 0 0 0,0 0 0 0 0,-1-1 0 0 0,1-1 0 0 0,-1 0 0 0 0,-37-5 0 0 0,56 4-187 0 0,-1-1-1 0 0,0 1 0 0 0,1 0 1 0 0,-1-1-1 0 0,0 1 1 0 0,1-1-1 0 0,-1 1 1 0 0,1-1-1 0 0,-1 0 1 0 0,0 0-1 0 0,1 0 1 0 0,0 0-1 0 0,-1 0 0 0 0,1 0 1 0 0,0 0-1 0 0,-1 0 1 0 0,1-1-1 0 0,0 1 1 0 0,-2-3-1 0 0,3 3-34 0 0,0-1 0 0 0,0 1 1 0 0,0-1-1 0 0,0 1 0 0 0,0-1 0 0 0,0 1 0 0 0,0-1 0 0 0,0 1 0 0 0,0 0 0 0 0,1-1 0 0 0,-1 1 0 0 0,1-1 1 0 0,-1 1-1 0 0,1 0 0 0 0,0-1 0 0 0,-1 1 0 0 0,1 0 0 0 0,0 0 0 0 0,0 0 0 0 0,0-1 0 0 0,0 1 0 0 0,0 0 1 0 0,0 0-1 0 0,1-1 0 0 0,40-33-2998 0 0,-14 14 1219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1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0 21223 0 0,'-2'1'147'0'0,"0"0"1"0"0,-1 0-1 0 0,1 1 0 0 0,0-1 1 0 0,0 1-1 0 0,0-1 0 0 0,1 1 1 0 0,-1-1-1 0 0,0 1 0 0 0,1 0 1 0 0,-1 0-1 0 0,1 0 0 0 0,-1 0 0 0 0,1 0 1 0 0,0 0-1 0 0,0 1 0 0 0,0-1 1 0 0,-1 4-1 0 0,-2 6-35 0 0,1 1 1 0 0,-3 17-1 0 0,2-7 149 0 0,-14 72 377 0 0,16-81-1076 0 0,1-1 0 0 0,1 1 0 0 0,0 0 0 0 0,1-1 0 0 0,2 16 0 0 0,0-20-2803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14 126 18343 0 0,'-2'-4'221'0'0,"0"-1"-1"0"0,0 1 1 0 0,0-1-1 0 0,1 1 0 0 0,-1-1 1 0 0,1 0-1 0 0,0 0 1 0 0,0-5-1 0 0,3 8-80 0 0,0 0 0 0 0,-1 1 0 0 0,1-1-1 0 0,0 1 1 0 0,0-1 0 0 0,0 1 0 0 0,1 0 0 0 0,-1-1 0 0 0,0 1-1 0 0,3 0 1 0 0,3-3 355 0 0,12-6-310 0 0,0 1 0 0 0,0 1 0 0 0,1 1 0 0 0,0 1 0 0 0,0 1 0 0 0,1 1 0 0 0,-1 0-1 0 0,30 0 1 0 0,25 3 13 0 0,80 8 0 0 0,-75-1 37 0 0,30 1-16 0 0,138 2 562 0 0,-176-17 59 0 0,-95 8-554 0 0,0 1-1 0 0,0 0 1 0 0,0 2-1 0 0,0 0 1 0 0,-30 9-1 0 0,18 0-191 0 0,-61 30-1 0 0,79-34-66 0 0,1 1-1 0 0,0 0 1 0 0,1 1 0 0 0,0 1 0 0 0,1 0 0 0 0,-13 14 0 0 0,23-22-21 0 0,0 0-1 0 0,1 1 1 0 0,-1-1-1 0 0,1 0 1 0 0,0 1-1 0 0,0 0 1 0 0,0-1 0 0 0,0 1-1 0 0,1 0 1 0 0,-1 0-1 0 0,1 0 1 0 0,0 0-1 0 0,0 0 1 0 0,1 1 0 0 0,-1-1-1 0 0,1 0 1 0 0,0 0-1 0 0,0 0 1 0 0,1 0-1 0 0,-1 1 1 0 0,1-1-1 0 0,0 0 1 0 0,2 7 0 0 0,-1-5-5 0 0,1-1 1 0 0,0 1 0 0 0,0-1-1 0 0,1 0 1 0 0,-1 0 0 0 0,1 0-1 0 0,0 0 1 0 0,0 0-1 0 0,1-1 1 0 0,-1 0 0 0 0,1 0-1 0 0,0 0 1 0 0,0-1 0 0 0,1 0-1 0 0,8 5 1 0 0,9 1 99 0 0,1 0-1 0 0,0-1 0 0 0,0-1 1 0 0,1-2-1 0 0,46 5 1 0 0,50-4-573 0 0,-41-6-2900 0 0,-31 0-629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5.7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66 3223 0 0,'-15'-7'5565'0'0,"12"7"-4849"0"0,0-1-1 0 0,1 0 0 0 0,-1 0 0 0 0,1 0 0 0 0,-1-1 0 0 0,1 1 0 0 0,-1-1 0 0 0,1 1 0 0 0,0-1 0 0 0,-1 0 0 0 0,1 1 0 0 0,0-1 0 0 0,0 0 0 0 0,1-1 0 0 0,-4-3 0 0 0,5 6-610 0 0,1-1 0 0 0,-1 1 0 0 0,0-1 0 0 0,0 1 0 0 0,1-1 0 0 0,-1 1 0 0 0,0 0 0 0 0,1-1 0 0 0,-1 1 0 0 0,0-1 0 0 0,1 1 1 0 0,-1 0-1 0 0,1-1 0 0 0,-1 1 0 0 0,1 0 0 0 0,-1-1 0 0 0,1 1 0 0 0,-1 0 0 0 0,1 0 0 0 0,-1-1 0 0 0,1 1 0 0 0,-1 0 1 0 0,1 0-1 0 0,-1 0 0 0 0,1 0 0 0 0,0 0 0 0 0,-1 0 0 0 0,1 0 0 0 0,-1 0 0 0 0,1 0 0 0 0,-1 0 0 0 0,2 0 0 0 0,22-1 795 0 0,-23 1-734 0 0,31 0 130 0 0,107-3 716 0 0,-113 1-3085 0 0,38-9 0 0 0,-43 5-5956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16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30 14279 0 0,'1'20'3043'0'0,"1"4"-1206"0"0,-1 1 1 0 0,-1 0-1 0 0,-7 46 0 0 0,-22 72-944 0 0,16-90 358 0 0,13-32-996 0 0,3-18-455 0 0,4-13-470 0 0,-2-4 20 0 0,0 1-1 0 0,-1-1 0 0 0,-1 1 0 0 0,0-1 0 0 0,0 0 0 0 0,0-25 0 0 0,-7-91-2125 0 0,1 84 2085 0 0,3 30 622 0 0,-2 0 171 0 0,2 0 1 0 0,0 0 0 0 0,3-20 0 0 0,-3 35-43 0 0,1 1 0 0 0,-1 0 0 0 0,0-1-1 0 0,0 1 1 0 0,0 0 0 0 0,0 0 0 0 0,0-1 0 0 0,0 1 0 0 0,0 0-1 0 0,0-1 1 0 0,1 1 0 0 0,-1 0 0 0 0,0 0 0 0 0,0-1-1 0 0,0 1 1 0 0,1 0 0 0 0,-1 0 0 0 0,0-1 0 0 0,0 1 0 0 0,1 0-1 0 0,-1 0 1 0 0,0 0 0 0 0,1-1 0 0 0,-1 1 0 0 0,0 0-1 0 0,0 0 1 0 0,1 0 0 0 0,-1 0 0 0 0,0 0 0 0 0,1 0 0 0 0,-1 0-1 0 0,1 0 1 0 0,14 4 1290 0 0,16 17 87 0 0,-25-16-1166 0 0,16 10 223 0 0,1-1-1 0 0,0-1 1 0 0,27 11 0 0 0,-37-19-414 0 0,0-1 0 0 0,0 0 0 0 0,0-1 0 0 0,0-1 1 0 0,1 0-1 0 0,-1 0 0 0 0,28-2 0 0 0,-8-4-65 0 0,-1-1 0 0 0,1-2 0 0 0,-1-1 0 0 0,0-1 0 0 0,33-16-1 0 0,-13 6-207 0 0,-29 16 81 0 0,-23 3 119 0 0,0 0 1 0 0,1 0-1 0 0,-1 0 1 0 0,1 0 0 0 0,-1 0-1 0 0,0 1 1 0 0,1-1-1 0 0,-1 0 1 0 0,1 0-1 0 0,-1 1 1 0 0,0-1 0 0 0,1 0-1 0 0,-1 0 1 0 0,0 1-1 0 0,1-1 1 0 0,-1 0-1 0 0,0 1 1 0 0,0-1 0 0 0,1 0-1 0 0,-1 1 1 0 0,0-1-1 0 0,0 0 1 0 0,0 1 0 0 0,1-1-1 0 0,-1 1 1 0 0,0 0-1 0 0,0 3 67 0 0,0-1 1 0 0,0 1-1 0 0,-1 0 0 0 0,1-1 0 0 0,-1 1 0 0 0,0 0 1 0 0,0-1-1 0 0,-2 5 0 0 0,-20 62 1225 0 0,-18 65 572 0 0,37-117-1635 0 0,0 0-1 0 0,2 0 1 0 0,0 1 0 0 0,1-1-1 0 0,2 29 1 0 0,0-43-232 0 0,-1 0 1 0 0,1 0-1 0 0,0 0 1 0 0,0 0-1 0 0,0 0 0 0 0,1-1 1 0 0,-1 1-1 0 0,1 0 0 0 0,2 3 1 0 0,-3-5-211 0 0,0-1 0 0 0,0 1 0 0 0,1-1 0 0 0,-1 0 0 0 0,0 1 0 0 0,1-1 1 0 0,-1 0-1 0 0,1 0 0 0 0,-1 0 0 0 0,1 0 0 0 0,0 0 0 0 0,-1 0 0 0 0,4 1 0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04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3447 4607 0 0,'0'-23'1315'0'0,"2"1"1"0"0,1-1-1 0 0,1 0 0 0 0,0 1 0 0 0,9-23 0 0 0,0 6-1414 0 0,-13 38 131 0 0,0 0-1 0 0,0 0 0 0 0,0 1 1 0 0,0-1-1 0 0,1 0 0 0 0,-1 0 1 0 0,0 1-1 0 0,0-1 0 0 0,1 0 0 0 0,-1 0 1 0 0,1 1-1 0 0,-1-1 0 0 0,1 1 1 0 0,-1-1-1 0 0,1 0 0 0 0,-1 1 1 0 0,1-1-1 0 0,-1 1 0 0 0,1-1 1 0 0,1 0-1 0 0,1 15 335 0 0,-5 30-204 0 0,2-43-164 0 0,-11 125 934 0 0,-3 85 393 0 0,14-172-1193 0 0,1 1 1 0 0,3-1-1 0 0,11 55 1 0 0,-6-51-73 0 0,2-1 1 0 0,2-1 0 0 0,1 0-1 0 0,22 43 1 0 0,-27-69-38 0 0,0 1 1 0 0,1-1-1 0 0,0-1 1 0 0,1 0-1 0 0,1 0 1 0 0,0-1-1 0 0,0 0 0 0 0,2-1 1 0 0,-1-1-1 0 0,2 0 1 0 0,-1-1-1 0 0,30 15 1 0 0,-11-11 23 0 0,0-1 0 0 0,1-1 0 0 0,1-2 0 0 0,-1-1 1 0 0,40 4-1 0 0,180 7 261 0 0,-82-9-190 0 0,-133-7-86 0 0,503 41 141 0 0,1-29-84 0 0,223-32 167 0 0,-277-7-182 0 0,-98 12-70 0 0,114-3 56 0 0,654-47 462 0 0,-686 23 378 0 0,-311 27-622 0 0,326 1-76 0 0,-27 2-56 0 0,-367 0-102 0 0,-2-4-1 0 0,156-41 1 0 0,-215 42 73 0 0,0-2 1 0 0,0-1-1 0 0,-1-2 1 0 0,-1-1-1 0 0,-1-1 1 0 0,52-42 0 0 0,-58 40 33 0 0,0-2 1 0 0,-2 0-1 0 0,0-1 1 0 0,-1-2-1 0 0,18-29 1 0 0,-14 16 58 0 0,-3-2-1 0 0,-1 0 1 0 0,16-44 0 0 0,-6-6 14 0 0,-4-2 0 0 0,28-167-1 0 0,-9-155-12 0 0,7-35 597 0 0,-26 315-594 0 0,6 0 1 0 0,54-139-1 0 0,-31 121-163 0 0,109-282-49 0 0,-101 269-2 0 0,74-170 0 0 0,-56 149 0 0 0,70-233 0 0 0,-145 397 12 0 0,-4 9 23 0 0,2 0 1 0 0,9-21-1 0 0,-12 30-30 0 0,0 1 1 0 0,0-1-1 0 0,0 1 0 0 0,0 0 0 0 0,1 0 1 0 0,-1 0-1 0 0,1 0 0 0 0,0 1 1 0 0,0-1-1 0 0,0 1 0 0 0,1-1 1 0 0,-1 1-1 0 0,7-3 0 0 0,-9 5-128 0 0,0-1 0 0 0,0 1 0 0 0,0 0 0 0 0,0 0-1 0 0,0 0 1 0 0,0 1 0 0 0,0-1 0 0 0,0 0 0 0 0,0 0 0 0 0,0 1 0 0 0,0-1-1 0 0,0 0 1 0 0,0 1 0 0 0,0-1 0 0 0,0 1 0 0 0,0-1 0 0 0,0 1-1 0 0,0-1 1 0 0,0 1 0 0 0,-1 0 0 0 0,1-1 0 0 0,0 1 0 0 0,-1 0 0 0 0,1 0-1 0 0,0 0 1 0 0,-1-1 0 0 0,1 1 0 0 0,-1 0 0 0 0,1 0 0 0 0,-1 0 0 0 0,1 0-1 0 0,-1 0 1 0 0,0 0 0 0 0,0 0 0 0 0,1 1 0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2:05.0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488 10 9183 0 0,'4'-10'1039'0'0,"-10"13"470"0"0,-12 12 362 0 0,-131 166 130 0 0,17-20-1381 0 0,79-98-453 0 0,-80 86 218 0 0,133-149-377 0 0,0 0 1 0 0,0 0-1 0 0,0 0 0 0 0,0 0 0 0 0,0 0 1 0 0,0 0-1 0 0,0 0 0 0 0,0 0 0 0 0,0 0 1 0 0,0 0-1 0 0,0 0 0 0 0,0 0 0 0 0,0 0 1 0 0,0 0-1 0 0,0 0 0 0 0,0 0 0 0 0,0 0 1 0 0,0-1-1 0 0,0 1 0 0 0,0 0 0 0 0,0 0 1 0 0,0 0-1 0 0,0 0 0 0 0,0 0 0 0 0,0 0 1 0 0,0 0-1 0 0,0 0 0 0 0,0 0 0 0 0,0 0 1 0 0,-1 0-1 0 0,1 0 0 0 0,0 0 0 0 0,0 0 1 0 0,0 0-1 0 0,0 0 0 0 0,0 0 0 0 0,0 0 1 0 0,5-11 160 0 0,11-14-76 0 0,15-8-182 0 0,50-54-762 0 0,77-107-1 0 0,-152 186 808 0 0,33-48-517 0 0,53-57 1 0 0,-91 112 595 0 0,-1 0-1 0 0,1 0 1 0 0,0 0 0 0 0,-1 1-1 0 0,1-1 1 0 0,0 0 0 0 0,-1 1 0 0 0,1-1-1 0 0,0 1 1 0 0,0-1 0 0 0,-1 1-1 0 0,1-1 1 0 0,0 1 0 0 0,0-1 0 0 0,0 1-1 0 0,0 0 1 0 0,0-1 0 0 0,0 1-1 0 0,-1 0 1 0 0,1 0 0 0 0,0 0 0 0 0,0 0-1 0 0,0 0 1 0 0,0 0 0 0 0,0 0-1 0 0,2 0 1 0 0,-2 1 19 0 0,0 0 1 0 0,0 0-1 0 0,0 0 0 0 0,0 0 1 0 0,0 0-1 0 0,0 0 0 0 0,0 0 1 0 0,-1 0-1 0 0,1 0 0 0 0,0 0 1 0 0,-1 0-1 0 0,1 1 0 0 0,-1-1 1 0 0,1 0-1 0 0,-1 1 0 0 0,1 1 1 0 0,1 10 329 0 0,0 0 0 0 0,1 26 1 0 0,-3-34-355 0 0,-9 316 2336 0 0,-2-106-1887 0 0,10-167-1054 0 0,-1 0-1 0 0,-17 92 1 0 0,13-117-1031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6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85 1839 0 0,'-2'-26'1596'0'0,"2"19"-117"0"0,-2 0 1 0 0,1-1 0 0 0,-1 1 0 0 0,0 0-1 0 0,0 0 1 0 0,-5-8 0 0 0,25 55 143 0 0,-3 1-1 0 0,14 56 1 0 0,11 34-669 0 0,-21-83-460 0 0,1-1 0 0 0,3-1-1 0 0,34 53 1 0 0,-53-93-438 0 0,17 22 131 0 0,-20-26-169 0 0,0 0 1 0 0,1-1-1 0 0,-1 1 1 0 0,1-1-1 0 0,-1 0 1 0 0,1 0-1 0 0,0 1 0 0 0,-1-1 1 0 0,1 0-1 0 0,0 0 1 0 0,0 0-1 0 0,0-1 1 0 0,2 2-1 0 0,-3-2-2 0 0,0 0 0 0 0,0 0 0 0 0,0-1 0 0 0,0 1 0 0 0,0 0 0 0 0,0 0 1 0 0,0-1-1 0 0,0 1 0 0 0,-1 0 0 0 0,1-1 0 0 0,0 1 0 0 0,0-1 0 0 0,0 1 0 0 0,0-1 0 0 0,0 0 0 0 0,-1 1 0 0 0,1-1 0 0 0,0 0 0 0 0,-1 1 0 0 0,1-1 0 0 0,0 0 0 0 0,-1 0 0 0 0,1 0 0 0 0,-1 0 1 0 0,1 0-1 0 0,-1 0 0 0 0,0 1 0 0 0,1-1 0 0 0,-1-2 0 0 0,10-32 250 0 0,-9 27-202 0 0,8-44 84 0 0,-3 0 0 0 0,-2-1 0 0 0,-4-58-1 0 0,6-77-114 0 0,0 160-49 0 0,-3 25-24 0 0,-2 19 13 0 0,2 34 35 0 0,1-1 0 0 0,2 0 0 0 0,3 0-1 0 0,16 52 1 0 0,-19-81 30 0 0,1 0-1 0 0,1-1 1 0 0,0 0-1 0 0,16 27 1 0 0,-19-38-15 0 0,0-1 1 0 0,0 0-1 0 0,1 0 1 0 0,-1 0-1 0 0,1-1 0 0 0,1 1 1 0 0,-1-1-1 0 0,1-1 1 0 0,0 1-1 0 0,1-1 0 0 0,-1-1 1 0 0,17 8-1 0 0,-20-10-6 0 0,0-1 0 0 0,-1 0 0 0 0,1 0 0 0 0,0 0-1 0 0,0-1 1 0 0,0 1 0 0 0,0-1 0 0 0,-1 0 0 0 0,1 0 0 0 0,0 0 0 0 0,0-1-1 0 0,0 1 1 0 0,0-1 0 0 0,0 0 0 0 0,-1 0 0 0 0,1 0 0 0 0,0-1 0 0 0,-1 1 0 0 0,1-1-1 0 0,-1 0 1 0 0,0 0 0 0 0,1 0 0 0 0,-1 0 0 0 0,0-1 0 0 0,0 1 0 0 0,0-1-1 0 0,-1 0 1 0 0,1 0 0 0 0,-1 0 0 0 0,4-5 0 0 0,-1 0 13 0 0,-1 0 0 0 0,1 0 1 0 0,-2-1-1 0 0,1 1 0 0 0,-1-1 0 0 0,0 0 0 0 0,-1 0 1 0 0,0 0-1 0 0,-1 0 0 0 0,1 0 0 0 0,-1-18 0 0 0,-2 10-5 0 0,-1 1 0 0 0,-1 0 0 0 0,0 0 0 0 0,-1 0 0 0 0,-10-29 0 0 0,-3 8 6 0 0,-23-41-1 0 0,37 74-78 0 0,-13-31 159 0 0,16 35-128 0 0,0-1 0 0 0,-1 0-1 0 0,1 1 1 0 0,0-1 0 0 0,0 0 0 0 0,-1 1 0 0 0,1-1-1 0 0,0 0 1 0 0,0 1 0 0 0,0-1 0 0 0,0 0-1 0 0,0 0 1 0 0,0 1 0 0 0,0-1 0 0 0,0 0 0 0 0,0 1-1 0 0,0-1 1 0 0,1 0 0 0 0,-1 1 0 0 0,0-1 0 0 0,0 0-1 0 0,1 1 1 0 0,-1-1 0 0 0,0 0 0 0 0,1 1-1 0 0,-1-1 1 0 0,1 1 0 0 0,-1-1 0 0 0,0 1 0 0 0,1-1-1 0 0,0 1 1 0 0,-1-1 0 0 0,1 1 0 0 0,-1-1 0 0 0,1 1-1 0 0,-1 0 1 0 0,1-1 0 0 0,0 1 0 0 0,-1 0-1 0 0,1 0 1 0 0,0-1 0 0 0,1 1 0 0 0,15-2-2753 0 0,34 0 0 0 0,-33 2 739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7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59 6911 0 0,'-5'-6'2784'0'0,"4"5"-2227"0"0,0 0 0 0 0,0-1-1 0 0,0 1 1 0 0,1-1 0 0 0,-1 1 0 0 0,0 0-1 0 0,1-1 1 0 0,0 0 0 0 0,-1 1 0 0 0,1-1-1 0 0,0 1 1 0 0,0-1 0 0 0,-1-2 0 0 0,2 3-409 0 0,-1 0 0 0 0,1-1 1 0 0,-1 1-1 0 0,1 0 0 0 0,-1-1 0 0 0,1 1 1 0 0,-1 0-1 0 0,1 0 0 0 0,0-1 0 0 0,0 1 1 0 0,0 0-1 0 0,0 0 0 0 0,0 0 1 0 0,0 0-1 0 0,0 0 0 0 0,0 0 0 0 0,0 1 1 0 0,0-1-1 0 0,1 0 0 0 0,-1 0 0 0 0,0 1 1 0 0,0-1-1 0 0,1 1 0 0 0,-1-1 0 0 0,1 1 1 0 0,-1 0-1 0 0,0-1 0 0 0,1 1 1 0 0,2 0-1 0 0,40-3 253 0 0,80 5 0 0 0,-92-1-493 0 0,10 4-1165 0 0,-25 0-5391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7.4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12895 0 0,'-1'0'92'0'0,"-1"1"-1"0"0,0-1 0 0 0,0 1 1 0 0,1-1-1 0 0,-1 1 0 0 0,0-1 1 0 0,1 1-1 0 0,-1 0 0 0 0,1 0 1 0 0,-1 0-1 0 0,1 0 0 0 0,-1 0 1 0 0,1 0-1 0 0,-2 3 0 0 0,1-2 37 0 0,1 1 0 0 0,0 0 1 0 0,-1 0-1 0 0,1 0 0 0 0,0 0 0 0 0,1 1 0 0 0,-2 5 0 0 0,-4 29 693 0 0,2-1 1 0 0,1 70-1 0 0,4-86-523 0 0,1 0-1 0 0,1 0 1 0 0,0 0-1 0 0,2 0 1 0 0,0-1-1 0 0,14 34 1 0 0,-16-47-247 0 0,0-1 0 0 0,0 0 0 0 0,1 0 1 0 0,0 0-1 0 0,0 0 0 0 0,0-1 0 0 0,0 0 0 0 0,1 1 1 0 0,0-2-1 0 0,0 1 0 0 0,1 0 0 0 0,-1-1 1 0 0,1 0-1 0 0,0-1 0 0 0,0 1 0 0 0,0-1 1 0 0,0 0-1 0 0,1-1 0 0 0,-1 1 0 0 0,1-1 1 0 0,0 0-1 0 0,-1-1 0 0 0,1 0 0 0 0,0 0 1 0 0,0 0-1 0 0,0-1 0 0 0,0 0 0 0 0,0-1 1 0 0,0 1-1 0 0,0-1 0 0 0,0 0 0 0 0,-1-1 1 0 0,1 0-1 0 0,0 0 0 0 0,-1 0 0 0 0,10-5 1 0 0,-9 3-280 0 0,-4 3-69 0 0,0-1 1 0 0,-1 1-1 0 0,1 0 0 0 0,0-1 1 0 0,-1 0-1 0 0,1 0 0 0 0,-1 0 0 0 0,1 0 1 0 0,-1 0-1 0 0,0 0 0 0 0,3-5 1 0 0,-3 2-1298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7.6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46 3679 0 0,'-4'-32'13286'0'0,"15"28"-11960"0"0,12 0-1005 0 0,0 1-1 0 0,1 1 1 0 0,26 1-1 0 0,30 5-2599 0 0,-76-4 2064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8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8 106 7831 0 0,'-1'1'351'0'0,"0"1"0"0"0,0 0 0 0 0,0-1 0 0 0,1 1 0 0 0,-1 0 0 0 0,1 0-1 0 0,-1-1 1 0 0,1 1 0 0 0,0 0 0 0 0,-1 0 0 0 0,1 0 0 0 0,0 0-1 0 0,0-1 1 0 0,1 4 0 0 0,-1 1-22 0 0,-2 47 1052 0 0,3 1-1 0 0,2 0 1 0 0,2-1-1 0 0,14 61 1 0 0,-18-107-1197 0 0,10 31 182 0 0,-11-36-349 0 0,1-1-1 0 0,-1 1 1 0 0,1-1-1 0 0,0 1 1 0 0,-1-1-1 0 0,1 0 1 0 0,0 1 0 0 0,0-1-1 0 0,0 0 1 0 0,0 1-1 0 0,0-1 1 0 0,0 0-1 0 0,0 0 1 0 0,1 0-1 0 0,-1 0 1 0 0,0 0 0 0 0,0 0-1 0 0,1 0 1 0 0,1 0-1 0 0,-2-1-10 0 0,-1 0-1 0 0,0-1 1 0 0,1 1-1 0 0,-1 0 1 0 0,1 0 0 0 0,-1-1-1 0 0,0 1 1 0 0,1-1-1 0 0,-1 1 1 0 0,0 0-1 0 0,0-1 1 0 0,1 1 0 0 0,-1-1-1 0 0,0 1 1 0 0,0-1-1 0 0,1 1 1 0 0,-1 0-1 0 0,0-1 1 0 0,0 1 0 0 0,0-1-1 0 0,0 1 1 0 0,0-1-1 0 0,0 1 1 0 0,0-1-1 0 0,0 1 1 0 0,0-1-1 0 0,0 1 1 0 0,0-1 0 0 0,0 1-1 0 0,0-1 1 0 0,0 1-1 0 0,-1-1 1 0 0,1 1-1 0 0,0-1 1 0 0,-1 0 0 0 0,-4-22 46 0 0,5 22-43 0 0,-39-174-454 0 0,35 149 400 0 0,1 0 0 0 0,1 0 0 0 0,2 1 0 0 0,5-52 0 0 0,-4 68 24 0 0,1 1 0 0 0,1 0 0 0 0,-1 0 0 0 0,1 0 0 0 0,1 0 0 0 0,-1 0 0 0 0,2 0 0 0 0,-1 1-1 0 0,1 0 1 0 0,0 0 0 0 0,0 0 0 0 0,0 1 0 0 0,11-10 0 0 0,-12 13 10 0 0,-1 0-1 0 0,0 0 1 0 0,1 1-1 0 0,0-1 1 0 0,0 1-1 0 0,0 0 1 0 0,0 0-1 0 0,0 0 1 0 0,0 1-1 0 0,0 0 1 0 0,1-1 0 0 0,-1 2-1 0 0,0-1 1 0 0,1 0-1 0 0,-1 1 1 0 0,1 0-1 0 0,-1 0 1 0 0,1 0-1 0 0,-1 0 1 0 0,0 1-1 0 0,1 0 1 0 0,-1-1-1 0 0,0 2 1 0 0,1-1 0 0 0,-1 0-1 0 0,0 1 1 0 0,6 4-1 0 0,-4-3-10 0 0,-1 1 0 0 0,0 0 0 0 0,0 0 0 0 0,-1 0-1 0 0,1 1 1 0 0,-1 0 0 0 0,0-1 0 0 0,0 2 0 0 0,0-1 0 0 0,-1 0-1 0 0,0 1 1 0 0,0 0 0 0 0,0-1 0 0 0,-1 1 0 0 0,0 0 0 0 0,0 0-1 0 0,-1 1 1 0 0,1-1 0 0 0,-1 0 0 0 0,0 1 0 0 0,-1-1 0 0 0,0 7 0 0 0,0-1-29 0 0,0 0 1 0 0,-1 0-1 0 0,-1 0 1 0 0,0-1-1 0 0,0 1 1 0 0,-1 0 0 0 0,-1-1-1 0 0,0 0 1 0 0,0 0-1 0 0,-1 0 1 0 0,-7 11 0 0 0,9-18 48 0 0,0 0 1 0 0,0 0 0 0 0,0-1 0 0 0,0 1-1 0 0,-1-1 1 0 0,-4 4 0 0 0,7-6 46 0 0,-1 1-1 0 0,0-1 1 0 0,1 0 0 0 0,-1 0-1 0 0,0 0 1 0 0,0-1 0 0 0,0 1-1 0 0,0 0 1 0 0,0-1 0 0 0,0 1-1 0 0,0-1 1 0 0,0 1 0 0 0,0-1-1 0 0,0 0 1 0 0,0 0 0 0 0,-3 0-1 0 0,5 0-30 0 0,0-1-1 0 0,0 1 1 0 0,0 0 0 0 0,0 0-1 0 0,1 0 1 0 0,-1 0 0 0 0,0 0-1 0 0,0 0 1 0 0,0 0 0 0 0,0 0-1 0 0,0 0 1 0 0,0 0-1 0 0,1-1 1 0 0,-1 1 0 0 0,0 0-1 0 0,0 0 1 0 0,0 0 0 0 0,0 0-1 0 0,0 0 1 0 0,0-1-1 0 0,0 1 1 0 0,0 0 0 0 0,0 0-1 0 0,0 0 1 0 0,0 0 0 0 0,0-1-1 0 0,1 1 1 0 0,-1 0 0 0 0,0 0-1 0 0,0 0 1 0 0,0 0-1 0 0,0-1 1 0 0,-1 1 0 0 0,1 0-1 0 0,0 0 1 0 0,0 0 0 0 0,0 0-1 0 0,0 0 1 0 0,0-1-1 0 0,0 1 1 0 0,0 0 0 0 0,0 0-1 0 0,0 0 1 0 0,0 0 0 0 0,0-1-1 0 0,0 1 1 0 0,-1 0 0 0 0,1 0-1 0 0,0 0 1 0 0,0 0-1 0 0,0 0 1 0 0,0 0 0 0 0,0 0-1 0 0,0 0 1 0 0,-1-1 0 0 0,1 1-1 0 0,0 0 1 0 0,0 0 0 0 0,0 0-1 0 0,0 0 1 0 0,-1 0-1 0 0,1 0 1 0 0,0 0 0 0 0,0 0-1 0 0,0 0 1 0 0,0 0 0 0 0,-1 0-1 0 0,1 0 1 0 0,12-7 297 0 0,-5 5-304 0 0,0 0 1 0 0,0 1-1 0 0,0-1 0 0 0,0 1 0 0 0,0 1 0 0 0,0 0 0 0 0,0 0 1 0 0,0 0-1 0 0,0 0 0 0 0,0 1 0 0 0,0 1 0 0 0,0-1 0 0 0,0 1 1 0 0,0 0-1 0 0,-1 1 0 0 0,1-1 0 0 0,-1 1 0 0 0,1 1 1 0 0,-1-1-1 0 0,0 1 0 0 0,-1 0 0 0 0,1 0 0 0 0,9 10 0 0 0,-7-6-15 0 0,-1-1-1 0 0,-1 1 0 0 0,1 0 0 0 0,-1 1 0 0 0,-1-1 0 0 0,0 1 0 0 0,0 0 0 0 0,0 0 1 0 0,-1 1-1 0 0,-1-1 0 0 0,1 1 0 0 0,-2 0 0 0 0,1 0 0 0 0,-2 0 0 0 0,1 0 0 0 0,-1 11 1 0 0,-1-16 42 0 0,0 0 1 0 0,-1 0-1 0 0,1 0 1 0 0,-1-1-1 0 0,0 1 1 0 0,-1 0-1 0 0,1-1 1 0 0,-1 1-1 0 0,0-1 1 0 0,0 1-1 0 0,0-1 1 0 0,-1 0-1 0 0,-3 5 1 0 0,1-3 76 0 0,0 0 0 0 0,-1-1 0 0 0,0 0 1 0 0,1 0-1 0 0,-2 0 0 0 0,1-1 0 0 0,-12 7 0 0 0,5-5 76 0 0,1 0-1 0 0,-1-2 0 0 0,1 1 0 0 0,-1-2 0 0 0,-1 1 0 0 0,1-2 1 0 0,0 0-1 0 0,-1 0 0 0 0,-15-1 0 0 0,19-2-51 0 0,0 0-1 0 0,1-1 1 0 0,-14-3 0 0 0,19 4-116 0 0,1 1 1 0 0,0-2 0 0 0,0 1 0 0 0,0 0 0 0 0,0 0-1 0 0,0-1 1 0 0,0 0 0 0 0,0 0 0 0 0,0 1 0 0 0,1-2 0 0 0,-1 1-1 0 0,1 0 1 0 0,-4-4 0 0 0,6 5-46 0 0,-1 1-1 0 0,1-1 1 0 0,0 0-1 0 0,0 1 1 0 0,0-1-1 0 0,0 0 0 0 0,0 1 1 0 0,-1-1-1 0 0,1 0 1 0 0,0 1-1 0 0,0-1 1 0 0,1 0-1 0 0,-1 1 1 0 0,0-1-1 0 0,0 0 1 0 0,0 1-1 0 0,0-1 1 0 0,1 1-1 0 0,-1-1 1 0 0,0 0-1 0 0,0 1 1 0 0,1-1-1 0 0,-1 1 1 0 0,0-1-1 0 0,1 0 1 0 0,-1 1-1 0 0,1-1 1 0 0,-1 1-1 0 0,1 0 1 0 0,-1-1-1 0 0,1 1 1 0 0,0-1-1 0 0,21-12-3372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9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49 132 5063 0 0,'1'33'8890'0'0,"0"82"-7146"0"0,-4-70-563 0 0,-2 1 0 0 0,-1-2 1 0 0,-16 58-1 0 0,21-102-1127 0 0,1 1 0 0 0,0 0 0 0 0,0 0 0 0 0,0 0 0 0 0,-1 0 0 0 0,1 0 0 0 0,0 0 0 0 0,-1 0 0 0 0,1 0 0 0 0,-1-1 0 0 0,1 1 0 0 0,-1 0 0 0 0,1 0 0 0 0,-1-1 0 0 0,0 1 1 0 0,0 1-1 0 0,-4-12 568 0 0,3-25-186 0 0,15-64-295 0 0,-1 15-498 0 0,-8 31 128 0 0,17-131-1036 0 0,-20 177 1206 0 0,0 0 1 0 0,1 1 0 0 0,0-1 0 0 0,1 0 0 0 0,-1 1 0 0 0,5-7 0 0 0,-6 12 49 0 0,-1 0 0 0 0,1 0 0 0 0,0 0 0 0 0,-1 0-1 0 0,1 0 1 0 0,0 0 0 0 0,0 0 0 0 0,0 1 0 0 0,0-1-1 0 0,0 0 1 0 0,0 1 0 0 0,0-1 0 0 0,0 1 0 0 0,0-1-1 0 0,0 1 1 0 0,0-1 0 0 0,2 1 0 0 0,-2 0 4 0 0,1 0 1 0 0,-1 0-1 0 0,1 0 1 0 0,-1 0-1 0 0,1 1 1 0 0,-1-1 0 0 0,1 0-1 0 0,-1 1 1 0 0,0-1-1 0 0,1 1 1 0 0,-1 0-1 0 0,0-1 1 0 0,1 1-1 0 0,-1 0 1 0 0,0 0-1 0 0,0 0 1 0 0,2 2 0 0 0,6 6 24 0 0,-1 1 0 0 0,0 1 0 0 0,-1 0 0 0 0,0 0 1 0 0,0 0-1 0 0,-1 1 0 0 0,-1 0 0 0 0,5 13 0 0 0,3 6 193 0 0,16 34 794 0 0,-7-11-542 0 0,4-1 0 0 0,56 89 1 0 0,-79-138-363 0 0,0 0 1 0 0,1 0-1 0 0,-1 0 1 0 0,1 0 0 0 0,5 3-1 0 0,-62-51 1160 0 0,30 29-1164 0 0,0 1 1 0 0,-1 1 0 0 0,0 1 0 0 0,-1 2-1 0 0,0 0 1 0 0,-1 2 0 0 0,0 0-1 0 0,-53-7 1 0 0,72 15-163 0 0,6 2-112 0 0,12 3-443 0 0,22 5-1166 0 0,-11-8-177 0 0,3-2-86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29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52 244 10135 0 0,'3'43'9303'0'0,"27"224"-4953"0"0,-29-261-4232 0 0,-1-1-6 0 0,0 0-1 0 0,0 1 1 0 0,1-1 0 0 0,0 0-1 0 0,0 0 1 0 0,0 0-1 0 0,0 1 1 0 0,1-1 0 0 0,0-1-1 0 0,4 9 1 0 0,-6-13-99 0 0,1 1 0 0 0,-1-1 0 0 0,0 0 0 0 0,0 0 0 0 0,0 0 0 0 0,0 0 0 0 0,0 0 0 0 0,0 0 0 0 0,0 0 0 0 0,0 0 0 0 0,0 0 0 0 0,0 0 0 0 0,0 0 0 0 0,0 0 0 0 0,0 0 0 0 0,1 0 0 0 0,-1 0 0 0 0,0 0 0 0 0,0 0 0 0 0,0 0 0 0 0,0 1 0 0 0,0-1 0 0 0,0 0 0 0 0,0 0 0 0 0,0 0 0 0 0,0 0 0 0 0,1-1 0 0 0,-1 1 0 0 0,0 0 0 0 0,0 0 1 0 0,0 0-1 0 0,0 0 0 0 0,0 0 0 0 0,0 0 0 0 0,0 0 0 0 0,0 0 0 0 0,0 0 0 0 0,0 0 0 0 0,1 0 0 0 0,-1 0 0 0 0,0 0 0 0 0,0 0 0 0 0,0 0 0 0 0,0 0 0 0 0,0 0 0 0 0,0 0 0 0 0,0 0 0 0 0,0-1 0 0 0,0 1 0 0 0,0 0 0 0 0,0 0 0 0 0,0 0 0 0 0,0 0 0 0 0,0 0 0 0 0,2-8 567 0 0,-2-9 94 0 0,-4-16-1316 0 0,-2 0-1 0 0,-1 1 1 0 0,-21-57-1 0 0,6 18-77 0 0,20 62 666 0 0,-7-21-81 0 0,1 0 1 0 0,1-1 0 0 0,-3-46 0 0 0,10 67 109 0 0,0 1-1 0 0,1-1 1 0 0,-1 1-1 0 0,2 0 1 0 0,0-1-1 0 0,5-16 1 0 0,-5 20 7 0 0,0 1-1 0 0,1 0 1 0 0,0 0 0 0 0,0 0-1 0 0,0 0 1 0 0,1 0 0 0 0,-1 1 0 0 0,1-1-1 0 0,0 1 1 0 0,0 0 0 0 0,1 0-1 0 0,6-4 1 0 0,-9 6 8 0 0,1 0 1 0 0,0 1-1 0 0,0-1 0 0 0,1 1 0 0 0,-1-1 0 0 0,0 1 1 0 0,0 0-1 0 0,1 0 0 0 0,-1 0 0 0 0,1 1 1 0 0,-1-1-1 0 0,0 1 0 0 0,1 0 0 0 0,-1 0 0 0 0,1 0 1 0 0,-1 0-1 0 0,1 1 0 0 0,4 0 0 0 0,-3 1 12 0 0,0 0-1 0 0,0 0 1 0 0,0 0-1 0 0,0 1 1 0 0,0 0-1 0 0,-1 0 1 0 0,1 0-1 0 0,-1 0 1 0 0,0 1-1 0 0,7 7 1 0 0,-5-4 43 0 0,0 0 1 0 0,-1 0-1 0 0,1 1 0 0 0,-2-1 1 0 0,1 1-1 0 0,-1 0 0 0 0,-1 0 1 0 0,1 1-1 0 0,-1-1 0 0 0,-1 1 0 0 0,1 0 1 0 0,-2-1-1 0 0,1 1 0 0 0,0 10 1 0 0,-3-11 7 0 0,0-1 1 0 0,-1 0-1 0 0,0 0 0 0 0,0 1 1 0 0,0-2-1 0 0,-1 1 1 0 0,0 0-1 0 0,0 0 0 0 0,-1-1 1 0 0,0 0-1 0 0,0 1 1 0 0,0-2-1 0 0,-1 1 1 0 0,0 0-1 0 0,0-1 0 0 0,0 0 1 0 0,-10 7-1 0 0,10-8 4 0 0,-1 0-1 0 0,1 0 1 0 0,-1 0-1 0 0,0-1 1 0 0,0 0-1 0 0,0 0 1 0 0,0-1-1 0 0,0 0 1 0 0,-1 0-1 0 0,1 0 1 0 0,-1-1 0 0 0,0 0-1 0 0,1 0 1 0 0,-1 0-1 0 0,0-1 1 0 0,1 0-1 0 0,-1-1 1 0 0,0 1-1 0 0,-10-3 1 0 0,15 2-55 0 0,-1 0 0 0 0,1 1 1 0 0,0-1-1 0 0,-1 0 0 0 0,1 0 0 0 0,0-1 1 0 0,0 1-1 0 0,0 0 0 0 0,0-1 1 0 0,0 1-1 0 0,0-1 0 0 0,0 1 1 0 0,0-1-1 0 0,1 0 0 0 0,-1 0 0 0 0,1 0 1 0 0,-1 0-1 0 0,1 0 0 0 0,0 0 1 0 0,-2-4-1 0 0,3 4-47 0 0,0 0 0 0 0,-1 0 0 0 0,1 0 0 0 0,0 0 0 0 0,0 0 0 0 0,1 0 0 0 0,-1 0 1 0 0,0 0-1 0 0,1 0 0 0 0,-1 0 0 0 0,1 0 0 0 0,0 0 0 0 0,-1 0 0 0 0,1 0 0 0 0,0 0 0 0 0,0 1 0 0 0,0-1 0 0 0,1 0 1 0 0,-1 0-1 0 0,0 1 0 0 0,1-1 0 0 0,-1 1 0 0 0,1-1 0 0 0,2-1 0 0 0,17-13-1800 0 0,4 1-550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0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1 441 15343 0 0,'9'21'1625'0'0,"0"0"0"0"0,-2 0 1 0 0,0 1-1 0 0,-1 0 0 0 0,4 32 0 0 0,-17-67 9 0 0,-2-15-1435 0 0,-1-26-492 0 0,3 0 0 0 0,2-1 0 0 0,3 0 0 0 0,5-67 0 0 0,-2 106 154 0 0,2 1-1 0 0,-1 0 1 0 0,2 0 0 0 0,0 1 0 0 0,1-1 0 0 0,0 1 0 0 0,1 0 0 0 0,14-22-1 0 0,-18 31 100 0 0,1 1 0 0 0,0-1-1 0 0,1 1 1 0 0,-1-1 0 0 0,1 1-1 0 0,0 0 1 0 0,0 0-1 0 0,0 1 1 0 0,1-1 0 0 0,-1 1-1 0 0,1 0 1 0 0,0 0 0 0 0,-1 1-1 0 0,1-1 1 0 0,1 1-1 0 0,-1 0 1 0 0,0 1 0 0 0,0-1-1 0 0,1 1 1 0 0,-1 0-1 0 0,1 0 1 0 0,-1 1 0 0 0,1-1-1 0 0,-1 1 1 0 0,1 0 0 0 0,9 2-1 0 0,-10-1 77 0 0,0 1 0 0 0,0 0 1 0 0,0 0-1 0 0,0 0 0 0 0,0 0 0 0 0,0 1 0 0 0,0 0 1 0 0,-1 0-1 0 0,1 0 0 0 0,-1 0 0 0 0,0 1 0 0 0,0 0 0 0 0,0-1 1 0 0,0 2-1 0 0,-1-1 0 0 0,0 0 0 0 0,0 1 0 0 0,0-1 0 0 0,0 1 1 0 0,2 6-1 0 0,-3-6 4 0 0,0 0 0 0 0,0-1 0 0 0,-1 1 0 0 0,0 0 0 0 0,0 0 0 0 0,0 0 0 0 0,0 0 0 0 0,-1 0 0 0 0,0 1 1 0 0,0-1-1 0 0,0 0 0 0 0,-1 0 0 0 0,1 0 0 0 0,-1 0 0 0 0,-1 0 0 0 0,1 0 0 0 0,-1-1 0 0 0,1 1 0 0 0,-1 0 0 0 0,-1-1 0 0 0,-4 8 0 0 0,-1-2 73 0 0,0 0 0 0 0,-1-1-1 0 0,-1 0 1 0 0,1 0-1 0 0,-2-1 1 0 0,1 0 0 0 0,-1-1-1 0 0,-13 6 1 0 0,10-5-67 0 0,0-2 0 0 0,-1 1 0 0 0,0-2-1 0 0,0 0 1 0 0,-1-1 0 0 0,-18 3 0 0 0,14-5-1136 0 0,2-3-5065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7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34 11519 0 0,'-12'-14'904'0'0,"10"11"-837"0"0,-1 0 1 0 0,1 0 0 0 0,-1 1 0 0 0,0-1 0 0 0,0 0 0 0 0,0 1 0 0 0,-10 1 4449 0 0,6 17-3201 0 0,7-15-1164 0 0,-5 15 151 0 0,1 0 0 0 0,0 1-1 0 0,1 0 1 0 0,1 0 0 0 0,0 33 0 0 0,11 90 692 0 0,-6-113-762 0 0,2 22 199 0 0,2 0-1 0 0,2 0 0 0 0,27 81 0 0 0,-30-112-316 0 0,0-1-1 0 0,2 0 1 0 0,0 0 0 0 0,1-1 0 0 0,1 0 0 0 0,0-1 0 0 0,1 0 0 0 0,0 0 0 0 0,2-2 0 0 0,0 1 0 0 0,0-1 0 0 0,1-1 0 0 0,18 12 0 0 0,-25-19-81 0 0,0-1 1 0 0,0 0-1 0 0,0-1 0 0 0,1 0 1 0 0,0 0-1 0 0,-1 0 1 0 0,1-1-1 0 0,0 0 1 0 0,0-1-1 0 0,1 0 0 0 0,-1 0 1 0 0,0 0-1 0 0,0-1 1 0 0,0-1-1 0 0,1 1 0 0 0,13-4 1 0 0,-13 1-9 0 0,0 0-1 0 0,1-1 1 0 0,-1 0 0 0 0,-1 0 0 0 0,1-1-1 0 0,-1 0 1 0 0,0 0 0 0 0,0-1-1 0 0,0 0 1 0 0,-1-1 0 0 0,0 0 0 0 0,0 0-1 0 0,9-12 1 0 0,-2 0-25 0 0,-1 0-1 0 0,-1 0 0 0 0,0-1 1 0 0,-2-1-1 0 0,0 0 1 0 0,-2 0-1 0 0,0-1 0 0 0,-1 0 1 0 0,5-30-1 0 0,-9 32-51 0 0,-1 1-1 0 0,-1 0 1 0 0,-1-1-1 0 0,-1 1 0 0 0,0-1 1 0 0,-1 1-1 0 0,-1 0 1 0 0,-1 0-1 0 0,-1 0 1 0 0,-1 0-1 0 0,-10-24 0 0 0,8 28-15 0 0,0 1 0 0 0,-10-15 0 0 0,10 18-174 0 0,0 0 1 0 0,1-1 0 0 0,-6-16 0 0 0,12 27 11 0 0,1-1 0 0 0,-1 1 1 0 0,1 0-1 0 0,-1-1 0 0 0,1 1 1 0 0,0-1-1 0 0,-1 1 0 0 0,1-1 0 0 0,0 1 1 0 0,0-1-1 0 0,0 1 0 0 0,0-1 1 0 0,1 1-1 0 0,-1-3 0 0 0,4-3-1491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7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178 1 16151 0 0,'7'151'2504'0'0,"-10"-72"-2175"0"0,-21 132 0 0 0,15-160-339 0 0,-3-2-1 0 0,-2 1 1 0 0,-35 81-1 0 0,47-127-37 0 0,0 1 1 0 0,0-1-1 0 0,-1 0 0 0 0,0 0 1 0 0,0 0-1 0 0,0 0 0 0 0,0-1 0 0 0,-6 5 1 0 0,9-7 30 0 0,-1 0 0 0 0,0-1 0 0 0,0 1 0 0 0,0-1 0 0 0,0 1 0 0 0,1-1 0 0 0,-1 1 0 0 0,0-1 0 0 0,0 0 1 0 0,0 0-1 0 0,0 1 0 0 0,0-1 0 0 0,0 0 0 0 0,0 0 0 0 0,0 0 0 0 0,0 0 0 0 0,0 0 0 0 0,0 0 0 0 0,0 0 1 0 0,0 0-1 0 0,0 0 0 0 0,0-1 0 0 0,0 1 0 0 0,0 0 0 0 0,0-1 0 0 0,0 1 0 0 0,0-1 0 0 0,0 1 0 0 0,0-1 1 0 0,0 1-1 0 0,1-1 0 0 0,-1 1 0 0 0,0-1 0 0 0,0 0 0 0 0,1 0 0 0 0,-1 1 0 0 0,0-1 0 0 0,1 0 0 0 0,-1 0 1 0 0,1 0-1 0 0,-1 0 0 0 0,1 1 0 0 0,-1-1 0 0 0,1 0 0 0 0,0 0 0 0 0,-1-2 0 0 0,0 2 12 0 0,1 0 0 0 0,-1 0-1 0 0,0 0 1 0 0,1-1-1 0 0,-1 1 1 0 0,1 0 0 0 0,-1-1-1 0 0,1 1 1 0 0,0 0 0 0 0,0-1-1 0 0,-1 1 1 0 0,1-1 0 0 0,0 1-1 0 0,0 0 1 0 0,0-1 0 0 0,1 1-1 0 0,-1 0 1 0 0,0-1 0 0 0,0 1-1 0 0,1-1 1 0 0,-1 1 0 0 0,1 0-1 0 0,-1 0 1 0 0,1-1 0 0 0,-1 1-1 0 0,1 0 1 0 0,0 0 0 0 0,0 0-1 0 0,0 0 1 0 0,-1-1-1 0 0,1 1 1 0 0,0 0 0 0 0,0 1-1 0 0,1-1 1 0 0,-1 0 0 0 0,0 0-1 0 0,0 0 1 0 0,0 1 0 0 0,0-1-1 0 0,1 0 1 0 0,-1 1 0 0 0,0-1-1 0 0,3 1 1 0 0,2-2 93 0 0,0 0 0 0 0,0 1 0 0 0,0 0 0 0 0,0 0 0 0 0,0 1 0 0 0,0 0 0 0 0,0 0 0 0 0,9 1 1 0 0,42 9 832 0 0,-31-5-503 0 0,-1 0 0 0 0,1-2 1 0 0,0-1-1 0 0,0 0 0 0 0,49-6 0 0 0,-69 3-506 0 0,0 0 0 0 0,0-1 0 0 0,0 0 0 0 0,0-1 0 0 0,0 1 0 0 0,-1-1 0 0 0,1 0 0 0 0,-1 0 0 0 0,9-8 0 0 0,-4 2-636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38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35 18887 0 0,'-2'-7'445'0'0,"1"5"-331"0"0,0 0 1 0 0,0 1-1 0 0,1-1 1 0 0,-1 0-1 0 0,1 0 1 0 0,-1 1-1 0 0,1-1 1 0 0,0 0 0 0 0,-1 0-1 0 0,1 0 1 0 0,0 1-1 0 0,0-1 1 0 0,1-2-1 0 0,20 5 1855 0 0,-16 0-1363 0 0,65 10 2156 0 0,93 19-4055 0 0,-156-29 1246 0 0,36 9-186 0 0,0-1-1 0 0,1-3 1 0 0,0-2 0 0 0,46 0 0 0 0,-38-9-1006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2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37 7487 0 0,'-2'-36'1466'0'0,"3"38"-1145"0"0,0 0 1 0 0,0 0-1 0 0,-1 0 0 0 0,1 0 1 0 0,0 1-1 0 0,-1-1 1 0 0,0 0-1 0 0,1 4 0 0 0,-1-3-47 0 0,25 198 1651 0 0,-3 208 0 0 0,-15-229-1287 0 0,22 630 1459 0 0,1 26-947 0 0,37-21-676 0 0,38-4-120 0 0,-55-434-85 0 0,-2 29 29 0 0,-12-92-116 0 0,-14-65 29 0 0,-21-203-61 0 0,-2 1-1 0 0,-2-1 0 0 0,-12 63 0 0 0,13-98-91 0 0,-1 0 0 0 0,0 0 0 0 0,-1 0 0 0 0,0 0 0 0 0,-1-1 0 0 0,-8 15-1 0 0,19-57-3050 0 0,1 12 1077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4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14 275 8495 0 0,'-13'-46'920'0'0,"13"46"-816"0"0,0-1 0 0 0,0 1 0 0 0,0-1 1 0 0,1 1-1 0 0,-1-1 0 0 0,0 1 0 0 0,0-1 0 0 0,1 1 0 0 0,-1-1 0 0 0,0 1 0 0 0,1 0 0 0 0,-1-1 0 0 0,1 1 0 0 0,-1 0 0 0 0,0-1 0 0 0,1 1 0 0 0,-1 0 0 0 0,1-1 0 0 0,-1 1 0 0 0,1 0 0 0 0,-1 0 0 0 0,1-1 0 0 0,-1 1 0 0 0,1 0 0 0 0,-1 0 0 0 0,2 0 1 0 0,13-4 97 0 0,4 2-106 0 0,1 1 0 0 0,29 1 0 0 0,-1 1-6 0 0,662-45 1665 0 0,-629 37-1500 0 0,304-16 379 0 0,65 1 190 0 0,-247 16-418 0 0,-46 2-140 0 0,162-11 127 0 0,208-26-56 0 0,-319 27 701 0 0,140 3-1047 0 0,-207 9-557 0 0,122 6 587 0 0,-23 0 11 0 0,407-24 235 0 0,-121 15-89 0 0,-481 6-175 0 0,299 9 36 0 0,-86-2-14 0 0,-54-2-25 0 0,199 1 0 0 0,-219-8 0 0 0,92-5 0 0 0,99 2 128 0 0,-343 5-14 0 0,1-2 0 0 0,-1-1 0 0 0,59-12 0 0 0,-73 10-34 0 0,-1 1 0 0 0,1 0 1 0 0,18 1-1 0 0,-28 1-116 0 0,-1 1 0 0 0,1 1 1 0 0,0 0-1 0 0,-1 0 0 0 0,1 0 1 0 0,-1 1-1 0 0,1 0 1 0 0,-1 0-1 0 0,12 6 0 0 0,-6 3-1313 0 0,-7 0-2986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4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 13359 0 0,'1'0'26'0'0,"-1"0"-1"0"0,0 0 1 0 0,0 0 0 0 0,0-1-1 0 0,0 1 1 0 0,0 0-1 0 0,0 0 1 0 0,0 0-1 0 0,0 0 1 0 0,1 0-1 0 0,-1 0 1 0 0,0 0 0 0 0,0 0-1 0 0,0 0 1 0 0,0 0-1 0 0,0 0 1 0 0,0 0-1 0 0,0 0 1 0 0,1 0-1 0 0,-1 0 1 0 0,0 0 0 0 0,0 0-1 0 0,0 0 1 0 0,0 0-1 0 0,0 0 1 0 0,0 0-1 0 0,0 0 1 0 0,1 0-1 0 0,-1 0 1 0 0,0 1 0 0 0,0-1-1 0 0,0 0 1 0 0,0 0-1 0 0,0 0 1 0 0,0 0-1 0 0,0 0 1 0 0,0 0-1 0 0,0 0 1 0 0,1 0 0 0 0,-1 0-1 0 0,0 0 1 0 0,0 1-1 0 0,0-1 1 0 0,0 0-1 0 0,0 0 1 0 0,0 0-1 0 0,0 0 1 0 0,0 0 0 0 0,0 0-1 0 0,0 0 1 0 0,0 1-1 0 0,7 11 95 0 0,4 17-353 0 0,2 19 438 0 0,-1 1-1 0 0,-3 0 0 0 0,5 85 1 0 0,-10 154 573 0 0,-4-259-703 0 0,-47 1476 2112 0 0,13-606-825 0 0,44-1-94 0 0,108 274-4 0 0,7-205-304 0 0,-111-816-811 0 0,105 1081 838 0 0,-116-1205-923 0 0,1 15-24 0 0,3 11-69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5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3 11055 0 0,'-4'-1'214'0'0,"-1"0"0"0"0,1 1 0 0 0,0 0 0 0 0,0 0-1 0 0,-1 0 1 0 0,1 1 0 0 0,0-1 0 0 0,0 1-1 0 0,0 0 1 0 0,0 0 0 0 0,0 1 0 0 0,0-1 0 0 0,0 1-1 0 0,0 0 1 0 0,0 0 0 0 0,0 0 0 0 0,1 0 0 0 0,-1 1-1 0 0,1-1 1 0 0,0 1 0 0 0,0 0 0 0 0,-4 5 0 0 0,2-3-37 0 0,0 1 0 0 0,1 0 1 0 0,-1 0-1 0 0,2 0 1 0 0,-1 0-1 0 0,1 1 0 0 0,0-1 1 0 0,0 1-1 0 0,0 0 1 0 0,1 0-1 0 0,0 0 0 0 0,1 0 1 0 0,-1 0-1 0 0,2 1 1 0 0,-1-1-1 0 0,1 0 1 0 0,0 0-1 0 0,0 1 0 0 0,1-1 1 0 0,0 0-1 0 0,3 14 1 0 0,1-6-23 0 0,0 1 1 0 0,1-1 0 0 0,1 0 0 0 0,0 0 0 0 0,1 0-1 0 0,1-1 1 0 0,0-1 0 0 0,13 16 0 0 0,-4-11-8 0 0,34 29-48 0 0,-22-23-11 0 0,60 33-2 0 0,36 9-6 0 0,-41-32-37 0 0,0-3-1 0 0,2-4 0 0 0,114 19 0 0 0,-4-15 71 0 0,233 5-1 0 0,202-34 66 0 0,413-73 860 0 0,-5-54-1440 0 0,-918 109-96 0 0,1416-117 481 0 0,-442 107 728 0 0,-963 25-694 0 0,232-4-1762 0 0,-294 1 6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47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 8695 0 0,'-2'-8'1807'0'0,"5"21"-1182"0"0,24 283 1829 0 0,8 71-1037 0 0,50 213-170 0 0,4 33 1617 0 0,-20-69-3305 0 0,9 94 1348 0 0,-13-105-156 0 0,29 324 650 0 0,4-42 495 0 0,-65-579-1608 0 0,-8 20-76 0 0,-8 291 0 0 0,-16-481-320 0 0,3 0 1 0 0,3-1-1 0 0,29 120 0 0 0,3-37-3750 0 0,-36-124-1986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1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12 6559 0 0,'-1'-12'920'0'0,"-1"17"702"0"0,-1 20 532 0 0,4 18-638 0 0,2-1 0 0 0,16 72-1 0 0,31 82 689 0 0,10 53-203 0 0,38 465 1409 0 0,-38 1-2287 0 0,-34-172-259 0 0,55 272-22 0 0,-49-591-3045 0 0,5 385 1 0 0,-37-600 2140 0 0,0 12-1372 0 0,2-1-3326 0 0,3-4-1946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1.9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10 140 12639 0 0,'-9'-14'1062'0'0,"9"14"-1011"0"0,0 0 0 0 0,0-1-1 0 0,0 1 1 0 0,0 0-1 0 0,0-1 1 0 0,-1 1 0 0 0,1 0-1 0 0,0 0 1 0 0,0-1-1 0 0,1 1 1 0 0,-1 0 0 0 0,0-1-1 0 0,0 1 1 0 0,0 0-1 0 0,0 0 1 0 0,0-1 0 0 0,0 1-1 0 0,0 0 1 0 0,0-1-1 0 0,0 1 1 0 0,1 0 0 0 0,-1 0-1 0 0,0 0 1 0 0,0-1-1 0 0,0 1 1 0 0,1 0 0 0 0,-1-1-1 0 0,3 0 187 0 0,-1 0-1 0 0,1 0 0 0 0,0 1 1 0 0,0-1-1 0 0,-1 1 0 0 0,1-1 1 0 0,0 1-1 0 0,3 0 1 0 0,-3 0-193 0 0,208-6 3276 0 0,2 0-1507 0 0,287-43 711 0 0,-386 36-2289 0 0,-44 5-438 0 0,143-13 601 0 0,-71 12-3784 0 0,-126 9 1714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2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4 11975 0 0,'0'0'33'0'0,"-1"-1"0"0"0,1 1-1 0 0,0 0 1 0 0,0 0 0 0 0,0 0-1 0 0,0-1 1 0 0,-1 1 0 0 0,1 0-1 0 0,0 0 1 0 0,0 0 0 0 0,0-1-1 0 0,-1 1 1 0 0,1 0-1 0 0,0 0 1 0 0,0 0 0 0 0,-1 0-1 0 0,1 0 1 0 0,0-1 0 0 0,0 1-1 0 0,-1 0 1 0 0,1 0 0 0 0,0 0-1 0 0,0 0 1 0 0,-1 0 0 0 0,1 0-1 0 0,0 0 1 0 0,0 0 0 0 0,-1 0-1 0 0,1 0 1 0 0,0 0 0 0 0,0 0-1 0 0,-1 0 1 0 0,1 1 0 0 0,-2 9 234 0 0,7 20-167 0 0,-4-25 226 0 0,26 143 1308 0 0,80 559 1952 0 0,-91-372-2310 0 0,-14 1 0 0 0,-15-1 0 0 0,-92 547 0 0 0,82-754-989 0 0,-28 182 306 0 0,42-228-386 0 0,1 146-1 0 0,8-216-278 0 0,5 45 101 0 0,-5-54-256 0 0,1 1-1 0 0,-1 0 1 0 0,1 0 0 0 0,1-1 0 0 0,-1 1-1 0 0,0-1 1 0 0,1 1 0 0 0,0-1 0 0 0,-1 0-1 0 0,2 1 1 0 0,3 4 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3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14 247 12895 0 0,'-14'-11'7242'0'0,"24"4"-3164"0"0,1 2-5077 0 0,200-46 2394 0 0,-46 14-959 0 0,-125 26-401 0 0,371-88 522 0 0,-347 84-5227 0 0,-51 12 2274 0 0,21-4-5578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3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11975 0 0,'0'0'117'0'0,"-1"0"-1"0"0,0 0 0 0 0,0 0 0 0 0,1 1 0 0 0,-1-1 1 0 0,0 0-1 0 0,0 0 0 0 0,1 1 0 0 0,-1-1 0 0 0,0 0 1 0 0,1 1-1 0 0,-1-1 0 0 0,1 0 0 0 0,-1 1 0 0 0,0-1 1 0 0,1 1-1 0 0,-1 0 0 0 0,1-1 0 0 0,-1 1 0 0 0,1-1 1 0 0,-1 1-1 0 0,1 0 0 0 0,0-1 0 0 0,-1 1 1 0 0,1 0-1 0 0,0-1 0 0 0,-1 1 0 0 0,1 0 0 0 0,0-1 1 0 0,0 1-1 0 0,0 0 0 0 0,0 0 0 0 0,0-1 0 0 0,0 2 1 0 0,1 33 3622 0 0,0-22-4020 0 0,56 399 1717 0 0,-51-378-1350 0 0,-1-1-15 0 0,-3-17-32 0 0,0 1-1 0 0,2-1 0 0 0,0 0 1 0 0,0 0-1 0 0,2 0 1 0 0,0-1-1 0 0,9 18 1 0 0,-15-32-175 0 0,1 0 0 0 0,0 1 0 0 0,0-1 0 0 0,0 0 0 0 0,0 1 1 0 0,0-1-1 0 0,0 0 0 0 0,0 0 0 0 0,0 0 0 0 0,1 0 0 0 0,-1 0 0 0 0,0 0 0 0 0,1 0 0 0 0,-1 0 1 0 0,1 0-1 0 0,-1-1 0 0 0,1 1 0 0 0,-1-1 0 0 0,1 1 0 0 0,-1-1 0 0 0,1 1 0 0 0,2-1 1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4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9 270 17047 0 0,'-1'0'80'0'0,"1"0"-1"0"0,0 0 0 0 0,-1 0 1 0 0,1 0-1 0 0,0 0 0 0 0,-1 0 1 0 0,1 0-1 0 0,0-1 1 0 0,-1 1-1 0 0,1 0 0 0 0,0 0 1 0 0,-1 0-1 0 0,1-1 0 0 0,0 1 1 0 0,-1 0-1 0 0,1 0 1 0 0,0-1-1 0 0,0 1 0 0 0,0 0 1 0 0,-1 0-1 0 0,1-1 0 0 0,0 1 1 0 0,0 0-1 0 0,0-1 1 0 0,-1 1-1 0 0,1 0 0 0 0,0-1 1 0 0,0 1-1 0 0,0-1 0 0 0,0 1 1 0 0,0 0-1 0 0,0-1 0 0 0,0 1 1 0 0,0 0-1 0 0,0-1 1 0 0,0 1-1 0 0,0 0 0 0 0,0-1 1 0 0,0 1-1 0 0,0-1 0 0 0,0 1 1 0 0,18-10 2855 0 0,-15 9-2832 0 0,33-11 55 0 0,68-15 0 0 0,-29 9-166 0 0,313-87-56 0 0,-296 76 64 0 0,59-14 0 0 0,-129 38 0 0 0,-1 1 0 0 0,1 2 0 0 0,0 0 0 0 0,44 2 0 0 0,-62 0 9 0 0,0 1 0 0 0,0-1 0 0 0,0 0-1 0 0,0 1 1 0 0,0 0 0 0 0,0 0 0 0 0,-1 0 0 0 0,1 1 0 0 0,0-1-1 0 0,-1 1 1 0 0,1 0 0 0 0,-1 0 0 0 0,1 0 0 0 0,-1 0-1 0 0,0 0 1 0 0,0 1 0 0 0,0 0 0 0 0,0-1 0 0 0,0 1 0 0 0,-1 0-1 0 0,1 1 1 0 0,-1-1 0 0 0,0 0 0 0 0,0 1 0 0 0,0-1-1 0 0,0 1 1 0 0,-1-1 0 0 0,1 1 0 0 0,-1 0 0 0 0,0 0 0 0 0,0 0-1 0 0,-1 0 1 0 0,1-1 0 0 0,-1 1 0 0 0,0 0 0 0 0,0 0-1 0 0,0 0 1 0 0,-1 5 0 0 0,-4 40 906 0 0,-20 85 0 0 0,1-13 375 0 0,18-82-927 0 0,2-1 1 0 0,2 1-1 0 0,4 68 0 0 0,0-88-342 0 0,2 1-1 0 0,-1-1 1 0 0,2 0-1 0 0,1 0 1 0 0,0 0 0 0 0,2-1-1 0 0,0 0 1 0 0,0 0-1 0 0,15 20 1 0 0,-17-29-109 0 0,-1 0 0 0 0,1 0 0 0 0,-2 1 0 0 0,1-1 0 0 0,-1 1 0 0 0,-1 0 0 0 0,0 0 0 0 0,0 1 0 0 0,1 15 0 0 0,-3-20 78 0 0,-1 1 0 0 0,0-1-1 0 0,-1 0 1 0 0,1 0 0 0 0,-1 0 0 0 0,0 0 0 0 0,-1 0 0 0 0,0-1-1 0 0,0 1 1 0 0,0 0 0 0 0,0-1 0 0 0,-1 1 0 0 0,0-1 0 0 0,0 0 0 0 0,0 0-1 0 0,-1 0 1 0 0,-8 9 0 0 0,3-5 131 0 0,-1 0 0 0 0,-1 0 0 0 0,0-1 0 0 0,0 0 0 0 0,0-1 0 0 0,-1 0 0 0 0,-25 10 0 0 0,17-10 51 0 0,0-1 0 0 0,0 0 0 0 0,-1-2 0 0 0,-31 3 0 0 0,-3-4-31 0 0,0-4 0 0 0,1-1 0 0 0,-57-11 0 0 0,-25-8-144 0 0,63 8-389 0 0,-139-6-1 0 0,213 19 277 0 0,-1 0-1 0 0,0 0 1 0 0,1 0 0 0 0,2 6-2093 0 0,-3-6 2092 0 0,0 0 1 0 0,0 1 0 0 0,0-1 0 0 0,0 0-1 0 0,0 0 1 0 0,0 1 0 0 0,0-1-1 0 0,0 0 1 0 0,-1 1 0 0 0,1-1 0 0 0,0 0-1 0 0,0 1 1 0 0,0-1 0 0 0,0 0-1 0 0,0 0 1 0 0,-1 1 0 0 0,-4 2-2093 0 0,5-3 2092 0 0,0 0 1 0 0,-1 0 0 0 0,8 2-2523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5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4 153 2303 0 0,'-4'11'9513'0'0,"5"-10"-9134"0"0,7 12 2809 0 0,13 6-1348 0 0,-19-19-1769 0 0,0 1-1 0 0,0 0 0 0 0,0 0 1 0 0,0 0-1 0 0,0-1 1 0 0,0 1-1 0 0,0-1 0 0 0,0 0 1 0 0,0 1-1 0 0,1-1 1 0 0,-1 0-1 0 0,0 0 0 0 0,0-1 1 0 0,0 1-1 0 0,0 0 0 0 0,0-1 1 0 0,0 1-1 0 0,0-1 1 0 0,0 0-1 0 0,0 0 0 0 0,0 1 1 0 0,0-1-1 0 0,0 0 1 0 0,0-1-1 0 0,0 1 0 0 0,0 0 1 0 0,1-3-1 0 0,6-4-124 0 0,0 0-1 0 0,-1-1 1 0 0,13-19-1 0 0,-5 7-418 0 0,-11 15 410 0 0,0 1 0 0 0,0-1 1 0 0,0 1-1 0 0,1 1 0 0 0,-1-1 0 0 0,1 1 0 0 0,0 0 0 0 0,0 0 0 0 0,1 1 0 0 0,-1 0 0 0 0,11-4 0 0 0,-11 6 81 0 0,0 0 0 0 0,0 0 0 0 0,0 0 0 0 0,0 1-1 0 0,1 0 1 0 0,-1 0 0 0 0,0 1 0 0 0,0-1-1 0 0,0 1 1 0 0,0 1 0 0 0,-1-1 0 0 0,1 1 0 0 0,0 0-1 0 0,6 3 1 0 0,2 2 178 0 0,1-2 1 0 0,-1 0-1 0 0,23 5 0 0 0,-30-9-170 0 0,0 0-1 0 0,0 0 0 0 0,0-1 1 0 0,0 0-1 0 0,0-1 0 0 0,0 1 1 0 0,0-1-1 0 0,-1-1 1 0 0,1 1-1 0 0,7-3 0 0 0,4-4-130 0 0,0 0 1 0 0,23-15-1 0 0,-30 15 57 0 0,0 2 0 0 0,0 0-1 0 0,0 0 1 0 0,1 1 0 0 0,0 0 0 0 0,0 1 0 0 0,1 0-1 0 0,16-2 1 0 0,-26 6 100 0 0,0 1 0 0 0,0-1 0 0 0,0 0 0 0 0,0 1-1 0 0,0 0 1 0 0,0 0 0 0 0,0 0 0 0 0,-1 0 0 0 0,1 0-1 0 0,0 0 1 0 0,-1 1 0 0 0,1-1 0 0 0,0 1 0 0 0,-1 0 0 0 0,0 0-1 0 0,1 0 1 0 0,-1 0 0 0 0,3 4 0 0 0,17 12-1907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6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3 171 12751 0 0,'0'0'182'0'0,"0"0"-152"0"0,0 0 0 0 0,0 0 1 0 0,0 0-1 0 0,1 0 0 0 0,-1-1 0 0 0,0 1 1 0 0,0 0-1 0 0,0 0 0 0 0,0 0 0 0 0,0 0 1 0 0,0 0-1 0 0,0 0 0 0 0,0 0 1 0 0,0 0-1 0 0,0 0 0 0 0,0-1 0 0 0,0 1 1 0 0,0 0-1 0 0,0 0 0 0 0,0 0 0 0 0,0 0 1 0 0,0 0-1 0 0,0 0 0 0 0,0 0 0 0 0,0 0 1 0 0,0 0-1 0 0,0 0 0 0 0,-1-1 243 0 0,1 1-243 0 0,0 0 0 0 0,0 0 0 0 0,0 0 1 0 0,0 0-1 0 0,0 0 0 0 0,-1 0 0 0 0,1 0 1 0 0,0-1-1 0 0,0 1 0 0 0,0 0 0 0 0,0 0 1 0 0,0 0-1 0 0,0 0 0 0 0,0 0 0 0 0,0 0 1 0 0,0 0-1 0 0,-1 0 0 0 0,1 0 1 0 0,0 0-1 0 0,0 0 0 0 0,0 0 0 0 0,0 1 1 0 0,0-1-1 0 0,0 0 0 0 0,10-9 940 0 0,14-5-326 0 0,90-31 429 0 0,-30 13-978 0 0,-67 25-50 0 0,0-1-203 0 0,0 1 0 0 0,29-7 0 0 0,-40 13 131 0 0,0 0 1 0 0,0 0 0 0 0,0 1 0 0 0,1 0 0 0 0,-1 0-1 0 0,0 0 1 0 0,0 1 0 0 0,0 0 0 0 0,0 0 0 0 0,0 0-1 0 0,11 5 1 0 0,-9-3 221 0 0,1 1-1 0 0,0-1 1 0 0,0-1-1 0 0,1 0 1 0 0,-1 0-1 0 0,0-1 1 0 0,19 1-1 0 0,-21-3-66 0 0,0 0 0 0 0,0 0-1 0 0,0-1 1 0 0,0 0 0 0 0,0 0-1 0 0,0 0 1 0 0,-1-1 0 0 0,1 0-1 0 0,-1 0 1 0 0,0-1 0 0 0,7-5-1 0 0,-8 6-320 0 0,0 0 1 0 0,-1 0-1 0 0,1 1 0 0 0,1-1 0 0 0,-1 1 0 0 0,0 0 1 0 0,1 1-1 0 0,-1-1 0 0 0,11-1 0 0 0,-11 3-1359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7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17 104 11055 0 0,'-1'0'99'0'0,"0"0"-1"0"0,1 0 0 0 0,-1 0 0 0 0,0 1 0 0 0,0-1 1 0 0,1 0-1 0 0,-1 0 0 0 0,0 1 0 0 0,1-1 0 0 0,-1 0 1 0 0,0 1-1 0 0,1-1 0 0 0,-1 1 0 0 0,0-1 0 0 0,1 1 1 0 0,-1-1-1 0 0,1 1 0 0 0,-1-1 0 0 0,1 1 0 0 0,-1-1 1 0 0,1 1-1 0 0,0 0 0 0 0,-1-1 0 0 0,1 1 0 0 0,0 0 1 0 0,-1-1-1 0 0,1 1 0 0 0,0 0 0 0 0,0 0 0 0 0,0-1 1 0 0,-1 1-1 0 0,1 0 0 0 0,0 0 0 0 0,0-1 0 0 0,0 1 1 0 0,0 0-1 0 0,0 0 0 0 0,1-1 0 0 0,-1 1 0 0 0,0 1 1 0 0,9 35 3162 0 0,-8-33-3633 0 0,2 4 537 0 0,-1-1-1 0 0,1 1 1 0 0,0-1-1 0 0,1 0 0 0 0,-1-1 1 0 0,1 1-1 0 0,1 0 1 0 0,8 10-1 0 0,-10-15-125 0 0,-1 0 0 0 0,0 0 0 0 0,1 0-1 0 0,-1 0 1 0 0,1-1 0 0 0,-1 1 0 0 0,1-1 0 0 0,0 1 0 0 0,0-1-1 0 0,-1 0 1 0 0,1 0 0 0 0,0 0 0 0 0,0-1 0 0 0,0 1-1 0 0,0-1 1 0 0,0 1 0 0 0,0-1 0 0 0,0 0 0 0 0,1 0 0 0 0,-1-1-1 0 0,0 1 1 0 0,0 0 0 0 0,0-1 0 0 0,0 0 0 0 0,3-1 0 0 0,26-12-218 0 0,-1-1 1 0 0,-1-1 0 0 0,0-2 0 0 0,39-31 0 0 0,-57 41-2 0 0,1-1-33 0 0,0-1-20 0 0,1 1-1 0 0,0 0 0 0 0,24-11 1 0 0,-33 18 226 0 0,-1 1 0 0 0,1-1 0 0 0,0 1 0 0 0,1 0 0 0 0,-1 0 0 0 0,0 0 0 0 0,0 1 1 0 0,0 0-1 0 0,1 0 0 0 0,-1 0 0 0 0,0 0 0 0 0,0 1 0 0 0,0 0 0 0 0,0 0 0 0 0,9 4 1 0 0,37 16 679 0 0,-34-13-422 0 0,1-1-1 0 0,-1 0 0 0 0,1-1 0 0 0,0-1 0 0 0,0-1 1 0 0,30 3-1 0 0,-27-7-158 0 0,-1 0 1 0 0,1-2-1 0 0,0 0 1 0 0,-1-2-1 0 0,0 0 1 0 0,0-1-1 0 0,25-10 0 0 0,131-67 187 0 0,-116 51-310 0 0,-55 31-1257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7.7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1 144 9671 0 0,'13'1'6383'0'0,"4"2"-4421"0"0,17 2-1064 0 0,29-3 482 0 0,95-10 0 0 0,-125 4-1325 0 0,-1-2 1 0 0,1-1-1 0 0,-2-1 1 0 0,54-22-1 0 0,-23 1 5 0 0,-34 15-132 0 0,0 1 0 0 0,48-14 0 0 0,-67 25 58 0 0,1 0-1 0 0,0 0 0 0 0,0 1 1 0 0,-1 0-1 0 0,1 1 0 0 0,0 0 1 0 0,0 0-1 0 0,0 1 0 0 0,0 1 1 0 0,0 0-1 0 0,0 0 0 0 0,11 4 1 0 0,-2 2 19 0 0,-1 0 1 0 0,29 17-1 0 0,-38-19-204 0 0,-1-1 0 0 0,0 1-1 0 0,-1 0 1 0 0,1 1 0 0 0,-1 0 0 0 0,0 0-1 0 0,7 11 1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8.0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74 8287 0 0,'-1'0'73'0'0,"1"-1"0"0"0,0 1-1 0 0,0 0 1 0 0,-1-1 0 0 0,1 1-1 0 0,0 0 1 0 0,0-1 0 0 0,0 1-1 0 0,0 0 1 0 0,-1-1 0 0 0,1 1-1 0 0,0 0 1 0 0,0-1-1 0 0,0 1 1 0 0,0 0 0 0 0,0-1-1 0 0,0 1 1 0 0,0 0 0 0 0,0-1-1 0 0,0 1 1 0 0,0-1 0 0 0,0 1-1 0 0,0 0 1 0 0,0-1 0 0 0,0 1-1 0 0,0 0 1 0 0,1-1 0 0 0,-1 1-1 0 0,0 0 1 0 0,0-1-1 0 0,0 1 1 0 0,13-1 3568 0 0,-6 1-3341 0 0,107 9 2782 0 0,49 1-870 0 0,-132-10-1938 0 0,1-1 0 0 0,-1-2 0 0 0,41-9 0 0 0,19-15 165 0 0,-68 18-472 0 0,1 1 1 0 0,0 2-1 0 0,0 0 0 0 0,27-2 0 0 0,-50 8-69 0 0,1 0 0 0 0,0 0 0 0 0,-1 0 0 0 0,1 0 0 0 0,-1 0 0 0 0,1 0-1 0 0,-1 0 1 0 0,1 1 0 0 0,0-1 0 0 0,-1 0 0 0 0,1 1 0 0 0,-1 0 0 0 0,1-1 0 0 0,-1 1 0 0 0,0 0 0 0 0,1-1 0 0 0,-1 1 0 0 0,0 0 0 0 0,2 2 0 0 0,2 11-5970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8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 17911 0 0,'15'-7'256'0'0,"0"1"0"0"0,0 1 0 0 0,1 0 0 0 0,0 1-1 0 0,-1 1 1 0 0,1 0 0 0 0,24 0 0 0 0,8-3-31 0 0,48-8-99 0 0,186-26 869 0 0,4 22-1302 0 0,-282 18 215 0 0,11 1-1705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9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300 104 6911 0 0,'1'-5'645'0'0,"1"0"-1"0"0,-1-1 1 0 0,0 1-1 0 0,0 0 1 0 0,-1-1-1 0 0,1 1 1 0 0,-1 0-1 0 0,0-1 1 0 0,-1 1-1 0 0,0-1 1 0 0,-1-5-1 0 0,2 9-576 0 0,-1 0-1 0 0,1 0 0 0 0,-1 0 0 0 0,0 1 0 0 0,0-1 0 0 0,0 0 0 0 0,0 1 0 0 0,0-1 0 0 0,0 1 1 0 0,-1-1-1 0 0,1 1 0 0 0,0-1 0 0 0,-1 1 0 0 0,1 0 0 0 0,-1 0 0 0 0,1 0 0 0 0,-1-1 0 0 0,0 2 1 0 0,1-1-1 0 0,-1 0 0 0 0,0 0 0 0 0,0 0 0 0 0,0 1 0 0 0,1-1 0 0 0,-1 1 0 0 0,0 0 0 0 0,0-1 1 0 0,0 1-1 0 0,0 0 0 0 0,0 0 0 0 0,0 0 0 0 0,0 0 0 0 0,-3 1 0 0 0,-3 1 92 0 0,0 0 0 0 0,0 0 0 0 0,0 1-1 0 0,0 0 1 0 0,1 1 0 0 0,-1-1 0 0 0,1 1 0 0 0,0 1 0 0 0,0-1-1 0 0,1 1 1 0 0,-1 0 0 0 0,1 1 0 0 0,0 0 0 0 0,-9 11-1 0 0,2 0 185 0 0,0 1-1 0 0,1 0 1 0 0,1 0-1 0 0,-13 29 1 0 0,13-21 24 0 0,0 0 1 0 0,2 0-1 0 0,1 1 1 0 0,1 0-1 0 0,-5 46 1 0 0,11-60-262 0 0,0 0 0 0 0,1 0 1 0 0,0-1-1 0 0,1 1 0 0 0,1 0 1 0 0,0-1-1 0 0,0 1 0 0 0,1-1 1 0 0,1 1-1 0 0,0-1 0 0 0,1 0 1 0 0,0-1-1 0 0,1 1 0 0 0,12 17 1 0 0,-14-24-93 0 0,0 0 1 0 0,1 0-1 0 0,0-1 1 0 0,0 1-1 0 0,0-1 1 0 0,0-1-1 0 0,1 1 1 0 0,-1-1-1 0 0,1 0 1 0 0,0 0-1 0 0,0-1 1 0 0,0 1-1 0 0,0-1 0 0 0,1-1 1 0 0,-1 1-1 0 0,1-1 1 0 0,-1 0-1 0 0,1-1 1 0 0,-1 1-1 0 0,1-1 1 0 0,-1-1-1 0 0,1 1 1 0 0,10-3-1 0 0,-7 1-375 0 0,1 0-1 0 0,-1-1 1 0 0,0 0-1 0 0,1-1 1 0 0,-1 0-1 0 0,-1 0 1 0 0,1-1-1 0 0,-1-1 1 0 0,0 0-1 0 0,0 0 1 0 0,0 0-1 0 0,-1-1 1 0 0,14-15 0 0 0,-10 5-1669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0:59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 12895 0 0,'0'-1'101'0'0,"0"1"0"0"0,0-1-1 0 0,0 1 1 0 0,0-1 0 0 0,0 1-1 0 0,1-1 1 0 0,-1 1-1 0 0,0 0 1 0 0,0-1 0 0 0,0 1-1 0 0,0-1 1 0 0,0 1 0 0 0,1-1-1 0 0,-1 1 1 0 0,0 0 0 0 0,0-1-1 0 0,1 1 1 0 0,-1 0 0 0 0,0-1-1 0 0,1 1 1 0 0,-1 0-1 0 0,0-1 1 0 0,1 1 0 0 0,-1 0-1 0 0,0-1 1 0 0,1 1 0 0 0,-1 0-1 0 0,1 0 1 0 0,-1 0 0 0 0,0-1-1 0 0,1 1 1 0 0,-1 0 0 0 0,1 0-1 0 0,0 0 1 0 0,0 1 52 0 0,0-1 0 0 0,0 1 0 0 0,0 0 0 0 0,-1 0 0 0 0,1-1 0 0 0,0 1 0 0 0,0 0 0 0 0,-1 0 0 0 0,1 0 0 0 0,0 0 0 0 0,-1 0 0 0 0,1 0 0 0 0,0 2 0 0 0,15 45 1235 0 0,-15-44-1394 0 0,5 21 339 0 0,0 1 1 0 0,-2 0-1 0 0,1 48 0 0 0,-9 81 216 0 0,-1-30-379 0 0,7-141-385 0 0,0 0 0 0 0,2 0 0 0 0,0 0 0 0 0,0 0 0 0 0,8-16 1 0 0,-9 25 207 0 0,0 0 0 0 0,1 0 0 0 0,0 0 0 0 0,0 0 0 0 0,0 1 0 0 0,1 0 0 0 0,0 0 0 0 0,0 0 0 0 0,1 1 0 0 0,6-6 1 0 0,9-5 445 0 0,39-22 1 0 0,-39 26-204 0 0,37-29-1 0 0,-49 33-216 0 0,-1 0-1 0 0,0 0 1 0 0,0-1-1 0 0,0 0 0 0 0,-1 0 1 0 0,-1 0-1 0 0,9-16 1 0 0,-13 21-16 0 0,0-1 0 0 0,-1 0 0 0 0,1 0 1 0 0,-1 1-1 0 0,1-1 0 0 0,-2 0 0 0 0,1 0 1 0 0,0 0-1 0 0,-1 0 0 0 0,0 0 0 0 0,0 0 0 0 0,-1 0 1 0 0,1 0-1 0 0,-1 0 0 0 0,0 0 0 0 0,0 0 1 0 0,-1 0-1 0 0,1 0 0 0 0,-5-6 0 0 0,6 10-2 0 0,0 1 1 0 0,0 0-1 0 0,0 0 0 0 0,0-1 0 0 0,0 1 1 0 0,0 0-1 0 0,0 0 0 0 0,0 0 1 0 0,-1-1-1 0 0,1 1 0 0 0,0 0 0 0 0,0 0 1 0 0,0 0-1 0 0,0-1 0 0 0,-1 1 0 0 0,1 0 1 0 0,0 0-1 0 0,0 0 0 0 0,0 0 0 0 0,-1-1 1 0 0,1 1-1 0 0,0 0 0 0 0,0 0 1 0 0,-1 0-1 0 0,1 0 0 0 0,0 0 0 0 0,0 0 1 0 0,-1 0-1 0 0,1 0 0 0 0,0 0 0 0 0,0 0 1 0 0,-1 0-1 0 0,1 0 0 0 0,0 0 0 0 0,0 0 1 0 0,-1 0-1 0 0,-7 9 109 0 0,-4 16 121 0 0,12-24-218 0 0,-8 22 160 0 0,1 1-1 0 0,2-1 0 0 0,0 1 0 0 0,2 0 1 0 0,0 0-1 0 0,2 0 0 0 0,0 0 0 0 0,2 1 1 0 0,1-1-1 0 0,4 26 0 0 0,-3-37-114 0 0,1 0 0 0 0,0 0 0 0 0,7 15 0 0 0,-10-24-49 0 0,1 0 0 0 0,0 0 0 0 0,0-1 0 0 0,0 1 0 0 0,1-1 1 0 0,-1 1-1 0 0,1-1 0 0 0,0 0 0 0 0,0 0 0 0 0,0 0 0 0 0,0 0 0 0 0,1 0 0 0 0,-1-1 0 0 0,5 3 0 0 0,-6-4-239 0 0,1-1 0 0 0,-1 1 0 0 0,1-1-1 0 0,-1 0 1 0 0,1 1 0 0 0,-1-1 0 0 0,1 0 0 0 0,-1-1-1 0 0,1 1 1 0 0,-1 0 0 0 0,1-1 0 0 0,-1 1 0 0 0,1-1-1 0 0,-1 0 1 0 0,0 0 0 0 0,1 0 0 0 0,-1 0 0 0 0,0 0-1 0 0,0 0 1 0 0,0 0 0 0 0,1-1 0 0 0,2-3 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0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18 166 13359 0 0,'1'67'5738'0'0,"0"-22"-4506"0"0,-1 0 1 0 0,-2-1-1 0 0,-9 47 0 0 0,9-84-796 0 0,0-7-147 0 0,0-17-51 0 0,2-27-359 0 0,4-28-336 0 0,-2 13-398 0 0,3 0-1 0 0,23-103 1 0 0,-27 158 818 0 0,0-1 0 0 0,1 1 1 0 0,-1 0-1 0 0,1 0 1 0 0,0-1-1 0 0,1 1 1 0 0,-1 1-1 0 0,4-5 1 0 0,-5 7 29 0 0,0 0 1 0 0,-1 0 0 0 0,1 0-1 0 0,0 0 1 0 0,0 1-1 0 0,0-1 1 0 0,0 0 0 0 0,0 1-1 0 0,0-1 1 0 0,0 1-1 0 0,0-1 1 0 0,0 1 0 0 0,0-1-1 0 0,1 1 1 0 0,-1 0-1 0 0,0 0 1 0 0,0 0 0 0 0,0-1-1 0 0,0 1 1 0 0,1 0 0 0 0,-1 0-1 0 0,0 0 1 0 0,0 1-1 0 0,0-1 1 0 0,0 0 0 0 0,1 0-1 0 0,-1 1 1 0 0,0-1-1 0 0,0 1 1 0 0,0-1 0 0 0,0 1-1 0 0,0-1 1 0 0,0 1-1 0 0,0-1 1 0 0,0 1 0 0 0,1 1-1 0 0,6 5 55 0 0,-1 0 0 0 0,0 0 0 0 0,0 0 0 0 0,0 1 0 0 0,-1 0 0 0 0,5 10 0 0 0,30 56 490 0 0,-29-51-436 0 0,111 195 1957 0 0,-117-200-1698 0 0,-6-18-347 0 0,0 0 0 0 0,0 1-1 0 0,0-1 1 0 0,0 0 0 0 0,0 1 0 0 0,0-1 0 0 0,0 0-1 0 0,0 1 1 0 0,-1-1 0 0 0,1 0 0 0 0,0 0 0 0 0,0 1 0 0 0,0-1-1 0 0,0 0 1 0 0,-1 1 0 0 0,1-1 0 0 0,0 0 0 0 0,0 0-1 0 0,-1 0 1 0 0,1 1 0 0 0,0-1 0 0 0,0 0 0 0 0,-1 0 0 0 0,1 0-1 0 0,0 0 1 0 0,-1 0 0 0 0,1 1 0 0 0,0-1 0 0 0,-1 0-1 0 0,-3 0 61 0 0,0 0-1 0 0,1 0 1 0 0,-1-1-1 0 0,0 1 1 0 0,1-1-1 0 0,-7-1 1 0 0,4 1-82 0 0,-127-23 872 0 0,116 22-723 0 0,-1 1 1 0 0,0 0 0 0 0,1 2 0 0 0,-1 0 0 0 0,-28 6 0 0 0,45-7-133 0 0,0 0-1 0 0,0 0 1 0 0,0 0 0 0 0,-1 1-1 0 0,1-1 1 0 0,0 0 0 0 0,0 1-1 0 0,0-1 1 0 0,0 1-1 0 0,0-1 1 0 0,0 1 0 0 0,0-1-1 0 0,0 1 1 0 0,0 0 0 0 0,0 0-1 0 0,-1 1 1 0 0,2-2-9 0 0,0 1 0 0 0,0-1 0 0 0,0 0 0 0 0,0 1 0 0 0,1-1 0 0 0,-1 1 0 0 0,0-1 0 0 0,0 0 0 0 0,0 1 0 0 0,0-1 0 0 0,1 0 0 0 0,-1 1 0 0 0,0-1 0 0 0,0 1 0 0 0,0-1 0 0 0,1 0 0 0 0,-1 0 0 0 0,0 1 0 0 0,1-1 0 0 0,-1 0 0 0 0,0 0 0 0 0,1 1 0 0 0,-1-1 0 0 0,0 0 0 0 0,1 0 0 0 0,-1 0 0 0 0,0 1 0 0 0,1-1 0 0 0,0 0 0 0 0,4 2-70 0 0,0 0 0 0 0,1 0 1 0 0,-1-1-1 0 0,1 1 0 0 0,8 0 0 0 0,4-2-1019 0 0,0 0-1 0 0,0-1 0 0 0,-1-1 1 0 0,1 0-1 0 0,32-10 1 0 0,-20 3-1054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0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15863 0 0,'9'-11'784'0'0,"-3"11"467"0"0,-4 3-927 0 0,0-1 0 0 0,-1 0 0 0 0,0 1-1 0 0,0-1 1 0 0,1 1 0 0 0,-2-1 0 0 0,3 5 0 0 0,10 43 1318 0 0,-1 1 0 0 0,5 56 1 0 0,-9-47-1404 0 0,19 63 1 0 0,-19-101-305 0 0,-8-21 17 0 0,1 0 0 0 0,-1-1 0 0 0,0 1 1 0 0,1 0-1 0 0,-1-1 0 0 0,0 1 0 0 0,1 0 0 0 0,-1-1 0 0 0,1 1 0 0 0,-1 0 1 0 0,1-1-1 0 0,-1 1 0 0 0,1-1 0 0 0,0 1 0 0 0,-1-1 0 0 0,1 1 0 0 0,0-1 1 0 0,-1 0-1 0 0,1 1 0 0 0,0-1 0 0 0,-1 0 0 0 0,1 1 0 0 0,0-1 1 0 0,0 0-1 0 0,1 0 0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0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10135 0 0,'0'-4'334'0'0,"-1"1"-315"0"0,1 1-1 0 0,0-1 1 0 0,0 1-1 0 0,0-1 1 0 0,1 1-1 0 0,-1 0 1 0 0,1-1-1 0 0,-1 1 1 0 0,3-5-1 0 0,6-1 1167 0 0,9 3 3558 0 0,107-11 3378 0 0,-84 13-8254 0 0,-1-2 0 0 0,0-2 0 0 0,77-23 0 0 0,-80 16-1319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6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277 85 455 0 0,'1'-4'565'0'0,"1"0"0"0"0,-1 0-1 0 0,0 0 1 0 0,0 0 0 0 0,0 0-1 0 0,-1-1 1 0 0,1 1-1 0 0,-1 0 1 0 0,0-1 0 0 0,0 1-1 0 0,-1 0 1 0 0,0-6 0 0 0,1 8-544 0 0,-1 1 0 0 0,1 0 0 0 0,0 0 0 0 0,-1 0 0 0 0,1 0 0 0 0,0-1 0 0 0,-1 1 0 0 0,0 0 0 0 0,1 0 0 0 0,-1 0 0 0 0,1 0 0 0 0,-1 0 0 0 0,0 1 0 0 0,0-1 0 0 0,0 0 0 0 0,1 0 1 0 0,-1 0-1 0 0,0 0 0 0 0,0 1 0 0 0,0-1 0 0 0,0 1 0 0 0,0-1 0 0 0,0 1 0 0 0,-1-1 0 0 0,1 1 0 0 0,0-1 0 0 0,0 1 0 0 0,0 0 0 0 0,0 0 0 0 0,-1-1 0 0 0,1 1 0 0 0,0 0 0 0 0,0 0 1 0 0,0 0-1 0 0,0 0 0 0 0,-1 1 0 0 0,1-1 0 0 0,0 0 0 0 0,0 0 0 0 0,0 1 0 0 0,0-1 0 0 0,0 1 0 0 0,-1-1 0 0 0,1 1 0 0 0,0-1 0 0 0,0 1 0 0 0,0 0 0 0 0,-1 0 0 0 0,-9 7 133 0 0,0 1 0 0 0,1 0-1 0 0,0 0 1 0 0,1 1 0 0 0,-1 0-1 0 0,2 1 1 0 0,-11 16 0 0 0,-3 2 227 0 0,-11 10 242 0 0,21-26-163 0 0,0 1 0 0 0,1 0 1 0 0,0 0-1 0 0,1 1 0 0 0,1 1 0 0 0,0 0 0 0 0,-7 20 0 0 0,15-33-352 0 0,0-1-1 0 0,1 0 1 0 0,-1 1 0 0 0,1-1-1 0 0,0 0 1 0 0,-1 1 0 0 0,1-1 0 0 0,0 1-1 0 0,0-1 1 0 0,1 0 0 0 0,-1 1-1 0 0,0-1 1 0 0,1 0 0 0 0,0 1 0 0 0,-1-1-1 0 0,1 0 1 0 0,0 0 0 0 0,0 1-1 0 0,2 2 1 0 0,-1-2-31 0 0,1-1 1 0 0,-1 1-1 0 0,1 0 0 0 0,0-1 1 0 0,0 0-1 0 0,0 0 0 0 0,0 1 1 0 0,0-2-1 0 0,0 1 0 0 0,1 0 1 0 0,4 1-1 0 0,5 1 7 0 0,0 0-1 0 0,0-1 1 0 0,1-1 0 0 0,-1 0-1 0 0,26 0 1 0 0,-16-3 124 0 0,35-7 0 0 0,8 0-813 0 0,-24 9-2709 0 0,-37-1 1738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7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24 5063 0 0,'-1'1'185'0'0,"0"0"-1"0"0,0 0 0 0 0,0 0 1 0 0,0 1-1 0 0,0-1 0 0 0,0 0 1 0 0,1 0-1 0 0,-1 1 0 0 0,0-1 1 0 0,0 0-1 0 0,1 1 0 0 0,-1-1 0 0 0,1 0 1 0 0,0 1-1 0 0,-1-1 0 0 0,1 1 1 0 0,0 1-1 0 0,-1-1-67 0 0,-1 10 469 0 0,-1 0 0 0 0,2-1 0 0 0,0 1 0 0 0,0 0 0 0 0,1 0 0 0 0,0 0-1 0 0,1 0 1 0 0,1 0 0 0 0,3 17 0 0 0,-4-24-438 0 0,1-1-1 0 0,-1 0 0 0 0,1 1 0 0 0,0-1 1 0 0,-1 0-1 0 0,2 0 0 0 0,-1 0 1 0 0,1 0-1 0 0,-1 0 0 0 0,1 0 1 0 0,0-1-1 0 0,0 0 0 0 0,0 1 1 0 0,1-1-1 0 0,-1 0 0 0 0,1 0 0 0 0,0-1 1 0 0,0 1-1 0 0,0-1 0 0 0,0 0 1 0 0,0 0-1 0 0,1 0 0 0 0,-1-1 1 0 0,0 1-1 0 0,1-1 0 0 0,-1 0 1 0 0,8 0-1 0 0,-5-1-110 0 0,0 0 0 0 0,0-1 0 0 0,0 0 0 0 0,0 0 0 0 0,0-1 1 0 0,0 0-1 0 0,0 0 0 0 0,-1-1 0 0 0,1 0 0 0 0,-1 0 0 0 0,0 0 0 0 0,0-1 0 0 0,0 0 0 0 0,0 0 1 0 0,-1 0-1 0 0,1-1 0 0 0,6-8 0 0 0,-7 9-111 0 0,0-1 1 0 0,-1 0-1 0 0,0-1 1 0 0,0 1-1 0 0,0-1 1 0 0,0 0 0 0 0,-1 0-1 0 0,0 0 1 0 0,-1 0-1 0 0,1 0 1 0 0,-1-1-1 0 0,0 1 1 0 0,-1-1-1 0 0,1 0 1 0 0,-1 1-1 0 0,-1-1 1 0 0,1 0-1 0 0,-2-10 1 0 0,1 13 35 0 0,-1 0 1 0 0,0 0 0 0 0,0 0-1 0 0,0 0 1 0 0,-1 0-1 0 0,1 0 1 0 0,-1 0 0 0 0,0 1-1 0 0,0-1 1 0 0,-1 1-1 0 0,1-1 1 0 0,-1 1 0 0 0,1 0-1 0 0,-1 0 1 0 0,-6-5-1 0 0,4 4 30 0 0,0 1-1 0 0,0 0 1 0 0,-1 0-1 0 0,1 1 1 0 0,-1-1-1 0 0,1 1 1 0 0,-1 1-1 0 0,0-1 1 0 0,0 1-1 0 0,-6-1 1 0 0,-2 1-21 0 0,-1 0 1 0 0,1 1 0 0 0,-1 1 0 0 0,1 0-1 0 0,0 1 1 0 0,-1 1 0 0 0,1 0 0 0 0,-18 7-1 0 0,29-9-119 0 0,-20 8 174 0 0,22-9-100 0 0,1 0-1 0 0,-1 1 0 0 0,1-1 1 0 0,-1 0-1 0 0,1 0 1 0 0,-1 1-1 0 0,1-1 0 0 0,-1 0 1 0 0,1 0-1 0 0,0 1 1 0 0,-1-1-1 0 0,1 0 0 0 0,-1 1 1 0 0,1-1-1 0 0,0 1 1 0 0,-1-1-1 0 0,1 1 0 0 0,0-1 1 0 0,-1 1-1 0 0,1-1 0 0 0,0 1 1 0 0,0-1-1 0 0,0 1 1 0 0,-1-1-1 0 0,1 1 0 0 0,0-1 1 0 0,0 1-1 0 0,0-1 1 0 0,0 1-1 0 0,0-1 0 0 0,0 1 1 0 0,0-1-1 0 0,0 2 1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8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5983 0 0,'0'2'458'0'0,"1"57"6433"0"0,2 29-3717 0 0,0-64-2868 0 0,0 0 1 0 0,1-1-1 0 0,1 0 1 0 0,10 26-1 0 0,-15-47-286 0 0,1 0-1 0 0,0 0 1 0 0,-1 0 0 0 0,1-1 0 0 0,0 1 0 0 0,0 0-1 0 0,1-1 1 0 0,-1 1 0 0 0,0 0 0 0 0,0-1-1 0 0,1 1 1 0 0,-1-1 0 0 0,1 0 0 0 0,-1 0-1 0 0,3 2 1 0 0,-3-3-25 0 0,0 0-1 0 0,-1 0 1 0 0,1 0-1 0 0,0 0 0 0 0,0 0 1 0 0,0 0-1 0 0,0 0 1 0 0,0 0-1 0 0,0 0 1 0 0,-1 0-1 0 0,1 0 0 0 0,0-1 1 0 0,0 1-1 0 0,0 0 1 0 0,-1 0-1 0 0,1-1 1 0 0,0 1-1 0 0,0-1 1 0 0,-1 1-1 0 0,1-1 0 0 0,0 1 1 0 0,-1-1-1 0 0,1 1 1 0 0,0-1-1 0 0,-1 0 1 0 0,1 1-1 0 0,-1-1 1 0 0,1 0-1 0 0,-1 0 0 0 0,1 1 1 0 0,-1-1-1 0 0,0 0 1 0 0,1 0-1 0 0,-1 0 1 0 0,0 1-1 0 0,1-3 1 0 0,3-6-202 0 0,-1-1 0 0 0,0 0 0 0 0,0 0 1 0 0,-1-1-1 0 0,0 1 0 0 0,0 0 1 0 0,-1-14-1 0 0,-6-75-900 0 0,0 39 945 0 0,5 58 217 0 0,0 0 1 0 0,0 0-1 0 0,0-1 0 0 0,0 1 1 0 0,0 0-1 0 0,0-1 0 0 0,1 1 1 0 0,-1 0-1 0 0,1 0 0 0 0,0-1 1 0 0,-1 1-1 0 0,1 0 0 0 0,2-3 1 0 0,-2 5 38 0 0,0 1 1 0 0,0 0-1 0 0,0 0 1 0 0,0 0 0 0 0,0 0-1 0 0,0 0 1 0 0,0 0-1 0 0,0 0 1 0 0,0 0 0 0 0,-1 1-1 0 0,1-1 1 0 0,-1 0-1 0 0,1 0 1 0 0,-1 1 0 0 0,1 1-1 0 0,0-2-17 0 0,9 20 229 0 0,0 0-1 0 0,2-1 1 0 0,0 0-1 0 0,1-1 1 0 0,1 0-1 0 0,1-1 1 0 0,26 24-1 0 0,-37-38-276 0 0,0-1-1 0 0,1 0 0 0 0,-1 0 1 0 0,1 0-1 0 0,0 0 0 0 0,0-1 1 0 0,0 1-1 0 0,0-1 0 0 0,0-1 1 0 0,0 1-1 0 0,1-1 0 0 0,-1 0 1 0 0,1 0-1 0 0,6 0 1 0 0,-7-1-16 0 0,-1 0 0 0 0,1-1 0 0 0,-1 0 1 0 0,0 0-1 0 0,1 0 0 0 0,-1 0 0 0 0,0 0 1 0 0,0-1-1 0 0,0 0 0 0 0,0 0 0 0 0,0 0 1 0 0,0 0-1 0 0,-1-1 0 0 0,1 0 0 0 0,-1 1 1 0 0,1-1-1 0 0,-1 0 0 0 0,3-4 1 0 0,1-2-85 0 0,0-1 0 0 0,0 1 1 0 0,-1-1-1 0 0,-1 0 0 0 0,0 0 1 0 0,0-1-1 0 0,-1 0 1 0 0,0 0-1 0 0,-1 0 0 0 0,0 0 1 0 0,2-21-1 0 0,-4 23 57 0 0,-1 0-1 0 0,0 1 0 0 0,0-1 1 0 0,-1 0-1 0 0,0 1 0 0 0,0-1 1 0 0,-1 0-1 0 0,0 1 1 0 0,0 0-1 0 0,-1-1 0 0 0,0 1 1 0 0,-1 0-1 0 0,0 1 0 0 0,0-1 1 0 0,0 0-1 0 0,-8-8 1 0 0,11 15 35 0 0,1 0 1 0 0,-1 0-1 0 0,0 0 1 0 0,0 0 0 0 0,0 1-1 0 0,0-1 1 0 0,0 0 0 0 0,0 0-1 0 0,0 1 1 0 0,0-1-1 0 0,0 0 1 0 0,0 1 0 0 0,0-1-1 0 0,0 1 1 0 0,0 0-1 0 0,0-1 1 0 0,-1 1 0 0 0,-1-1-1 0 0,3 1 1 0 0,-1 1-1 0 0,0-1 1 0 0,0 0-1 0 0,1 0 1 0 0,-1 1-1 0 0,0-1 0 0 0,0 0 1 0 0,1 1-1 0 0,-1-1 1 0 0,0 0-1 0 0,1 1 1 0 0,-1-1-1 0 0,1 1 1 0 0,-1-1-1 0 0,1 1 0 0 0,-1 0 1 0 0,1-1-1 0 0,-1 1 1 0 0,1-1-1 0 0,-1 1 1 0 0,0 1-1 0 0,0 0-6 0 0,0 1 0 0 0,0 0 0 0 0,0-1 0 0 0,1 1 0 0 0,-1 0 0 0 0,1 0 0 0 0,-1-1 0 0 0,1 1 0 0 0,0 0-1 0 0,0 0 1 0 0,0-1 0 0 0,0 1 0 0 0,1 0 0 0 0,0 4 0 0 0,1-3-123 0 0,-1 1 0 0 0,1-1 0 0 0,0 0 0 0 0,1-1 0 0 0,-1 1 0 0 0,1 0 0 0 0,-1-1 0 0 0,1 1 0 0 0,0-1 0 0 0,0 0 0 0 0,1 0-1 0 0,-1 0 1 0 0,5 3 0 0 0,-2-2-758 0 0,0-1 0 0 0,0 0 0 0 0,0 0-1 0 0,12 3 1 0 0,1-1-4750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8.6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10591 0 0,'3'76'7553'0'0,"3"-30"-6194"0"0,19 82 1 0 0,-21-115-1138 0 0,0-1 0 0 0,8 19 1 0 0,-10-28-232 0 0,-1 0 0 0 0,0 0 1 0 0,1-1-1 0 0,0 1 0 0 0,0 0 1 0 0,0-1-1 0 0,0 1 0 0 0,0-1 1 0 0,0 1-1 0 0,1-1 0 0 0,-1 0 1 0 0,1 0-1 0 0,0 0 0 0 0,-1-1 1 0 0,5 3-1 0 0,-6-4-97 0 0,0 1 0 0 0,0-1 0 0 0,-1 0 0 0 0,1 0 0 0 0,0 0-1 0 0,-1 0 1 0 0,1 0 0 0 0,0 0 0 0 0,-1 0 0 0 0,1 0 0 0 0,0-1 0 0 0,0 1 0 0 0,-1 0 0 0 0,1 0-1 0 0,0 0 1 0 0,0-1 0 0 0,4-4-1786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8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61 17567 0 0,'-1'-1'81'0'0,"1"0"0"0"0,0-1 0 0 0,0 1 0 0 0,-1 0 0 0 0,1 0 0 0 0,0-1 0 0 0,0 1 0 0 0,0 0 0 0 0,1 0 0 0 0,-1-1 0 0 0,0 1 0 0 0,0 0-1 0 0,1 0 1 0 0,-1 0 0 0 0,1 0 0 0 0,-1-1 0 0 0,1 1 0 0 0,-1 0 0 0 0,1 0 0 0 0,0 0 0 0 0,-1 0 0 0 0,1 0 0 0 0,2-1 0 0 0,-1 0-48 0 0,1 1 1 0 0,-1 0-1 0 0,1 0 1 0 0,0 1-1 0 0,-1-1 1 0 0,1 1-1 0 0,0-1 1 0 0,5 1-1 0 0,6-2 179 0 0,72-5 361 0 0,0 4-1 0 0,87 8 0 0 0,-74-1-766 0 0,104-9-1 0 0,-196 5 164 0 0,-5 0 27 0 0,0 1 1 0 0,0-1-1 0 0,0 0 1 0 0,0 0-1 0 0,0-1 1 0 0,0 1-1 0 0,0 0 1 0 0,0-1-1 0 0,0 1 1 0 0,0-1-1 0 0,-1 1 0 0 0,1-1 1 0 0,0 0-1 0 0,0 0 1 0 0,3-2-1 0 0,-5 3 5 0 0,0-1-1 0 0,0 1 1 0 0,-1 0-1 0 0,1-1 1 0 0,0 1 0 0 0,0 0-1 0 0,0-1 1 0 0,0 1-1 0 0,-1 0 1 0 0,1 0 0 0 0,0-1-1 0 0,0 1 1 0 0,0 0-1 0 0,-1 0 1 0 0,1-1-1 0 0,0 1 1 0 0,-1 0 0 0 0,1 0-1 0 0,0 0 1 0 0,0-1-1 0 0,-1 1 1 0 0,1 0-1 0 0,0 0 1 0 0,-1 0 0 0 0,1 0-1 0 0,0 0 1 0 0,-1 0-1 0 0,1 0 1 0 0,0 0-1 0 0,-1 0 1 0 0,1 0 0 0 0,0 0-1 0 0,-1 0 1 0 0,0 0-1 0 0,-15-2 55 0 0,14 2-38 0 0,-10 0 6 0 0,0 0 1 0 0,0 1-1 0 0,0 0 0 0 0,0 1 0 0 0,0 0 0 0 0,0 1 0 0 0,1 0 1 0 0,-1 1-1 0 0,1 1 0 0 0,0-1 0 0 0,0 2 0 0 0,1-1 0 0 0,-1 2 1 0 0,1-1-1 0 0,-10 9 0 0 0,14-9-12 0 0,0-1 1 0 0,0 1-1 0 0,1 0 0 0 0,0 0 1 0 0,0 0-1 0 0,0 1 1 0 0,1-1-1 0 0,0 1 0 0 0,0 0 1 0 0,0 1-1 0 0,1-1 1 0 0,0 1-1 0 0,1-1 0 0 0,0 1 1 0 0,0 0-1 0 0,1 0 0 0 0,-1 0 1 0 0,2 0-1 0 0,-1 0 1 0 0,1 0-1 0 0,1 0 0 0 0,-1 0 1 0 0,3 10-1 0 0,0-7 13 0 0,0-1-1 0 0,1-1 0 0 0,0 1 1 0 0,0 0-1 0 0,1-1 0 0 0,0 0 1 0 0,1 0-1 0 0,0-1 0 0 0,0 1 1 0 0,1-1-1 0 0,0 0 0 0 0,1-1 1 0 0,0 0-1 0 0,0 0 0 0 0,0-1 1 0 0,1 0-1 0 0,0 0 0 0 0,16 7 1 0 0,-11-6-58 0 0,1-1-1 0 0,0 0 1 0 0,1-1 0 0 0,-1 0 0 0 0,1-2 0 0 0,0 0-1 0 0,0 0 1 0 0,0-2 0 0 0,1 0 0 0 0,-1-1 0 0 0,26-2-1 0 0,-41 1-113 0 0,2 1-297 0 0,-1 0 1 0 0,1 0 0 0 0,-1-1-1 0 0,1 0 1 0 0,0 1 0 0 0,-1-1-1 0 0,0 0 1 0 0,1 0 0 0 0,3-2 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9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49 13823 0 0,'0'-2'127'0'0,"0"1"0"0"0,-1 0 0 0 0,1 0 0 0 0,0 0 0 0 0,0 0 0 0 0,0 0 0 0 0,0 0 0 0 0,0 0-1 0 0,0 0 1 0 0,0 0 0 0 0,0 0 0 0 0,1 0 0 0 0,-1 0 0 0 0,0-1 0 0 0,1 1 0 0 0,-1 0 0 0 0,0 0 0 0 0,1 0 0 0 0,0-1-1 0 0,1 1 184 0 0,0 0 0 0 0,-1 0-1 0 0,1 1 1 0 0,0-1 0 0 0,0 0-1 0 0,0 1 1 0 0,0-1-1 0 0,-1 1 1 0 0,1 0 0 0 0,3-1-1 0 0,-3 1-177 0 0,122-15 434 0 0,-70 13-6261 0 0,-28 0-652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9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1 217 15287 0 0,'4'23'1292'0'0,"9"36"613"0"0,-12-54-1672 0 0,0 0 1 0 0,1 0-1 0 0,0 0 0 0 0,0-1 0 0 0,1 1 0 0 0,-1-1 0 0 0,1 0 0 0 0,0 1 0 0 0,3 3 0 0 0,-6-8-217 0 0,1 0 0 0 0,-1 1 0 0 0,0-1 0 0 0,0 0 0 0 0,0 0 0 0 0,1 0 1 0 0,-1 0-1 0 0,0 1 0 0 0,0-1 0 0 0,0 0 0 0 0,1 0 0 0 0,-1 0 0 0 0,0 0 0 0 0,1 0 0 0 0,-1 0 0 0 0,0 1 0 0 0,0-1 0 0 0,1 0 0 0 0,-1 0 0 0 0,0 0 0 0 0,0 0 0 0 0,1 0 0 0 0,-1 0 0 0 0,0 0 0 0 0,1 0 0 0 0,-1 0 0 0 0,0-1 1 0 0,0 1-1 0 0,1 0 0 0 0,-1 0 0 0 0,0 0 0 0 0,0 0 0 0 0,1 0 0 0 0,-1 0 0 0 0,1-1 0 0 0,6-10 146 0 0,-1-15-199 0 0,-6 25 41 0 0,4-26-323 0 0,-2-1 0 0 0,-3-54 0 0 0,0 56 232 0 0,1-1 0 0 0,0 0 1 0 0,7-34-1 0 0,-7 60 87 0 0,0-1 0 0 0,0 0-1 0 0,1 1 1 0 0,-1-1 0 0 0,0 0 0 0 0,1 1 0 0 0,-1-1 0 0 0,1 0 0 0 0,0 1-1 0 0,0-1 1 0 0,-1 1 0 0 0,1 0 0 0 0,0-1 0 0 0,0 1 0 0 0,0 0 0 0 0,0-1-1 0 0,1 1 1 0 0,-1 0 0 0 0,0 0 0 0 0,0 0 0 0 0,1 0 0 0 0,-1 0 0 0 0,2-1 0 0 0,-1 2 10 0 0,-1 1 0 0 0,1-1 0 0 0,-1 0 0 0 0,1 0 1 0 0,-1 1-1 0 0,1-1 0 0 0,-1 1 0 0 0,1-1 1 0 0,-1 1-1 0 0,0 0 0 0 0,1-1 0 0 0,-1 1 1 0 0,0 0-1 0 0,1 0 0 0 0,-1 0 0 0 0,0 0 0 0 0,0 0 1 0 0,0 0-1 0 0,0 0 0 0 0,0 1 0 0 0,0-1 1 0 0,0 0-1 0 0,-1 1 0 0 0,1-1 0 0 0,1 2 1 0 0,14 27 201 0 0,-1 0 1 0 0,-2 1 0 0 0,13 41 0 0 0,10 22 253 0 0,-26-71-377 0 0,27 58 193 0 0,-32-72-238 0 0,1 0-1 0 0,-1-1 0 0 0,1 1 1 0 0,1-1-1 0 0,0-1 0 0 0,10 10 0 0 0,-16-15-29 0 0,1-1 0 0 0,-1 0-1 0 0,0 0 1 0 0,1 0-1 0 0,-1 0 1 0 0,1 0 0 0 0,0 0-1 0 0,-1 0 1 0 0,1 0-1 0 0,-1-1 1 0 0,1 1-1 0 0,0 0 1 0 0,0-1 0 0 0,-1 0-1 0 0,1 1 1 0 0,0-1-1 0 0,0 0 1 0 0,0 0 0 0 0,3 0-1 0 0,-4-1-1 0 0,0 1 0 0 0,1-1 0 0 0,-1 0-1 0 0,0 0 1 0 0,0 1 0 0 0,0-1 0 0 0,1 0 0 0 0,-1 0-1 0 0,0 0 1 0 0,0 0 0 0 0,0 0 0 0 0,0 0 0 0 0,-1-1-1 0 0,1 1 1 0 0,0 0 0 0 0,0 0 0 0 0,-1-1 0 0 0,2-2-1 0 0,1-4-18 0 0,-1-1 0 0 0,0 0 0 0 0,0 1-1 0 0,-1-1 1 0 0,0 0 0 0 0,-1-11 0 0 0,-2-18-107 0 0,-3 1 0 0 0,0 1 0 0 0,-3-1 0 0 0,-17-54 0 0 0,1 5 133 0 0,23 85-14 0 0,1 0-1 0 0,0 1 0 0 0,-1-1 1 0 0,1 0-1 0 0,0 0 1 0 0,0 0-1 0 0,0 0 1 0 0,-1 0-1 0 0,1 0 1 0 0,0 0-1 0 0,0 0 0 0 0,1 0 1 0 0,-1 1-1 0 0,0-1 1 0 0,0 0-1 0 0,0 0 1 0 0,1 0-1 0 0,-1 0 0 0 0,0 0 1 0 0,1 0-1 0 0,-1 1 1 0 0,1-1-1 0 0,-1 0 1 0 0,1 0-1 0 0,-1 1 0 0 0,1-1 1 0 0,-1 0-1 0 0,1 1 1 0 0,0-1-1 0 0,-1 0 1 0 0,1 1-1 0 0,0-1 1 0 0,0 1-1 0 0,-1-1 0 0 0,1 1 1 0 0,0 0-1 0 0,0-1 1 0 0,0 1-1 0 0,0 0 1 0 0,0-1-1 0 0,-1 1 0 0 0,1 0 1 0 0,0 0-1 0 0,2 0 1 0 0,5 0-133 0 0,-1 0 1 0 0,1 0 0 0 0,0 1-1 0 0,12 2 1 0 0,-3 0-325 0 0,82 4-2819 0 0,-55-5-84 0 0,51 8 0 0 0,-90-9 3275 0 0,0 0 0 0 0,-1 1 0 0 0,1-1 0 0 0,0 1 0 0 0,-1 0 0 0 0,0 0 0 0 0,1 1 0 0 0,-1-1 1 0 0,0 1-1 0 0,0 0 0 0 0,0 0 0 0 0,-1 0 0 0 0,5 4 0 0 0,-4-1 483 0 0,1-1 0 0 0,-1 2 1 0 0,0-1-1 0 0,0 0 0 0 0,-1 1 0 0 0,0 0 0 0 0,5 12 1 0 0,-2 8 1922 0 0,0-1 0 0 0,-2 1 0 0 0,2 48 0 0 0,-4-43-1284 0 0,-2-21-672 0 0,1 0 1 0 0,0 0 0 0 0,1 0-1 0 0,1 0 1 0 0,0 0 0 0 0,7 19-1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09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55 17567 0 0,'-5'-18'776'0'0,"4"8"160"0"0,2 3-744 0 0,2 1-192 0 0,0 3 0 0 0,2 3 0 0 0,2 0 536 0 0,4-3 72 0 0,8 0 8 0 0,9 0 8 0 0,8 2-528 0 0,10 1-96 0 0,-3 1 0 0 0,1 2-8800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1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11663 0 0,'0'0'30'0'0,"0"0"0"0"0,0 0-1 0 0,0 0 1 0 0,-1 0-1 0 0,1 0 1 0 0,0 0-1 0 0,0 0 1 0 0,0 0 0 0 0,0 0-1 0 0,0 0 1 0 0,-1 0-1 0 0,1 0 1 0 0,0 0 0 0 0,0 0-1 0 0,0 0 1 0 0,0 0-1 0 0,0 0 1 0 0,-1 0 0 0 0,1 0-1 0 0,0 0 1 0 0,0 0-1 0 0,0 0 1 0 0,0 0 0 0 0,0 0-1 0 0,-1 0 1 0 0,1 0-1 0 0,0 0 1 0 0,0 0 0 0 0,0 0-1 0 0,0 0 1 0 0,0 1-1 0 0,0-1 1 0 0,0 0 0 0 0,-1 0-1 0 0,1 0 1 0 0,0 0-1 0 0,0 0 1 0 0,0 0 0 0 0,0 0-1 0 0,0 1 1 0 0,0-1-1 0 0,0 0 1 0 0,0 0 0 0 0,-1 11 824 0 0,4 16 79 0 0,-2-22-763 0 0,24 123 2972 0 0,-19-107-2743 0 0,0-1 0 0 0,2 0 0 0 0,0 0 0 0 0,13 21 1 0 0,-18-36-342 0 0,1 0 1 0 0,-1 0 0 0 0,1 0 0 0 0,0-1-1 0 0,0 1 1 0 0,1-1 0 0 0,-1 0 0 0 0,1-1-1 0 0,0 1 1 0 0,0-1 0 0 0,10 5 0 0 0,-13-7-53 0 0,-1-1-1 0 0,1 1 1 0 0,0 0 0 0 0,0-1 0 0 0,0 1-1 0 0,0-1 1 0 0,-1 0 0 0 0,1 0 0 0 0,0 0 0 0 0,0 0-1 0 0,0 0 1 0 0,0 0 0 0 0,0 0 0 0 0,0 0 0 0 0,0-1-1 0 0,-1 1 1 0 0,1-1 0 0 0,0 0 0 0 0,0 1 0 0 0,-1-1-1 0 0,1 0 1 0 0,0 0 0 0 0,-1 0 0 0 0,1 0-1 0 0,-1 0 1 0 0,1-1 0 0 0,-1 1 0 0 0,1 0 0 0 0,-1-1-1 0 0,0 1 1 0 0,0-1 0 0 0,0 1 0 0 0,0-1 0 0 0,0 1-1 0 0,0-1 1 0 0,0 0 0 0 0,0 1 0 0 0,-1-1 0 0 0,1 0-1 0 0,0-2 1 0 0,3-13-155 0 0,0-1 0 0 0,-1 1-1 0 0,-1-1 1 0 0,-1 1 0 0 0,0-1-1 0 0,-1 1 1 0 0,-1-1 0 0 0,-6-30-1 0 0,7 48 101 0 0,0 0-1 0 0,0 0 1 0 0,0 0 0 0 0,0-1-1 0 0,0 1 1 0 0,0 0-1 0 0,-1 0 1 0 0,1 0-1 0 0,0 0 1 0 0,0-1 0 0 0,0 1-1 0 0,0 0 1 0 0,0 0-1 0 0,0 0 1 0 0,0-1-1 0 0,0 1 1 0 0,0 0 0 0 0,0 0-1 0 0,0 0 1 0 0,0-1-1 0 0,0 1 1 0 0,0 0-1 0 0,1 0 1 0 0,-1 0 0 0 0,0 0-1 0 0,0-1 1 0 0,0 1-1 0 0,0 0 1 0 0,0 0 0 0 0,0 0-1 0 0,0 0 1 0 0,0 0-1 0 0,1-1 1 0 0,-1 1-1 0 0,0 0 1 0 0,0 0 0 0 0,0 0-1 0 0,0 0 1 0 0,0 0-1 0 0,1 0 1 0 0,-1 0-1 0 0,0-1 1 0 0,0 1 0 0 0,0 0-1 0 0,0 0 1 0 0,1 0-1 0 0,-1 0 1 0 0,0 0 0 0 0,0 0-1 0 0,0 0 1 0 0,1 0-1 0 0,-1 0 1 0 0,0 0-1 0 0,0 0 1 0 0,0 0 0 0 0,1 0-1 0 0,-1 0 1 0 0,0 0-1 0 0,0 0 1 0 0,0 1-1 0 0,0-1 1 0 0,1 0 0 0 0,-1 0-1 0 0,0 0 1 0 0,0 0-1 0 0,0 0 1 0 0,1 0 0 0 0,4 2-2068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2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2303 0 0,'8'4'16903'0'0,"-8"2"-17412"0"0,3 31 1961 0 0,-2-7-1114 0 0,1 0 1 0 0,2 0 0 0 0,1-1-1 0 0,1 1 1 0 0,11 28 0 0 0,-5-35-1031 0 0,1-12-2551 0 0,-6-9 1260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2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23 3679 0 0,'-1'-2'477'0'0,"1"1"0"0"0,-1 0 0 0 0,0-1 0 0 0,0 1 0 0 0,0 0 0 0 0,0 0 0 0 0,0-1 0 0 0,0 1 0 0 0,0 0 0 0 0,-1 0 0 0 0,1 0 0 0 0,0 0 0 0 0,0 1 0 0 0,-1-1 0 0 0,1 0 0 0 0,-1 0 0 0 0,1 1 0 0 0,0-1-1 0 0,-3 0 1 0 0,0 1 2 0 0,1-1 0 0 0,0 1 0 0 0,-1-1-1 0 0,1 1 1 0 0,0 0 0 0 0,-1 0 0 0 0,1 1-1 0 0,-1-1 1 0 0,-4 2 0 0 0,6-2-397 0 0,0 0 1 0 0,0 1 0 0 0,0-1-1 0 0,0 1 1 0 0,1-1 0 0 0,-1 1-1 0 0,0 0 1 0 0,0 0 0 0 0,0 0-1 0 0,1 0 1 0 0,-1 0 0 0 0,0 0-1 0 0,1 0 1 0 0,-1 1 0 0 0,1-1-1 0 0,0 1 1 0 0,-1-1 0 0 0,1 1-1 0 0,0-1 1 0 0,0 1 0 0 0,0 0-1 0 0,0-1 1 0 0,0 1 0 0 0,0 0-1 0 0,0 0 1 0 0,1 0 0 0 0,-1 0 0 0 0,1 0-1 0 0,-1 0 1 0 0,1 0 0 0 0,0 0-1 0 0,0 0 1 0 0,0 0 0 0 0,0 0-1 0 0,0 2 1 0 0,2 2-64 0 0,0 0 1 0 0,1-1 0 0 0,-1 1-1 0 0,1-1 1 0 0,0 0-1 0 0,0 1 1 0 0,1-1-1 0 0,0-1 1 0 0,0 1 0 0 0,0-1-1 0 0,6 6 1 0 0,9 6-62 0 0,31 20 0 0 0,-9-7 60 0 0,-37-25-18 0 0,1-1-1 0 0,-1 0 1 0 0,-1 1 0 0 0,1 0-1 0 0,0 0 1 0 0,-1 0-1 0 0,0 0 1 0 0,4 8 0 0 0,-6-11 4 0 0,-1 1 1 0 0,1-1 0 0 0,-1 0-1 0 0,0 1 1 0 0,0-1 0 0 0,1 1 0 0 0,-1-1-1 0 0,0 0 1 0 0,0 1 0 0 0,0-1-1 0 0,0 1 1 0 0,-1-1 0 0 0,1 1 0 0 0,0-1-1 0 0,-1 0 1 0 0,1 1 0 0 0,0-1-1 0 0,-1 0 1 0 0,0 1 0 0 0,1-1-1 0 0,-1 0 1 0 0,0 0 0 0 0,0 0 0 0 0,1 1-1 0 0,-1-1 1 0 0,0 0 0 0 0,0 0-1 0 0,0 0 1 0 0,-1 0 0 0 0,1-1 0 0 0,0 1-1 0 0,0 0 1 0 0,0 0 0 0 0,-1-1-1 0 0,1 1 1 0 0,-2 0 0 0 0,-8 5 58 0 0,0 0 0 0 0,-1-1 0 0 0,-14 5 0 0 0,21-9-45 0 0,1 0-1 0 0,-1 0 0 0 0,1 0 1 0 0,-1 0-1 0 0,1 0 0 0 0,-1-1 0 0 0,0 0 1 0 0,1 0-1 0 0,-1 0 0 0 0,1-1 1 0 0,-1 0-1 0 0,-5-1 0 0 0,9 2-41 0 0,1 0 0 0 0,-1-1 0 0 0,1 1 0 0 0,-1 0 0 0 0,1 0-1 0 0,0 0 1 0 0,-1-1 0 0 0,1 1 0 0 0,-1 0 0 0 0,1 0 0 0 0,0-1 0 0 0,-1 1 0 0 0,1 0-1 0 0,0-1 1 0 0,-1 1 0 0 0,1 0 0 0 0,0-1 0 0 0,0 1 0 0 0,-1-1 0 0 0,1 1 0 0 0,0-1-1 0 0,0 1 1 0 0,0 0 0 0 0,-1-1 0 0 0,1 1 0 0 0,0-1 0 0 0,0 1 0 0 0,0-1 0 0 0,0 1-1 0 0,0-1 1 0 0,0 1 0 0 0,0-1 0 0 0,0 1 0 0 0,0-1 0 0 0,0 1 0 0 0,0-1 0 0 0,0 1 0 0 0,1-1-1 0 0,-1 1 1 0 0,0-1 0 0 0,13-17-1874 0 0,-13 17 1773 0 0,9-9-1791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2.7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31 17623 0 0,'-1'0'82'0'0,"0"0"-1"0"0,0 0 0 0 0,0 0 0 0 0,0 0 1 0 0,0 1-1 0 0,0-1 0 0 0,0 0 1 0 0,0 1-1 0 0,0-1 0 0 0,1 0 1 0 0,-1 1-1 0 0,0-1 0 0 0,0 1 0 0 0,0-1 1 0 0,1 1-1 0 0,-1 0 0 0 0,0-1 1 0 0,1 1-1 0 0,-1 0 0 0 0,0 0 1 0 0,1-1-1 0 0,-2 3 0 0 0,1-1 23 0 0,0 1 0 0 0,-1 0 0 0 0,1 0 0 0 0,0 0-1 0 0,1 1 1 0 0,-1-1 0 0 0,0 3 0 0 0,0 7 316 0 0,0-1 1 0 0,2 21 0 0 0,-1-28-358 0 0,1-1-1 0 0,-1 0 1 0 0,1 1 0 0 0,0-1 0 0 0,0 0-1 0 0,0 0 1 0 0,1 0 0 0 0,-1 0-1 0 0,1 0 1 0 0,0 0 0 0 0,0 0 0 0 0,0-1-1 0 0,1 1 1 0 0,-1-1 0 0 0,1 1 0 0 0,0-1-1 0 0,0 0 1 0 0,0 0 0 0 0,1 0-1 0 0,-1-1 1 0 0,1 1 0 0 0,-1-1 0 0 0,1 1-1 0 0,0-1 1 0 0,0-1 0 0 0,0 1 0 0 0,0 0-1 0 0,0-1 1 0 0,0 0 0 0 0,0 0 0 0 0,0 0-1 0 0,1-1 1 0 0,-1 1 0 0 0,0-1-1 0 0,1 0 1 0 0,-1 0 0 0 0,0 0 0 0 0,1-1-1 0 0,6-1 1 0 0,-4 0-139 0 0,0 0 0 0 0,0 0-1 0 0,0-1 1 0 0,0 0 0 0 0,-1 0 0 0 0,1 0-1 0 0,-1-1 1 0 0,0 0 0 0 0,0 0 0 0 0,0-1-1 0 0,0 0 1 0 0,-1 0 0 0 0,0 0 0 0 0,0 0-1 0 0,6-10 1 0 0,-7 10 12 0 0,-1 0 0 0 0,0-1 0 0 0,0 1-1 0 0,0-1 1 0 0,0 0 0 0 0,-1 0 0 0 0,0 0-1 0 0,0 0 1 0 0,-1-1 0 0 0,0 1 0 0 0,0 0 0 0 0,0-1-1 0 0,-1 1 1 0 0,0-1 0 0 0,0 1 0 0 0,-1 0 0 0 0,0-1-1 0 0,-1-6 1 0 0,-8-6 276 0 0,10 18-204 0 0,0 1 0 0 0,-1-1 0 0 0,1 0 0 0 0,0 1-1 0 0,-1-1 1 0 0,1 0 0 0 0,-1 1 0 0 0,1-1 0 0 0,-1 1 0 0 0,1-1 0 0 0,-1 1-1 0 0,1-1 1 0 0,-1 1 0 0 0,1-1 0 0 0,-1 1 0 0 0,0 0 0 0 0,1-1-1 0 0,-1 1 1 0 0,0 0 0 0 0,1-1 0 0 0,-1 1 0 0 0,0 0 0 0 0,1 0 0 0 0,-1 0-1 0 0,0 0 1 0 0,-1 0 0 0 0,31 16-4296 0 0,-16-11-293 0 0,2 1-1134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0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1 216 3679 0 0,'7'9'161'0'0,"-3"-5"-84"0"0,-1 0 0 0 0,0 0 0 0 0,0 1 0 0 0,0-1 0 0 0,0 1 0 0 0,1 5 0 0 0,2 13 9010 0 0,-5-17-8402 0 0,-1 1-1 0 0,1-1 1 0 0,-1 1 0 0 0,0 0-1 0 0,0-1 1 0 0,-1 1 0 0 0,-1 6-1 0 0,2-12-599 0 0,0-1-1 0 0,0 1 0 0 0,0-1 1 0 0,-1 0-1 0 0,1 1 0 0 0,0-1 1 0 0,0 1-1 0 0,0-1 0 0 0,0 1 1 0 0,0-1-1 0 0,0 0 0 0 0,-1 1 1 0 0,1-1-1 0 0,0 0 0 0 0,0 1 1 0 0,-1-1-1 0 0,1 0 0 0 0,0 1 1 0 0,0-1-1 0 0,-1 0 0 0 0,1 1 1 0 0,0-1-1 0 0,-1 0 0 0 0,1 0 1 0 0,-1 1-1 0 0,1-1 1 0 0,0 0-1 0 0,-1 0 0 0 0,1 0 1 0 0,-1 0-1 0 0,1 1 0 0 0,-9-11 1288 0 0,0-21-550 0 0,9 13-861 0 0,0 1-1 0 0,1-1 0 0 0,1 1 0 0 0,1-1 0 0 0,0 1 1 0 0,1 0-1 0 0,1 0 0 0 0,0 0 0 0 0,2 1 0 0 0,0 0 0 0 0,1 0 1 0 0,0 1-1 0 0,1 0 0 0 0,19-24 0 0 0,-25 35-2 0 0,1 0 1 0 0,0 1-1 0 0,0-1 0 0 0,0 1 0 0 0,0 0 0 0 0,0 0 0 0 0,1 0 1 0 0,-1 1-1 0 0,1-1 0 0 0,7-2 0 0 0,-9 4 26 0 0,0 1-1 0 0,0-1 1 0 0,-1 1-1 0 0,1-1 0 0 0,0 1 1 0 0,0 0-1 0 0,-1 0 1 0 0,1 0-1 0 0,0 1 1 0 0,0-1-1 0 0,-1 0 1 0 0,1 1-1 0 0,0 0 1 0 0,-1 0-1 0 0,1 0 0 0 0,-1 0 1 0 0,1 0-1 0 0,-1 0 1 0 0,1 1-1 0 0,-1-1 1 0 0,4 4-1 0 0,5 5 121 0 0,0 1 0 0 0,-1 0 0 0 0,0 0 0 0 0,-1 1 0 0 0,15 25 0 0 0,-10-11 128 0 0,-2 0 0 0 0,12 32 0 0 0,-24-57-207 0 0,1 0 0 0 0,-1 1 0 0 0,1-1 0 0 0,-1 0 0 0 0,1 0-1 0 0,-1 0 1 0 0,0 1 0 0 0,0-1 0 0 0,0 0 0 0 0,0 0 0 0 0,0 1 0 0 0,0-1 0 0 0,0 0-1 0 0,0 0 1 0 0,0 1 0 0 0,-1-1 0 0 0,1 0 0 0 0,0 0 0 0 0,-1 0 0 0 0,1 1 0 0 0,-1-1 0 0 0,1 0-1 0 0,-1 0 1 0 0,0 0 0 0 0,1 0 0 0 0,-1 0 0 0 0,0 0 0 0 0,0 0 0 0 0,0 0 0 0 0,0 0-1 0 0,1-1 1 0 0,-1 1 0 0 0,-1 0 0 0 0,1 0 0 0 0,0-1 0 0 0,0 1 0 0 0,0-1 0 0 0,0 1 0 0 0,0-1-1 0 0,0 1 1 0 0,-1-1 0 0 0,1 0 0 0 0,-1 1 0 0 0,-9 0 61 0 0,1 1 0 0 0,0-1 0 0 0,0-1 0 0 0,-16-1 0 0 0,5 1-51 0 0,10 0-40 0 0,-21 1 47 0 0,31-1-55 0 0,0 0 0 0 0,0 0 0 0 0,-1 0-1 0 0,1 0 1 0 0,0 1 0 0 0,0-1 0 0 0,0 0 0 0 0,-1 1 0 0 0,1-1 0 0 0,0 1 0 0 0,0-1 0 0 0,0 1 0 0 0,0-1 0 0 0,0 1 0 0 0,0 0 0 0 0,0-1 0 0 0,-2 3-1 0 0,3-2-44 0 0,0-1 0 0 0,0 1 0 0 0,1 0 0 0 0,-1-1 0 0 0,0 1-1 0 0,0 0 1 0 0,0 0 0 0 0,1-1 0 0 0,-1 1 0 0 0,0-1 0 0 0,0 1-1 0 0,1 0 1 0 0,-1-1 0 0 0,1 1 0 0 0,-1-1 0 0 0,0 1 0 0 0,1 0-1 0 0,-1-1 1 0 0,1 0 0 0 0,0 1 0 0 0,-1-1 0 0 0,1 1 0 0 0,-1-1-1 0 0,1 0 1 0 0,0 1 0 0 0,-1-1 0 0 0,1 0 0 0 0,0 1-1 0 0,0-1 1 0 0,24 11-2314 0 0,-23-10 1887 0 0,14 4-1866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19 13359 0 0,'0'-19'3178'0'0,"-1"29"-921"0"0,-7 143 559 0 0,8-135-2518 0 0,1 0 0 0 0,1 0 0 0 0,1-1-1 0 0,0 1 1 0 0,1 0 0 0 0,10 25 0 0 0,-13-41-255 0 0,0 0 0 0 0,0 0 0 0 0,0 0 0 0 0,0 0 0 0 0,0 0 0 0 0,1-1 0 0 0,-1 1 0 0 0,1 0 0 0 0,-1 0 1 0 0,1-1-1 0 0,-1 1 0 0 0,1-1 0 0 0,0 0 0 0 0,0 1 0 0 0,0-1 0 0 0,0 0 0 0 0,0 0 0 0 0,0 0 0 0 0,0 0 0 0 0,0-1 0 0 0,1 1 0 0 0,-1-1 0 0 0,0 1 0 0 0,0-1 0 0 0,1 0 0 0 0,-1 1 0 0 0,0-1 0 0 0,0 0 0 0 0,1-1 0 0 0,-1 1 0 0 0,4-1 0 0 0,7-2-311 0 0,0-1-1 0 0,0 0 0 0 0,-1-1 0 0 0,18-9 0 0 0,-2 1-1800 0 0,-15 7 112 0 0,-1 1-82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16559 0 0,'17'27'2626'0'0,"-1"7"-1437"0"0,16 49 0 0 0,1 2-2025 0 0,-27-73-338 0 0,3-2-68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3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42 17191 0 0,'0'-1'103'0'0,"-1"-1"0"0"0,1 1 0 0 0,0 0 0 0 0,0-1 0 0 0,0 1 0 0 0,0-1 0 0 0,0 1 0 0 0,0 0 0 0 0,0-1 0 0 0,0 1 0 0 0,0 0 0 0 0,1-1 0 0 0,-1 1 0 0 0,0-1 0 0 0,1 1 0 0 0,0 0 0 0 0,-1 0 0 0 0,2-3 0 0 0,0 3 48 0 0,1 0 0 0 0,-1-1 0 0 0,0 1 0 0 0,1 0 0 0 0,-1 0 0 0 0,0 1 0 0 0,1-1 0 0 0,-1 1 0 0 0,5-1-1 0 0,-5 0-56 0 0,6 0 33 0 0,1 0-1 0 0,-1 0 0 0 0,0 1 1 0 0,1 0-1 0 0,-1 0 1 0 0,0 1-1 0 0,0 0 1 0 0,1 1-1 0 0,-1 0 0 0 0,0 0 1 0 0,0 1-1 0 0,-1 0 1 0 0,13 6-1 0 0,-16-7-75 0 0,0 0 0 0 0,-1 0-1 0 0,1 1 1 0 0,-1-1 0 0 0,0 1-1 0 0,0 0 1 0 0,0 0 0 0 0,0 0-1 0 0,0 0 1 0 0,-1 1 0 0 0,0-1-1 0 0,1 1 1 0 0,-1-1 0 0 0,0 1 0 0 0,-1 0-1 0 0,1 0 1 0 0,-1 0 0 0 0,1 0-1 0 0,-1 0 1 0 0,0 0 0 0 0,-1 0-1 0 0,1 0 1 0 0,-1 0 0 0 0,0 0-1 0 0,0 1 1 0 0,0-1 0 0 0,0 0-1 0 0,-2 8 1 0 0,-2 0-73 0 0,0 0-1 0 0,-1-1 1 0 0,0 1-1 0 0,-1-1 1 0 0,0 0 0 0 0,-1-1-1 0 0,0 1 1 0 0,-1-1-1 0 0,-13 13 1 0 0,11-12-3 0 0,1 0 0 0 0,0 1-1 0 0,1 0 1 0 0,0 1 0 0 0,0-1 0 0 0,-6 19 0 0 0,13-29 32 0 0,0 1-1 0 0,0-1 0 0 0,0 1 1 0 0,0-1-1 0 0,1 1 1 0 0,0 0-1 0 0,-1-1 1 0 0,1 1-1 0 0,0-1 0 0 0,0 1 1 0 0,0 0-1 0 0,0-1 1 0 0,1 1-1 0 0,-1-1 1 0 0,1 1-1 0 0,0 0 0 0 0,0-1 1 0 0,-1 1-1 0 0,2-1 1 0 0,-1 0-1 0 0,0 1 1 0 0,0-1-1 0 0,1 0 0 0 0,-1 0 1 0 0,1 0-1 0 0,0 0 1 0 0,3 3-1 0 0,-1-2 9 0 0,1 1 0 0 0,0-1 0 0 0,0-1 0 0 0,0 1 0 0 0,1-1 0 0 0,-1 0 0 0 0,1 0 0 0 0,-1-1 0 0 0,1 1 0 0 0,0-1 0 0 0,9 0 0 0 0,1 1-2232 0 0,0-1 0 0 0,-1-1 0 0 0,22-3 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30 16903 0 0,'-6'-8'744'0'0,"3"4"160"0"0,2 1-720 0 0,1 2-184 0 0,1-1 0 0 0,2 2 0 0 0,0-1 160 0 0,2 1 0 0 0,3-2 0 0 0,2 1 0 0 0,4-2-160 0 0,0 3 0 0 0,1-3-80 0 0,-1 2-5072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19 113 11519 0 0,'3'-4'414'0'0,"0"1"0"0"0,-1-1-1 0 0,2 1 1 0 0,-1 0 0 0 0,0 0 0 0 0,1 0-1 0 0,-1 0 1 0 0,1 1 0 0 0,0-1 0 0 0,0 1-1 0 0,8-3 1 0 0,53-17 2722 0 0,-37 14-3550 0 0,-8 2 356 0 0,-11 3-232 0 0,0 1-1 0 0,0-1 1 0 0,0 0 0 0 0,-1-1-1 0 0,0 0 1 0 0,15-9-1 0 0,-19 6-2284 0 0,-12 7-15 0 0,-13 7 309 0 0,-46 24 1033 0 0,49-22 2040 0 0,2 1 0 0 0,-1 0 0 0 0,-25 22 0 0 0,36-27-419 0 0,0 1 0 0 0,0 0 0 0 0,0 0 0 0 0,1 1 0 0 0,0-1 0 0 0,0 1 0 0 0,0 0 0 0 0,1 0 0 0 0,0 1 0 0 0,1-1 0 0 0,0 1 0 0 0,0 0 0 0 0,1 0 0 0 0,-1 0 0 0 0,2 0 0 0 0,-1 1 0 0 0,1-1 0 0 0,0 0 0 0 0,1 0 0 0 0,1 9 0 0 0,0-8-207 0 0,0-1 0 0 0,1 1 0 0 0,0-1-1 0 0,0 0 1 0 0,1 1 0 0 0,0-1 0 0 0,1-1 0 0 0,0 1 0 0 0,0 0 0 0 0,0-1 0 0 0,1 0-1 0 0,0 0 1 0 0,1 0 0 0 0,-1-1 0 0 0,1 0 0 0 0,1 0 0 0 0,-1 0 0 0 0,1-1 0 0 0,14 9 0 0 0,-14-10-168 0 0,-1 0 1 0 0,1 0 0 0 0,0-1 0 0 0,0 0 0 0 0,1-1 0 0 0,-1 0 0 0 0,0 0 0 0 0,1 0 0 0 0,0-1 0 0 0,-1 0 0 0 0,1 0 0 0 0,0-1 0 0 0,-1 0 0 0 0,1-1 0 0 0,0 0 0 0 0,-1 0 0 0 0,1 0-1 0 0,-1-1 1 0 0,1 0 0 0 0,-1 0 0 0 0,0-1 0 0 0,11-5 0 0 0,-3-4-2521 0 0,-10 5 1024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 11975 0 0,'4'-7'528'0'0,"-2"3"112"0"0,-2 1-512 0 0,4 0-128 0 0,1 3 0 0 0,-1 0 0 0 0,2-2 928 0 0,2 2 160 0 0,7-1 32 0 0,4-1 8 0 0,3-1-544 0 0,3 2-104 0 0,-1 0-32 0 0,-2-1-5472 0 0,-2 1-1088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4.9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6 245 16039 0 0,'-1'4'249'0'0,"0"0"0"0"0,0 0 0 0 0,0 1 0 0 0,1-1 0 0 0,-1 0 0 0 0,1 0 0 0 0,0 1 0 0 0,0-1 0 0 0,1 6 0 0 0,10 41 1188 0 0,-7-35-897 0 0,0 5 116 0 0,-2-11-180 0 0,-1-1 0 0 0,2 0 1 0 0,-1 0-1 0 0,9 18 0 0 0,-11-27-466 0 0,0 0 0 0 0,0 0 1 0 0,0 1-1 0 0,0-1 0 0 0,0 0 0 0 0,0 0 0 0 0,0 0 0 0 0,0 0 1 0 0,0 1-1 0 0,0-1 0 0 0,0 0 0 0 0,1 0 0 0 0,-1 0 0 0 0,0 0 1 0 0,0 0-1 0 0,0 1 0 0 0,0-1 0 0 0,0 0 0 0 0,1 0 0 0 0,-1 0 1 0 0,0 0-1 0 0,0 0 0 0 0,0 0 0 0 0,0 0 0 0 0,1 1 0 0 0,-1-1 1 0 0,0 0-1 0 0,0 0 0 0 0,0 0 0 0 0,0 0 0 0 0,1 0 0 0 0,-1 0 1 0 0,0 0-1 0 0,0 0 0 0 0,0 0 0 0 0,1 0 0 0 0,-1 0 0 0 0,0 0 1 0 0,0 0-1 0 0,0 0 0 0 0,1 0 0 0 0,-1 0 0 0 0,0-1 0 0 0,0 1 1 0 0,0 0-1 0 0,1 0 0 0 0,4-11 14 0 0,-1-15-498 0 0,-2-44-633 0 0,-2 24 578 0 0,10-66 1 0 0,-8 99 530 0 0,1-1-1 0 0,0 1 0 0 0,1 0 1 0 0,1 0-1 0 0,0 0 0 0 0,0 1 1 0 0,1 0-1 0 0,1 0 0 0 0,11-16 1 0 0,-15 25 36 0 0,0-1 1 0 0,0 1-1 0 0,1-1 1 0 0,-1 1-1 0 0,1 0 1 0 0,0 0 0 0 0,0 1-1 0 0,0-1 1 0 0,0 1-1 0 0,1 0 1 0 0,8-4 0 0 0,-12 6-14 0 0,1 0 1 0 0,0-1 0 0 0,-1 1 0 0 0,1 0 0 0 0,-1 0-1 0 0,1 0 1 0 0,0 0 0 0 0,-1 0 0 0 0,1 0-1 0 0,0 0 1 0 0,-1 0 0 0 0,1 1 0 0 0,-1-1 0 0 0,1 1-1 0 0,-1-1 1 0 0,1 1 0 0 0,-1 0 0 0 0,1-1-1 0 0,-1 1 1 0 0,1 0 0 0 0,-1 0 0 0 0,0 0 0 0 0,1 0-1 0 0,-1 0 1 0 0,0 1 0 0 0,0-1 0 0 0,0 0-1 0 0,0 0 1 0 0,0 1 0 0 0,0-1 0 0 0,0 0 0 0 0,-1 1-1 0 0,1-1 1 0 0,0 1 0 0 0,-1 0 0 0 0,1-1-1 0 0,0 3 1 0 0,0 3 2 0 0,0 0 0 0 0,0 1-1 0 0,0-1 1 0 0,-1 0 0 0 0,0 0 0 0 0,0 0-1 0 0,-1 1 1 0 0,0-1 0 0 0,0 0-1 0 0,-1 0 1 0 0,0 0 0 0 0,0 0 0 0 0,0-1-1 0 0,-1 1 1 0 0,0-1 0 0 0,-6 10-1 0 0,-7 9-3 0 0,0 0-1 0 0,-31 34 0 0 0,44-55-15 0 0,1-2 5 0 0,1-1 0 0 0,-1 1-1 0 0,1-1 1 0 0,0 1 0 0 0,0 0-1 0 0,0-1 1 0 0,0 1 0 0 0,0 0-1 0 0,0 0 1 0 0,0 0 0 0 0,0 3-1 0 0,1-5 2 0 0,0 1 0 0 0,1 0 0 0 0,-1-1 0 0 0,1 1 0 0 0,-1 0 0 0 0,1-1 0 0 0,-1 1 0 0 0,1-1 0 0 0,0 1 0 0 0,-1-1 0 0 0,1 1 0 0 0,0-1 0 0 0,-1 1 0 0 0,1-1 0 0 0,0 0 0 0 0,0 1 0 0 0,-1-1 0 0 0,1 0 0 0 0,0 0 0 0 0,0 0 0 0 0,-1 1-1 0 0,1-1 1 0 0,0 0 0 0 0,0 0 0 0 0,0 0 0 0 0,-1 0 0 0 0,1 0 0 0 0,0-1 0 0 0,1 1 0 0 0,60 2 2790 0 0,-17-2-3272 0 0,-27 1-1628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6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5671 0 0,'1'-1'67'0'0,"0"1"-1"0"0,0 0 0 0 0,0 0 0 0 0,0-1 0 0 0,0 1 0 0 0,0 0 0 0 0,0 0 1 0 0,0 0-1 0 0,0 0 0 0 0,0 0 0 0 0,0 0 0 0 0,0 1 0 0 0,0-1 0 0 0,-1 0 1 0 0,1 0-1 0 0,0 1 0 0 0,0-1 0 0 0,0 0 0 0 0,0 1 0 0 0,0-1 0 0 0,-1 1 1 0 0,1-1-1 0 0,0 1 0 0 0,0 0 0 0 0,-1-1 0 0 0,1 1 0 0 0,0 0 0 0 0,-1-1 1 0 0,1 1-1 0 0,-1 0 0 0 0,1 0 0 0 0,-1-1 0 0 0,1 1 0 0 0,-1 0 0 0 0,1 1 1 0 0,15 38 2047 0 0,-13-33-2235 0 0,11 45 704 0 0,-2 1 0 0 0,-2 0-1 0 0,5 83 1 0 0,-8-64-489 0 0,36 587-20 0 0,-5-44 412 0 0,65 45 1598 0 0,40 279-1236 0 0,-126-438-491 0 0,-3-55 1498 0 0,-11-403-1414 0 0,2 1 0 0 0,14 49 0 0 0,-14-72-316 0 0,1-1-1 0 0,2 0 1 0 0,0-1-1 0 0,0 0 1 0 0,2 0-1 0 0,19 27 1 0 0,-20-36-80 0 0,-3-10-264 0 0,1-21-546 0 0,-5 12 540 0 0,3-13-1120 0 0,0-7-381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7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5 8895 0 0,'-11'-2'381'0'0,"8"2"-308"0"0,0-1 1 0 0,-1 1-1 0 0,1-1 1 0 0,0 1-1 0 0,0 0 1 0 0,-1 0-1 0 0,-4 1 0 0 0,7-1 79 0 0,0 0 0 0 0,0 1-1 0 0,-1-1 1 0 0,1 0-1 0 0,0 1 1 0 0,0-1 0 0 0,0 1-1 0 0,0-1 1 0 0,0 1 0 0 0,0 0-1 0 0,1-1 1 0 0,-1 1 0 0 0,0 0-1 0 0,0-1 1 0 0,-1 3-1 0 0,2-3-118 0 0,0 1 0 0 0,0-1 0 0 0,0 0-1 0 0,0 1 1 0 0,0-1 0 0 0,1 0-1 0 0,-1 1 1 0 0,0-1 0 0 0,0 0 0 0 0,0 1-1 0 0,1-1 1 0 0,-1 0 0 0 0,0 1-1 0 0,0-1 1 0 0,0 0 0 0 0,1 0-1 0 0,-1 1 1 0 0,0-1 0 0 0,1 0 0 0 0,-1 0-1 0 0,0 1 1 0 0,1-1 0 0 0,-1 0-1 0 0,0 0 1 0 0,1 0 0 0 0,-1 0 0 0 0,0 0-1 0 0,1 0 1 0 0,0 1 0 0 0,39 8 372 0 0,-36-8-298 0 0,261 49 666 0 0,264 32-679 0 0,17-72 1622 0 0,-265-14 1595 0 0,375 1-5178 0 0,-386-1 2000 0 0,60 0-161 0 0,-1 22 702 0 0,-307-14-2043 0 0,0 0 1 0 0,27 9-1 0 0,-25-6-219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8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9215 0 0,'1'-7'405'0'0,"1"-4"155"0"0,1 11 144 0 0,2 9 665 0 0,24 64-401 0 0,-2 2 1 0 0,-4 1-1 0 0,-3 1 1 0 0,-3 1 0 0 0,10 125-1 0 0,-11 404-411 0 0,-17-519-211 0 0,-6 398 351 0 0,-1 100 46 0 0,22-3-23 0 0,19-302 0 0 0,22-4-48 0 0,-39-198-560 0 0,-5-33-59 0 0,37 124-594 0 0,-45-161 269 0 0,1 1-156 0 0,16 32-654 0 0,-15-32-286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8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0 517 11743 0 0,'2'-3'188'0'0,"-1"-1"0"0"0,1 1 0 0 0,0 0 0 0 0,0 0-1 0 0,0 0 1 0 0,1 1 0 0 0,-1-1 0 0 0,1 0 0 0 0,-1 1-1 0 0,1 0 1 0 0,0 0 0 0 0,0 0 0 0 0,0 0 0 0 0,0 0-1 0 0,0 0 1 0 0,7-2 0 0 0,-5 2 131 0 0,5-4 3 0 0,2 0-89 0 0,-1 1 0 0 0,1 0 0 0 0,18-4 0 0 0,-12 3-178 0 0,0-1 33 0 0,0 1 1 0 0,21-3 0 0 0,30-8 99 0 0,-32 10 17 0 0,38-7 3 0 0,-33 7 3 0 0,48-9 10 0 0,-41 8 3 0 0,169-34 215 0 0,628-117 458 0 0,-459 106-821 0 0,-286 43-17 0 0,53 0 6 0 0,31 4-4 0 0,-87 5-4 0 0,28-2-47 0 0,-5 1 1 0 0,-73 1 32 0 0,70-2-33 0 0,-3-3-24 0 0,-72 2-222 0 0,37-7-699 0 0,-41 3-302 0 0,52-15-61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19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 3223 0 0,'-9'7'288'0'0,"3"-1"-288"0"0,2 0 0 0 0,1-2 0 0 0,1-1 320 0 0,1-1 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0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4 4607 0 0,'0'0'65'0'0,"0"-1"-1"0"0,0 1 1 0 0,-1-2 708 0 0,1 2-709 0 0,0 0 1 0 0,-1 0-1 0 0,1 0 1 0 0,0 0-1 0 0,0 0 1 0 0,0 0-1 0 0,0 0 1 0 0,-1 0-1 0 0,1 0 0 0 0,0 0 1 0 0,0 0-1 0 0,0 0 1 0 0,-1 0-1 0 0,1 0 1 0 0,0 0-1 0 0,0 0 1 0 0,0 0-1 0 0,-1 0 0 0 0,1 0 1 0 0,0 0-1 0 0,0 0 1 0 0,0 0-1 0 0,0 0 1 0 0,-1 0-1 0 0,-3 8 3123 0 0,-2 15-128 0 0,6-22-3191 0 0,-7 68 1441 0 0,3 0 0 0 0,8 108-1 0 0,-1-83-839 0 0,-2-63-330 0 0,8 189 280 0 0,-4-168-410 0 0,2 0 0 0 0,16 59 0 0 0,-16-89-159 0 0,14 36 0 0 0,-18-51-93 0 0,0 0-1 0 0,1-1 1 0 0,-1 1 0 0 0,2-1-1 0 0,-1 0 1 0 0,1 0 0 0 0,0 0 0 0 0,0-1-1 0 0,6 6 1 0 0,2-3-680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0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79 123 8751 0 0,'-22'-13'705'0'0,"-12"-11"-310"0"0,14 7 4693 0 0,20 17-5063 0 0,0 0 0 0 0,-1-1 0 0 0,1 1-1 0 0,0 0 1 0 0,0-1 0 0 0,-1 1 0 0 0,1 0 0 0 0,0-1-1 0 0,0 1 1 0 0,0 0 0 0 0,0-1 0 0 0,0 1 0 0 0,0-1-1 0 0,0 1 1 0 0,-1 0 0 0 0,1-1 0 0 0,0 1 0 0 0,0-1-1 0 0,0 1 1 0 0,1 0 0 0 0,-1-1 0 0 0,0 1 0 0 0,0-1-1 0 0,0 1 1 0 0,0 0 0 0 0,0-1 0 0 0,0 1 0 0 0,1 0-1 0 0,-1-1 1 0 0,0 1 0 0 0,0 0 0 0 0,0-1-1 0 0,1 1 1 0 0,-1 0 0 0 0,0-1 0 0 0,0 1 0 0 0,1 0-1 0 0,-1 0 1 0 0,0-1 0 0 0,1 1 0 0 0,-1 0 0 0 0,0 0-1 0 0,1-1 1 0 0,-1 1 0 0 0,1 0 0 0 0,-1 0 0 0 0,0 0-1 0 0,1 0 1 0 0,-1 0 0 0 0,1 0 0 0 0,-1 0 0 0 0,0 0-1 0 0,1 0 1 0 0,0 0 0 0 0,25-6 243 0 0,32 2-126 0 0,62 4 0 0 0,35-3 34 0 0,17-13-178 0 0,130-7 15 0 0,-280 22-7 0 0,0 1-1 0 0,0 1 1 0 0,0 1 0 0 0,0 1 0 0 0,23 6 0 0 0,-37-7-5 0 0,0 1 0 0 0,0-1 0 0 0,-1 1 0 0 0,1 1 0 0 0,-1 0 0 0 0,0 0 0 0 0,0 0 0 0 0,0 1 0 0 0,-1 0 1 0 0,1 0-1 0 0,-1 1 0 0 0,0-1 0 0 0,-1 1 0 0 0,1 1 0 0 0,-1-1 0 0 0,7 14 0 0 0,-2 0 77 0 0,-1 0 0 0 0,-2 1 0 0 0,0 0 0 0 0,-1 1 0 0 0,-1-1 0 0 0,4 44 0 0 0,-4 138 776 0 0,-6-132-695 0 0,-21 501 1336 0 0,11-510-1360 0 0,10-57-124 0 0,0 0-1 0 0,-1 1 1 0 0,1-1 0 0 0,-1-1-1 0 0,-1 1 1 0 0,1 0 0 0 0,-1 0 0 0 0,1-1-1 0 0,-6 7 1 0 0,5-9-16 0 0,0 0 0 0 0,0 0 0 0 0,1 0 1 0 0,-1-1-1 0 0,0 1 0 0 0,0-1 0 0 0,0 0 0 0 0,-1 0 0 0 0,1 0 0 0 0,0 0 0 0 0,-7 0 0 0 0,-41 2-94 0 0,34-2 73 0 0,-688 86 1386 0 0,621-71-785 0 0,-41 6 269 0 0,160-22-3453 0 0,-4-3 1223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2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61 5527 0 0,'-4'-13'460'0'0,"-7"-17"-461"0"0,2 12 4142 0 0,9 19-4017 0 0,-1-1-1 0 0,1 1 0 0 0,-1-1 1 0 0,1 0-1 0 0,-1 1 0 0 0,1 0 1 0 0,-1-1-1 0 0,1 1 0 0 0,0-1 1 0 0,-1 1-1 0 0,1-1 0 0 0,0 1 1 0 0,-1 0-1 0 0,1-1 1 0 0,0 1-1 0 0,0 0 0 0 0,-1-1 1 0 0,1 1-1 0 0,0 0 0 0 0,0-1 1 0 0,0 1-1 0 0,0 0 0 0 0,0 0 1 0 0,0 0-1 0 0,-4 27 297 0 0,-33 462 5094 0 0,35-385-5257 0 0,5-1 0 0 0,28 177 1 0 0,-25-244-543 0 0,2 0 0 0 0,1 0 0 0 0,2-1 0 0 0,30 67 1 0 0,-31-90-1056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2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17 170 10135 0 0,'-1'-1'219'0'0,"0"1"0"0"0,0-1-1 0 0,0 0 1 0 0,0 0 0 0 0,-1 0-1 0 0,2 0 1 0 0,-1 0 0 0 0,0 0-1 0 0,0 0 1 0 0,0 0-1 0 0,0-1 1 0 0,1 1 0 0 0,-1 0-1 0 0,0 0 1 0 0,1-1 0 0 0,-1 1-1 0 0,1 0 1 0 0,0-1 0 0 0,-1 1-1 0 0,1-1 1 0 0,0 1 0 0 0,0 0-1 0 0,0-1 1 0 0,0 1 0 0 0,0-1-1 0 0,0 1 1 0 0,0 0-1 0 0,1-1 1 0 0,-1 1 0 0 0,1-2-1 0 0,13-14-242 0 0,-6 11 34 0 0,0 0 1 0 0,0 1 0 0 0,1 0-1 0 0,0 0 1 0 0,0 1 0 0 0,0 0-1 0 0,11-2 1 0 0,70-15-61 0 0,-70 17 20 0 0,239-37-5 0 0,-209 37 106 0 0,0 2 0 0 0,0 2 0 0 0,63 8 0 0 0,-97-5 3 0 0,1-1 0 0 0,-1 2-1 0 0,1 0 1 0 0,-1 2 0 0 0,-1-1-1 0 0,1 2 1 0 0,-1 0 0 0 0,0 1 0 0 0,0 0-1 0 0,-1 1 1 0 0,0 1 0 0 0,-1 0-1 0 0,0 1 1 0 0,-1 0 0 0 0,0 1 0 0 0,-1 1-1 0 0,0-1 1 0 0,-1 2 0 0 0,0 0-1 0 0,-1 0 1 0 0,-1 0 0 0 0,0 1-1 0 0,-1 1 1 0 0,10 31 0 0 0,44 161 1277 0 0,34 220 1 0 0,-90-399-1339 0 0,11 81-16 0 0,-15-96 12 0 0,0 0 1 0 0,-1 0 0 0 0,-1 0-1 0 0,0 0 1 0 0,-5 23 0 0 0,4-31-10 0 0,-1-1 1 0 0,1 1-1 0 0,-1-1 1 0 0,0 1 0 0 0,0-1-1 0 0,0 0 1 0 0,-1 0 0 0 0,0 0-1 0 0,0-1 1 0 0,0 1 0 0 0,0-1-1 0 0,-1 0 1 0 0,0 0 0 0 0,0-1-1 0 0,0 0 1 0 0,0 1 0 0 0,0-1-1 0 0,-1-1 1 0 0,-6 3 0 0 0,-13 4-2 0 0,0 0 1 0 0,-1-2-1 0 0,-27 4 0 0 0,36-8 1 0 0,-494 57 2448 0 0,374-50-1975 0 0,111-8-166 0 0,7-1-189 0 0,-1 0 1 0 0,1 2-1 0 0,0 0 0 0 0,-22 7 0 0 0,41-10-135 0 0,0 0 1 0 0,0 0-1 0 0,0 1 0 0 0,0-1 1 0 0,0 0-1 0 0,0 0 0 0 0,0 0 1 0 0,0 0-1 0 0,0 0 0 0 0,0 0 1 0 0,0 0-1 0 0,0 0 1 0 0,0 0-1 0 0,0 0 0 0 0,1 1 1 0 0,-1-1-1 0 0,0 0 0 0 0,0 0 1 0 0,0 0-1 0 0,0 0 1 0 0,0 0-1 0 0,0 0 0 0 0,0 0 1 0 0,0 0-1 0 0,0 0 0 0 0,0 1 1 0 0,0-1-1 0 0,0 0 1 0 0,0 0-1 0 0,0 0 0 0 0,0 0 1 0 0,-1 0-1 0 0,1 0 0 0 0,0 0 1 0 0,0 0-1 0 0,0 0 1 0 0,0 1-1 0 0,0-1 0 0 0,0 0 1 0 0,0 0-1 0 0,0 0 0 0 0,0 0 1 0 0,0 0-1 0 0,0 0 1 0 0,0 0-1 0 0,0 0 0 0 0,0 0 1 0 0,-1 0-1 0 0,1 0 0 0 0,0 0 1 0 0,0 0-1 0 0,0 0 0 0 0,0 0 1 0 0,0 0-1 0 0,0 0 1 0 0,0 0-1 0 0,0 0 0 0 0,-1 0 1 0 0,1 0-1 0 0,0 0 0 0 0,0 0 1 0 0,0 0-1 0 0,0 0 1 0 0,0 0-1 0 0,0 0 0 0 0,0 0 1 0 0,7 2-2320 0 0,3 0-249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6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26 282 2759 0 0,'-1'0'311'0'0,"0"0"0"0"0,0 0 0 0 0,0 0 0 0 0,-1 0 0 0 0,1-1 0 0 0,0 1 0 0 0,0 0 0 0 0,0-1 0 0 0,0 1 0 0 0,1-1 0 0 0,-1 1 0 0 0,0-1 0 0 0,0 1 0 0 0,0-1 0 0 0,0 1 0 0 0,0-1 0 0 0,1 0 0 0 0,-1 0 0 0 0,0 0 0 0 0,1 1 0 0 0,-1-1 0 0 0,0-1 0 0 0,0 1-166 0 0,1 0 0 0 0,-1 0 1 0 0,1 0-1 0 0,-1 0 0 0 0,1 0 0 0 0,0 0 1 0 0,-1 0-1 0 0,1 0 0 0 0,0 0 0 0 0,0 0 0 0 0,0 0 1 0 0,0 0-1 0 0,0 0 0 0 0,0-1 0 0 0,0 1 1 0 0,0 0-1 0 0,0 0 0 0 0,1 0 0 0 0,-1 0 1 0 0,0 0-1 0 0,1 0 0 0 0,-1 0 0 0 0,0 0 1 0 0,1 0-1 0 0,0 0 0 0 0,-1 0 0 0 0,1 0 1 0 0,-1 1-1 0 0,1-1 0 0 0,0 0 0 0 0,0 0 0 0 0,-1 0 1 0 0,3 0-1 0 0,176-109 820 0 0,-154 93-970 0 0,43-28-34 0 0,-61 41 35 0 0,1 0 0 0 0,0 0 0 0 0,1 1 0 0 0,-1 0 0 0 0,1 0 0 0 0,15-2 0 0 0,11-5 4 0 0,-30 8 0 0 0,0 0 0 0 0,1 1 0 0 0,0 0 0 0 0,-1-1 0 0 0,9 1 0 0 0,-13 1 20 0 0,0 0-1 0 0,1 1 0 0 0,-1-1 1 0 0,0 1-1 0 0,0-1 1 0 0,0 1-1 0 0,0-1 0 0 0,0 1 1 0 0,0 0-1 0 0,0 0 0 0 0,0-1 1 0 0,0 1-1 0 0,0 0 1 0 0,0 0-1 0 0,0 0 0 0 0,-1 0 1 0 0,1 0-1 0 0,1 2 1 0 0,14 25 618 0 0,-7-11-405 0 0,6 9-101 0 0,-13-21-17 0 0,1 0 0 0 0,-1 0-1 0 0,1 0 1 0 0,1-1 0 0 0,5 8-1 0 0,2 1-86 0 0,0 0 0 0 0,-1 1 0 0 0,0 0 0 0 0,-2 1 0 0 0,1 0 0 0 0,-2 0 0 0 0,0 1 0 0 0,9 32 0 0 0,-7-30 9 0 0,-9-18-33 0 0,1 0-1 0 0,-1 1 1 0 0,0-1-1 0 0,1 0 0 0 0,-1 1 1 0 0,0-1-1 0 0,1 0 0 0 0,-1 0 1 0 0,1 1-1 0 0,-1-1 1 0 0,0 0-1 0 0,1 0 0 0 0,-1 0 1 0 0,1 0-1 0 0,-1 0 1 0 0,1 1-1 0 0,-1-1 0 0 0,0 0 1 0 0,1 0-1 0 0,-1 0 0 0 0,1 0 1 0 0,0 0-1 0 0,2-2 16 0 0,-1 1 0 0 0,0 0-1 0 0,1-1 1 0 0,-1 1 0 0 0,0-1 0 0 0,0 1-1 0 0,0-1 1 0 0,0 0 0 0 0,3-3 0 0 0,-4 3-12 0 0,9-6 20 0 0,0-1 1 0 0,19-10-1 0 0,16-14 29 0 0,110-113-272 0 0,-146 137 195 0 0,-1 1 0 0 0,1 0-1 0 0,1 0 1 0 0,-1 0 0 0 0,1 1-1 0 0,1 1 1 0 0,-1 0 0 0 0,22-9-1 0 0,-32 15 49 0 0,1 0 1 0 0,0 0-1 0 0,-1 0 0 0 0,1 0 0 0 0,0 0 0 0 0,0 1 1 0 0,-1-1-1 0 0,1 0 0 0 0,0 0 0 0 0,-1 1 1 0 0,1-1-1 0 0,0 0 0 0 0,-1 1 0 0 0,1-1 0 0 0,-1 1 1 0 0,1-1-1 0 0,0 1 0 0 0,-1-1 0 0 0,1 1 0 0 0,-1-1 1 0 0,1 1-1 0 0,-1-1 0 0 0,0 1 0 0 0,1 0 0 0 0,-1-1 1 0 0,1 2-1 0 0,4 6 158 0 0,-5-8-180 0 0,1 0 0 0 0,-1 0 0 0 0,0 0 0 0 0,0 0 0 0 0,0 0 0 0 0,0 0 0 0 0,0 1 0 0 0,0-1 0 0 0,0 0 0 0 0,0 0 0 0 0,0 0 0 0 0,0 0 0 0 0,0 0 0 0 0,0 0 0 0 0,0 1 0 0 0,0-1 0 0 0,0 0 0 0 0,0 0 0 0 0,0 0 0 0 0,0 0 0 0 0,0 0 0 0 0,0 0 0 0 0,0 1 0 0 0,0-1 0 0 0,0 0 0 0 0,0 0 0 0 0,0 0 0 0 0,0 0 0 0 0,0 0 0 0 0,-1 0 0 0 0,1 0 0 0 0,0 0 0 0 0,0 1 0 0 0,0-1 0 0 0,0 0 0 0 0,0 0 0 0 0,0 0 0 0 0,0 0 0 0 0,0 0 0 0 0,0 0 0 0 0,-1 0 0 0 0,1 0 0 0 0,0 0 0 0 0,0 0 0 0 0,0 0 0 0 0,0 0 0 0 0,0 0 0 0 0,0 0 0 0 0,-1 0 0 0 0,1 0 0 0 0,0 0 1 0 0,0 0-1 0 0,0 0 0 0 0,0 0 0 0 0,0 0 0 0 0,0 0 0 0 0,-1 0 0 0 0,1 0 0 0 0,-1 0 467 0 0,1 0-381 0 0,0-1-16 0 0,0 0 10 0 0,0 0-26 0 0,0-1-38 0 0,0 2 8 0 0,-1-1 1 0 0,0 1-1 0 0,1-1 1 0 0,-1 1-1 0 0,1-1 1 0 0,-1 0-1 0 0,1 1 1 0 0,-1-1-1 0 0,1 0 1 0 0,-1 0-1 0 0,1 1 1 0 0,0-1 0 0 0,0 0-1 0 0,-1-1 1 0 0,1 1-19 0 0,0 0 1 0 0,0 0-1 0 0,-1 0 1 0 0,1 0-1 0 0,0 0 1 0 0,0 0-1 0 0,-1 0 1 0 0,1 0-1 0 0,-1 0 1 0 0,1 0 0 0 0,-1 0-1 0 0,1 0 1 0 0,-1 0-1 0 0,1 0 1 0 0,-1 1-1 0 0,0-1 1 0 0,1 0-1 0 0,-1 0 1 0 0,-1 0 0 0 0,-1-2-46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27.8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35 124 919 0 0,'-24'4'6279'0'0,"24"-4"-6199"0"0,0 0 1 0 0,-1 0-1 0 0,1 0 0 0 0,0 0 0 0 0,-1 0 0 0 0,1 0 0 0 0,0 0 1 0 0,-1 0-1 0 0,1 0 0 0 0,0 0 0 0 0,-1 0 0 0 0,1 0 1 0 0,0 0-1 0 0,-1 0 0 0 0,1 0 0 0 0,0 0 0 0 0,-1 0 0 0 0,1 0 1 0 0,0-1-1 0 0,-1 1 0 0 0,1 0 0 0 0,0 0 0 0 0,-1 0 1 0 0,1-1-1 0 0,0 1 0 0 0,0 0 0 0 0,-1 0 0 0 0,1-1 0 0 0,0 1 1 0 0,0 0-1 0 0,0-1 0 0 0,0 1 0 0 0,-1 0 0 0 0,1-1 1 0 0,0 1-1 0 0,0 0 0 0 0,0-1 0 0 0,0 1 0 0 0,0 0 0 0 0,0-1 1 0 0,0 1-1 0 0,0 0 0 0 0,0-1 0 0 0,0 1 0 0 0,0 0 1 0 0,0-1-1 0 0,0 1 0 0 0,0 0 0 0 0,0-1 0 0 0,0 1 0 0 0,0 0 1 0 0,0-1-1 0 0,0 1 0 0 0,1 0 0 0 0,-1-1 0 0 0,0 1 1 0 0,0 0-1 0 0,0-1 0 0 0,1 1 0 0 0,-1 0 0 0 0,0 0 0 0 0,0-1 1 0 0,1 1-1 0 0,-1 0 0 0 0,2-2 45 0 0,0 0 0 0 0,-1 0 1 0 0,1 0-1 0 0,0 0 0 0 0,1 1 0 0 0,-1-1 0 0 0,0 1 0 0 0,0-1 1 0 0,1 1-1 0 0,-1 0 0 0 0,1 0 0 0 0,3-2 0 0 0,37-7 30 0 0,-22 6-46 0 0,27-8-99 0 0,0 3 1 0 0,0 1 0 0 0,1 2-1 0 0,0 3 1 0 0,0 2 0 0 0,57 5-1 0 0,-90-3-12 0 0,22 3-2 0 0,-35-4 6 0 0,-1 1 1 0 0,0-1-1 0 0,0 1 0 0 0,0 0 1 0 0,0-1-1 0 0,0 1 0 0 0,0 0 0 0 0,-1 0 1 0 0,1 0-1 0 0,0 0 0 0 0,0 0 0 0 0,-1 1 1 0 0,1-1-1 0 0,1 2 0 0 0,-3-2 53 0 0,1-1 0 0 0,-1 1 0 0 0,0-1 0 0 0,0 1 0 0 0,0 0 0 0 0,0-1 0 0 0,0 1 0 0 0,0-1 0 0 0,0 1 0 0 0,0 0 0 0 0,0-1 0 0 0,0 1-1 0 0,-1-1 1 0 0,1 1 0 0 0,0 0 0 0 0,0-1 0 0 0,0 1 0 0 0,-1-1 0 0 0,1 1 0 0 0,0-1 0 0 0,-1 1 0 0 0,1-1 0 0 0,0 1 0 0 0,-1-1 0 0 0,1 1 0 0 0,-1-1 0 0 0,1 0-1 0 0,-1 1 1 0 0,0 0 0 0 0,-5 8 1601 0 0,7-9-1642 0 0,-1 1 1 0 0,0-1 0 0 0,0 1-1 0 0,1-1 1 0 0,-1 0 0 0 0,1 1-1 0 0,-1-1 1 0 0,0 0 0 0 0,1 1-1 0 0,-1-1 1 0 0,1 0 0 0 0,-1 0 0 0 0,1 1-1 0 0,-1-1 1 0 0,0 0 0 0 0,1 0-1 0 0,-1 0 1 0 0,1 0 0 0 0,-1 0-1 0 0,1 1 1 0 0,-1-1 0 0 0,1 0-1 0 0,-1 0 1 0 0,1 0 0 0 0,0 0 0 0 0,0-1-1 0 0,8 2-3 0 0,1-1-1 0 0,-1-1 1 0 0,1 0 0 0 0,-1 0-1 0 0,1-1 1 0 0,12-3 0 0 0,56-23-98 0 0,-46 16 54 0 0,-8 3 15 0 0,1 0 1 0 0,0 2-1 0 0,0 1 0 0 0,0 1 1 0 0,1 1-1 0 0,0 2 1 0 0,-1 0-1 0 0,1 2 0 0 0,38 4 1 0 0,-16 4-1618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0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1046 88 1839 0 0,'-15'-15'8170'0'0,"13"11"-7427"0"0,-8-8 535 0 0,5 8-1027 0 0,0 0 1 0 0,0 1-1 0 0,0 0 0 0 0,-1 0 1 0 0,1 0-1 0 0,-1 1 0 0 0,0-1 0 0 0,0 1 1 0 0,0 1-1 0 0,0-1 0 0 0,0 1 1 0 0,0 0-1 0 0,-9 0 0 0 0,-8 1-205 0 0,-1 1-1 0 0,-29 5 1 0 0,-6 0 39 0 0,24-3 188 0 0,0 1 0 0 0,1 1 0 0 0,-1 2 0 0 0,-33 12 0 0 0,33-9 42 0 0,1 1 0 0 0,0 2 0 0 0,1 1 0 0 0,1 2 0 0 0,0 1 0 0 0,1 1 0 0 0,-29 23 0 0 0,26-14-72 0 0,1 2 0 0 0,2 1 0 0 0,1 2 0 0 0,-39 51 0 0 0,60-70-148 0 0,0 1 1 0 0,0 1-1 0 0,1-1 1 0 0,1 1 0 0 0,0 1-1 0 0,2-1 1 0 0,-1 1-1 0 0,2 0 1 0 0,0 0-1 0 0,1 0 1 0 0,0 1-1 0 0,2-1 1 0 0,0 1 0 0 0,2 31-1 0 0,10 31 67 0 0,24 93 0 0 0,-24-132-72 0 0,1-1 1 0 0,3 0 0 0 0,1-2 0 0 0,25 45-1 0 0,-30-61-48 0 0,1-2 0 0 0,1 0 0 0 0,1 0-1 0 0,0-1 1 0 0,1-1 0 0 0,1-1-1 0 0,1 0 1 0 0,0-1 0 0 0,1 0-1 0 0,23 13 1 0 0,-22-18-30 0 0,0-1-1 0 0,1 0 0 0 0,0-1 1 0 0,0-2-1 0 0,35 8 1 0 0,110 9-48 0 0,-108-17-1 0 0,-4 1 37 0 0,8 1 0 0 0,0-2 0 0 0,116-4 0 0 0,-147-6-15 0 0,-1-1-1 0 0,0-1 1 0 0,0-2-1 0 0,38-16 0 0 0,-26 7-18 0 0,-1-2-1 0 0,48-31 1 0 0,-65 34-32 0 0,-1-1 1 0 0,-1-1-1 0 0,-1-2 1 0 0,0 0-1 0 0,-1 0 1 0 0,-1-2-1 0 0,-1 0 1 0 0,26-47-1 0 0,-15 17-177 0 0,-3-1 0 0 0,-1-2 0 0 0,18-66 0 0 0,-33 92 199 0 0,-1-1-1 0 0,-2 0 0 0 0,0 0 1 0 0,2-61-1 0 0,-8 80 87 0 0,-1 0-1 0 0,1 0 1 0 0,-2 0 0 0 0,1 1-1 0 0,-1-1 1 0 0,-1 1 0 0 0,0-1-1 0 0,-1 1 1 0 0,0 0 0 0 0,0 0-1 0 0,-1 0 1 0 0,0 1 0 0 0,-1 0-1 0 0,0 0 1 0 0,0 0 0 0 0,-1 1-1 0 0,-13-13 1 0 0,-278-218 1536 0 0,223 182-1237 0 0,32 22-231 0 0,20 15-29 0 0,-1 2 0 0 0,-38-22 1 0 0,53 35-147 0 0,-1 0 0 0 0,0 1 0 0 0,0 0 0 0 0,0 1 1 0 0,0 0-1 0 0,-1 1 0 0 0,1 0 0 0 0,-1 0 1 0 0,1 1-1 0 0,-20 1 0 0 0,17 1-334 0 0,1 0 0 0 0,-1 1 0 0 0,0 0 0 0 0,1 1 1 0 0,0 1-1 0 0,0 0 0 0 0,0 0 0 0 0,0 1 0 0 0,0 1 0 0 0,1 0 0 0 0,0 1 0 0 0,1 0 0 0 0,-1 0 0 0 0,-17 17 0 0 0,8-1-1433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1.5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707 5 11543 0 0,'-2'-1'343'0'0,"0"1"0"0"0,0-1 0 0 0,0 0 0 0 0,0 1 0 0 0,0-1 0 0 0,0 1 0 0 0,0 0 0 0 0,0 0-1 0 0,0 0 1 0 0,0 0 0 0 0,0 0 0 0 0,0 0 0 0 0,0 0 0 0 0,1 0 0 0 0,-5 2 0 0 0,2-1-51 0 0,0 1 1 0 0,0 0-1 0 0,0 0 1 0 0,0 0-1 0 0,1 0 1 0 0,-7 6 0 0 0,-3 3-94 0 0,2 1 0 0 0,-20 24 0 0 0,27-31 13 0 0,-73 94 362 0 0,26-31-272 0 0,-3-2 0 0 0,-79 74 0 0 0,-92 59 802 0 0,211-188-994 0 0,10-9-86 0 0,1 1 0 0 0,-1 0 0 0 0,0 0 1 0 0,1 0-1 0 0,-4 5 0 0 0,7-8-124 0 0,1 0-1 0 0,-1 1 1 0 0,1-1 0 0 0,0 0 0 0 0,-1 1-1 0 0,1-1 1 0 0,-1 0 0 0 0,1 0 0 0 0,-1 0-1 0 0,1 0 1 0 0,0 0 0 0 0,-1 0 0 0 0,1 0-1 0 0,-1 0 1 0 0,1 0 0 0 0,0 0 0 0 0,-1 0-1 0 0,1 0 1 0 0,-1 0 0 0 0,1 0 0 0 0,-1 0-1 0 0,1-1 1 0 0,0 1 0 0 0,0-1 0 0 0,21-4-2875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1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28 1839 0 0,'-26'-28'14102'0'0,"25"29"-13884"0"0,0 0-158 0 0,0 1 1 0 0,0-1 0 0 0,1 0 0 0 0,-1 1-1 0 0,0-1 1 0 0,1 1 0 0 0,-1-1 0 0 0,1 1 0 0 0,-1-1-1 0 0,0 4 1 0 0,-3 23 787 0 0,1-1 0 0 0,1 1 0 0 0,1 0 0 0 0,4 38 0 0 0,2-22-283 0 0,2 0 1 0 0,12 43-1 0 0,-14-67-338 0 0,2 0-1 0 0,0-1 1 0 0,17 34-1 0 0,-20-46-455 0 0,1-1 0 0 0,-1 1 0 0 0,1-1 1 0 0,0 0-1 0 0,10 9 0 0 0,-12-12-458 0 0,1-1 0 0 0,-1 1 0 0 0,1-1 0 0 0,-1 0 0 0 0,1 0 0 0 0,0 0-1 0 0,0 0 1 0 0,0-1 0 0 0,0 0 0 0 0,0 1 0 0 0,6 0 0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3.6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41 445 1839 0 0,'-12'-5'7589'0'0,"-12"-6"-3794"0"0,23 11-3695 0 0,1-1-1 0 0,0 1 0 0 0,-1 0 1 0 0,1-1-1 0 0,0 1 0 0 0,0-1 0 0 0,-1 1 1 0 0,1-1-1 0 0,0 1 0 0 0,0-1 1 0 0,-1 1-1 0 0,1-1 0 0 0,0 1 0 0 0,0-1 1 0 0,0 1-1 0 0,0-1 0 0 0,0 1 1 0 0,0-1-1 0 0,0 1 0 0 0,0-1 1 0 0,0 1-1 0 0,0-1 0 0 0,0 1 0 0 0,0-1 1 0 0,0 1-1 0 0,0-1 0 0 0,1 1 1 0 0,-1-1-1 0 0,0 1 0 0 0,0 0 1 0 0,1-1-1 0 0,-1 1 0 0 0,0-1 0 0 0,0 1 1 0 0,1-1-1 0 0,-1 1 0 0 0,1 0 1 0 0,-1-1-1 0 0,0 1 0 0 0,1 0 1 0 0,-1-1-1 0 0,1 1 0 0 0,-1 0 0 0 0,1-1 1 0 0,26-20 238 0 0,-21 16-53 0 0,189-122 42 0 0,-135 91-507 0 0,98-75 1 0 0,-134 91-21 0 0,-1 0-266 0 0,0 0 0 0 0,43-24 1 0 0,-64 43 201 0 0,0 0 1 0 0,0 0-1 0 0,0 1 1 0 0,0 0-1 0 0,0-1 1 0 0,1 1-1 0 0,-1 0 0 0 0,4 0 1 0 0,-3 0-724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6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11 161 3679 0 0,'-10'-14'7182'0'0,"11"3"-4077"0"0,0 9-2939 0 0,1 0 0 0 0,0 1-1 0 0,-1-1 1 0 0,1 1 0 0 0,0-1-1 0 0,0 1 1 0 0,0-1 0 0 0,0 1-1 0 0,0 0 1 0 0,3-1 0 0 0,60-35 821 0 0,-42 23-341 0 0,2 0 0 0 0,32-12 0 0 0,-28 17-1456 0 0,41-7 0 0 0,-68 15 861 0 0,3 1-9 0 0,0-1 1 0 0,0 1 0 0 0,0-1 0 0 0,0 2 0 0 0,0-1 0 0 0,0 0 0 0 0,0 1 0 0 0,-1 0 0 0 0,1 0 0 0 0,0 0 0 0 0,0 1 0 0 0,0 0-1 0 0,-1 0 1 0 0,1 0 0 0 0,6 5 0 0 0,-5-5-3 0 0,-1 1-1 0 0,0-1 1 0 0,0 2 0 0 0,0-1-1 0 0,0 0 1 0 0,-1 1 0 0 0,1 0-1 0 0,-1 0 1 0 0,0 0-1 0 0,0 1 1 0 0,0-1 0 0 0,-1 1-1 0 0,0 0 1 0 0,0 0-1 0 0,0 0 1 0 0,0 0 0 0 0,-1 1-1 0 0,0-1 1 0 0,0 1 0 0 0,1 6-1 0 0,1 0 69 0 0,1-1 0 0 0,0 1 0 0 0,0-1 0 0 0,1 0-1 0 0,1 0 1 0 0,0-1 0 0 0,0 0 0 0 0,13 14 0 0 0,-18-23-98 0 0,1 1-1 0 0,-1-1 1 0 0,0 1 0 0 0,1-1 0 0 0,-1 0-1 0 0,1 0 1 0 0,0 0 0 0 0,-1 0-1 0 0,1 0 1 0 0,0-1 0 0 0,-1 1 0 0 0,1-1-1 0 0,0 0 1 0 0,0 0 0 0 0,-1 0 0 0 0,1 0-1 0 0,0 0 1 0 0,0-1 0 0 0,5-1 0 0 0,4 0 49 0 0,0-2 1 0 0,23-9-1 0 0,1-9-59 0 0,-31 18 0 0 0,0 0 0 0 0,1 0 0 0 0,-1 1 0 0 0,1 0 0 0 0,0 0 0 0 0,0 0 0 0 0,7-1 0 0 0,-5 2 51 0 0,1 2 1 0 0,-1-1-1 0 0,0 1 0 0 0,0 0 0 0 0,0 1 0 0 0,0 0 1 0 0,0 0-1 0 0,0 1 0 0 0,12 3 0 0 0,0 2 131 0 0,-1 1-1 0 0,28 16 0 0 0,-37-19-142 0 0,-1 0 0 0 0,1-1 0 0 0,-1 0 0 0 0,1-1 0 0 0,0 0 0 0 0,0-1 0 0 0,1 0-1 0 0,-1 0 1 0 0,0-1 0 0 0,20 0 0 0 0,0 0 600 0 0,-11-1-2133 0 0,-6 0-3657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38.9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10 165 2759 0 0,'-9'-3'8443'0'0,"8"3"-8231"0"0,10-7 3618 0 0,20-7-2798 0 0,-27 13-1014 0 0,131-60 111 0 0,-94 44-129 0 0,-1 1 0 0 0,2 3 0 0 0,52-12 0 0 0,-81 22 87 0 0,0 1 0 0 0,0 1 0 0 0,0 0-1 0 0,1 1 1 0 0,11 0 0 0 0,-20 0-63 0 0,0 1 0 0 0,0-1 0 0 0,0 1 1 0 0,0 0-1 0 0,0 0 0 0 0,-1 0 0 0 0,1 0 0 0 0,0 0 1 0 0,-1 1-1 0 0,1-1 0 0 0,-1 1 0 0 0,0 0 0 0 0,1-1 0 0 0,-1 1 1 0 0,0 0-1 0 0,0 0 0 0 0,0 1 0 0 0,0-1 0 0 0,0 0 0 0 0,-1 1 1 0 0,1-1-1 0 0,-1 1 0 0 0,0-1 0 0 0,1 1 0 0 0,0 2 1 0 0,-1 1 126 0 0,0-1 1 0 0,0 1-1 0 0,0 0 1 0 0,0-1-1 0 0,-1 1 1 0 0,0 7-1 0 0,-1-8-10 0 0,1 0-1 0 0,0 1 0 0 0,1-1 0 0 0,-1 0 1 0 0,1 0-1 0 0,3 10 0 0 0,-3-14-140 0 0,0 0 0 0 0,0 1 0 0 0,0-1 0 0 0,0 0 0 0 0,0 0 0 0 0,0 0 0 0 0,0 0 0 0 0,1 0 0 0 0,-1-1 0 0 0,0 1 0 0 0,0 0 0 0 0,1-1 0 0 0,-1 1 0 0 0,1-1 0 0 0,-1 1 0 0 0,1-1 0 0 0,-1 0 0 0 0,1 1 0 0 0,-1-1 0 0 0,1 0 0 0 0,-1 0 1 0 0,1 0-1 0 0,-1 0 0 0 0,3-1 0 0 0,38-4-26 0 0,-23 0-270 0 0,0-1-1 0 0,24-12 1 0 0,-24 10 222 0 0,-1 1 0 0 0,24-6 0 0 0,-34 12 181 0 0,0 1 0 0 0,0 0 0 0 0,0 0 0 0 0,0 1-1 0 0,0 0 1 0 0,0 0 0 0 0,0 1 0 0 0,-1 0 0 0 0,1 0 0 0 0,10 5-1 0 0,26 6 295 0 0,22-1-220 0 0,97 5-1 0 0,-65-15-6741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46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551 76 4143 0 0,'15'-6'1424'0'0,"0"-1"0"0"0,0 0 0 0 0,0-1 0 0 0,-1 0 0 0 0,25-20 0 0 0,-39 28-1391 0 0,0 0 0 0 0,1 0 0 0 0,-1 0 0 0 0,0 0-1 0 0,0 0 1 0 0,0-1 0 0 0,1 1 0 0 0,-1 0 0 0 0,0 0-1 0 0,0 0 1 0 0,0 0 0 0 0,1 0 0 0 0,-1 0 0 0 0,0-1-1 0 0,0 1 1 0 0,0 0 0 0 0,1 0 0 0 0,-1 0 0 0 0,0-1-1 0 0,0 1 1 0 0,0 0 0 0 0,0 0 0 0 0,0 0 0 0 0,0-1-1 0 0,0 1 1 0 0,1 0 0 0 0,-1 0 0 0 0,0 0 0 0 0,0-1-1 0 0,0 1 1 0 0,0 0 0 0 0,0 0 0 0 0,0-1 0 0 0,0 1-1 0 0,0 0 1 0 0,0 0 0 0 0,0-1 0 0 0,0 1 0 0 0,0 0-1 0 0,0 0 1 0 0,-1-1 0 0 0,1 1 0 0 0,0 0 0 0 0,0 0-1 0 0,0 0 1 0 0,0-1 0 0 0,-14-1 703 0 0,-20 4-183 0 0,-48 8 50 0 0,0-5 0 0 0,-113-5 1 0 0,183-1-534 0 0,-4 1-13 0 0,-16-1 134 0 0,-50 5 1 0 0,72-3-218 0 0,1 1 0 0 0,-1 0 1 0 0,1 0-1 0 0,0 1 0 0 0,0 0 0 0 0,0 0 1 0 0,0 1-1 0 0,0 1 0 0 0,-13 8 1 0 0,9-2-181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0:11:47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3679 0 0,'0'-7'240'0'0,"0"-1"-1"0"0,1 0 0 0 0,-1 0 0 0 0,2 1 1 0 0,-1-1-1 0 0,5-14 0 0 0,-5 20 194 0 0,0 1 1 0 0,0 0-1 0 0,-1-1 0 0 0,1 1 0 0 0,0 0 1 0 0,0-1-1 0 0,1 1 0 0 0,-1 0 1 0 0,0 0-1 0 0,0 0 0 0 0,2-2 0 0 0,-2 3-330 0 0,0 0-1 0 0,0-1 0 0 0,-1 1 0 0 0,1 0 1 0 0,0 0-1 0 0,0-1 0 0 0,-1 1 0 0 0,1 0 1 0 0,0 0-1 0 0,0 0 0 0 0,-1 0 0 0 0,1 0 0 0 0,0 0 1 0 0,0 0-1 0 0,0 0 0 0 0,-1 0 0 0 0,3 1 1 0 0,-2 0-53 0 0,1 0 0 0 0,-1 0 0 0 0,1 0 0 0 0,-1 0 0 0 0,1 0 0 0 0,-1 0 0 0 0,1 1 0 0 0,-1-1-1 0 0,0 0 1 0 0,0 1 0 0 0,0-1 0 0 0,0 1 0 0 0,0 0 0 0 0,0-1 0 0 0,0 1 0 0 0,0 0 0 0 0,-1-1 0 0 0,2 4 0 0 0,1 10 41 0 0,1 0 0 0 0,-2 0 0 0 0,0 0 0 0 0,-1 23-1 0 0,-5 64 356 0 0,1-64-394 0 0,-14 175-1040 0 0,14-173-144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5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1 268 3679 0 0,'6'-16'160'0'0,"0"-2"40"0"0,-1 1-200 0 0,1-2 0 0 0,-1 3 0 0 0,-3 4 0 0 0,0 5 464 0 0,-1 3 48 0 0,1-2 16 0 0,1-3 0 0 0,0-7-456 0 0,2-4-72 0 0,1-3 0 0 0,0-2-80 0 0,0 3-168 0 0,1 2-32 0 0,-1 2-8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6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4052 129 1839 0 0,'27'-19'1296'0'0,"-22"14"-720"0"0,0 1 0 0 0,0 0 0 0 0,1 1 0 0 0,-1-1 0 0 0,1 1 0 0 0,6-2 0 0 0,-13 6-53 0 0,-1 1 0 0 0,1-1 0 0 0,-1 0 0 0 0,0 1 0 0 0,0-1 0 0 0,0 0 0 0 0,1 0 0 0 0,-1 0-1 0 0,0 0 1 0 0,-4 1 0 0 0,-13-1 58 0 0,-1 0-1 0 0,0-1 1 0 0,0-1 0 0 0,-38-6-1 0 0,-78-27-193 0 0,9 2-234 0 0,60 21-179 0 0,0 4 0 0 0,-1 3 0 0 0,0 2 1 0 0,1 4-1 0 0,-75 11 0 0 0,-2 9-367 0 0,-182 54 1 0 0,206-41-82 0 0,1 6 1 0 0,3 5-1 0 0,-178 97 0 0 0,269-129 596 0 0,1 1-1 0 0,0 1 0 0 0,1 1 0 0 0,2 1 1 0 0,-26 26-1 0 0,36-31 70 0 0,0 0 1 0 0,1 0-1 0 0,1 1 1 0 0,0 0-1 0 0,1 1 1 0 0,0 0-1 0 0,1 0 0 0 0,1 1 1 0 0,0 0-1 0 0,-4 19 1 0 0,6-15-105 0 0,1 1 1 0 0,0-1-1 0 0,2 1 1 0 0,0 0-1 0 0,1-1 1 0 0,2 1-1 0 0,0 0 1 0 0,1-1-1 0 0,1 1 1 0 0,7 23-1 0 0,-7-32-87 0 0,1 1 0 0 0,0-2 0 0 0,1 1 0 0 0,0-1 0 0 0,1 1 0 0 0,0-2 0 0 0,1 1 0 0 0,0-1 0 0 0,0 0 0 0 0,1-1 0 0 0,0 0 0 0 0,1 0 0 0 0,0-1 0 0 0,1 0 0 0 0,-1-1 0 0 0,1 0 0 0 0,17 7 0 0 0,-15-9-71 0 0,1 0-1 0 0,0 0 1 0 0,0-1 0 0 0,0-1-1 0 0,0-1 1 0 0,0 0-1 0 0,1 0 1 0 0,24-2 0 0 0,-32 0 0 0 0,0-1 1 0 0,1 0-1 0 0,-1 0 0 0 0,0 0 1 0 0,0-1-1 0 0,0 0 1 0 0,0-1-1 0 0,0 1 1 0 0,0-1-1 0 0,-1-1 1 0 0,1 1-1 0 0,-1-1 1 0 0,0 0-1 0 0,0-1 1 0 0,-1 1-1 0 0,1-1 1 0 0,-1-1-1 0 0,9-9 1 0 0,-13 13 67 0 0,1 0 1 0 0,-1-1-1 0 0,1 1 1 0 0,-1 0 0 0 0,0-1-1 0 0,0 1 1 0 0,0-1-1 0 0,0 0 1 0 0,-1 1-1 0 0,1-1 1 0 0,-1 0 0 0 0,1 1-1 0 0,-1-1 1 0 0,0 0-1 0 0,0 1 1 0 0,0-1 0 0 0,0 0-1 0 0,-1-3 1 0 0,0 2 22 0 0,-1 0 1 0 0,1 1-1 0 0,-1-1 1 0 0,0 0-1 0 0,0 1 1 0 0,0 0-1 0 0,0-1 1 0 0,-1 1-1 0 0,1 0 0 0 0,-1 0 1 0 0,-4-3-1 0 0,-3-2 93 0 0,0 0-1 0 0,-1 0 1 0 0,0 2-1 0 0,-1-1 0 0 0,1 2 1 0 0,-22-9-1 0 0,0 4 248 0 0,-1 2-1 0 0,0 1 1 0 0,0 1 0 0 0,-1 2-1 0 0,1 1 1 0 0,-55 3-1 0 0,-1 7-726 0 0,-117 24 0 0 0,144-17 448 0 0,0 2 1 0 0,-93 39 0 0 0,-113 69-142 0 0,216-96 236 0 0,1 1 0 0 0,1 4 0 0 0,1 1 0 0 0,-87 80 0 0 0,70-49-585 0 0,-86 106-1 0 0,133-144 364 0 0,1 0-1 0 0,2 2 0 0 0,0 0 1 0 0,2 0-1 0 0,1 2 0 0 0,1 0 1 0 0,-13 52-1 0 0,21-62 79 0 0,1 1-1 0 0,1 0 0 0 0,1 0 1 0 0,1 0-1 0 0,1 0 0 0 0,1 0 1 0 0,1 0-1 0 0,1 0 1 0 0,0 0-1 0 0,2-1 0 0 0,1 0 1 0 0,0 0-1 0 0,2 0 0 0 0,0 0 1 0 0,1-1-1 0 0,2-1 0 0 0,0 0 1 0 0,0 0-1 0 0,2-1 1 0 0,15 18-1 0 0,-21-29-23 0 0,0 0 1 0 0,1 0-1 0 0,-1 0 1 0 0,15 8 0 0 0,73 41-13 0 0,-86-51-41 0 0,0 0 0 0 0,0-1 1 0 0,1 0-1 0 0,-1-1 0 0 0,1 0 1 0 0,0-1-1 0 0,0 1 0 0 0,0-2 1 0 0,0 1-1 0 0,0-2 0 0 0,0 1 1 0 0,0-1-1 0 0,14-2 0 0 0,-18 1-31 0 0,1 0 0 0 0,0-1 0 0 0,-1 1 0 0 0,1-1 0 0 0,-1 0 0 0 0,0-1 0 0 0,1 0 0 0 0,-1 0 0 0 0,0 0 0 0 0,-1 0 0 0 0,1-1 0 0 0,-1 0 0 0 0,1-1 0 0 0,-1 1 0 0 0,-1-1 0 0 0,9-9 0 0 0,-12 13 72 0 0,-1 0 0 0 0,1 0 0 0 0,-1 0-1 0 0,1 1 1 0 0,-1-1 0 0 0,1 0 0 0 0,-1 0-1 0 0,0 0 1 0 0,1 0 0 0 0,-1 0 0 0 0,0 0-1 0 0,0 0 1 0 0,0 0 0 0 0,0 1 0 0 0,0-1-1 0 0,0 0 1 0 0,0 0 0 0 0,0 0 0 0 0,0 0-1 0 0,0 0 1 0 0,0 0 0 0 0,-1 0 0 0 0,1 0-1 0 0,-1-1 1 0 0,0 1-6 0 0,0-1 1 0 0,0 1-1 0 0,0 0 0 0 0,0 0 0 0 0,0 0 1 0 0,0 0-1 0 0,-1 0 0 0 0,1 0 0 0 0,0 1 0 0 0,-1-1 1 0 0,1 0-1 0 0,0 1 0 0 0,-3-2 0 0 0,-3 0-18 0 0,1 1 0 0 0,-1 0 0 0 0,1 0 0 0 0,-1 0-1 0 0,-12 0 1 0 0,-12 4 35 0 0,0 2-1 0 0,0 0 0 0 0,1 2 0 0 0,0 2 1 0 0,0 0-1 0 0,-33 17 0 0 0,14-3 9 0 0,2 2 0 0 0,-79 56-1 0 0,100-61 44 0 0,1 1 0 0 0,1 1 0 0 0,1 1 0 0 0,1 1 0 0 0,0 1 0 0 0,2 1 0 0 0,2 0 0 0 0,0 2 0 0 0,2 0 0 0 0,0 1 0 0 0,2 1 0 0 0,2 0 0 0 0,-13 45 0 0 0,15-35 36 0 0,2 0-1 0 0,1 1 1 0 0,2 0-1 0 0,2 0 1 0 0,2 0 0 0 0,1 0-1 0 0,3 0 1 0 0,1 0-1 0 0,2-1 1 0 0,14 52 0 0 0,-9-52 127 0 0,1-1 1 0 0,2-1 0 0 0,2-1-1 0 0,2 0 1 0 0,1-1 0 0 0,40 57 0 0 0,-9-31-17 0 0,-45-56-157 0 0,1 0 1 0 0,0 0-1 0 0,14 9 0 0 0,-11-7-29 0 0,38 30 77 0 0,2-2 1 0 0,83 45-1 0 0,-50-40 4 0 0,-39-22-4 0 0,-43-19-96 0 0,134 49 80 0 0,-97-37-77 0 0,-1-2 0 0 0,1-2-1 0 0,1-1 1 0 0,-1-2 0 0 0,42 0-1 0 0,-39-6-100 0 0,-1-1-1 0 0,0-2 0 0 0,0-2 1 0 0,0-2-1 0 0,-1-1 0 0 0,0-2 1 0 0,-1-1-1 0 0,0-2 0 0 0,-1-2 1 0 0,52-30-1 0 0,-26 8-590 0 0,88-69 1 0 0,-127 87 513 0 0,-1 0 0 0 0,-1-1 1 0 0,-1-1-1 0 0,0-1 0 0 0,-2-1 1 0 0,23-39-1 0 0,-37 64 235 0 0,0 9 52 0 0,6 19 188 0 0,-8-21-189 0 0,8 22 201 0 0,2-1 1 0 0,1 0 0 0 0,25 40-1 0 0,53 63 474 0 0,-68-108-528 0 0,38 36-2 0 0,-56-55-200 0 0,0 0 0 0 0,1 0 0 0 0,11 7 0 0 0,-17-12-56 0 0,94 58 86 0 0,-67-44-78 0 0,1-1 1 0 0,39 13 0 0 0,-44-19 12 0 0,0 0-1 0 0,1-2 1 0 0,-1 0-1 0 0,1-2 1 0 0,0 0 0 0 0,30-2-1 0 0,-23-2-5 0 0,1-2 0 0 0,-1-1 0 0 0,0-2 0 0 0,-1 0-1 0 0,1-3 1 0 0,-1 0 0 0 0,29-14 0 0 0,-21 5-13 0 0,-1-2 0 0 0,-1-1 0 0 0,-1-1-1 0 0,58-50 1 0 0,116-133-6 0 0,-19-18 47 0 0,-171 201-28 0 0,-9 10-18 0 0,2-3 15 0 0,1 0-1 0 0,29-25 0 0 0,-38 36-3 0 0,1 1-1 0 0,-1 0 1 0 0,1 0-1 0 0,0 0 1 0 0,0 1-1 0 0,0-1 1 0 0,1 1-1 0 0,-1 0 1 0 0,0 1-1 0 0,1-1 1 0 0,0 1-1 0 0,-1 0 1 0 0,1 1-1 0 0,10-1 1 0 0,9 4 29 0 0,-20-2 94 0 0,17 9 15 0 0,68 32-2 0 0,-46-17 8 0 0,136 93 225 0 0,-55-37 5 0 0,-87-60-274 0 0,-17-9-91 0 0,177 83 99 0 0,-114-67-63 0 0,-60-21-47 0 0,42 6-1 0 0,-59-12-5 0 0,9 2-7 0 0,1-1-1 0 0,-1 0 1 0 0,1-2 0 0 0,-1 1-1 0 0,1-2 1 0 0,-1-1 0 0 0,0 0-1 0 0,1 0 1 0 0,19-7 0 0 0,-5-3 10 0 0,-2-1 0 0 0,0-1 1 0 0,0-1-1 0 0,45-33 0 0 0,-39 22 36 0 0,-1-2 0 0 0,58-62 0 0 0,-66 59-4 0 0,-2-1 0 0 0,-1-1 1 0 0,-2-1-1 0 0,27-55 0 0 0,50-154 90 0 0,-2 5 298 0 0,-89 223-329 0 0,2 0 0 0 0,-1 0 0 0 0,2 0 0 0 0,0 1 0 0 0,23-24 0 0 0,-24 29-15 0 0,0 1 0 0 0,0 1 0 0 0,1 0-1 0 0,0 0 1 0 0,1 1 0 0 0,-1 0 0 0 0,1 0 0 0 0,0 2-1 0 0,15-6 1 0 0,-7 4 66 0 0,-9 3-37 0 0,0 0 0 0 0,0 0 0 0 0,0 1 0 0 0,17-1 0 0 0,55-6 215 0 0,-9 3-190 0 0,25-5-106 0 0,-64 6-51 0 0,0-1-1 0 0,53-18 1 0 0,-72 19 5 0 0,0-2 0 0 0,0 1 0 0 0,0-2 1 0 0,-1 0-1 0 0,-1-1 0 0 0,1 0 0 0 0,-1-1 1 0 0,-1 0-1 0 0,0-1 0 0 0,12-14 0 0 0,-12 9 2 0 0,0 1-1 0 0,-2-1 0 0 0,0-1 0 0 0,0 0 0 0 0,-2 0 1 0 0,0-1-1 0 0,-1 0 0 0 0,6-25 0 0 0,-1-4 83 0 0,-3-1 0 0 0,-1 0 1 0 0,-3 0-1 0 0,-2-1 0 0 0,-2 0 0 0 0,-8-77 0 0 0,2 86-11 0 0,-2 0 1 0 0,-1 0-1 0 0,-3 1 0 0 0,-1 0 0 0 0,-1 1 0 0 0,-3 1 1 0 0,-1 0-1 0 0,-29-47 0 0 0,42 77-31 0 0,-1 1 0 0 0,0 0 0 0 0,-1 0 0 0 0,-11-10 0 0 0,16 15-29 0 0,0 0 0 0 0,0 0 0 0 0,0 1 0 0 0,0-1 1 0 0,0 0-1 0 0,0 1 0 0 0,0-1 0 0 0,0 1 1 0 0,-1-1-1 0 0,1 1 0 0 0,0 0 0 0 0,0-1 0 0 0,0 1 1 0 0,-1 0-1 0 0,1 0 0 0 0,0 0 0 0 0,-2 0 0 0 0,2 0-16 0 0,0 1-1 0 0,1-1 1 0 0,-1 1-1 0 0,0-1 1 0 0,0 1-1 0 0,0 0 1 0 0,1-1-1 0 0,-1 1 1 0 0,0 0-1 0 0,1 0 0 0 0,-1-1 1 0 0,0 1-1 0 0,1 0 1 0 0,-1 0-1 0 0,1 0 1 0 0,-1 0-1 0 0,1 0 1 0 0,0 0-1 0 0,-1 0 0 0 0,1 0 1 0 0,0 0-1 0 0,0 0 1 0 0,0 0-1 0 0,0 0 1 0 0,0 1-1 0 0,-2 17-869 0 0,1 0-1 0 0,1 0 1 0 0,3 21 0 0 0,-1 31-3700 0 0,-6-32 1897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7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34 11087 0 0,'-2'-12'902'0'0,"8"16"-575"0"0,10 17-265 0 0,-9-8-54 0 0,-1 1 1 0 0,0-1-1 0 0,-1 2 0 0 0,0-1 0 0 0,4 30 1 0 0,4 78-99 0 0,-12-102 78 0 0,4 86-79 0 0,-14 168 0 0 0,-39 105 1881 0 0,38-319-1413 0 0,14-81-703 0 0,-2 0 0 0 0,1-34-1 0 0,-2 7-110 0 0,14-266-570 0 0,4-60 101 0 0,-18 353 854 0 0,12-94 94 0 0,-10 99 127 0 0,1 0 0 0 0,0 0 0 0 0,1 0 0 0 0,13-28 0 0 0,-17 41-126 0 0,1 0 0 0 0,0 0 0 0 0,0 0 0 0 0,0 0 0 0 0,0 1 0 0 0,1-1 1 0 0,-1 1-1 0 0,1-1 0 0 0,0 1 0 0 0,-1 0 0 0 0,1 0 0 0 0,0 0 0 0 0,0 0 1 0 0,0 1-1 0 0,0-1 0 0 0,1 1 0 0 0,-1 0 0 0 0,0 0 0 0 0,1 0 0 0 0,-1 0 1 0 0,0 1-1 0 0,1-1 0 0 0,-1 1 0 0 0,1 0 0 0 0,-1 0 0 0 0,1 0 0 0 0,-1 1 0 0 0,1-1 1 0 0,-1 1-1 0 0,1 0 0 0 0,3 1 0 0 0,1 0 224 0 0,-1 1 0 0 0,1 0 0 0 0,0 0 0 0 0,-1 1 0 0 0,1 0 0 0 0,-1 0 0 0 0,0 1 0 0 0,-1 0 0 0 0,1 0 0 0 0,-1 1 0 0 0,0-1 1 0 0,7 10-1 0 0,12 20-88 0 0,-2 0-1 0 0,-1 2 1 0 0,18 43 0 0 0,42 123 111 0 0,-69-170-247 0 0,41 127 65 0 0,25 59-202 0 0,-71-204-22 0 0,-6-12-85 0 0,0 1 0 0 0,0-1 0 0 0,0 1 0 0 0,-1 0-1 0 0,1 0 1 0 0,-1 0 0 0 0,2 7 0 0 0,-12-15-2024 0 0,3 1 1331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8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1 408 10591 0 0,'0'-1'213'0'0,"0"-1"-1"0"0,0 0 0 0 0,0 1 1 0 0,0-1-1 0 0,0 1 0 0 0,1-1 0 0 0,-1 0 1 0 0,0 1-1 0 0,1-1 0 0 0,-1 1 1 0 0,1-1-1 0 0,0 1 0 0 0,0 0 1 0 0,-1-1-1 0 0,1 1 0 0 0,0 0 1 0 0,2-3-1 0 0,24-26 3446 0 0,-18 20-4000 0 0,22-23 417 0 0,1 1 1 0 0,2 2 0 0 0,60-42 0 0 0,125-61-641 0 0,-203 124 200 0 0,30-11 0 0 0,-41 18 134 0 0,0 0 1 0 0,0 1-1 0 0,0 0 1 0 0,0-1-1 0 0,1 2 1 0 0,-1-1-1 0 0,0 1 0 0 0,1 0 1 0 0,-1 0-1 0 0,8 1 1 0 0,-10 1-48 0 0,0-1 1 0 0,-1 1 0 0 0,1-1-1 0 0,-1 1 1 0 0,1 0 0 0 0,-1 0-1 0 0,0 1 1 0 0,0-1 0 0 0,0 0-1 0 0,0 1 1 0 0,0-1 0 0 0,0 1-1 0 0,-1 0 1 0 0,3 4 0 0 0,5 8-462 0 0,0-4 140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8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1 235 15551 0 0,'0'-1'86'0'0,"0"0"0"0"0,0 0-1 0 0,1 0 1 0 0,-1 0-1 0 0,1 0 1 0 0,-1 0 0 0 0,1 0-1 0 0,-1 0 1 0 0,1 1 0 0 0,-1-1-1 0 0,1 0 1 0 0,0 0 0 0 0,-1 1-1 0 0,1-1 1 0 0,0 0-1 0 0,0 1 1 0 0,0-1 0 0 0,1 0-1 0 0,21-13-29 0 0,-12 8-11 0 0,94-55 441 0 0,20-12-164 0 0,-113 64-315 0 0,1 1-1 0 0,-1 1 0 0 0,2 0 1 0 0,-1 0-1 0 0,1 2 1 0 0,0-1-1 0 0,0 2 0 0 0,0 0 1 0 0,23-3-1 0 0,-36 7-8 0 0,0 0 0 0 0,0-1 1 0 0,0 1-1 0 0,0 0 0 0 0,0 0 0 0 0,1 1 0 0 0,-1-1 0 0 0,0 0 0 0 0,0 0 1 0 0,0 1-1 0 0,0-1 0 0 0,0 0 0 0 0,0 1 0 0 0,0-1 0 0 0,0 1 0 0 0,0-1 0 0 0,0 1 1 0 0,0 0-1 0 0,0-1 0 0 0,0 1 0 0 0,0 0 0 0 0,0 0 0 0 0,-1 0 0 0 0,2 1 1 0 0,-1 0-8 0 0,0 0 0 0 0,-1 0 1 0 0,1 0-1 0 0,0 0 1 0 0,-1 0-1 0 0,0 0 1 0 0,1 0-1 0 0,-1 0 0 0 0,0 0 1 0 0,0 1-1 0 0,0-1 1 0 0,-1 3-1 0 0,-2 8-52 0 0,0 0 0 0 0,-1 0-1 0 0,-8 18 1 0 0,8-23 32 0 0,-39 89-329 0 0,-4-2 0 0 0,-81 123 0 0 0,122-209 414 0 0,-43 74-207 0 0,45-75 307 0 0,0 0 0 0 0,1 1 0 0 0,0-1 0 0 0,0 1 0 0 0,1 0 0 0 0,0 0 0 0 0,1 0 0 0 0,-1 10 0 0 0,2-18-90 0 0,0 1 0 0 0,0-1 1 0 0,0 0-1 0 0,0 0 0 0 0,1 0 0 0 0,-1 0 1 0 0,0 1-1 0 0,1-1 0 0 0,-1 0 0 0 0,1 0 0 0 0,-1 0 1 0 0,1 0-1 0 0,0 0 0 0 0,-1 0 0 0 0,1 0 1 0 0,0 0-1 0 0,0 0 0 0 0,0 0 0 0 0,0-1 1 0 0,1 2-1 0 0,1 0-39 0 0,0 0 1 0 0,0-1 0 0 0,0 0-1 0 0,0 1 1 0 0,0-1-1 0 0,0 0 1 0 0,5 1 0 0 0,2-1-259 0 0,1 1 0 0 0,0-2 0 0 0,17 0 0 0 0,9-3 30 0 0,-1-2 0 0 0,-1-2 0 0 0,1-1 1 0 0,41-15-1 0 0,133-63 673 0 0,-205 84-862 0 0,-2 1 113 0 0,0 0-1 0 0,1-1 0 0 0,-1 1 1 0 0,0-1-1 0 0,0 0 1 0 0,0 0-1 0 0,0 0 1 0 0,0 0-1 0 0,5-5 1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8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11975 0 0,'-1'1'100'0'0,"0"0"-1"0"0,1 0 1 0 0,-1 0-1 0 0,1-1 1 0 0,-1 1-1 0 0,1 0 0 0 0,-1 0 1 0 0,1 0-1 0 0,-1 0 1 0 0,1 0-1 0 0,0 0 1 0 0,0 0-1 0 0,-1 0 0 0 0,1 0 1 0 0,0 0-1 0 0,0 0 1 0 0,0 0-1 0 0,0 0 1 0 0,0 1-1 0 0,0-1 1 0 0,1 0-1 0 0,-1 1 0 0 0,9 33 1860 0 0,-4-17-1426 0 0,8 45-439 0 0,4 0-1 0 0,2-1 1 0 0,3-1 0 0 0,2-1 0 0 0,40 70 0 0 0,-53-113-69 0 0,0 1 0 0 0,1-1 0 0 0,14 15 1 0 0,-23-28-18 0 0,1 0 1 0 0,0 0 0 0 0,0-1-1 0 0,0 1 1 0 0,0-1 0 0 0,0 0-1 0 0,1 0 1 0 0,0 0 0 0 0,-1-1-1 0 0,1 1 1 0 0,0-1-1 0 0,0-1 1 0 0,0 1 0 0 0,0-1-1 0 0,1 1 1 0 0,8 0 0 0 0,-12-2-6 0 0,0 0 0 0 0,-1-1 1 0 0,1 1-1 0 0,-1 0 1 0 0,1 0-1 0 0,-1-1 1 0 0,1 1-1 0 0,-1-1 1 0 0,1 1-1 0 0,-1-1 0 0 0,1 0 1 0 0,-1 1-1 0 0,1-1 1 0 0,-1 0-1 0 0,0 0 1 0 0,0 0-1 0 0,0 0 0 0 0,1 0 1 0 0,0-2-1 0 0,0 0 30 0 0,0 0 0 0 0,-1 1 0 0 0,1-1 0 0 0,-1 0-1 0 0,0 0 1 0 0,0 0 0 0 0,0 0 0 0 0,0 0 0 0 0,0-4-1 0 0,0-4 185 0 0,0 1 0 0 0,-1-1-1 0 0,0 1 1 0 0,-3-20 0 0 0,-4 2 366 0 0,0 0 0 0 0,-2 1 0 0 0,-1 1 0 0 0,-26-51 0 0 0,-10-22-299 0 0,46 98-455 0 0,-1-1 0 0 0,1 0-1 0 0,-1 1 1 0 0,1-1 0 0 0,0 0-1 0 0,-1 1 1 0 0,1-1 0 0 0,0 0-1 0 0,0 0 1 0 0,0 1 0 0 0,1-1-1 0 0,-1 0 1 0 0,0 1 0 0 0,0-1-1 0 0,1 0 1 0 0,0 1 0 0 0,-1-1-1 0 0,1 1 1 0 0,0-1-1 0 0,-1 1 1 0 0,1-1 0 0 0,0 1-1 0 0,0-1 1 0 0,0 1 0 0 0,0 0-1 0 0,1 0 1 0 0,-1-1 0 0 0,0 1-1 0 0,0 0 1 0 0,1 0 0 0 0,-1 0-1 0 0,3-1 1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2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97 413 14079 0 0,'22'120'2072'0'0,"-11"-68"-1193"0"0,7 94 1 0 0,-18-143-868 0 0,0 1 0 0 0,0-1 0 0 0,0 0 0 0 0,0 0 0 0 0,-1 0 0 0 0,1 1 0 0 0,-1-1 0 0 0,0 0 0 0 0,0 0 0 0 0,0 0 0 0 0,-2 3 0 0 0,3-6-9 0 0,-1 1-1 0 0,1-1 0 0 0,0 1 1 0 0,-1-1-1 0 0,1 1 1 0 0,-1-1-1 0 0,1 1 0 0 0,-1-1 1 0 0,1 0-1 0 0,-1 1 1 0 0,1-1-1 0 0,-1 0 0 0 0,1 1 1 0 0,-1-1-1 0 0,0 0 1 0 0,1 0-1 0 0,-1 0 0 0 0,1 1 1 0 0,-1-1-1 0 0,0 0 1 0 0,1 0-1 0 0,-2 0 0 0 0,1 0-2 0 0,-1-1 0 0 0,1 1-1 0 0,0-1 1 0 0,-1 1 0 0 0,1-1-1 0 0,-1 1 1 0 0,1-1 0 0 0,0 0-1 0 0,0 1 1 0 0,-1-1 0 0 0,1 0-1 0 0,0 0 1 0 0,-2-2 0 0 0,-3-4 23 0 0,0 0 0 0 0,0 0 0 0 0,1-1 1 0 0,-1 0-1 0 0,2 0 0 0 0,-1 0 0 0 0,-5-15 1 0 0,-19-65 268 0 0,28 85-284 0 0,-7-29 61 0 0,1-1-1 0 0,2 0 1 0 0,1 0-1 0 0,1 0 1 0 0,2 0-1 0 0,1 0 1 0 0,2-1-1 0 0,1 1 1 0 0,2 0-1 0 0,1 1 1 0 0,1-1-1 0 0,16-39 1 0 0,-18 59-70 0 0,0 1 1 0 0,1 1 0 0 0,1-1-1 0 0,0 1 1 0 0,15-19-1 0 0,-19 26-3 0 0,0 0 0 0 0,1 1 0 0 0,-1-1 0 0 0,1 1 0 0 0,0 0 0 0 0,-1 0 0 0 0,1 1 0 0 0,1-1 0 0 0,-1 1 0 0 0,0-1 0 0 0,1 2 0 0 0,-1-1 0 0 0,1 0 0 0 0,-1 1 0 0 0,1 0 0 0 0,0 0 0 0 0,0 0 0 0 0,8 0 0 0 0,-11 1-13 0 0,1 1 0 0 0,0 0-1 0 0,0-1 1 0 0,-1 1 0 0 0,1 0 0 0 0,0 1-1 0 0,-1-1 1 0 0,1 0 0 0 0,-1 1 0 0 0,1-1-1 0 0,-1 1 1 0 0,0 0 0 0 0,0 0 0 0 0,1 0-1 0 0,-2 0 1 0 0,1 0 0 0 0,0 0 0 0 0,0 1-1 0 0,-1-1 1 0 0,1 1 0 0 0,-1-1-1 0 0,1 1 1 0 0,-1-1 0 0 0,1 4 0 0 0,1 3-53 0 0,1 1 0 0 0,-2 0-1 0 0,1 0 1 0 0,-1-1 0 0 0,1 18 0 0 0,-2 0 7 0 0,-2 0-1 0 0,-1 0 0 0 0,0 0 0 0 0,-2-1 1 0 0,-11 38-1 0 0,-2-6 467 0 0,-34 73 0 0 0,49-127-436 0 0,-6 21 1202 0 0,9-24-1139 0 0,-1-1-1 0 0,0 1 1 0 0,0-1 0 0 0,0 1 0 0 0,0 0 0 0 0,0-1-1 0 0,1 1 1 0 0,-1-1 0 0 0,0 1 0 0 0,0-1 0 0 0,1 0-1 0 0,-1 1 1 0 0,0-1 0 0 0,1 1 0 0 0,-1-1 0 0 0,0 1-1 0 0,1-1 1 0 0,-1 0 0 0 0,1 1 0 0 0,-1-1 0 0 0,1 0-1 0 0,-1 1 1 0 0,1-1 0 0 0,-1 0 0 0 0,1 0 0 0 0,-1 0-1 0 0,1 1 1 0 0,-1-1 0 0 0,1 0 0 0 0,-1 0-1 0 0,1 0 1 0 0,-1 0 0 0 0,1 0 0 0 0,0 0 0 0 0,-1 0-1 0 0,1 0 1 0 0,-1 0 0 0 0,1 0 0 0 0,-1 0 0 0 0,1-1-1 0 0,-1 1 1 0 0,1 0 0 0 0,0-1 0 0 0,12 0 136 0 0,24-5-51 0 0,0 2 0 0 0,1 1-1 0 0,62 5 1 0 0,-56 4-115 0 0,69 12-82 0 0,-108-18-13 0 0,11 5-112 0 0,112 30-633 0 0,-99-33-146 0 0,-28-3 827 0 0,1 1 0 0 0,-1 0 0 0 0,0 0 0 0 0,1-1 0 0 0,-1 1 0 0 0,0 0 1 0 0,0-1-1 0 0,0 0 0 0 0,0 1 0 0 0,1-1 0 0 0,-1 0 0 0 0,0 1 0 0 0,0-1 0 0 0,0 0 0 0 0,0 0 0 0 0,0 0 0 0 0,-1 0 0 0 0,1 0 0 0 0,0 0 0 0 0,1-2 0 0 0,0-5-1925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1 137 9215 0 0,'8'-18'9551'0'0,"-7"18"-9279"0"0,24-12 800 0 0,0 2 1 0 0,50-15 0 0 0,-42 15-1327 0 0,37-16 1 0 0,-60 21 3 0 0,0 1 1 0 0,0 0 0 0 0,1 1 0 0 0,12-3 0 0 0,-14 3-153 0 0,-11-1-776 0 0,-15-2-2191 0 0,5 5 1614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0 3679 0 0,'-10'15'458'0'0,"-16"27"0"0"0,22-33 584 0 0,1 0 1 0 0,-1-1 0 0 0,1 1 0 0 0,1 0 0 0 0,-2 14-1 0 0,1 5-344 0 0,1 0 0 0 0,1 0 0 0 0,2 0-1 0 0,1 0 1 0 0,1 0 0 0 0,12 48 0 0 0,-9-52-448 0 0,2-1 1 0 0,0-1 0 0 0,1 1 0 0 0,1-1 0 0 0,1-1 0 0 0,2 0 0 0 0,27 36 0 0 0,-36-51 181 0 0,13 6-4 0 0,51 39-17 0 0,-51-39-10 0 0,1-4-1 0 0,53 20-29 0 0,-54-21-124 0 0,1-4-58 0 0,50 8-12 0 0,-50-8-18 0 0,-4-4-82 0 0,-8 0-77 0 0,8 1 18 0 0,1-2 0 0 0,-1 0 0 0 0,0-1 0 0 0,0 0 0 0 0,24-10 0 0 0,-24 7-56 0 0,45-24 91 0 0,-54 27-171 0 0,0 0-1 0 0,1 0 1 0 0,-1-1 0 0 0,-1 0-1 0 0,1 0 1 0 0,-1 0 0 0 0,8-10-1 0 0,-10 6-1355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29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1 187 17479 0 0,'39'-20'2091'0'0,"26"-7"-1793"0"0,213-98-2465 0 0,-253 111-4255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0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12959 0 0,'-1'31'288'0'0,"-1"-8"56"0"0,2 2 8 0 0,2-5 8 0 0,-1-5-288 0 0,2-3-72 0 0,2 4 0 0 0,-1 10 0 0 0,5 14 376 0 0,4 14 56 0 0,1 9 16 0 0,5 1 0 0 0,0-6-1064 0 0,-1-8-216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5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22 1375 0 0,'-4'-21'8991'0'0,"4"35"-6684"0"0,0 27-2155 0 0,-2-1 0 0 0,-1 1 0 0 0,-13 56 0 0 0,4-28 33 0 0,-74 416 1836 0 0,86-484-2018 0 0,0 0 0 0 0,0 0 0 0 0,-1 0 0 0 0,1 0 0 0 0,0-1 0 0 0,0 1 0 0 0,0 0 0 0 0,0 0 1 0 0,-1 0-1 0 0,1 0 0 0 0,0-1 0 0 0,-1 1 0 0 0,1 0 0 0 0,-1 0 0 0 0,1-1 0 0 0,-1 1 0 0 0,1 0 0 0 0,-1-1 0 0 0,1 1 0 0 0,-1 0 0 0 0,0-1 0 0 0,0 1 0 0 0,0-1 3 0 0,1-1-1 0 0,-1 0 1 0 0,1 0-1 0 0,-1 1 1 0 0,1-1 0 0 0,-1 0-1 0 0,1 0 1 0 0,0 0 0 0 0,0 0-1 0 0,-1 1 1 0 0,1-1 0 0 0,0 0-1 0 0,0 0 1 0 0,0 0-1 0 0,0 0 1 0 0,0 0 0 0 0,0 0-1 0 0,0 1 1 0 0,0-1 0 0 0,0-1-1 0 0,18-288 218 0 0,-16 266-254 0 0,18-98-9 0 0,-17 108 40 0 0,0 1 1 0 0,1 0 0 0 0,1 0-1 0 0,1 0 1 0 0,0 1 0 0 0,13-22-1 0 0,-17 31 12 0 0,0 0-1 0 0,0 1 1 0 0,0 0-1 0 0,0-1 1 0 0,0 1-1 0 0,1 0 1 0 0,-1 0 0 0 0,1 0-1 0 0,-1 0 1 0 0,1 1-1 0 0,0-1 1 0 0,-1 1-1 0 0,1 0 1 0 0,0-1-1 0 0,0 1 1 0 0,5-1-1 0 0,-5 2 7 0 0,-1 0 1 0 0,1 0-1 0 0,-1 0 0 0 0,1 0 0 0 0,-1 1 0 0 0,0-1 0 0 0,1 1 0 0 0,-1 0 0 0 0,0-1 0 0 0,1 1 0 0 0,-1 0 0 0 0,0 0 0 0 0,0 1 0 0 0,0-1 0 0 0,0 0 0 0 0,0 1 0 0 0,0-1 0 0 0,0 1 0 0 0,0-1 0 0 0,-1 1 1 0 0,4 4-1 0 0,4 5 68 0 0,-7-8 90 0 0,8 13-89 0 0,28 50-6 0 0,-29-49-1 0 0,-2-1 0 0 0,22 49 0 0 0,-21-49 0 0 0,-2 0 0 0 0,31 77 78 0 0,-16-41-92 0 0,12 25-132 0 0,-27-64-42 0 0,-2-3-1030 0 0,13 34 737 0 0,-17-43 321 0 0,1 0 1 0 0,-1 0-1 0 0,1 0 1 0 0,-1 0-1 0 0,0 0 1 0 0,1 0-1 0 0,-1 0 1 0 0,0 0-1 0 0,0 0 1 0 0,0 0-1 0 0,0 0 1 0 0,1 0-1 0 0,-1 0 1 0 0,-1 0-1 0 0,1 0 1 0 0,0 0-1 0 0,0 0 0 0 0,0 0 1 0 0,-1 0-1 0 0,1 0 1 0 0,0 0-1 0 0,-1 0 1 0 0,1 0-1 0 0,-1 0 1 0 0,1 0-1 0 0,-1 0 1 0 0,1 0-1 0 0,-1 0 1 0 0,0 0-1 0 0,1-1 1 0 0,-1 1-1 0 0,-1 0 1 0 0,0 0-424 0 0,0 0 1 0 0,0 0 0 0 0,0 0-1 0 0,0-1 1 0 0,0 1-1 0 0,-1-1 1 0 0,1 0 0 0 0,0 0-1 0 0,-4 0 1 0 0,-4 0-3009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6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1 187 2303 0 0,'5'-1'1264'0'0,"-1"0"-1"0"0,1 0 0 0 0,0 0 0 0 0,-1-1 0 0 0,1 1 0 0 0,6-5 0 0 0,15-4 446 0 0,27-5-589 0 0,101-45 0 0 0,-25-7-2957 0 0,-113 57-1453 0 0,-1-1-1006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1 127 7367 0 0,'0'-2'336'0'0,"1"0"0"0"0,0 1 0 0 0,0-1 0 0 0,0 0 0 0 0,0 0 0 0 0,0 1 0 0 0,0-1 0 0 0,0 1 0 0 0,1-1-1 0 0,-1 1 1 0 0,1 0 0 0 0,-1-1 0 0 0,1 1 0 0 0,-1 0 0 0 0,3-1 0 0 0,31-15 3357 0 0,-19 10-4107 0 0,21-11 555 0 0,57-19 0 0 0,-78 31-194 0 0,1 2-1 0 0,0 0 0 0 0,1 1 0 0 0,-1 0 1 0 0,0 2-1 0 0,21 0 0 0 0,-37 1 42 0 0,1 0-1 0 0,-1 0 0 0 0,1 0 1 0 0,0 0-1 0 0,-1 0 0 0 0,1 0 1 0 0,-1 1-1 0 0,1-1 0 0 0,-1 1 1 0 0,1-1-1 0 0,-1 1 1 0 0,1 0-1 0 0,-1 0 0 0 0,1-1 1 0 0,-1 1-1 0 0,0 0 0 0 0,0 0 1 0 0,1 0-1 0 0,0 2 0 0 0,-1-2 7 0 0,-1 0-1 0 0,1 1 1 0 0,-1-1-1 0 0,1 0 1 0 0,-1 1-1 0 0,0-1 1 0 0,1 0-1 0 0,-1 1 1 0 0,0-1-1 0 0,0 0 1 0 0,0 1-1 0 0,0-1 1 0 0,0 1-1 0 0,0-1 1 0 0,-1 0-1 0 0,1 1 1 0 0,-1 2-1 0 0,-3 6 4 0 0,-1 0 0 0 0,1-1-1 0 0,-2 1 1 0 0,-10 14 0 0 0,7-11 9 0 0,-81 141 81 0 0,77-128-73 0 0,1 1 0 0 0,2 0 0 0 0,0 0-1 0 0,-6 34 1 0 0,10-26-14 0 0,1 16 0 0 0,3-4-20 0 0,2-40-7 0 0,-1 1 0 0 0,2 0-1 0 0,-1 0 1 0 0,1 0 0 0 0,2 9-1 0 0,0-2-2 0 0,-3-11 2 0 0,0 0 0 0 0,1-1 0 0 0,0 1 0 0 0,-1 0 0 0 0,1-1 0 0 0,1 1 0 0 0,-1-1 0 0 0,0 1 0 0 0,1-1 0 0 0,0 1 0 0 0,0-1 0 0 0,0 0 0 0 0,0 0 0 0 0,0 0 0 0 0,1 0 0 0 0,-1 0 0 0 0,1-1 0 0 0,3 4 0 0 0,-3-5 37 0 0,1 1-1 0 0,-1-1 1 0 0,0 1 0 0 0,1-1 0 0 0,-1 0 0 0 0,1 0 0 0 0,-1-1 0 0 0,1 1 0 0 0,-1-1 0 0 0,1 0-1 0 0,-1 0 1 0 0,1 0 0 0 0,-1 0 0 0 0,1 0 0 0 0,5-2 0 0 0,4-2 141 0 0,1 0 1 0 0,-1-1-1 0 0,0-1 0 0 0,-1 0 1 0 0,1 0-1 0 0,-1-1 1 0 0,20-16-1 0 0,-23 16-183 0 0,-1-1-1 0 0,0 0 1 0 0,0-1 0 0 0,0 0-1 0 0,-1 0 1 0 0,10-18 0 0 0,15-34-3046 0 0,-27 51 2263 0 0,2-3-3663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7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6 398 2303 0 0,'-4'4'12828'0'0,"3"6"-14042"0"0,1 0 1517 0 0,0-2-208 0 0,0 1 0 0 0,1-1 0 0 0,0 1 0 0 0,1-1 0 0 0,2 11 0 0 0,10 39-24 0 0,-4-29 14 0 0,18 28 0 0 0,-20-43 63 0 0,0-4 32 0 0,24 26 4 0 0,-24-26 6 0 0,1-7 22 0 0,33 11 10 0 0,-37-13-204 0 0,0-1-1 0 0,0 1 0 0 0,-1-1 1 0 0,1 0-1 0 0,0 0 0 0 0,0 0 1 0 0,-1-1-1 0 0,1 1 0 0 0,0-1 1 0 0,-1 0-1 0 0,1-1 0 0 0,-1 1 1 0 0,1-1-1 0 0,-1 0 0 0 0,1 0 1 0 0,-1 0-1 0 0,7-5 0 0 0,-3 1 12 0 0,0-1-1 0 0,-1 1 1 0 0,1-1 0 0 0,-1-1-1 0 0,-1 1 1 0 0,10-15-1 0 0,-10 13-44 0 0,0-1 1 0 0,-1 0-1 0 0,-1 0 0 0 0,1-1 0 0 0,-2 0 0 0 0,1 1 1 0 0,-2-1-1 0 0,1 0 0 0 0,-2 0 0 0 0,1-1 0 0 0,-2 1 1 0 0,0-16-1 0 0,-3-9-131 0 0,-1 0 0 0 0,-14-52 0 0 0,16 81 127 0 0,1 1-271 0 0,-1 0-1 0 0,1-1 1 0 0,0 1 0 0 0,1 0 0 0 0,0 0 0 0 0,0-1 0 0 0,0 1 0 0 0,1 0 0 0 0,0 0 0 0 0,1-8 0 0 0,-1 12 214 0 0,0 0 0 0 0,0-1 0 0 0,1 1 0 0 0,-1 0 0 0 0,0 0 0 0 0,1-1 0 0 0,-1 1 0 0 0,1 0 0 0 0,0 1 0 0 0,0-1 0 0 0,0 0 0 0 0,0 0 0 0 0,0 1 0 0 0,0-1 0 0 0,0 1 0 0 0,0 0 0 0 0,1 0 0 0 0,-1 0 0 0 0,1 0 0 0 0,-1 0 0 0 0,0 0 0 0 0,1 1 0 0 0,-1-1 0 0 0,1 1 0 0 0,0-1 0 0 0,-1 1 0 0 0,5 0 0 0 0,-1 0 97 0 0,0 0-1 0 0,0 1 0 0 0,0-1 0 0 0,0 1 0 0 0,0 1 1 0 0,0-1-1 0 0,0 1 0 0 0,0 0 0 0 0,9 5 0 0 0,-12-6 205 0 0,9 8-96 0 0,34 27 0 0 0,-34-27 20 0 0,-4 1 84 0 0,25 31 38 0 0,-25-31 291 0 0,2 4-266 0 0,26 43 7 0 0,-26-43 537 0 0,-4-1-615 0 0,6 6-135 0 0,-4-6 57 0 0,0 1 0 0 0,6 18 0 0 0,-84-109 2572 0 0,61 66-2654 0 0,0 0-1 0 0,2-1 0 0 0,-1 0 0 0 0,2-1 1 0 0,-1 0-1 0 0,2 0 0 0 0,0 0 0 0 0,0 0 1 0 0,1-1-1 0 0,1 0 0 0 0,-3-25 1 0 0,5 30-76 0 0,1 1 0 0 0,0-1 0 0 0,0 1 0 0 0,1-1 0 0 0,0 1 0 0 0,1 0 0 0 0,0-1 0 0 0,0 1 0 0 0,1 0 0 0 0,-1 0 0 0 0,2 0 0 0 0,-1 0 0 0 0,1 1 0 0 0,1-1 0 0 0,-1 1 0 0 0,1 0 0 0 0,0 1 0 0 0,1-1 0 0 0,0 1 0 0 0,11-10 0 0 0,-3 5-23 0 0,0 1-1 0 0,0 0 1 0 0,1 1 0 0 0,25-10-1 0 0,-32 15 25 0 0,0 1-1 0 0,0 1 1 0 0,0-1-1 0 0,1 2 1 0 0,-1-1-1 0 0,1 1 1 0 0,-1 0-1 0 0,1 1 1 0 0,-1-1 0 0 0,1 2-1 0 0,10 1 1 0 0,-16-2-10 0 0,0 1 1 0 0,-1 0-1 0 0,1 0 1 0 0,0 0-1 0 0,0 1 1 0 0,-1-1-1 0 0,1 1 1 0 0,-1-1 0 0 0,1 1-1 0 0,-1 0 1 0 0,3 2-1 0 0,-4-2-75 0 0,0 8-153 0 0,3 32 89 0 0,-4-41 147 0 0,0 0 0 0 0,0 1 0 0 0,1-1 1 0 0,-1 0-1 0 0,0 0 0 0 0,-1 1 0 0 0,1-1 0 0 0,0 0 1 0 0,0 1-1 0 0,0-1 0 0 0,-1 0 0 0 0,0 3 0 0 0,-13 27-100 0 0,-2 1-1 0 0,-1-2 1 0 0,-35 49-1 0 0,-13 21 272 0 0,64-98-138 0 0,0-1 0 0 0,0 1 0 0 0,0 0 0 0 0,0 0 0 0 0,0 0-1 0 0,0 0 1 0 0,0 0 0 0 0,1 0 0 0 0,-1 0 0 0 0,1 0 0 0 0,-1 0-1 0 0,1 0 1 0 0,0 0 0 0 0,0 0 0 0 0,0 0 0 0 0,0 0 0 0 0,0 0 0 0 0,1 0-1 0 0,-1 0 1 0 0,0 1 0 0 0,2 2 0 0 0,0-3 2 0 0,0 0-1 0 0,-1 0 1 0 0,1 0-1 0 0,0 0 1 0 0,0 0-1 0 0,1 0 1 0 0,-1-1-1 0 0,0 1 1 0 0,0-1-1 0 0,1 1 1 0 0,-1-1-1 0 0,1 0 1 0 0,-1 0-1 0 0,1 0 1 0 0,0 0-1 0 0,3 0 1 0 0,112 22 298 0 0,-76-17-321 0 0,48 15-1 0 0,-51-7 6 0 0,27 9-81 0 0,-62-22 21 0 0,1 0 0 0 0,-1 0 0 0 0,0 0 0 0 0,1-1 0 0 0,-1 0 1 0 0,0 0-1 0 0,1 0 0 0 0,-1 0 0 0 0,0-1 0 0 0,0 1 0 0 0,1-1 0 0 0,5-2 0 0 0,7-10-1282 0 0,-8 2-2526 0 0,-1-2-1110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7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149 141 11055 0 0,'3'-4'975'0'0,"0"0"0"0"0,0 0 0 0 0,1 1 0 0 0,-1-1 1 0 0,1 1-1 0 0,4-3 0 0 0,5-3-323 0 0,-1 2 1 0 0,18-8-1 0 0,-20 11-790 0 0,-1-1-1 0 0,1 0 1 0 0,-1 0-1 0 0,0-1 1 0 0,13-12-1 0 0,-21 18 103 0 0,-1-1 0 0 0,1 1 0 0 0,0 0-1 0 0,-1-1 1 0 0,1 1 0 0 0,-1-1 0 0 0,1 0 0 0 0,-1 1 0 0 0,1-1-1 0 0,-1 1 1 0 0,1-1 0 0 0,-1 0 0 0 0,0 1 0 0 0,1-1-1 0 0,-1 0 1 0 0,0 1 0 0 0,0-1 0 0 0,1 0 0 0 0,-1 0 0 0 0,0 1-1 0 0,0-1 1 0 0,0 0 0 0 0,0 0 0 0 0,0 1 0 0 0,0-1-1 0 0,0 0 1 0 0,0 0 0 0 0,0 1 0 0 0,0-1 0 0 0,-1 0-1 0 0,1 0 1 0 0,0 1 0 0 0,0-1 0 0 0,-1 0 0 0 0,1 1 0 0 0,-1-1-1 0 0,1 0 1 0 0,0 1 0 0 0,-1-1 0 0 0,1 0 0 0 0,-1 1-1 0 0,1-1 1 0 0,-1 1 0 0 0,0-1 0 0 0,1 1 0 0 0,-1-1 0 0 0,1 1-1 0 0,-1 0 1 0 0,0-1 0 0 0,0 1 0 0 0,1 0 0 0 0,-1-1-1 0 0,0 1 1 0 0,1 0 0 0 0,-1 0 0 0 0,-1 0 0 0 0,-3-2-101 0 0,0 1-1 0 0,0 0 1 0 0,0 0 0 0 0,0 0 0 0 0,0 1 0 0 0,0-1-1 0 0,-6 1 1 0 0,-2 2-18 0 0,1 0 0 0 0,0 1 1 0 0,0 0-1 0 0,0 1 0 0 0,1 0 0 0 0,-1 1 0 0 0,1 0 0 0 0,0 1 0 0 0,0 0 0 0 0,1 1 1 0 0,0 0-1 0 0,0 0 0 0 0,1 1 0 0 0,0 1 0 0 0,0-1 0 0 0,1 1 0 0 0,0 1 0 0 0,0 0 0 0 0,1 0 1 0 0,0 0-1 0 0,1 1 0 0 0,1 0 0 0 0,-6 14 0 0 0,9-20 204 0 0,0 0 0 0 0,1-1 0 0 0,0 1 1 0 0,0 0-1 0 0,0 0 0 0 0,1 0 0 0 0,-1 6 0 0 0,1 1 21 0 0,-2-4-20 0 0,1 1 0 0 0,0-1 0 0 0,1 1 1 0 0,1 13-1 0 0,-1-8-7 0 0,0-7-7 0 0,-1 1 0 0 0,1 0 0 0 0,1 0-1 0 0,0 0 1 0 0,2 12 0 0 0,0-6 8 0 0,8 61 241 0 0,-9-63-141 0 0,2 4 16 0 0,13 50 67 0 0,-13-49 28 0 0,2-4 7 0 0,17 39 5 0 0,-17-38 10 0 0,2-6 3 0 0,22 25 0 0 0,-23-25 19 0 0,2-4 78 0 0,-2-1-250 0 0,-1-1-1 0 0,1 1 0 0 0,0-1 0 0 0,0 0 1 0 0,1-1-1 0 0,-1 0 0 0 0,0 0 0 0 0,0 0 1 0 0,1-1-1 0 0,-1 0 0 0 0,0 0 0 0 0,11-3 1 0 0,-2-2-105 0 0,0 0 0 0 0,-1-1 1 0 0,0-1-1 0 0,0-1 1 0 0,0 0-1 0 0,-1 0 0 0 0,-1-2 1 0 0,1 0-1 0 0,-2 0 1 0 0,1-1-1 0 0,-1-1 0 0 0,-1 0 1 0 0,0 0-1 0 0,10-17 1 0 0,-7 3-1174 0 0,-8 8-3513 0 0,-4 4-687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7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70 14399 0 0,'3'-4'640'0'0,"1"0"128"0"0,2 1-616 0 0,0-2-152 0 0,-1 2 0 0 0,0 2 0 0 0,2-1 256 0 0,3 0 16 0 0,5-4 8 0 0,7 0 0 0 0,4 0-520 0 0,4-3-104 0 0,-2 1-16 0 0,0-3-6120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8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55 6703 0 0,'-1'-3'182'0'0,"-1"0"-34"0"0,1 0 0 0 0,0 1 0 0 0,-1-1 0 0 0,1 0 0 0 0,0 0 0 0 0,1 0 0 0 0,-2-3 0 0 0,2 5-99 0 0,1-1 0 0 0,-1 1 1 0 0,0 0-1 0 0,0-1 0 0 0,1 1 0 0 0,-1 0 0 0 0,1-1 0 0 0,-1 1 1 0 0,1 0-1 0 0,-1 0 0 0 0,1-1 0 0 0,0 1 0 0 0,0 0 0 0 0,3-7 3181 0 0,-4 8-3178 0 0,-1 1 7 0 0,1-1 0 0 0,0 0 0 0 0,0 0 0 0 0,-1 1 0 0 0,1-1 0 0 0,0 0 0 0 0,-1 1 0 0 0,1-1 0 0 0,0 1 0 0 0,0-1 0 0 0,0 0 0 0 0,-1 1 0 0 0,1-1 0 0 0,0 1 0 0 0,0-1 0 0 0,0 0 0 0 0,0 1 0 0 0,0-1 0 0 0,0 1 0 0 0,0-1 0 0 0,0 1 0 0 0,0-1 0 0 0,0 1 0 0 0,0 6 155 0 0,0 0-1 0 0,1 0 0 0 0,0 0 1 0 0,0 0-1 0 0,4 11 0 0 0,-3-9-65 0 0,12 46-112 0 0,-9-36-22 0 0,14 39 147 0 0,6 11 176 0 0,-8-24-186 0 0,-6-19-80 0 0,14 30-89 0 0,-19-42-134 0 0,1-1-78 0 0,31 60-346 0 0,-37-72 579 0 0,4 15-1532 0 0,-5-16 1450 0 0,0 1-1 0 0,0-1 1 0 0,0 1 0 0 0,0-1-1 0 0,0 0 1 0 0,0 1-1 0 0,0-1 1 0 0,0 1-1 0 0,0-1 1 0 0,0 0 0 0 0,0 1-1 0 0,0-1 1 0 0,0 0-1 0 0,-1 1 1 0 0,1-1-1 0 0,0 0 1 0 0,0 1 0 0 0,0-1-1 0 0,-1 0 1 0 0,1 1-1 0 0,0-1 1 0 0,0 0-1 0 0,-1 0 1 0 0,1 1 0 0 0,0-1-1 0 0,-1 0 1 0 0,1 0-1 0 0,0 1 1 0 0,-1-1-1 0 0,1 0 1 0 0,0 0-1 0 0,-1 0 1 0 0,1 0 0 0 0,-1 0-1 0 0,1 0 1 0 0,0 0-1 0 0,-1 1 1 0 0,1-1-1 0 0,-1 0 1 0 0,-6 0-872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38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12527 0 0,'0'6'552'0'0,"-1"0"120"0"0,1 1-544 0 0,0 0-128 0 0,1 1 0 0 0,-1-1 0 0 0,3 3 96 0 0,0 6 0 0 0,3 10 80 0 0,13 59-176 0 0,3 22 0 0 0,-2-14-8384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22T22:22:40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529 1020 12263 0 0,'-2'0'87'0'0,"0"0"-1"0"0,1-1 1 0 0,-1 1-1 0 0,0 0 1 0 0,0 0-1 0 0,0 0 1 0 0,0 0 0 0 0,0 0-1 0 0,1 1 1 0 0,-1-1-1 0 0,0 1 1 0 0,0-1-1 0 0,0 1 1 0 0,1 0-1 0 0,-1-1 1 0 0,0 1-1 0 0,1 0 1 0 0,-1 0-1 0 0,1 0 1 0 0,-1 0-1 0 0,1 1 1 0 0,-1-1-1 0 0,1 0 1 0 0,0 0-1 0 0,0 1 1 0 0,-2 2-1 0 0,-3 2-6 0 0,-103 97-327 0 0,-71 76-725 0 0,161-156 909 0 0,0 1-1 0 0,2 0 1 0 0,1 2 0 0 0,1-1-1 0 0,1 2 1 0 0,-16 43 0 0 0,15-17 518 0 0,2 2 1 0 0,2 0-1 0 0,3 0 1 0 0,2 1-1 0 0,2 69 1 0 0,6-91-119 0 0,8 57-46 0 0,-10-83-271 0 0,1-1-1 0 0,1 0 1 0 0,-1 0 0 0 0,4 9 0 0 0,31 92-10 0 0,10-8-42 0 0,-43-96 4 0 0,-1 1-1 0 0,1 0 1 0 0,-1-1-1 0 0,2 1 1 0 0,4 6 0 0 0,41 47-218 0 0,-46-54 195 0 0,0 0-1 0 0,1 0 1 0 0,0-1-1 0 0,7 7 1 0 0,43 33-232 0 0,-27-26-83 0 0,-9-8 153 0 0,1-1 1 0 0,0 0 0 0 0,0-2 0 0 0,0 0 0 0 0,1-1 0 0 0,0-1-1 0 0,38 2 1 0 0,-46-6-13 0 0,0-1 0 0 0,0-1 0 0 0,0 0 0 0 0,0-1 0 0 0,0 0 0 0 0,18-8 0 0 0,-23 8 203 0 0,0 0 0 0 0,0-1 0 0 0,0 0 0 0 0,0 0 0 0 0,-1-1 0 0 0,1 0-1 0 0,-1 0 1 0 0,0 0 0 0 0,-1-1 0 0 0,1 0 0 0 0,4-7 0 0 0,-7 5 524 0 0,-8 6 213 0 0,-12 10 392 0 0,7 2-958 0 0,1 0-1 0 0,0 1 0 0 0,0 0 1 0 0,-13 23-1 0 0,-25 52 378 0 0,44-78-522 0 0,-18 37-16 0 0,2 1-1 0 0,2 1 1 0 0,3 1-1 0 0,1 0 1 0 0,3 1-1 0 0,2 0 1 0 0,-4 97-1 0 0,11-87-1 0 0,4 1 0 0 0,2 0-1 0 0,2-1 1 0 0,3 0 0 0 0,3 0 0 0 0,25 71-1 0 0,-11-60 26 0 0,-17-50 19 0 0,17 29 0 0 0,25 26 66 0 0,-50-71-85 0 0,0-1-1 0 0,0 0 1 0 0,1 0 0 0 0,0 0-1 0 0,-1-1 1 0 0,1 1 0 0 0,0 0-1 0 0,3 1 1 0 0,55 43 78 0 0,-58-44-72 0 0,1 0 0 0 0,0-1-1 0 0,0 1 1 0 0,0-1 0 0 0,9 4-1 0 0,0 0 14 0 0,6 4 30 0 0,1-1 1 0 0,1-2-1 0 0,0 0 1 0 0,25 5-1 0 0,-12-7 19 0 0,0-1 0 0 0,0-2-1 0 0,1-2 1 0 0,58-6 0 0 0,133-34 470 0 0,-56 7-364 0 0,-142 29-151 0 0,0 2-1 0 0,0 1 0 0 0,1 1 1 0 0,-1 1-1 0 0,55 11 0 0 0,-26 1 95 0 0,102 37 0 0 0,-90-24 110 0 0,43 16 300 0 0,144 35 1 0 0,-218-69-503 0 0,-1-1 0 0 0,1-2-1 0 0,0-2 1 0 0,0-1 0 0 0,0-2 0 0 0,0-2 0 0 0,0-1 0 0 0,42-10 0 0 0,-32 0-18 0 0,0-1 1 0 0,0-3-1 0 0,-2-3 1 0 0,81-44 0 0 0,-36 8 270 0 0,102-83 1 0 0,-78 44 260 0 0,-59 46 28 0 0,115-77 0 0 0,-152 115-518 0 0,1 0 0 0 0,0 1 0 0 0,1 1 0 0 0,0 1 0 0 0,0 0 1 0 0,0 2-1 0 0,1 0 0 0 0,0 2 0 0 0,0 1 0 0 0,36-2 1 0 0,10 8 33 0 0,98 18 1 0 0,-98-11 13 0 0,89 4 1 0 0,-134-14-81 0 0,1-1 1 0 0,-1-1-1 0 0,1-1 1 0 0,-1-1-1 0 0,0-1 1 0 0,0-1 0 0 0,37-15-1 0 0,-38 10 3 0 0,-1-1 0 0 0,-1 0 0 0 0,0-2 0 0 0,-1 0 0 0 0,0-1 0 0 0,-1-1 0 0 0,-1 0 0 0 0,0-2 0 0 0,-2 0 0 0 0,0 0 0 0 0,-1-2 0 0 0,18-31 0 0 0,-10 9 62 0 0,-1 0 0 0 0,-2-2 0 0 0,-3 0 0 0 0,-1-1-1 0 0,13-65 1 0 0,-18 50 227 0 0,-2 0 1 0 0,-3-1-1 0 0,-5-115 0 0 0,-10 64-76 0 0,-28-131-1 0 0,21 172-408 0 0,-3 2-1 0 0,-3 0 1 0 0,-55-112 0 0 0,71 169 113 0 0,0 1 1 0 0,-1 0 0 0 0,0 0-1 0 0,-18-19 1 0 0,19 24 19 0 0,0-2-1 0 0,0 1 1 0 0,1-1 0 0 0,0 0 0 0 0,0-1-1 0 0,1 1 1 0 0,0-1 0 0 0,1 0-1 0 0,0 0 1 0 0,-5-17 0 0 0,0-27-459 0 0,-4-92 0 0 0,3 12-606 0 0,-14-7 1349 0 0,-76-251 0 0 0,-47 17 1201 0 0,123 322-1325 0 0,-42-67 0 0 0,52 98-114 0 0,0 0-1 0 0,-2 2 1 0 0,0 0 0 0 0,-1 1 0 0 0,-33-29 0 0 0,42 42-21 0 0,1 0 1 0 0,-1 0-1 0 0,0 0 0 0 0,0 1 1 0 0,-1 0-1 0 0,1 1 0 0 0,-1 0 0 0 0,0 0 1 0 0,0 1-1 0 0,-16-3 0 0 0,13 4 24 0 0,-1 1 0 0 0,0 0-1 0 0,1 1 1 0 0,-1 0-1 0 0,0 1 1 0 0,1 0 0 0 0,-14 5-1 0 0,0 2-341 0 0,1 1 0 0 0,0 1-1 0 0,1 2 1 0 0,0 0-1 0 0,1 1 1 0 0,-37 31 0 0 0,15-6-7609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04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10 3623 0 0,'0'0'21'0'0,"0"-1"-1"0"0,0 1 0 0 0,0-1 1 0 0,0 1-1 0 0,0 0 0 0 0,0-1 1 0 0,0 1-1 0 0,0 0 0 0 0,0-1 1 0 0,0 1-1 0 0,0-1 0 0 0,-1 1 1 0 0,1 0-1 0 0,0-1 0 0 0,0 1 1 0 0,0 0-1 0 0,-1-1 0 0 0,1 1 1 0 0,0 0-1 0 0,0 0 0 0 0,-1-1 1 0 0,1 1-1 0 0,0 0 0 0 0,-1 0 1 0 0,1-1-1 0 0,0 1 0 0 0,-1 0 1 0 0,1 0-1 0 0,0 0 0 0 0,-1 0 1 0 0,0-1-1 0 0,-15 3 940 0 0,13-1-774 0 0,-1 0 1 0 0,1 0 0 0 0,0 1 0 0 0,-1-1 0 0 0,1 1 0 0 0,-5 3 0 0 0,4 0 22 0 0,0 1 0 0 0,0-1 0 0 0,1 1 0 0 0,0-1 0 0 0,0 1 0 0 0,0 0 0 0 0,1 0 0 0 0,0 1 0 0 0,0-1-1 0 0,0 0 1 0 0,-1 12 0 0 0,0 10 108 0 0,0 36-1 0 0,2-56-233 0 0,1 12-13 0 0,1-1 1 0 0,1 1 0 0 0,1-1 0 0 0,0 0-1 0 0,1 1 1 0 0,1-2 0 0 0,1 1 0 0 0,16 34-1 0 0,-6-22-234 0 0,2 0 0 0 0,2-2 0 0 0,0 0 0 0 0,26 27 0 0 0,-39-48-308 0 0,-2-1-22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4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 1839 0 0,'-1'8'567'0'0,"0"0"-1"0"0,0 1 0 0 0,1-1 0 0 0,0 0 0 0 0,0 1 0 0 0,1-1 0 0 0,0 0 0 0 0,4 12 0 0 0,-1 8-697 0 0,24 409 1888 0 0,-32 4-1208 0 0,0-254-371 0 0,-27 810 1046 0 0,3-161 968 0 0,30 0-262 0 0,85 481-918 0 0,-26-535-500 0 0,-32-342 194 0 0,33 541-271 0 0,-53-814-396 0 0,19 314 16 0 0,26-3 48 0 0,13-11 447 0 0,-66-461-558 0 0,4 64 181 0 0,-5-65-191 0 0,-1 0 0 0 0,1 0-1 0 0,0 0 1 0 0,-1 0-1 0 0,0 0 1 0 0,0-1 0 0 0,-1 1-1 0 0,1 0 1 0 0,-1-1 0 0 0,0 1-1 0 0,-5 7 1 0 0,7-12-9 0 0,0-1 1 0 0,0 1-1 0 0,0 0 0 0 0,0 0 0 0 0,0 0 1 0 0,0 0-1 0 0,0 0 0 0 0,0 0 1 0 0,0 0-1 0 0,0 0 0 0 0,0 0 1 0 0,0 0-1 0 0,0 0 0 0 0,0 0 1 0 0,0 0-1 0 0,0-1 0 0 0,0 1 1 0 0,-1 0-615 0 0,0 0 614 0 0,1 0 1 0 0,0 0-1 0 0,0 0 0 0 0,0 0 1 0 0,0 0-1 0 0,0 0 0 0 0,0 0 0 0 0,0 0 1 0 0,0 0-1 0 0,0 0 0 0 0,0 0 1 0 0,-1 0-134 0 0,1-3-1198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7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406 51 1839 0 0,'0'-13'-246'0'0,"-1"11"797"0"0,1 0-1 0 0,0-1 1 0 0,0 1 0 0 0,0 0-1 0 0,0 0 1 0 0,0 0-1 0 0,1 0 1 0 0,-1 0-1 0 0,2-3 1 0 0,-2 4-435 0 0,1 0 1 0 0,0 0-1 0 0,0 0 1 0 0,0 0 0 0 0,0 0-1 0 0,0 0 1 0 0,0 0-1 0 0,0 1 1 0 0,0-1-1 0 0,0 0 1 0 0,0 1-1 0 0,0-1 1 0 0,0 1-1 0 0,0-1 1 0 0,1 1-1 0 0,-1 0 1 0 0,0-1-1 0 0,0 1 1 0 0,1 0-1 0 0,1 0 1 0 0,14-1 57 0 0,-1 2 0 0 0,0 0 0 0 0,0 0 0 0 0,0 2-1 0 0,0 0 1 0 0,30 10 0 0 0,-12-3-154 0 0,510 104 40 0 0,-377-82-56 0 0,786 102-4 0 0,-816-121 0 0 0,589 48 0 0 0,957 40 64 0 0,-680-44 162 0 0,-727-38-185 0 0,1824 120 66 0 0,-444-57-36 0 0,-1388-71-68 0 0,267 19-3 0 0,-196-10 0 0 0,-86-6 0 0 0,368 16 0 0 0,-354-23 9 0 0,637 9 46 0 0,518-39 81 0 0,-683-14-82 0 0,-219 6 3 0 0,310-19 32 0 0,-291 46 175 0 0,-507 5-119 0 0,-1 3 0 0 0,0 0 0 0 0,1 2 0 0 0,-2 1 0 0 0,1 2 0 0 0,37 15 0 0 0,-54-18-97 0 0,-1 1 0 0 0,1 1 0 0 0,-1 0 0 0 0,-1 0 0 0 0,1 1 0 0 0,-2 1 0 0 0,1 0 1 0 0,-1 0-1 0 0,-1 2 0 0 0,0-1 0 0 0,0 1 0 0 0,-1 0 0 0 0,-1 1 0 0 0,0 0 0 0 0,6 15 0 0 0,-7-13-17 0 0,-1 0 0 0 0,0 0 0 0 0,-2 1 0 0 0,0-1 1 0 0,0 1-1 0 0,2 31 0 0 0,8 164 302 0 0,-44 297 481 0 0,-36-2-271 0 0,57-444-467 0 0,-104 872 1419 0 0,99-801-1214 0 0,-16 222 851 0 0,26 589-1 0 0,81 21-113 0 0,40-3-615 0 0,-52-302-308 0 0,-28 2-52 0 0,-1-29-30 0 0,98 398 100 0 0,-41-615 33 0 0,-74-343-136 0 0,7 28-10 0 0,-1-5 0 0 0,-4-13 0 0 0,-4-12 0 0 0,-4-8 0 0 0,-3-3 0 0 0,-4-7-16 0 0,-5-49 3 0 0,-1 0 0 0 0,1 1 0 0 0,-1-1 0 0 0,0 1 1 0 0,0-1-1 0 0,0 1 0 0 0,-1-1 0 0 0,1 1 0 0 0,-3 5 0 0 0,1 1-4 0 0,1-7 16 0 0,0 1 0 0 0,-1-1 0 0 0,1 0 0 0 0,-1 1 0 0 0,1-1 0 0 0,-1 0 0 0 0,-1 0 0 0 0,1 0 0 0 0,0-1 0 0 0,-1 1 0 0 0,0-1 0 0 0,0 1 0 0 0,0-1 0 0 0,-4 3 0 0 0,-2 2 1 0 0,-1-1 1 0 0,0 0-1 0 0,-15 7 0 0 0,-10 4-21 0 0,0-3 0 0 0,-64 20 0 0 0,-78 10-51 0 0,159-41 71 0 0,-386 63 241 0 0,-5-29 107 0 0,309-29-310 0 0,-471 30 567 0 0,287-21-328 0 0,-923 22 865 0 0,-2-47-218 0 0,684 2-506 0 0,-1747-49 422 0 0,1098 6-839 0 0,304 12 0 0 0,723 30 0 0 0,-257-9 35 0 0,-798-33-6 0 0,-197-2-301 0 0,-220 53 131 0 0,1259 2 130 0 0,-1227 14 27 0 0,529-21-32 0 0,835 10-135 0 0,-31-1-90 0 0,245-7 218 0 0,-112 4-468 0 0,103-3 244 0 0,-1 2-1 0 0,1 0 0 0 0,0 1 1 0 0,-26 10-1 0 0,26-5 58 0 0,11-1-1362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7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6447 0 0,'0'7'551'0'0,"-1"-1"0"0"0,1 0 0 0 0,0 1 1 0 0,1-1-1 0 0,0 1 0 0 0,0-1 0 0 0,0 1 0 0 0,0-1 0 0 0,1 0 0 0 0,5 10 0 0 0,2 16 899 0 0,4 33-1441 0 0,-3 1-1 0 0,1 73 1 0 0,-9 135 69 0 0,-2-250-68 0 0,-27 671 341 0 0,2-84-112 0 0,24-553-486 0 0,15 112-1 0 0,-8-135-143 0 0,1 0 0 0 0,2-1 0 0 0,1 0 0 0 0,19 41 0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9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46 919 0 0,'2'-8'662'0'0,"-2"6"-317"0"0,1 0-1 0 0,0-1 0 0 0,-1 1 0 0 0,1 0 1 0 0,-1 0-1 0 0,0 0 0 0 0,0-1 1 0 0,1 1-1 0 0,-2 0 0 0 0,1 0 1 0 0,0 0-1 0 0,0-1 0 0 0,-1 1 0 0 0,1 0 1 0 0,-2-3-1 0 0,1 7-147 0 0,0 1 1 0 0,0-1-1 0 0,0 0 0 0 0,0 0 1 0 0,0 1-1 0 0,1-1 0 0 0,-1 1 1 0 0,1-1-1 0 0,-1 4 0 0 0,-36 736 3643 0 0,37-722-3798 0 0,5 167 735 0 0,-2-156-640 0 0,1 0 1 0 0,1 0-1 0 0,19 58 0 0 0,-19-74-175 0 0,6 14-181 0 0,-11-29 209 0 0,0 0-1 0 0,0 0 1 0 0,0 0-1 0 0,0-1 1 0 0,0 1-1 0 0,0 0 1 0 0,0 0-1 0 0,0 0 1 0 0,0 0-1 0 0,0 0 1 0 0,0-1 0 0 0,0 1-1 0 0,0 0 1 0 0,0 0-1 0 0,0 0 1 0 0,0 0-1 0 0,0 0 1 0 0,0-1-1 0 0,0 1 1 0 0,0 0 0 0 0,1 0-1 0 0,-1 0 1 0 0,0 0-1 0 0,0 0 1 0 0,0-1-1 0 0,0 1 1 0 0,0 0-1 0 0,0 0 1 0 0,0 0 0 0 0,0 0-1 0 0,1 0 1 0 0,-1 0-1 0 0,0 0 1 0 0,0 0-1 0 0,0 0 1 0 0,0 0-1 0 0,0-1 1 0 0,0 1 0 0 0,1 0-1 0 0,-1 0 1 0 0,0 0-1 0 0,0 0 1 0 0,0 0-1 0 0,0 0 1 0 0,1 0-1 0 0,-1 0 1 0 0,0 0 0 0 0,0 0-1 0 0,0 0 1 0 0,0 0-1 0 0,0 0 1 0 0,1 0-1 0 0,-1 0 1 0 0,0 1-1 0 0,0-1 1 0 0,0 0 0 0 0,0 0-1 0 0,0 0 1 0 0,0 0-1 0 0,1 0 1 0 0,-1 0-1 0 0,0 0 1 0 0,0 0-1 0 0,0 0 1 0 0,0 0 0 0 0,0 1-1 0 0,0-1 1 0 0,0 0-1 0 0,3-14-775 0 0,-3 13 765 0 0,1-15-618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9.9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1 165 6911 0 0,'0'-1'104'0'0,"0"0"-1"0"0,0 0 1 0 0,0 0-1 0 0,-1 0 1 0 0,1 0-1 0 0,0 0 1 0 0,0 0-1 0 0,0 0 0 0 0,0 0 1 0 0,0 0-1 0 0,1 1 1 0 0,-1-1-1 0 0,0 0 1 0 0,0 0-1 0 0,1 0 1 0 0,-1 0-1 0 0,0 0 1 0 0,1 0-1 0 0,-1 1 0 0 0,1-1 1 0 0,-1 0-1 0 0,1 0 1 0 0,-1 1-1 0 0,1-1 1 0 0,0 0-1 0 0,-1 0 1 0 0,1 1-1 0 0,0-1 0 0 0,-1 1 1 0 0,2-1-1 0 0,7-8 978 0 0,-7 6-1070 0 0,1 1 0 0 0,0-1 0 0 0,0 1 0 0 0,0-1-1 0 0,0 1 1 0 0,0 0 0 0 0,0 0 0 0 0,0 0-1 0 0,1 0 1 0 0,-1 1 0 0 0,1-1 0 0 0,0 1 0 0 0,-1 0-1 0 0,1 0 1 0 0,0 0 0 0 0,6 0 0 0 0,-4 1-8 0 0,-1 1 0 0 0,0-1-1 0 0,0 1 1 0 0,0 0 0 0 0,0 1 0 0 0,0-1 0 0 0,0 1 0 0 0,0 0 0 0 0,-1 0 0 0 0,1 0-1 0 0,4 4 1 0 0,5 3-12 0 0,-1 1-1 0 0,-1 1 1 0 0,0 0 0 0 0,0 1-1 0 0,-1 0 1 0 0,18 25-1 0 0,69 128 148 0 0,-65-103-23 0 0,43 56-1 0 0,-71-111-82 0 0,0 0 0 0 0,1 0-1 0 0,-1-1 1 0 0,1 0 0 0 0,1 0 0 0 0,-1-1 0 0 0,1 0 0 0 0,0 0 0 0 0,12 6-1 0 0,-15-9-24 0 0,-1-1 1 0 0,0 0-1 0 0,1 0 0 0 0,0 0 0 0 0,-1 0 0 0 0,1 0 0 0 0,0-1 1 0 0,-1 0-1 0 0,1 0 0 0 0,0 0 0 0 0,0 0 0 0 0,-1 0 0 0 0,1-1 1 0 0,0 0-1 0 0,-1 1 0 0 0,1-1 0 0 0,-1-1 0 0 0,1 1 0 0 0,-1 0 1 0 0,1-1-1 0 0,-1 0 0 0 0,0 0 0 0 0,0 0 0 0 0,4-3 0 0 0,5-5 24 0 0,-1-1 0 0 0,0 0-1 0 0,0-1 1 0 0,-1-1 0 0 0,-1 1-1 0 0,0-2 1 0 0,0 1-1 0 0,-2-1 1 0 0,11-24 0 0 0,2-13-168 0 0,18-76-1 0 0,-8 1-210 0 0,10-35-432 0 0,-36 155 532 0 0,-3 17 236 0 0,-2 21 80 0 0,-46 512 1785 0 0,43-417-1558 0 0,6 0 0 0 0,23 164 1 0 0,-22-269-464 0 0,0 0 0 0 0,2 0 0 0 0,1 0 0 0 0,0-1 0 0 0,1 0 0 0 0,18 34 0 0 0,-13-35-4323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0.6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135 486 12207 0 0,'-8'13'101'0'0,"2"0"0"0"0,0 0 0 0 0,0 0 0 0 0,1 1 0 0 0,1 0 0 0 0,-6 26 1 0 0,-4 90 482 0 0,12-102-556 0 0,-2 21-42 0 0,-7 80-275 0 0,8 172 0 0 0,13-349-964 0 0,16-129-233 0 0,18-161-391 0 0,-29 150 1508 0 0,14-133-254 0 0,-26 296 576 0 0,9-31-1 0 0,-10 48 91 0 0,1 0 0 0 0,0 0 0 0 0,0 1 0 0 0,0-1 0 0 0,1 1 0 0 0,0-1 0 0 0,8-9-1 0 0,-11 16-7 0 0,0-1 0 0 0,0 1-1 0 0,-1 0 1 0 0,1 0 0 0 0,0 0-1 0 0,0 0 1 0 0,0 0 0 0 0,0 0-1 0 0,1 0 1 0 0,-1 0 0 0 0,0 0-1 0 0,0 0 1 0 0,0 1 0 0 0,1-1-1 0 0,-1 0 1 0 0,0 1 0 0 0,1-1 0 0 0,-1 1-1 0 0,1 0 1 0 0,-1-1 0 0 0,0 1-1 0 0,1 0 1 0 0,-1 0 0 0 0,1 0-1 0 0,-1 0 1 0 0,1 0 0 0 0,-1 0-1 0 0,0 0 1 0 0,1 1 0 0 0,-1-1-1 0 0,1 0 1 0 0,-1 1 0 0 0,0-1-1 0 0,1 1 1 0 0,-1 0 0 0 0,0-1-1 0 0,1 1 1 0 0,-1 0 0 0 0,0 0-1 0 0,0 0 1 0 0,0 0 0 0 0,0-1-1 0 0,0 2 1 0 0,0-1 0 0 0,0 0-1 0 0,0 0 1 0 0,0 0 0 0 0,-1 0-1 0 0,2 2 1 0 0,4 7 194 0 0,-1 0 0 0 0,1 0 0 0 0,-2 0 0 0 0,7 21 0 0 0,55 237 1222 0 0,-22 7-577 0 0,-1-5 78 0 0,12-30 44 0 0,-55-240-995 0 0,6 31 118 0 0,-6-30-115 0 0,0-1 0 0 0,0 0-1 0 0,0 1 1 0 0,0-1-1 0 0,0 1 1 0 0,0-1-1 0 0,0 0 1 0 0,0 1 0 0 0,0-1-1 0 0,0 0 1 0 0,0 1-1 0 0,-1-1 1 0 0,1 0 0 0 0,0 0-1 0 0,0 1 1 0 0,0-1-1 0 0,0 0 1 0 0,-1 1-1 0 0,1-1 1 0 0,0 0 0 0 0,0 0-1 0 0,-1 1 1 0 0,1-1-1 0 0,0 0 1 0 0,0 0-1 0 0,-1 1 1 0 0,0-1 0 0 0,1 0 2 0 0,-1 0-1 0 0,0 0 1 0 0,0 0 0 0 0,0-1 0 0 0,0 1 0 0 0,0 0 0 0 0,0 0 0 0 0,1-1 0 0 0,-1 1 0 0 0,0-1 0 0 0,0 1 0 0 0,0-1 0 0 0,1 1 0 0 0,-1-1 0 0 0,0 1 0 0 0,0-2 0 0 0,-27-23-95 0 0,2-2 0 0 0,1 0 0 0 0,-37-53 1 0 0,1 1-456 0 0,51 67 416 0 0,-73-80-343 0 0,73 83 475 0 0,0-1 0 0 0,-1 2 0 0 0,0-1 0 0 0,-1 1-1 0 0,0 1 1 0 0,-21-10 0 0 0,30 15 29 0 0,0 1 0 0 0,0 0 0 0 0,0 0 1 0 0,-1 0-1 0 0,1 1 0 0 0,0-1 0 0 0,0 1 0 0 0,0-1 0 0 0,-1 1 0 0 0,1 0 0 0 0,0 0 1 0 0,-1 1-1 0 0,1-1 0 0 0,0 1 0 0 0,0-1 0 0 0,0 1 0 0 0,0 0 0 0 0,0 0 1 0 0,0 1-1 0 0,-4 1 0 0 0,3 0 2 0 0,1 0 0 0 0,-1 0 0 0 0,1 0 0 0 0,0 0 0 0 0,0 0-1 0 0,0 1 1 0 0,0-1 0 0 0,1 1 0 0 0,-1 0 0 0 0,1 0 0 0 0,0 0 0 0 0,0 0 0 0 0,-1 6 0 0 0,0-2-177 0 0,1 1 0 0 0,0-1 0 0 0,0 1 0 0 0,1-1-1 0 0,0 1 1 0 0,0 0 0 0 0,1 0 0 0 0,0 0 0 0 0,1-1 0 0 0,0 1 0 0 0,0 0 0 0 0,1-1 0 0 0,0 1-1 0 0,6 14 1 0 0,3-7-1234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1.0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427 99 9239 0 0,'-1'-11'159'0'0,"1"1"-11"0"0,0 0 1 0 0,-1 0-1 0 0,-1 0 0 0 0,-3-12 1 0 0,5 20-145 0 0,0 1 1 0 0,-1 0-1 0 0,1 0 0 0 0,0-1 1 0 0,-1 1-1 0 0,1 0 0 0 0,-1 0 1 0 0,1 0-1 0 0,-1 0 0 0 0,0 0 1 0 0,0 0-1 0 0,1 0 0 0 0,-1 0 1 0 0,0 0-1 0 0,0 0 0 0 0,0 0 1 0 0,0 0-1 0 0,0 1 1 0 0,0-1-1 0 0,0 0 0 0 0,0 1 1 0 0,0-1-1 0 0,0 1 0 0 0,-1-1 1 0 0,1 1-1 0 0,0-1 0 0 0,0 1 1 0 0,0 0-1 0 0,-1 0 0 0 0,1 0 1 0 0,0 0-1 0 0,-1-1 0 0 0,1 2 1 0 0,0-1-1 0 0,0 0 1 0 0,-1 0-1 0 0,1 0 0 0 0,0 0 1 0 0,0 1-1 0 0,0-1 0 0 0,-1 1 1 0 0,1-1-1 0 0,-1 1 0 0 0,-5 3-2 0 0,0 0-1 0 0,1 0 1 0 0,-1 1-1 0 0,1 0 0 0 0,0 0 1 0 0,1 0-1 0 0,-1 1 0 0 0,1 0 1 0 0,-5 6-1 0 0,-39 63-71 0 0,42-63 41 0 0,-124 227 101 0 0,102-176 658 0 0,-41 128 0 0 0,64-170-377 0 0,1 0 1 0 0,0 1-1 0 0,2 0 0 0 0,0 0 0 0 0,2 0 1 0 0,1 31-1 0 0,1-46-295 0 0,-1 0 0 0 0,2 0 0 0 0,-1 0 0 0 0,1 0 0 0 0,0 0 0 0 0,0 0 0 0 0,1 0 0 0 0,0 0 0 0 0,0-1 0 0 0,0 0 0 0 0,1 0 0 0 0,0 0 0 0 0,0 0 0 0 0,1 0 0 0 0,0-1 0 0 0,0 1 0 0 0,0-1 0 0 0,0-1 0 0 0,1 1 0 0 0,0-1 0 0 0,0 0 0 0 0,0 0 0 0 0,8 3 0 0 0,-4-3-35 0 0,-1-1 0 0 0,1 0 0 0 0,0 0 0 0 0,0-1 0 0 0,0 0 0 0 0,1-1 0 0 0,-1 0 0 0 0,0-1 0 0 0,0 0 0 0 0,1-1 0 0 0,-1 0 0 0 0,0 0 0 0 0,0-1 0 0 0,0 0 0 0 0,14-6 0 0 0,12-5-795 0 0,-1-3 0 0 0,60-35-1 0 0,-43 21-2688 0 0,-26 17-957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1.5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11519 0 0,'0'0'32'0'0,"0"0"-1"0"0,-1 0 0 0 0,1 0 0 0 0,0 0 0 0 0,-1 0 1 0 0,1 0-1 0 0,0 1 0 0 0,0-1 0 0 0,-1 0 1 0 0,1 0-1 0 0,0 0 0 0 0,0 0 0 0 0,-1 0 0 0 0,1 1 1 0 0,0-1-1 0 0,0 0 0 0 0,0 0 0 0 0,-1 0 1 0 0,1 0-1 0 0,0 1 0 0 0,0-1 0 0 0,0 0 0 0 0,0 0 1 0 0,0 1-1 0 0,-1-1 0 0 0,1 0 0 0 0,0 0 1 0 0,0 1-1 0 0,0-1 0 0 0,0 0 0 0 0,0 1 0 0 0,0-1 1 0 0,0 0-1 0 0,0 0 0 0 0,0 1 0 0 0,0-1 1 0 0,0 0-1 0 0,0 0 0 0 0,0 1 0 0 0,0-1 0 0 0,0 0 1 0 0,0 1-1 0 0,1-1 0 0 0,-1 20 75 0 0,0-17 197 0 0,4 95 1078 0 0,8 380-955 0 0,-21-60-2000 0 0,8-406 1382 0 0,1-7 58 0 0,-1 0 1 0 0,1 0-1 0 0,1 0 1 0 0,-1 0 0 0 0,1 0-1 0 0,1 8 1 0 0,2-12-378 0 0,2-8 389 0 0,3-10 284 0 0,-9 17-161 0 0,114-238 1094 0 0,-30 58-1066 0 0,-70 152-27 0 0,1 1 0 0 0,25-33 0 0 0,-30 46-12 0 0,1 2 0 0 0,0-1 0 0 0,1 2 0 0 0,1-1 0 0 0,0 2 0 0 0,14-10 0 0 0,-15 12 37 0 0,9-5-38 0 0,-1-1-1 0 0,-1 0 1 0 0,20-20 0 0 0,-33 28 83 0 0,-1 0 1 0 0,0 0-1 0 0,0 0 0 0 0,-1-1 0 0 0,0 1 0 0 0,0-1 0 0 0,0 0 0 0 0,-1-1 1 0 0,0 1-1 0 0,0-1 0 0 0,-1 1 0 0 0,0-1 0 0 0,1-13 0 0 0,-3 21-60 0 0,3-38 587 0 0,-3 35-504 0 0,0 0 1 0 0,-1 1-1 0 0,1-1 1 0 0,0 0 0 0 0,-1 0-1 0 0,0 1 1 0 0,1-1-1 0 0,-1 0 1 0 0,0 1-1 0 0,0-1 1 0 0,-2-3 0 0 0,2 6-79 0 0,1 0 0 0 0,0 0 0 0 0,-1 0 0 0 0,1 0 1 0 0,0 0-1 0 0,0 0 0 0 0,-1 0 0 0 0,1 0 0 0 0,0 0 1 0 0,0 0-1 0 0,-1 1 0 0 0,1-1 0 0 0,0 0 0 0 0,0 0 1 0 0,-1 0-1 0 0,1 0 0 0 0,0 0 0 0 0,0 0 0 0 0,0 0 0 0 0,-1 1 1 0 0,1-1-1 0 0,0 0 0 0 0,0 0 0 0 0,0 0 0 0 0,0 1 1 0 0,-1-1-1 0 0,1 0 0 0 0,0 0 0 0 0,0 0 0 0 0,0 1 1 0 0,0-1-1 0 0,0 0 0 0 0,0 0 0 0 0,-1 1 0 0 0,1-1 1 0 0,0 0-1 0 0,0 0 0 0 0,0 1 0 0 0,0-1 0 0 0,0 0 1 0 0,0 0-1 0 0,0 1 0 0 0,-5 14 561 0 0,-22 88-583 0 0,4 2-1 0 0,5 0 1 0 0,5 1 0 0 0,-1 148-1 0 0,14-248 7 0 0,0 35-95 0 0,10 79 1 0 0,-9-110-39 0 0,1 0-1 0 0,0 0 1 0 0,1 0 0 0 0,0-1-1 0 0,1 1 1 0 0,-1-1 0 0 0,2 0 0 0 0,-1 0-1 0 0,2 0 1 0 0,-1-1 0 0 0,1 1-1 0 0,0-1 1 0 0,12 12 0 0 0,1-7-5294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1.7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 6911 0 0,'-14'64'2195'0'0,"6"28"1308"0"0,-11 198-728 0 0,18-219-2916 0 0,3 0 1 0 0,12 77-1 0 0,-8-115-210 0 0,2-7-29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2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12439 0 0,'-8'39'527'0'0,"1"-1"0"0"0,-4 60-1 0 0,8 79-558 0 0,3-112 132 0 0,-1-16-124 0 0,8 218-241 0 0,-1-245-432 0 0,-4-25-73 0 0,-2-11 468 0 0,-15-157 284 0 0,-1-55 1345 0 0,15 225-1329 0 0,1-1 0 0 0,0 1 0 0 0,0 0-1 0 0,0-1 1 0 0,0 1 0 0 0,0 0 0 0 0,0-1 0 0 0,0 1 0 0 0,0 0 0 0 0,1 0 0 0 0,-1-1 0 0 0,0 1-1 0 0,1 0 1 0 0,-1 0 0 0 0,1-1 0 0 0,0 1 0 0 0,-1 0 0 0 0,1 0 0 0 0,0 0 0 0 0,0 0-1 0 0,-1 0 1 0 0,1 0 0 0 0,0 0 0 0 0,0 0 0 0 0,2-1 0 0 0,-1 2-40 0 0,0 0-1 0 0,0 0 1 0 0,0 0 0 0 0,0 0 0 0 0,-1 0 0 0 0,1 0-1 0 0,0 1 1 0 0,0-1 0 0 0,0 1 0 0 0,0-1 0 0 0,-1 1-1 0 0,1 0 1 0 0,0 0 0 0 0,-1 0 0 0 0,1 0 0 0 0,0 0-1 0 0,1 2 1 0 0,23 17-1350 0 0,-11-10 596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2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0 351 11743 0 0,'151'267'2383'0'0,"-84"-153"-1867"0"0,-33-52-249 0 0,16 21-5 0 0,-13-25-147 0 0,-28-43-19 0 0,1-3-7 0 0,2 6-59 0 0,-6-9-20 0 0,0 0-1 0 0,1-1 1 0 0,0 0 0 0 0,1 0 0 0 0,8 8-1 0 0,-15-15-4 0 0,0 0 0 0 0,-1-1-1 0 0,1 1 1 0 0,0 0-1 0 0,-1-1 1 0 0,1 1 0 0 0,0 0-1 0 0,0-1 1 0 0,-1 1 0 0 0,1-1-1 0 0,0 1 1 0 0,0-1 0 0 0,0 1-1 0 0,0-1 1 0 0,0 0 0 0 0,0 1-1 0 0,0-1 1 0 0,0 0-1 0 0,0 0 1 0 0,0 0 0 0 0,0 0-1 0 0,0 0 1 0 0,0 0 0 0 0,0 0-1 0 0,0 0 1 0 0,0 0 0 0 0,1-1-1 0 0,-1 0 18 0 0,0 0 0 0 0,0-1 0 0 0,0 1 0 0 0,0 0 0 0 0,-1-1 0 0 0,1 1 0 0 0,0-1 0 0 0,-1 1 0 0 0,1-1 0 0 0,-1 0 0 0 0,1 1 0 0 0,-1-1 0 0 0,0 1 0 0 0,1-1 0 0 0,-1 0 0 0 0,0-1 0 0 0,5-89 642 0 0,-9-129-1 0 0,3 198-686 0 0,-22-255 23 0 0,1-4 0 0 0,21 272 0 0 0,1-44 0 0 0,0 49 0 0 0,1 1 0 0 0,-1-1 0 0 0,1 1 0 0 0,0-1 0 0 0,1 1 0 0 0,-1-1 0 0 0,1 1 0 0 0,-1 0 0 0 0,4-5 0 0 0,-5 9 0 0 0,1-1-1 0 0,-1 0 1 0 0,1 0-1 0 0,-1 1 1 0 0,1-1-1 0 0,-1 0 1 0 0,1 1-1 0 0,-1-1 1 0 0,1 1 0 0 0,0-1-1 0 0,-1 1 1 0 0,1-1-1 0 0,0 1 1 0 0,0-1-1 0 0,-1 1 1 0 0,1 0-1 0 0,0-1 1 0 0,0 1-1 0 0,0 0 1 0 0,-1 0-1 0 0,1 0 1 0 0,0-1-1 0 0,0 1 1 0 0,0 0-1 0 0,0 0 1 0 0,0 0-1 0 0,1 1-2 0 0,0-1 0 0 0,0 1-1 0 0,-1 0 1 0 0,1-1-1 0 0,-1 1 1 0 0,1 0-1 0 0,0 0 1 0 0,-1 0-1 0 0,0 0 1 0 0,1 0-1 0 0,1 3 1 0 0,4 3-93 0 0,-1 0 0 0 0,0 1 0 0 0,6 12 0 0 0,58 105-2462 0 0,-55-102 1674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3.0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1 182 8895 0 0,'19'-6'433'0'0,"0"0"-1"0"0,1 2 0 0 0,0 0 1 0 0,0 1-1 0 0,34 0 1 0 0,-25 1 270 0 0,-10 1-374 0 0,228-25 2551 0 0,-209 19-2537 0 0,-1-1-1 0 0,0-1 1 0 0,-1-2 0 0 0,53-24-1 0 0,-84 32-323 0 0,0 0 0 0 0,-1 1 1 0 0,1-1-1 0 0,-1-1 0 0 0,6-4 0 0 0,-9 7-17 0 0,-1 1 0 0 0,1-1 0 0 0,-1 1-1 0 0,1-1 1 0 0,-1 0 0 0 0,1 1 0 0 0,-1-1 0 0 0,0 0 0 0 0,1 1-1 0 0,-1-1 1 0 0,0 0 0 0 0,1 0 0 0 0,-1 1 0 0 0,0-1 0 0 0,0 0-1 0 0,0 0 1 0 0,0 1 0 0 0,0-1 0 0 0,0-1 0 0 0,0 1 0 0 0,0 1 1 0 0,-1-1 0 0 0,1 0-1 0 0,-1 0 1 0 0,1 1 0 0 0,-1-1-1 0 0,1 0 1 0 0,-1 1-1 0 0,1-1 1 0 0,-1 0 0 0 0,0 1-1 0 0,1-1 1 0 0,-1 1 0 0 0,0-1-1 0 0,0 1 1 0 0,1 0-1 0 0,-1-1 1 0 0,0 1 0 0 0,0 0-1 0 0,0-1 1 0 0,1 1 0 0 0,-2 0-1 0 0,-7-2-65 0 0,0 0 0 0 0,0 1 0 0 0,0 0-1 0 0,0 0 1 0 0,0 1 0 0 0,0 0 0 0 0,-1 1 0 0 0,1 0 0 0 0,0 0-1 0 0,0 1 1 0 0,1 1 0 0 0,-1-1 0 0 0,-15 8 0 0 0,4-2-145 0 0,0 2 1 0 0,1 1 0 0 0,1 0-1 0 0,-31 24 1 0 0,32-20 185 0 0,1 1 0 0 0,0 1 0 0 0,1 0 1 0 0,1 1-1 0 0,1 0 0 0 0,1 1 0 0 0,0 1 0 0 0,1 0 1 0 0,-13 36-1 0 0,13-26 49 0 0,1 2-1 0 0,1-1 1 0 0,2 1 0 0 0,2 0 0 0 0,1 1-1 0 0,-1 36 1 0 0,6-44 12 0 0,0 1-1 0 0,2-1 1 0 0,0 0-1 0 0,2 0 0 0 0,1-1 1 0 0,16 44-1 0 0,-15-50 89 0 0,0-1 0 0 0,2 0-1 0 0,0 0 1 0 0,1-1 0 0 0,1 0-1 0 0,1-1 1 0 0,0 0 0 0 0,0-1 0 0 0,25 21-1 0 0,-26-27 15 0 0,1 0-1 0 0,1 0 0 0 0,-1-1 1 0 0,1-1-1 0 0,0 0 0 0 0,1 0 1 0 0,-1-2-1 0 0,1 0 0 0 0,0 0 1 0 0,0-1-1 0 0,1-1 0 0 0,-1 0 1 0 0,0-1-1 0 0,1-1 0 0 0,22-2 1 0 0,-36 2-152 0 0,-1 0 0 0 0,1 0 0 0 0,0 0 1 0 0,0 0-1 0 0,-1 0 0 0 0,1 0 1 0 0,0-1-1 0 0,0 1 0 0 0,-1 0 0 0 0,1 0 1 0 0,0-1-1 0 0,0 1 0 0 0,-1-1 0 0 0,1 1 1 0 0,-1-1-1 0 0,1 1 0 0 0,0-1 1 0 0,-1 1-1 0 0,1-1 0 0 0,0-1 0 0 0,-1 2-216 0 0,0-1 0 0 0,0 1-1 0 0,0-1 1 0 0,0 0-1 0 0,0 1 1 0 0,0-1-1 0 0,0 0 1 0 0,0 1-1 0 0,0-1 1 0 0,0 1 0 0 0,0-1-1 0 0,0 0 1 0 0,-1 1-1 0 0,1-1 1 0 0,0 1-1 0 0,0-1 1 0 0,-1 1-1 0 0,1-1 1 0 0,-4-3-1365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3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89 16351 0 0,'16'-7'1456'0'0,"0"-1"-1168"0"0,-1 3-224 0 0,-4 4-64 0 0,0-2 160 0 0,5-1 16 0 0,9-3 8 0 0,19-2 0 0 0,12-5-96 0 0,9 2-24 0 0,2 1 0 0 0,-5 6-5144 0 0,-8 2-1032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7.0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0 11975 0 0,'-6'7'127'0'0,"-1"0"-1"0"0,2 0 0 0 0,-1 1 1 0 0,1 0-1 0 0,0 0 0 0 0,0 0 1 0 0,1 0-1 0 0,0 1 0 0 0,1 0 1 0 0,0 0-1 0 0,-2 11 1 0 0,0 9 10 0 0,1 0 1 0 0,1 40 0 0 0,1-28 136 0 0,-16 479 178 0 0,54 560 0 0 0,-33-1059-426 0 0,1 29 47 0 0,-4-48-72 0 0,0 1-1 0 0,0 0 1 0 0,0 0-1 0 0,0-1 1 0 0,-1 1-1 0 0,0 0 1 0 0,1-1 0 0 0,-1 1-1 0 0,0 0 1 0 0,0-1-1 0 0,0 1 1 0 0,0-1-1 0 0,-3 4 1 0 0,3-5-23 0 0,1-1 0 0 0,-1 1 0 0 0,0 0 0 0 0,1-1 1 0 0,-1 1-1 0 0,0-1 0 0 0,0 1 0 0 0,1-1 0 0 0,-1 1 0 0 0,0-1 0 0 0,0 1 0 0 0,0-1 1 0 0,0 0-1 0 0,0 0 0 0 0,0 1 0 0 0,1-1 0 0 0,-1 0 0 0 0,0 0 0 0 0,0 0 0 0 0,0 0 0 0 0,0 0 1 0 0,0 0-1 0 0,0 0 0 0 0,0 0 0 0 0,0-1 0 0 0,0 1 0 0 0,0 0 0 0 0,0-1 0 0 0,1 1 1 0 0,-3-1-1 0 0,1 0-128 0 0,-1-1 0 0 0,1 0 0 0 0,0 1 1 0 0,-1-1-1 0 0,1 0 0 0 0,0 0 0 0 0,0 0 1 0 0,0 0-1 0 0,-1-3 0 0 0,-4-4-425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7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23 371 7367 0 0,'-8'-4'424'0'0,"-6"-5"-127"0"0,14 5 305 0 0,10 0 817 0 0,158-32 649 0 0,-69 16-2190 0 0,287-44 236 0 0,-243 44 30 0 0,1108-130 1347 0 0,10 91 46 0 0,-239 73 658 0 0,-367-2-1321 0 0,26-32-546 0 0,-591 18-311 0 0,-85 2-210 0 0,4 1-94 0 0,30 4-1178 0 0,-21-2-4602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7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 15319 0 0,'0'-11'737'0'0,"0"-3"320"0"0,2 15-396 0 0,1 8 148 0 0,6 18-25 0 0,3 30-714 0 0,29 238-60 0 0,8 650 560 0 0,-11-145 428 0 0,22-249-192 0 0,-46-412-1149 0 0,-13-137 299 0 0,-1 1-1 0 0,1 0 1 0 0,-1 0-1 0 0,0 0 1 0 0,0 0 0 0 0,0 0-1 0 0,-1-1 1 0 0,1 1 0 0 0,-1 0-1 0 0,0 3 1 0 0,-1 1-147 0 0,2-6 106 0 0,0-1 1 0 0,-1 1-1 0 0,1 0 0 0 0,0 0 1 0 0,0 0-1 0 0,0 0 0 0 0,-1 0 0 0 0,1-1 1 0 0,0 1-1 0 0,-1 0 0 0 0,1 0 1 0 0,0 0-1 0 0,-1-1 0 0 0,1 1 0 0 0,-1 0 1 0 0,0 0-1 0 0,1-1 0 0 0,-1 1 1 0 0,1-1-1 0 0,-1 1 0 0 0,0 0 0 0 0,0-1 1 0 0,1 1-1 0 0,-2-1 0 0 0,0 1-283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8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89 477 16271 0 0,'-33'3'807'0'0,"25"-3"-612"0"0,0 1 1 0 0,0 0-1 0 0,0 0 1 0 0,-16 5-1 0 0,25-5-288 0 0,8 1 26 0 0,12-2-21 0 0,56-8-40 0 0,129-32 1 0 0,-106 18 162 0 0,1132-176 1926 0 0,12 82-294 0 0,1031 9 250 0 0,-1156 117-1986 0 0,-916 7-1758 0 0,-80-5-3184 0 0,-111-11 3009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39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0 13159 0 0,'-6'3'88'0'0,"0"0"-1"0"0,1 0 0 0 0,-1 0 0 0 0,1 1 0 0 0,-1 0 1 0 0,1 0-1 0 0,0 0 0 0 0,0 0 0 0 0,1 1 0 0 0,0 0 1 0 0,-1 0-1 0 0,2 0 0 0 0,-1 1 0 0 0,-3 6 0 0 0,-3 6-204 0 0,2 0 0 0 0,0 0 0 0 0,-8 28 0 0 0,5-4 72 0 0,1 0-1 0 0,3 1 0 0 0,-3 62 1 0 0,7 134-95 0 0,4-220 126 0 0,11 324-49 0 0,-5-274 35 0 0,2 1 0 0 0,36 129-1 0 0,-5-91-259 0 0,-29-88-5 0 0,30 37-10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2.8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602 62 8063 0 0,'-3'-4'151'0'0,"0"0"0"0"0,0 0 0 0 0,0 0 0 0 0,-1 0 1 0 0,1 1-1 0 0,-1-1 0 0 0,0 1 0 0 0,0 0 0 0 0,0 0 0 0 0,0 0 0 0 0,-1 1 0 0 0,1 0 0 0 0,-1 0 0 0 0,1 0 0 0 0,-1 0 0 0 0,0 1 0 0 0,-7-2 0 0 0,-1 0-42 0 0,0 1 1 0 0,0 0 0 0 0,0 1-1 0 0,0 1 1 0 0,-20 1-1 0 0,17 1-118 0 0,0 1 0 0 0,-1 1 0 0 0,1 0-1 0 0,0 1 1 0 0,-28 14 0 0 0,-73 47-146 0 0,55-30 267 0 0,37-23-27 0 0,-28 18 586 0 0,48-28-520 0 0,0 0 0 0 0,1 1 0 0 0,0-1 0 0 0,-1 1 0 0 0,2 0 0 0 0,-1 1-1 0 0,0-1 1 0 0,-3 6 0 0 0,7-9-120 0 0,-1 0-1 0 0,1 0 0 0 0,0 0 1 0 0,0 1-1 0 0,0-1 0 0 0,0 0 1 0 0,-1 0-1 0 0,1 0 0 0 0,1 0 1 0 0,-1 0-1 0 0,0 0 0 0 0,0 0 1 0 0,0 1-1 0 0,0-1 0 0 0,1 0 1 0 0,-1 0-1 0 0,1 0 0 0 0,-1 0 1 0 0,1 0-1 0 0,-1 0 0 0 0,1 0 1 0 0,-1 0-1 0 0,1 0 0 0 0,0 0 1 0 0,0-1-1 0 0,-1 1 0 0 0,1 0 1 0 0,0 0-1 0 0,0-1 0 0 0,0 1 1 0 0,0 0-1 0 0,0-1 0 0 0,1 1 1 0 0,43 24-66 0 0,-32-19 70 0 0,71 44-115 0 0,-43-20 68 0 0,-21-13-3 0 0,73 64-30 0 0,-75-64 45 0 0,43 38 0 0 0,98 119 0 0 0,-156-170 6 0 0,6 7 226 0 0,-1 0-1 0 0,0 1 1 0 0,-1 0-1 0 0,9 20 0 0 0,-14-29-182 0 0,-1 0-1 0 0,0 0 0 0 0,0 0 0 0 0,-1 0 1 0 0,1 0-1 0 0,-1 0 0 0 0,0 0 0 0 0,1 0 1 0 0,-1 0-1 0 0,0 1 0 0 0,-1-1 0 0 0,1 0 0 0 0,-1 0 1 0 0,1 0-1 0 0,-1 0 0 0 0,0 0 0 0 0,0 0 1 0 0,0 0-1 0 0,-1 0 0 0 0,1-1 0 0 0,0 1 0 0 0,-1 0 1 0 0,0-1-1 0 0,0 1 0 0 0,0-1 0 0 0,-2 3 1 0 0,-3 1 189 0 0,0 0 1 0 0,0 0-1 0 0,0 0 0 0 0,0-1 1 0 0,-1 0-1 0 0,0-1 1 0 0,0 0-1 0 0,0 0 1 0 0,0-1-1 0 0,-1 0 1 0 0,0 0-1 0 0,-12 2 1 0 0,1-3 76 0 0,1 0 1 0 0,-1-2 0 0 0,0 0-1 0 0,-31-4 1 0 0,13 2-197 0 0,46 1-931 0 0,-1-1 0 0 0,0 0 0 0 0,0 0 0 0 0,0-1 0 0 0,0 0 0 0 0,8-4 0 0 0,11-5-1112 0 0,-10 5 196 0 0,1 0-2855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3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125 377 13215 0 0,'7'-3'944'0'0,"8"-4"-624"0"0,0-1 0 0 0,0-1 0 0 0,17-13 0 0 0,-23 14-266 0 0,1-1-1 0 0,-2-1 0 0 0,1 0 1 0 0,-2 0-1 0 0,1 0 0 0 0,-1-1 1 0 0,-1 0-1 0 0,0 0 0 0 0,0-1 1 0 0,-1 0-1 0 0,-1 0 1 0 0,4-13-1 0 0,-7 19-43 0 0,0 0 1 0 0,1 0-1 0 0,-2-1 0 0 0,1 1 1 0 0,-1 0-1 0 0,0 0 0 0 0,0-1 1 0 0,-1 1-1 0 0,0 0 0 0 0,0 0 1 0 0,0 0-1 0 0,-1 0 1 0 0,0 0-1 0 0,0 0 0 0 0,0 0 1 0 0,-1 0-1 0 0,0 1 0 0 0,0-1 1 0 0,0 1-1 0 0,-1 0 0 0 0,0 0 1 0 0,0 0-1 0 0,0 1 1 0 0,-1-1-1 0 0,1 1 0 0 0,-9-6 1 0 0,10 8-27 0 0,-1-1 1 0 0,0 1-1 0 0,-1 0 1 0 0,1 0-1 0 0,0 1 1 0 0,0-1-1 0 0,-1 1 1 0 0,1 0-1 0 0,-1 0 1 0 0,1 0-1 0 0,-1 1 1 0 0,1-1-1 0 0,-1 1 1 0 0,0 0-1 0 0,1 1 1 0 0,-1-1-1 0 0,1 1 1 0 0,-1 0-1 0 0,1 0 0 0 0,-1 0 1 0 0,1 1-1 0 0,0-1 1 0 0,-1 1-1 0 0,1 0 1 0 0,0 0-1 0 0,0 1 1 0 0,-5 3-1 0 0,1 1-64 0 0,-1-1 0 0 0,1 2 0 0 0,0-1-1 0 0,0 1 1 0 0,1 0 0 0 0,0 1-1 0 0,1 0 1 0 0,0 0 0 0 0,0 0 0 0 0,-6 15-1 0 0,5-5 80 0 0,1-1-1 0 0,0 2 1 0 0,2-1-1 0 0,0 1 1 0 0,1-1-1 0 0,1 1 1 0 0,1 0-1 0 0,1 22 1 0 0,1-24 81 0 0,1-1 1 0 0,0 1-1 0 0,2 0 1 0 0,-1-1 0 0 0,2 0-1 0 0,1 0 1 0 0,0 0-1 0 0,1-1 1 0 0,11 20-1 0 0,-14-29-44 0 0,1-1 0 0 0,-1 1 0 0 0,1-1-1 0 0,0 0 1 0 0,0-1 0 0 0,1 1 0 0 0,0-1-1 0 0,0 0 1 0 0,0 0 0 0 0,1-1-1 0 0,-1 0 1 0 0,1 0 0 0 0,0-1 0 0 0,0 0-1 0 0,1 0 1 0 0,-1 0 0 0 0,15 2 0 0 0,-14-4-51 0 0,1 0 0 0 0,-1-1 0 0 0,1 0 0 0 0,-1 0 0 0 0,0-1 0 0 0,1 0 0 0 0,-1 0 0 0 0,1-1-1 0 0,-1-1 1 0 0,0 1 0 0 0,0-1 0 0 0,0 0 0 0 0,-1-1 0 0 0,1 0 0 0 0,-1 0 0 0 0,8-6 0 0 0,-6 3-271 0 0,0 0-1 0 0,-1-1 1 0 0,11-12-1 0 0,6-12-4151 0 0,-11 10-174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3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133 465 9671 0 0,'-2'1'192'0'0,"-1"1"0"0"0,1 0 0 0 0,0-1 0 0 0,0 1-1 0 0,0-1 1 0 0,-1 0 0 0 0,1 1 0 0 0,-1-1 0 0 0,1 0 0 0 0,-1-1-1 0 0,0 1 1 0 0,1 0 0 0 0,-1-1 0 0 0,0 1 0 0 0,1-1 0 0 0,-1 0-1 0 0,0 0 1 0 0,1 0 0 0 0,-1 0 0 0 0,0-1 0 0 0,1 1-1 0 0,-1-1 1 0 0,0 1 0 0 0,1-1 0 0 0,-4-1 0 0 0,3 0-113 0 0,0 0-1 0 0,0 0 1 0 0,0 0 0 0 0,0 0 0 0 0,0-1 0 0 0,0 1 0 0 0,0-1-1 0 0,1 0 1 0 0,-1 0 0 0 0,1 0 0 0 0,0 0 0 0 0,0 0 0 0 0,0 0 0 0 0,0-1-1 0 0,1 1 1 0 0,-1 0 0 0 0,-1-7 0 0 0,-2-10-186 0 0,1-1 1 0 0,0 0-1 0 0,-1-38 1 0 0,5 46 55 0 0,0 0 1 0 0,1 0-1 0 0,1 0 0 0 0,0 0 1 0 0,0 0-1 0 0,1 1 1 0 0,7-18-1 0 0,-6 21 56 0 0,1 1-1 0 0,1-1 1 0 0,-1 1-1 0 0,1 0 0 0 0,1 1 1 0 0,-1-1-1 0 0,1 1 1 0 0,1 1-1 0 0,-1-1 1 0 0,1 1-1 0 0,12-7 1 0 0,13-6-29 0 0,54-24 1 0 0,-83 41 15 0 0,18-8-1183 0 0,-3 1-3873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4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11 311 3679 0 0,'-1'2'-190'0'0,"-6"25"1538"0"0,6-21 668 0 0,0 0 1 0 0,1 1-1 0 0,0-1 0 0 0,0 11 0 0 0,4 16-1681 0 0,0 0-1 0 0,2 0 1 0 0,19 58-1 0 0,-18-71-337 0 0,1 0 0 0 0,0-1 0 0 0,2 0 0 0 0,0 0 0 0 0,1-1 0 0 0,1 0-1 0 0,17 18 1 0 0,-13-20-25 0 0,-13-13-112 0 0,9 2-28 0 0,40 12 0 0 0,-50-16 155 0 0,0-1 0 0 0,-1 1 0 0 0,1-1 0 0 0,0 0 0 0 0,0 0 0 0 0,0 0-1 0 0,0 0 1 0 0,0 0 0 0 0,0 0 0 0 0,-1 0 0 0 0,1-1 0 0 0,0 1 0 0 0,0 0 0 0 0,0-1 0 0 0,-1 0-1 0 0,1 1 1 0 0,0-1 0 0 0,0 0 0 0 0,-1 0 0 0 0,1 0 0 0 0,-1 0 0 0 0,1 0 0 0 0,-1-1 0 0 0,3-1-1 0 0,-1-1-12 0 0,0 0 0 0 0,0-1 0 0 0,-1 1 0 0 0,1-1 0 0 0,-1 1 0 0 0,2-7 0 0 0,-2 6 7 0 0,5-13 84 0 0,-2-1 1 0 0,0-1-1 0 0,-1 1 0 0 0,3-35 1 0 0,-3-80 604 0 0,-5 82-427 0 0,-1 29-78 0 0,2-1 0 0 0,0 0 0 0 0,2 1 0 0 0,7-38 0 0 0,-9 60-168 0 0,0 0 0 0 0,1 1 0 0 0,-1-1 0 0 0,0 0 0 0 0,0 0-1 0 0,0 1 1 0 0,1-1 0 0 0,-1 0 0 0 0,0 1 0 0 0,1-1 0 0 0,-1 1 0 0 0,1-1 0 0 0,-1 0-1 0 0,1 1 1 0 0,-1-1 0 0 0,1 1 0 0 0,-1-1 0 0 0,1 1 0 0 0,-1-1 0 0 0,1 1 0 0 0,0 0-1 0 0,-1-1 1 0 0,1 1 0 0 0,0 0 0 0 0,-1-1 0 0 0,1 1 0 0 0,1 0 0 0 0,-1 0-53 0 0,0 0 1 0 0,1 0 0 0 0,-1 0 0 0 0,0 0 0 0 0,1 1-1 0 0,-1-1 1 0 0,0 1 0 0 0,1-1 0 0 0,-1 1-1 0 0,0-1 1 0 0,0 1 0 0 0,0 0 0 0 0,2 1 0 0 0,5 4-453 0 0,0 1 1 0 0,-1 0 0 0 0,8 10-1 0 0,-12-13 254 0 0,0 0 135 0 0,19 20-1604 0 0,33 30 0 0 0,-46-47 1513 0 0,0 0 0 0 0,1 0 0 0 0,0-1 0 0 0,0 0 0 0 0,0-1 0 0 0,1 0 0 0 0,14 5 0 0 0,-12-6 532 0 0,1 0 0 0 0,-1-1 0 0 0,16 2 0 0 0,-24-5-102 0 0,1 0 0 0 0,-1 0-1 0 0,0 0 1 0 0,1-1 0 0 0,-1 1 0 0 0,0-1-1 0 0,0-1 1 0 0,1 1 0 0 0,-1-1 0 0 0,0 0 0 0 0,6-3-1 0 0,2-3 105 0 0,0 0-1 0 0,-1-1 1 0 0,1 0-1 0 0,-2-1 1 0 0,0 0-1 0 0,0-1 1 0 0,-1-1-1 0 0,0 1 1 0 0,-1-2-1 0 0,0 1 0 0 0,9-18 1 0 0,-9 12-196 0 0,-1 0-1 0 0,0 0 1 0 0,-1-1 0 0 0,-1 0-1 0 0,-1 0 1 0 0,0-1 0 0 0,-2 0-1 0 0,2-23 1 0 0,-4 36-105 0 0,-1 0 1 0 0,0 0 0 0 0,0 0-1 0 0,-1 0 1 0 0,0 0 0 0 0,0 0-1 0 0,-3-8 1 0 0,4 14-31 0 0,-1-1 1 0 0,0 0-1 0 0,1 1 1 0 0,-1 0-1 0 0,0-1 1 0 0,0 1-1 0 0,0 0 0 0 0,0-1 1 0 0,0 1-1 0 0,-1 0 1 0 0,1 0-1 0 0,0 0 1 0 0,0 0-1 0 0,-1 0 1 0 0,1 0-1 0 0,0 0 1 0 0,-1 0-1 0 0,1 1 0 0 0,-1-1 1 0 0,0 1-1 0 0,1-1 1 0 0,-1 1-1 0 0,1-1 1 0 0,-1 1-1 0 0,0 0 1 0 0,1 0-1 0 0,-1 0 1 0 0,0 0-1 0 0,1 0 1 0 0,-1 0-1 0 0,1 0 0 0 0,-1 0 1 0 0,0 1-1 0 0,-2 0 1 0 0,-6 2-101 0 0,0 1 0 0 0,0 0 0 0 0,1 0 0 0 0,-1 1 0 0 0,1 0 0 0 0,1 0-1 0 0,-1 1 1 0 0,1 1 0 0 0,0-1 0 0 0,-12 14 0 0 0,4-4-82 0 0,1 1 0 0 0,1 1-1 0 0,-22 37 1 0 0,23-30 181 0 0,0 1 0 0 0,2 0-1 0 0,-15 49 1 0 0,22-61 118 0 0,1 0 1 0 0,0 0-1 0 0,1 0 1 0 0,1 1 0 0 0,0-1-1 0 0,1 0 1 0 0,0 1-1 0 0,2-1 1 0 0,3 21-1 0 0,-2-25 8 0 0,1-1 0 0 0,0 1 0 0 0,1-1 1 0 0,0 0-1 0 0,0-1 0 0 0,1 1 0 0 0,0-1 0 0 0,11 13 0 0 0,-13-18 91 0 0,9 6-19 0 0,41 26-81 0 0,-40-26-40 0 0,2-7-5 0 0,51 9-76 0 0,-65-10-18 0 0,0-1 0 0 0,0 1 0 0 0,0-1-1 0 0,1 0 1 0 0,-1 0 0 0 0,0 0 0 0 0,0 0 0 0 0,0 0 0 0 0,1 0-1 0 0,3-2 1 0 0,44-10-446 0 0,-14-4-32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4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93 777 11055 0 0,'1'25'7596'0'0,"-3"-37"-7286"0"0,-80-324 544 0 0,79 321-787 0 0,0 1 0 0 0,1 0 0 0 0,1 0 0 0 0,0-1 0 0 0,2-14 0 0 0,-1 23-26 0 0,1 0 1 0 0,0 0-1 0 0,1 0 1 0 0,-1 1-1 0 0,1-1 1 0 0,0 0-1 0 0,1 1 1 0 0,-1-1-1 0 0,1 1 1 0 0,0 0-1 0 0,1 0 1 0 0,-1 0-1 0 0,1 0 1 0 0,7-7-1 0 0,9-5 19 0 0,0 0 0 0 0,1 1 0 0 0,39-21 0 0 0,74-32-315 0 0,-127 66 246 0 0,145-65-920 0 0,-69 31 386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47 13215 0 0,'12'-3'726'0'0,"0"1"0"0"0,21-2-1 0 0,-33 4-718 0 0,266-16 871 0 0,-127 8 254 0 0,-82 5-467 0 0,162-7 792 0 0,-160 10-1315 0 0,100 13 0 0 0,-131-7-137 0 0,32 10 1 0 0,24 6-58 0 0,-74-21-271 0 0,0 1 0 0 0,0-1 0 0 0,0-1 0 0 0,0 0 0 0 0,0-1 0 0 0,15-2 0 0 0,-2-3-799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8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530 289 5527 0 0,'-15'-12'832'0'0,"-1"2"0"0"0,0 0 0 0 0,-1 0 0 0 0,0 2 0 0 0,-19-8 0 0 0,30 14-802 0 0,-1 1-1 0 0,1-1 0 0 0,-1 1 0 0 0,1 0 0 0 0,-1 0 0 0 0,0 1 0 0 0,1 0 0 0 0,-1 0 0 0 0,1 1 0 0 0,-1 0 0 0 0,1 0 0 0 0,-1 0 0 0 0,1 1 0 0 0,-1 0 0 0 0,1 0 0 0 0,0 0 0 0 0,0 1 0 0 0,-7 4 0 0 0,-1 3-43 0 0,0 0 0 0 0,0 1-1 0 0,1 0 1 0 0,0 1 0 0 0,1 1-1 0 0,1 0 1 0 0,0 1 0 0 0,0 0-1 0 0,2 0 1 0 0,0 1 0 0 0,0 0-1 0 0,-12 32 1 0 0,9-14 121 0 0,2 0 0 0 0,1 0 0 0 0,1 1 0 0 0,2 0 0 0 0,-3 55 0 0 0,8-63 155 0 0,2 1-1 0 0,0-1 1 0 0,2 0 0 0 0,0 0-1 0 0,15 50 1 0 0,-14-63-134 0 0,0 0-1 0 0,1 0 1 0 0,1 0 0 0 0,0-1 0 0 0,0 0-1 0 0,2-1 1 0 0,-1 1 0 0 0,1-1 0 0 0,1-1 0 0 0,0 1-1 0 0,1-2 1 0 0,18 17 0 0 0,-23-23 81 0 0,12 3-9 0 0,52 16-32 0 0,-67-21-150 0 0,1 0 0 0 0,-1 0-1 0 0,1 0 1 0 0,0-1-1 0 0,-1 1 1 0 0,1-1 0 0 0,0 0-1 0 0,5 1 1 0 0,6-1 34 0 0,0-1 0 0 0,0 0 0 0 0,0 0 0 0 0,1-1 1 0 0,-1-1-1 0 0,-1-1 0 0 0,1 0 0 0 0,0 0 0 0 0,24-14 0 0 0,-14 2 34 0 0,-2-1 0 0 0,0-1 0 0 0,-1-1 0 0 0,-1-1 0 0 0,0-1 1 0 0,-2-1-1 0 0,-1 0 0 0 0,0-1 0 0 0,-2-1 0 0 0,0-1 0 0 0,-2 0 0 0 0,-1-1 0 0 0,-1 0 0 0 0,11-42 0 0 0,-13 38 13 0 0,-2 0 1 0 0,-1-1-1 0 0,-2 0 1 0 0,-1 0-1 0 0,-1 0 1 0 0,-2-1-1 0 0,-1 1 1 0 0,-1 0-1 0 0,-2 0 1 0 0,-1 0-1 0 0,-1 0 1 0 0,-21-59-1 0 0,20 75-85 0 0,0 0 0 0 0,-1 1 0 0 0,0 0 0 0 0,-1 0-1 0 0,-1 1 1 0 0,0 0 0 0 0,-1 0 0 0 0,0 1 0 0 0,-1 1-1 0 0,0 0 1 0 0,-1 1 0 0 0,0 0 0 0 0,-28-16 0 0 0,28 20-35 0 0,1 0 1 0 0,-1 0 0 0 0,0 2-1 0 0,0-1 1 0 0,0 2 0 0 0,-1 0 0 0 0,0 0-1 0 0,1 1 1 0 0,-1 1 0 0 0,0 0-1 0 0,0 1 1 0 0,0 1 0 0 0,1 0-1 0 0,-1 1 1 0 0,0 0 0 0 0,-25 8-1 0 0,19-2-78 0 0,1 1 0 0 0,0 0-1 0 0,1 1 1 0 0,0 1-1 0 0,0 1 1 0 0,1 0 0 0 0,1 2-1 0 0,0 0 1 0 0,-16 18 0 0 0,18-17-185 0 0,2 0 1 0 0,-1 1 0 0 0,2 1-1 0 0,0 0 1 0 0,1 0 0 0 0,1 1 0 0 0,1 0-1 0 0,0 1 1 0 0,-9 34 0 0 0,6 12-707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6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 1 2471 0 0,'-14'47'202'0'0,"8"-27"-92"0"0,0 0-1 0 0,-1 0 1 0 0,-15 30-1 0 0,21-49-88 0 0,0 1 0 0 0,0-1 0 0 0,0 1 0 0 0,0-1 0 0 0,0 0 0 0 0,0 0-1 0 0,0 1 1 0 0,0-1 0 0 0,0 0 0 0 0,-3 1 0 0 0,4-1-3 0 0,0-1 0 0 0,-1 0 0 0 0,1 0 1 0 0,-1 0-1 0 0,1 0 0 0 0,0 0 0 0 0,-1 0 0 0 0,1 0 1 0 0,-1 0-1 0 0,1 0 0 0 0,0 0 0 0 0,-1 0 1 0 0,1 0-1 0 0,0 0 0 0 0,-1 0 0 0 0,1 0 0 0 0,-1 0 1 0 0,1 0-1 0 0,0 0 0 0 0,-1-1 0 0 0,1 1 1 0 0,0 0-1 0 0,-1 0 0 0 0,1 0 0 0 0,0-1 0 0 0,-1 1 1 0 0,1-1-1 0 0,-3-2 78 0 0,1 0-1 0 0,0 0 1 0 0,0 0 0 0 0,1-1-1 0 0,-1 1 1 0 0,1-1 0 0 0,-2-3-1 0 0,-2-6-261 0 0,5 10 153 0 0,-1 1-1 0 0,0 0 0 0 0,0 0 1 0 0,0-1-1 0 0,-1 1 1 0 0,1 0-1 0 0,0 0 0 0 0,-1 0 1 0 0,0 1-1 0 0,1-1 1 0 0,-1 0-1 0 0,0 0 1 0 0,0 1-1 0 0,0-1 0 0 0,0 1 1 0 0,0 0-1 0 0,0-1 1 0 0,-4 0-1 0 0,2 1 152 0 0,-1 0 0 0 0,1 1 0 0 0,-1 0 0 0 0,0 0 0 0 0,1 0 0 0 0,-1 0 1 0 0,1 1-1 0 0,-1 0 0 0 0,-5 1 0 0 0,-7 1 299 0 0,-1 0 0 0 0,0-1 0 0 0,0-1 0 0 0,0-1 0 0 0,0-1 0 0 0,0 0 0 0 0,0-1 1 0 0,1-1-1 0 0,-1-1 0 0 0,1 0 0 0 0,-24-10 0 0 0,31 10-338 0 0,-39-11 406 0 0,47 14-495 0 0,0 1 0 0 0,-1-1-1 0 0,1 1 1 0 0,0 0 0 0 0,-1-1 0 0 0,1 1 0 0 0,0 0 0 0 0,-1 1 0 0 0,1-1-1 0 0,0 0 1 0 0,-1 1 0 0 0,1-1 0 0 0,0 1 0 0 0,0 0 0 0 0,-1 0 0 0 0,1 0-1 0 0,-3 1 1 0 0,5-1-54 0 0,-1 0-1 0 0,0 0 1 0 0,1 0-1 0 0,-1 1 1 0 0,0-1-1 0 0,1 0 1 0 0,-1 0-1 0 0,1 0 1 0 0,0 1-1 0 0,-1-1 1 0 0,1 0-1 0 0,0 0 1 0 0,0 1-1 0 0,0-1 1 0 0,0 0 0 0 0,0 0-1 0 0,0 1 1 0 0,0-1-1 0 0,0 0 1 0 0,1 0-1 0 0,-1 1 1 0 0,0-1-1 0 0,1 0 1 0 0,-1 0-1 0 0,1 0 1 0 0,-1 0-1 0 0,1 1 1 0 0,0-1-1 0 0,1 1 1 0 0,6 15-3678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735 39 919 0 0,'-10'-7'4558'0'0,"10"6"-4273"0"0,-1 1 0 0 0,1-1 0 0 0,0 0 0 0 0,0 1-1 0 0,-1-1 1 0 0,1 0 0 0 0,0 0 0 0 0,0 1 0 0 0,0-1 0 0 0,0 0 0 0 0,0 0-1 0 0,-1 1 1 0 0,2-1 0 0 0,-1 0 0 0 0,0 0 0 0 0,0 0 0 0 0,0 1-1 0 0,0-2 1 0 0,1-8 1348 0 0,-1 10-1583 0 0,-1-1 0 0 0,1 1-1 0 0,-1-1 1 0 0,1 1 0 0 0,-1-1 0 0 0,1 1-1 0 0,-1-1 1 0 0,1 1 0 0 0,-1 0 0 0 0,1-1 0 0 0,-1 1-1 0 0,0 0 1 0 0,1 0 0 0 0,-1-1 0 0 0,1 1 0 0 0,-1 0-1 0 0,0 0 1 0 0,1 0 0 0 0,-1 0 0 0 0,0 0-1 0 0,1 0 1 0 0,-1 0 0 0 0,0 0 0 0 0,1 0 0 0 0,-1 0-1 0 0,-1 0 1 0 0,-19 1 306 0 0,-11 6-291 0 0,1 0-1 0 0,0 3 1 0 0,-42 17-1 0 0,-16 5 15 0 0,9-11 49 0 0,-2-4 0 0 0,-131 11 0 0 0,203-27-91 0 0,6-1-41 0 0,1 0-1 0 0,0 0 1 0 0,0 0-1 0 0,-1 1 1 0 0,1-1-1 0 0,0 1 1 0 0,0 0-1 0 0,0 0 0 0 0,0 0 1 0 0,0 0-1 0 0,-5 3 1 0 0,8-4-25 0 0,0 1 0 0 0,-1-1-1 0 0,1 0 1 0 0,0 0 0 0 0,0 0 0 0 0,0 0 0 0 0,0 0 0 0 0,0 0 0 0 0,0 0-1 0 0,0 0 1 0 0,0 0 0 0 0,0 0 0 0 0,0 0 0 0 0,0 1 0 0 0,0-1-1 0 0,0 0 1 0 0,0 0 0 0 0,0 0 0 0 0,0 0 0 0 0,0 0 0 0 0,0 0 0 0 0,0 0-1 0 0,0 0 1 0 0,0 1 0 0 0,0-1 0 0 0,0 0 0 0 0,0 0 0 0 0,0 0-1 0 0,0 0 1 0 0,0 0 0 0 0,0 0 0 0 0,0 0 0 0 0,0 0 0 0 0,0 0 0 0 0,0 1-1 0 0,0-1 1 0 0,0 0 0 0 0,0 0 0 0 0,1 0 0 0 0,-1 0 0 0 0,0 0-1 0 0,0 0 1 0 0,0 0 0 0 0,0 0 0 0 0,0 0 0 0 0,0 0 0 0 0,0 0-1 0 0,0 0 1 0 0,0 0 0 0 0,0 0 0 0 0,1 0 0 0 0,-1 0 0 0 0,0 0 0 0 0,0 0-1 0 0,0 0 1 0 0,0 0 0 0 0,0 0 0 0 0,0 0 0 0 0,1 0 0 0 0,5 3-1045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6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8287 0 0,'0'0'89'0'0,"-1"0"-1"0"0,1 1 0 0 0,-1-1 0 0 0,1 1 0 0 0,0-1 0 0 0,-1 1 1 0 0,1-1-1 0 0,-1 1 0 0 0,1-1 0 0 0,0 1 0 0 0,0-1 0 0 0,-1 1 1 0 0,1-1-1 0 0,0 1 0 0 0,0-1 0 0 0,0 1 0 0 0,-1 0 0 0 0,1-1 1 0 0,0 1-1 0 0,0-1 0 0 0,0 1 0 0 0,0 0 0 0 0,0-1 0 0 0,0 1 1 0 0,0-1-1 0 0,0 1 0 0 0,1 0 0 0 0,-1-1 0 0 0,0 1 0 0 0,0-1 1 0 0,1 2-1 0 0,5 29 814 0 0,-5-24-850 0 0,30 142 554 0 0,-7 1-1 0 0,7 206 0 0 0,-51 195-284 0 0,-37-1 45 0 0,20-214-277 0 0,30-272-114 0 0,-3 31-109 0 0,1 110 0 0 0,9-199 149 0 0,0-1 0 0 0,1 1 0 0 0,0 0 0 0 0,-1-1 0 0 0,2 1 1 0 0,-1-1-1 0 0,1 0 0 0 0,4 11 0 0 0,-5-14 7 0 0,0 0 1 0 0,1 0 0 0 0,-1-1-1 0 0,1 1 1 0 0,0 0 0 0 0,0 0-1 0 0,-1-1 1 0 0,1 1-1 0 0,0-1 1 0 0,0 0 0 0 0,1 1-1 0 0,-1-1 1 0 0,0 0-1 0 0,0 0 1 0 0,1 0 0 0 0,-1-1-1 0 0,0 1 1 0 0,1 0-1 0 0,-1-1 1 0 0,0 0 0 0 0,1 1-1 0 0,3-1 1 0 0,146 18 1373 0 0,-33-3-789 0 0,-113-14-443 0 0,11 0 10 0 0,188 3 474 0 0,42-20-168 0 0,285-54 0 0 0,-472 60-480 0 0,78-12 0 0 0,-133 21-7 0 0,0 1 0 0 0,0-1 0 0 0,0 1 0 0 0,0 1 0 0 0,0-1 0 0 0,7 2 0 0 0,-11-2-4 0 0,0 0 0 0 0,-1 1 0 0 0,1-1 0 0 0,0 0 1 0 0,-1 0-1 0 0,1 1 0 0 0,-1-1 0 0 0,1 0 1 0 0,-1 1-1 0 0,1-1 0 0 0,0 1 0 0 0,-1-1 0 0 0,1 1 1 0 0,-1-1-1 0 0,0 1 0 0 0,1-1 0 0 0,-1 1 1 0 0,1-1-1 0 0,-1 1 0 0 0,0 0 0 0 0,1 0 1 0 0,-1 0-14 0 0,0 0 0 0 0,0 1 0 0 0,0-1 0 0 0,0 0 0 0 0,0 0 0 0 0,0 0 0 0 0,-1 1 0 0 0,1-1 0 0 0,0 0 0 0 0,-1 0 0 0 0,1 0 0 0 0,-1 0 1 0 0,1 0-1 0 0,-1 0 0 0 0,1 0 0 0 0,-1 0 0 0 0,-1 1 0 0 0,-9 15-638 0 0,-1 0-1 0 0,-1-2 1 0 0,-23 24 0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8.7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14 4143 0 0,'-2'0'219'0'0,"1"0"-1"0"0,0 0 0 0 0,-1 0 1 0 0,1 0-1 0 0,-1 0 1 0 0,1 0-1 0 0,-1 1 0 0 0,1-1 1 0 0,-1 0-1 0 0,1 1 0 0 0,0-1 1 0 0,-1 1-1 0 0,1 0 0 0 0,0-1 1 0 0,-1 1-1 0 0,0 1 0 0 0,0 0-46 0 0,1-1 0 0 0,0 1 0 0 0,0 0 0 0 0,0 0 0 0 0,0 0 0 0 0,1 0 0 0 0,-1 0-1 0 0,1 0 1 0 0,-1 0 0 0 0,1 0 0 0 0,-1 5 0 0 0,-3 33 64 0 0,2 47 0 0 0,1-21 125 0 0,-14 268 951 0 0,15-331-1317 0 0,-1 30 204 0 0,0-29-42 0 0,1-21-52 0 0,-4-95-35 0 0,2-48-76 0 0,3 147 6 0 0,9-106 0 0 0,-9 108 0 0 0,2-1 0 0 0,-1 1 0 0 0,2 0 0 0 0,-1 0 0 0 0,1 0 0 0 0,1 1 0 0 0,0-1 0 0 0,7-9 0 0 0,-11 18 3 0 0,0 0 0 0 0,0 0 0 0 0,0 1 0 0 0,1-1 0 0 0,-1 1-1 0 0,0-1 1 0 0,1 1 0 0 0,-1 0 0 0 0,1-1 0 0 0,0 1 0 0 0,-1 0 0 0 0,1 0-1 0 0,0 0 1 0 0,-1 0 0 0 0,1 0 0 0 0,0 1 0 0 0,3-2 0 0 0,-3 2 14 0 0,-1 1 0 0 0,1-1 0 0 0,-1 0 0 0 0,1 1 1 0 0,-1-1-1 0 0,1 1 0 0 0,-1-1 0 0 0,0 1 0 0 0,1 0 1 0 0,-1 0-1 0 0,0-1 0 0 0,0 1 0 0 0,1 0 0 0 0,-1 0 1 0 0,0 0-1 0 0,0 0 0 0 0,0 1 0 0 0,0-1 0 0 0,0 0 1 0 0,0 0-1 0 0,-1 1 0 0 0,1-1 0 0 0,1 2 0 0 0,18 35 170 0 0,-1 1-1 0 0,-2 1 1 0 0,20 69-1 0 0,-23-62-148 0 0,2-1-1 0 0,30 58 1 0 0,-43-99-34 0 0,-1 0 0 0 0,1-1 0 0 0,1 1 0 0 0,-1-1-1 0 0,0 0 1 0 0,1 0 0 0 0,0 0 0 0 0,0 0 0 0 0,0 0 0 0 0,5 2 0 0 0,-7-5 8 0 0,-1 0-1 0 0,1-1 1 0 0,-1 1 0 0 0,1-1 0 0 0,-1 1 0 0 0,1-1-1 0 0,-1 1 1 0 0,1-1 0 0 0,-1 0 0 0 0,1 0-1 0 0,0 0 1 0 0,-1 0 0 0 0,1 0 0 0 0,-1 0 0 0 0,1 0-1 0 0,0-1 1 0 0,-1 1 0 0 0,1-1 0 0 0,-1 1 0 0 0,1-1-1 0 0,-1 1 1 0 0,1-1 0 0 0,-1 0 0 0 0,0 0-1 0 0,1 1 1 0 0,-1-1 0 0 0,0 0 0 0 0,0 0 0 0 0,1-1-1 0 0,-1 1 1 0 0,0 0 0 0 0,0 0 0 0 0,0 0-1 0 0,0-1 1 0 0,-1 1 0 0 0,1 0 0 0 0,1-4 0 0 0,4-5 161 0 0,-1-1 1 0 0,0 0-1 0 0,-1-1 1 0 0,0 1-1 0 0,-1-1 1 0 0,0 1 0 0 0,-1-1-1 0 0,1-23 1 0 0,-1-5 57 0 0,-6-52 0 0 0,-6 14-126 0 0,6 59 60 0 0,1 0 1 0 0,1 0-1 0 0,0 0 0 0 0,2-1 1 0 0,2-27-1 0 0,-1 43-365 0 0,1 0 0 0 0,0-1 0 0 0,-1 1 0 0 0,2 0 0 0 0,-1 1 0 0 0,0-1 0 0 0,1 0 0 0 0,0 1 0 0 0,-1-1 0 0 0,1 1 0 0 0,1 0 0 0 0,-1 0 0 0 0,6-4 0 0 0,-4 3-479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3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1 266 9127 0 0,'0'1'50'0'0,"0"0"0"0"0,0 0 0 0 0,1 0 0 0 0,-1 0 0 0 0,0 0 0 0 0,1 0 0 0 0,-1-1 0 0 0,1 1 0 0 0,0 0 0 0 0,-1 0 0 0 0,1 0 0 0 0,-1-1 0 0 0,1 1 0 0 0,0 0 0 0 0,0-1 0 0 0,-1 1 0 0 0,1 0 0 0 0,0-1 0 0 0,0 1 0 0 0,0-1 0 0 0,0 1 0 0 0,0-1 0 0 0,-1 0 0 0 0,1 1 0 0 0,0-1 0 0 0,0 0 0 0 0,0 0-1 0 0,0 0 1 0 0,0 0 0 0 0,0 0 0 0 0,0 0 0 0 0,0 0 0 0 0,0 0 0 0 0,2 0 0 0 0,1 0 130 0 0,0 0 0 0 0,0-1-1 0 0,0 1 1 0 0,0-1 0 0 0,0 0 0 0 0,0 0-1 0 0,6-2 1 0 0,-2-2-95 0 0,-1 0 0 0 0,0 0 0 0 0,-1 0 1 0 0,1-1-1 0 0,-1 0 0 0 0,0-1 0 0 0,-1 1 0 0 0,0-1 0 0 0,0 0 0 0 0,0 0 0 0 0,-1-1 1 0 0,0 1-1 0 0,4-11 0 0 0,-3 6-69 0 0,0 0-1 0 0,-1-1 1 0 0,-1 0 0 0 0,0 0-1 0 0,-1 0 1 0 0,0 0 0 0 0,-1-25-1 0 0,-1 35-10 0 0,0 0 0 0 0,-1 0 0 0 0,1 0-1 0 0,-1 0 1 0 0,0 0 0 0 0,0 0 0 0 0,0 0-1 0 0,0 0 1 0 0,0 0 0 0 0,-1 0 0 0 0,1 1 0 0 0,-1-1-1 0 0,-2-3 1 0 0,3 5-2 0 0,1 1 0 0 0,-1-1-1 0 0,0 1 1 0 0,1-1 0 0 0,-1 1-1 0 0,1 0 1 0 0,-1-1 0 0 0,0 1-1 0 0,1-1 1 0 0,-1 1 0 0 0,0 0-1 0 0,0 0 1 0 0,1-1 0 0 0,-1 1 0 0 0,0 0-1 0 0,0 0 1 0 0,1 0 0 0 0,-1 0-1 0 0,0 0 1 0 0,0 0 0 0 0,-1 0-1 0 0,1 1-3 0 0,-1-1 1 0 0,1 1-1 0 0,0 0 0 0 0,-1 0 0 0 0,1 0 0 0 0,0-1 0 0 0,0 1 0 0 0,-1 0 0 0 0,1 0 1 0 0,0 1-1 0 0,0-1 0 0 0,0 0 0 0 0,0 0 0 0 0,0 0 0 0 0,0 3 0 0 0,-7 8-95 0 0,2 2-1 0 0,-1-1 1 0 0,2 1-1 0 0,0 0 1 0 0,0 0-1 0 0,2 0 1 0 0,-4 27-1 0 0,4-22 79 0 0,2 1 0 0 0,0-1 0 0 0,2 1 0 0 0,0-1 0 0 0,5 28 0 0 0,-4-40 26 0 0,-1-1 0 0 0,1 1 0 0 0,1-1 0 0 0,-1 0-1 0 0,1 1 1 0 0,1-1 0 0 0,-1-1 0 0 0,1 1 0 0 0,0 0-1 0 0,0-1 1 0 0,0 0 0 0 0,1 0 0 0 0,7 6 0 0 0,-10-9 4 0 0,1 0 0 0 0,0 0 1 0 0,0 0-1 0 0,-1 0 0 0 0,1-1 1 0 0,0 1-1 0 0,1-1 0 0 0,-1 0 1 0 0,0 0-1 0 0,0 0 0 0 0,0 0 0 0 0,1 0 1 0 0,-1-1-1 0 0,0 0 0 0 0,1 0 1 0 0,-1 1-1 0 0,1-2 0 0 0,-1 1 1 0 0,0 0-1 0 0,1-1 0 0 0,-1 0 1 0 0,0 1-1 0 0,0-1 0 0 0,1-1 1 0 0,-1 1-1 0 0,0 0 0 0 0,0-1 1 0 0,4-2-1 0 0,0-1-88 0 0,-1 0 0 0 0,0 0 1 0 0,0 0-1 0 0,-1-1 0 0 0,1 0 0 0 0,-1 0 0 0 0,-1 0 1 0 0,1-1-1 0 0,-1 0 0 0 0,6-13 0 0 0,-4 7-877 0 0,-1-1-1 0 0,0 0 1 0 0,-1 0-1 0 0,4-28 1 0 0,-6 16-2385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1839 0 0,'1'1'150'0'0,"0"0"-1"0"0,0-1 0 0 0,0 1 1 0 0,0 0-1 0 0,0 0 0 0 0,0 0 1 0 0,0 0-1 0 0,0 0 0 0 0,-1 0 1 0 0,1 0-1 0 0,0 1 0 0 0,-1-1 1 0 0,1 0-1 0 0,-1 0 0 0 0,1 0 1 0 0,-1 1-1 0 0,1 1 0 0 0,3 26 5124 0 0,-3-14-5454 0 0,7 33 868 0 0,79 410 3085 0 0,-79-434-3764 0 0,1-1 1 0 0,15 30-1 0 0,-30-61-1394 0 0,-1 0 716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0,'0'1'293'0'0,"1"0"0"0"0,-1 0 0 0 0,1 0 0 0 0,-1 0 0 0 0,1-1 0 0 0,-1 1 0 0 0,1 0 0 0 0,0 0 292 0 0,0 0-292 0 0,-1-1 0 0 0,1 1 0 0 0,0 0 0 0 0,0-1 0 0 0,0 1 0 0 0,-1-1 0 0 0,1 0 0 0 0,2 1-1 0 0,21 10 1294 0 0,-17-8-1297 0 0,0-1-124 0 0,16 8 383 0 0,35 11 0 0 0,-51-19-587 0 0,-1-1 1 0 0,0 1-1 0 0,1-1 1 0 0,0 0-1 0 0,-1-1 0 0 0,1 0 1 0 0,-1 0-1 0 0,1 0 0 0 0,-1-1 1 0 0,1 0-1 0 0,7-2 1 0 0,-12 2-157 0 0,0 0-1 0 0,1 0 1 0 0,-1 0 0 0 0,0 0 0 0 0,0 0 0 0 0,0-1 0 0 0,0 1 0 0 0,3-4 0 0 0,5-6-4359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0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28 919 0 0,'-3'-3'143'0'0,"-1"0"0"0"0,1 0 0 0 0,-1 1 0 0 0,0-1 0 0 0,0 1 0 0 0,0 0-1 0 0,-1 0 1 0 0,1 1 0 0 0,0-1 0 0 0,-1 1 0 0 0,1 0 0 0 0,0 0-1 0 0,-1 1 1 0 0,0-1 0 0 0,1 1 0 0 0,-1 0 0 0 0,1 0 0 0 0,-1 0-1 0 0,1 1 1 0 0,-1-1 0 0 0,1 1 0 0 0,-1 1 0 0 0,1-1 0 0 0,0 0 0 0 0,-1 1-1 0 0,1 0 1 0 0,0 0 0 0 0,0 0 0 0 0,-7 6 0 0 0,1-2 234 0 0,1 2 0 0 0,0 0 0 0 0,1 0 1 0 0,0 0-1 0 0,0 1 0 0 0,0 0 0 0 0,1 1 0 0 0,1 0 1 0 0,0 0-1 0 0,-9 18 0 0 0,6-6-419 0 0,1 2 0 0 0,0-1 0 0 0,2 1-1 0 0,-5 33 1 0 0,9-44 234 0 0,1 0 0 0 0,0 0-1 0 0,1 0 1 0 0,1 0 0 0 0,0-1-1 0 0,0 1 1 0 0,1 0-1 0 0,1 0 1 0 0,0-1 0 0 0,6 14-1 0 0,-6-20 22 0 0,0 1 0 0 0,1-1 0 0 0,0 1 0 0 0,0-1 0 0 0,1 0 0 0 0,0 0 0 0 0,0-1 0 0 0,0 0 0 0 0,1 0 0 0 0,-1 0 0 0 0,1 0 0 0 0,10 5 0 0 0,-7-5-13 0 0,1 0 0 0 0,0 0 1 0 0,1-1-1 0 0,-1-1 0 0 0,1 1 0 0 0,0-2 1 0 0,0 0-1 0 0,11 1 0 0 0,-10-1-181 0 0,-1-2-1 0 0,0 1 1 0 0,1-2 0 0 0,-1 1-1 0 0,0-2 1 0 0,0 1-1 0 0,0-1 1 0 0,0-1-1 0 0,0 0 1 0 0,0-1 0 0 0,0 0-1 0 0,-1-1 1 0 0,0 0-1 0 0,0 0 1 0 0,0-1-1 0 0,-1 0 1 0 0,13-11 0 0 0,-19 14-250 0 0,1-1 1 0 0,-1 0 0 0 0,0 1-1 0 0,0-1 1 0 0,-1 0-1 0 0,1 0 1 0 0,-1 0 0 0 0,0-1-1 0 0,0 1 1 0 0,0 0 0 0 0,-1-1-1 0 0,2-5 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0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169 361 7487 0 0,'24'-93'2559'0'0,"-22"84"-2503"0"0,-1 1 0 0 0,1-1 1 0 0,-2 0-1 0 0,1 0 0 0 0,-1 0 0 0 0,0 0 1 0 0,-1 1-1 0 0,-3-17 0 0 0,3 22-9 0 0,1 1-1 0 0,-1-1 1 0 0,0 1 0 0 0,0 0-1 0 0,0-1 1 0 0,0 1 0 0 0,0 0-1 0 0,0 0 1 0 0,0 0 0 0 0,-1-1-1 0 0,1 1 1 0 0,-1 1 0 0 0,0-1 0 0 0,1 0-1 0 0,-1 0 1 0 0,0 1 0 0 0,0-1-1 0 0,0 1 1 0 0,0-1 0 0 0,-1 1-1 0 0,1 0 1 0 0,0 0 0 0 0,0 0-1 0 0,-1 0 1 0 0,1 0 0 0 0,-1 1-1 0 0,1-1 1 0 0,-1 1 0 0 0,1-1 0 0 0,0 1-1 0 0,-1 0 1 0 0,0 0 0 0 0,1 0-1 0 0,-1 0 1 0 0,-4 2 0 0 0,2-1-29 0 0,0 1 0 0 0,0 0 0 0 0,0 0 0 0 0,1 0 1 0 0,-1 1-1 0 0,1 0 0 0 0,-1-1 0 0 0,1 2 0 0 0,0-1 0 0 0,0 0 1 0 0,0 1-1 0 0,0 0 0 0 0,1 0 0 0 0,0 0 0 0 0,-1 0 1 0 0,-1 5-1 0 0,-3 3-57 0 0,1 0 0 0 0,1 1 0 0 0,0-1 0 0 0,-8 27 0 0 0,12-31 50 0 0,0 0 1 0 0,0 0-1 0 0,1 0 0 0 0,0 0 0 0 0,1 1 0 0 0,0-1 0 0 0,0 0 0 0 0,2 12 0 0 0,-2-18 10 0 0,1 1 0 0 0,-1-1 0 0 0,1 1-1 0 0,0-1 1 0 0,-1 1 0 0 0,1-1-1 0 0,0 1 1 0 0,1-1 0 0 0,-1 0 0 0 0,0 0-1 0 0,1 0 1 0 0,-1 0 0 0 0,1 0 0 0 0,0 0-1 0 0,0 0 1 0 0,-1 0 0 0 0,1 0-1 0 0,1-1 1 0 0,-1 1 0 0 0,0-1 0 0 0,0 0-1 0 0,0 1 1 0 0,1-1 0 0 0,-1 0 0 0 0,0 0-1 0 0,1-1 1 0 0,-1 1 0 0 0,1 0 0 0 0,-1-1-1 0 0,5 1 1 0 0,2-1 17 0 0,0-1 0 0 0,0 1 1 0 0,0-2-1 0 0,0 1 0 0 0,0-1 0 0 0,0 0 1 0 0,0-1-1 0 0,0 0 0 0 0,-1-1 0 0 0,11-5 1 0 0,13-9 199 0 0,35-26 1 0 0,-46 30-212 0 0,-10 7-8 0 0,-3 0 64 0 0,0 2 0 0 0,1-1-1 0 0,-1 1 1 0 0,20-7 0 0 0,-27 12-73 0 0,0-1 0 0 0,0 1 0 0 0,1-1 1 0 0,-1 1-1 0 0,1 0 0 0 0,-1 0 0 0 0,0-1 0 0 0,1 1 0 0 0,-1 0 1 0 0,0 0-1 0 0,1 0 0 0 0,-1 1 0 0 0,1-1 0 0 0,-1 0 0 0 0,0 1 1 0 0,1-1-1 0 0,-1 0 0 0 0,0 1 0 0 0,0 0 0 0 0,1-1 0 0 0,-1 1 1 0 0,0 0-1 0 0,0-1 0 0 0,0 1 0 0 0,0 0 0 0 0,0 0 0 0 0,0 0 1 0 0,0 0-1 0 0,0 0 0 0 0,0 0 0 0 0,0 0 0 0 0,0 0 0 0 0,-1 1 1 0 0,1-1-1 0 0,-1 0 0 0 0,1 0 0 0 0,-1 1 0 0 0,1-1 0 0 0,-1 0 1 0 0,1 1-1 0 0,-1-1 0 0 0,0 0 0 0 0,0 3 0 0 0,-3 17 628 0 0,-1-12-349 0 0,3-8-281 0 0,1-1-1 0 0,0 0 0 0 0,0 0 0 0 0,0 0 1 0 0,0 0-1 0 0,0 0 0 0 0,-1 0 0 0 0,1 0 1 0 0,0 0-1 0 0,0 1 0 0 0,0-1 0 0 0,0 0 1 0 0,-1 0-1 0 0,1 0 0 0 0,0 0 0 0 0,0 0 1 0 0,0 0-1 0 0,-1 0 0 0 0,1 0 0 0 0,0 0 1 0 0,0 0-1 0 0,0 0 0 0 0,-1 0 0 0 0,1 0 1 0 0,0 0-1 0 0,0 0 0 0 0,0-1 1 0 0,0 1-1 0 0,-1 0 0 0 0,1 0 0 0 0,0 0 1 0 0,0 0-1 0 0,0 0 0 0 0,0 0 0 0 0,0 0 1 0 0,-1 0-1 0 0,1-1 0 0 0,0 1 0 0 0,0 0 1 0 0,-1-3 47 0 0,0 0 0 0 0,1 1 0 0 0,-1-1 0 0 0,1 0 0 0 0,0 0 0 0 0,-1 0 1 0 0,2 1-1 0 0,-1-1 0 0 0,0 0 0 0 0,0 0 0 0 0,1 0 0 0 0,-1 1 0 0 0,2-5 0 0 0,0 1 68 0 0,2-23 47 0 0,3 0 0 0 0,0 1 0 0 0,2 0 0 0 0,0 0 0 0 0,2 1 0 0 0,2 0 0 0 0,19-32 0 0 0,-31 58-167 0 0,0-1-1 0 0,0 1 1 0 0,0-1 0 0 0,0 1-1 0 0,0 0 1 0 0,1 0 0 0 0,-1-1-1 0 0,0 1 1 0 0,1 0 0 0 0,-1 0-1 0 0,1 0 1 0 0,1 0-1 0 0,-2 1-19 0 0,-1-1-1 0 0,1 1 1 0 0,0 0-1 0 0,0 0 0 0 0,0 0 1 0 0,-1 0-1 0 0,1 0 1 0 0,0 0-1 0 0,0 0 0 0 0,0 0 1 0 0,-1 0-1 0 0,1 0 1 0 0,0 1-1 0 0,0-1 1 0 0,-1 0-1 0 0,1 0 0 0 0,0 1 1 0 0,1 0-1 0 0,2 2-200 0 0,-1 0 0 0 0,1 1 1 0 0,-1-1-1 0 0,1 1 0 0 0,-1 0 0 0 0,0 0 0 0 0,2 4 0 0 0,17 20-2284 0 0,-15-23 1639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1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250 408 8551 0 0,'0'-2'50'0'0,"1"1"-1"0"0,-1 0 0 0 0,1 0 1 0 0,-1-1-1 0 0,0 1 1 0 0,0 0-1 0 0,1-1 0 0 0,-1 1 1 0 0,0 0-1 0 0,0-1 1 0 0,0 1-1 0 0,-1-1 0 0 0,1 1 1 0 0,0 0-1 0 0,-1-3 0 0 0,0 4 10 0 0,1-1-1 0 0,0 1 0 0 0,-1-1 0 0 0,1 1 1 0 0,-1-1-1 0 0,1 1 0 0 0,-1-1 0 0 0,1 1 1 0 0,-1-1-1 0 0,1 1 0 0 0,-1 0 0 0 0,1-1 0 0 0,-1 1 1 0 0,1 0-1 0 0,-1 0 0 0 0,0-1 0 0 0,1 1 1 0 0,-1 0-1 0 0,0 0 0 0 0,1 0 0 0 0,-1 0 1 0 0,-1 0-1 0 0,-1 0 60 0 0,0 0-1 0 0,0 1 1 0 0,0-1 0 0 0,1 1 0 0 0,-1 0 0 0 0,0-1 0 0 0,0 2-1 0 0,1-1 1 0 0,-1 0 0 0 0,0 0 0 0 0,1 1 0 0 0,-5 3 0 0 0,-10 9-44 0 0,1 1 1 0 0,1 0 0 0 0,1 1 0 0 0,0 1-1 0 0,1 0 1 0 0,-17 30 0 0 0,23-34-35 0 0,0 0 0 0 0,0 1 0 0 0,2 0 0 0 0,-1 0 0 0 0,2 1 0 0 0,0 0 0 0 0,1-1 0 0 0,0 1 1 0 0,1 0-1 0 0,0 18 0 0 0,3-28 27 0 0,-1 0 0 0 0,1 0 0 0 0,0 0 0 0 0,0 0 1 0 0,0 0-1 0 0,0 0 0 0 0,1 0 0 0 0,0 0 0 0 0,0 0 0 0 0,1-1 1 0 0,-1 1-1 0 0,1-1 0 0 0,0 0 0 0 0,0 1 0 0 0,0-2 1 0 0,1 1-1 0 0,-1 0 0 0 0,7 4 0 0 0,-8-6-7 0 0,1 0 1 0 0,0 0-1 0 0,0-1 1 0 0,1 1-1 0 0,-1-1 0 0 0,0 1 1 0 0,0-1-1 0 0,1 0 0 0 0,-1-1 1 0 0,0 1-1 0 0,1 0 0 0 0,-1-1 1 0 0,1 0-1 0 0,-1 0 0 0 0,1 0 1 0 0,-1 0-1 0 0,1-1 0 0 0,-1 1 1 0 0,0-1-1 0 0,1 0 0 0 0,-1 0 1 0 0,0 0-1 0 0,1 0 0 0 0,-1-1 1 0 0,0 1-1 0 0,0-1 1 0 0,0 0-1 0 0,3-2 0 0 0,0-1-10 0 0,0 0 0 0 0,-1 0 1 0 0,1-1-1 0 0,-1 0 0 0 0,-1 0 0 0 0,1 0 0 0 0,-1 0 0 0 0,0-1 0 0 0,-1 1 0 0 0,1-1 0 0 0,-1 0 1 0 0,0 0-1 0 0,2-10 0 0 0,-1 2-60 0 0,-1-1 0 0 0,0 0 0 0 0,-1 0 1 0 0,-1 0-1 0 0,0-20 0 0 0,-4 7-103 0 0,0 1 1 0 0,-2 0-1 0 0,-1 0 1 0 0,-1 0-1 0 0,-15-36 1 0 0,-66-127-332 0 0,-24 2 28 0 0,111 188 429 0 0,3 5 22 0 0,6 16 69 0 0,16 26 48 0 0,0-6-152 0 0,33 59 104 0 0,-17-28 0 0 0,-19-35 0 0 0,22 36-6 0 0,-22-37-38 0 0,41 62 24 0 0,-18-33-70 0 0,4-1-182 0 0,-4-11-706 0 0,-27-32-308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2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11975 0 0,'-1'0'93'0'0,"0"1"1"0"0,0 0-1 0 0,0-1 0 0 0,1 1 0 0 0,-1 0 0 0 0,0 0 0 0 0,0 0 0 0 0,1 0 0 0 0,-1 0 0 0 0,1-1 0 0 0,-1 1 0 0 0,1 0 1 0 0,-1 0-1 0 0,1 0 0 0 0,-1 1 0 0 0,1-1 0 0 0,0 0 0 0 0,0 0 0 0 0,-1 0 0 0 0,1 0 0 0 0,0 2 0 0 0,1 29 1409 0 0,1-17-1161 0 0,31 327 325 0 0,2 22-497 0 0,-34-334-170 0 0,0-4-14 0 0,-1 0-1 0 0,-1 0 0 0 0,-1-1 1 0 0,-9 45-1 0 0,10-66-424 0 0,2-8-623 0 0,2-10-2957 0 0,0-2-760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5527 0 0,'-2'1'363'0'0,"0"1"-1"0"0,0-1 1 0 0,0 0-1 0 0,0 1 1 0 0,0-1-1 0 0,0 1 1 0 0,1 0 0 0 0,-1-1-1 0 0,1 1 1 0 0,-1 0-1 0 0,1 0 1 0 0,0 0-1 0 0,0 0 1 0 0,0 0-1 0 0,0 0 1 0 0,0 1-1 0 0,0-1 1 0 0,0 0-1 0 0,1 0 1 0 0,-1 1-1 0 0,1 4 1 0 0,-3 8 529 0 0,2 0 1 0 0,0 19 0 0 0,1-24-1312 0 0,4 93 602 0 0,28 171 0 0 0,-17-165 8 0 0,33 225-21 0 0,-47-313-825 0 0,-1-19-70 0 0,0-7-118 0 0,1-1 482 0 0,0-6-585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3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91 2303 0 0,'-1'-2'331'0'0,"1"1"0"0"0,0-1 1 0 0,0 0-1 0 0,0 0 0 0 0,0 1 0 0 0,0-1 0 0 0,0 0 0 0 0,0 0 0 0 0,0 1 0 0 0,1-1 0 0 0,-1 0 0 0 0,1 0 0 0 0,-1 1 0 0 0,1-1 0 0 0,0 1 0 0 0,0-1 0 0 0,-1 1 0 0 0,1-1 0 0 0,0 1 0 0 0,0-1 0 0 0,1 1 0 0 0,-1 0 0 0 0,0-1 0 0 0,0 1 0 0 0,1 0 0 0 0,-1 0 0 0 0,3-1 0 0 0,2-4-78 0 0,1 1 0 0 0,0 0 1 0 0,0 0-1 0 0,14-5 0 0 0,-12 7-215 0 0,0 0 0 0 0,0 0 0 0 0,0 1 0 0 0,1 0 0 0 0,0 1-1 0 0,-1 0 1 0 0,1 1 0 0 0,-1 0 0 0 0,1 0 0 0 0,16 4 0 0 0,-5 0 76 0 0,0 1 0 0 0,-1 0 0 0 0,29 13 0 0 0,-43-15 62 0 0,13 7 8 0 0,-5-2-134 0 0,120 73 572 0 0,-111-66-432 0 0,28 23-13 0 0,-47-34-163 0 0,0-1 0 0 0,-1 1 0 0 0,1 0 0 0 0,-1 0 0 0 0,0 0 0 0 0,0 0 0 0 0,0 1 0 0 0,0-1 0 0 0,2 8 0 0 0,-4-10-3 0 0,-1 0-1 0 0,1-1 1 0 0,-1 1 0 0 0,0 0-1 0 0,0-1 1 0 0,0 1 0 0 0,0 0-1 0 0,0-1 1 0 0,0 1 0 0 0,0 0 0 0 0,0-1-1 0 0,-1 1 1 0 0,1-1 0 0 0,-1 1-1 0 0,1 0 1 0 0,-1-1 0 0 0,-1 3-1 0 0,0 0 27 0 0,-1 0 0 0 0,1-1 0 0 0,-1 0 0 0 0,0 1 0 0 0,0-1 0 0 0,-6 5 0 0 0,-1-1 158 0 0,-1 1-1 0 0,0-2 1 0 0,-20 10-1 0 0,19-12-9 0 0,1 0-1 0 0,-1-1 1 0 0,0 0 0 0 0,0-1-1 0 0,0-1 1 0 0,-22 1-1 0 0,-18 2 212 0 0,52-4-397 0 0,0 0 0 0 0,0 0 0 0 0,0 0 0 0 0,0 0 0 0 0,-1 0 0 0 0,1 0 0 0 0,0 0 0 0 0,0 0 0 0 0,0 0 0 0 0,0 0 0 0 0,0 0 0 0 0,0 0 0 0 0,-1 0 1 0 0,1 0-1 0 0,0 0 0 0 0,0 0 0 0 0,0 0 0 0 0,0 0 0 0 0,0 0 0 0 0,0 0 0 0 0,0 0 0 0 0,-1 0 0 0 0,1 0 0 0 0,0 0 0 0 0,0 0 0 0 0,0 0 0 0 0,0 0 0 0 0,0 0 0 0 0,0 1 0 0 0,0-1 0 0 0,0 0 0 0 0,0 0 0 0 0,0 0 0 0 0,0 0 0 0 0,-1 0 0 0 0,1 0 0 0 0,0 0 0 0 0,0 1 0 0 0,0-1 0 0 0,0 0 0 0 0,0 0 0 0 0,0 0 0 0 0,0 0 0 0 0,0 0 0 0 0,0 0 0 0 0,0 0 0 0 0,0 1 0 0 0,0-1 0 0 0,0 0 0 0 0,0 0 0 0 0,0 0 0 0 0,0 0 0 0 0,0 0 0 0 0,1 1 0 0 0,6 5-137 0 0,12 3-252 0 0,8-3-894 0 0,-12-3 542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4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1 4607 0 0,'-11'4'2039'0'0,"-36"11"2640"0"0,-63 16-2125 0 0,52-15-1632 0 0,13-4-1615 0 0,14-5-3630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9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11863 0 0,'-3'3'130'0'0,"-1"0"-1"0"0,1 1 0 0 0,0-1 1 0 0,0 1-1 0 0,0 0 0 0 0,1 0 0 0 0,-1 0 1 0 0,1 0-1 0 0,0 0 0 0 0,0 1 1 0 0,0-1-1 0 0,-1 7 0 0 0,-1 6-3 0 0,1 0 0 0 0,-1 19 0 0 0,2-15-11 0 0,-22 517 144 0 0,22-432-244 0 0,1-78-87 0 0,2 0 0 0 0,0 0 0 0 0,8 37 0 0 0,-9-63 25 0 0,1-1 1 0 0,-1 1-1 0 0,0-1 0 0 0,1 1 0 0 0,0-1 0 0 0,-1 1 0 0 0,1-1 0 0 0,0 0 0 0 0,0 1 0 0 0,0-1 1 0 0,0 0-1 0 0,0 0 0 0 0,1 2 0 0 0,-1-3 2 0 0,0 1 0 0 0,-1-1 1 0 0,1 0-1 0 0,0 1 0 0 0,-1-1 0 0 0,1 0 1 0 0,0 0-1 0 0,-1 1 0 0 0,1-1 0 0 0,0 0 1 0 0,0 0-1 0 0,-1 0 0 0 0,1 0 0 0 0,0 0 1 0 0,0 0-1 0 0,-1 0 0 0 0,1 0 0 0 0,0 0 0 0 0,-1 0 1 0 0,1-1-1 0 0,0 1 0 0 0,0 0 0 0 0,-1 0 1 0 0,1-1-1 0 0,0 1 0 0 0,-1 0 0 0 0,1-1 1 0 0,-1 1-1 0 0,1-1 0 0 0,0 0 0 0 0,7-6-719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9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5 408 8783 0 0,'-2'23'192'0'0,"0"-1"0"0"0,1 0 0 0 0,2 1 0 0 0,2 24 0 0 0,-1-33-82 0 0,12 59 479 0 0,-12-65-509 0 0,0-1 0 0 0,1 1 1 0 0,0-1-1 0 0,0 0 1 0 0,0 1-1 0 0,1-2 0 0 0,6 9 1 0 0,-9-14-64 0 0,-1 0 0 0 0,1 0 0 0 0,0 0 0 0 0,0 0 1 0 0,0 0-1 0 0,0 0 0 0 0,0 0 0 0 0,0 0 0 0 0,0 0 0 0 0,0-1 1 0 0,1 1-1 0 0,-1 0 0 0 0,0-1 0 0 0,0 1 0 0 0,1-1 0 0 0,-1 1 1 0 0,0-1-1 0 0,0 0 0 0 0,1 0 0 0 0,-1 1 0 0 0,0-1 0 0 0,1 0 1 0 0,-1 0-1 0 0,3-1 0 0 0,-2 1 9 0 0,1-1 1 0 0,-1 0-1 0 0,0 0 0 0 0,1 0 0 0 0,-1-1 1 0 0,0 1-1 0 0,1 0 0 0 0,-1-1 1 0 0,0 0-1 0 0,0 1 0 0 0,3-5 1 0 0,2-2 64 0 0,0-1 0 0 0,0 0 0 0 0,-1-1 1 0 0,9-18-1 0 0,-3 0 97 0 0,-2-1-1 0 0,0 0 1 0 0,-2 0 0 0 0,-2-1-1 0 0,4-32 1 0 0,-4-5-69 0 0,-3-81 0 0 0,-9 51-13 0 0,4 85-84 0 0,0 1-1 0 0,0-1 1 0 0,-2 1 0 0 0,1 0 0 0 0,-1 0 0 0 0,-7-13 0 0 0,11 23-22 0 0,0 0 1 0 0,-1 0-1 0 0,1 0 1 0 0,-1 0-1 0 0,0 0 1 0 0,1 0-1 0 0,-1 0 1 0 0,0 0 0 0 0,1 1-1 0 0,-1-1 1 0 0,0 0-1 0 0,0 0 1 0 0,0 1-1 0 0,0-1 1 0 0,0 0-1 0 0,0 1 1 0 0,0-1-1 0 0,0 1 1 0 0,0-1 0 0 0,0 1-1 0 0,0-1 1 0 0,0 1-1 0 0,-1 0 1 0 0,0 0-2 0 0,1 0 1 0 0,0 1 0 0 0,0-1-1 0 0,0 0 1 0 0,0 1 0 0 0,0-1-1 0 0,0 1 1 0 0,0 0 0 0 0,0-1-1 0 0,0 1 1 0 0,0 0-1 0 0,0-1 1 0 0,0 1 0 0 0,0 0-1 0 0,1 0 1 0 0,-1 0 0 0 0,0 0-1 0 0,0 1 1 0 0,-4 6-70 0 0,0 1 0 0 0,1 0 0 0 0,-7 18 0 0 0,5-8-102 0 0,0 0 0 0 0,1 1 0 0 0,2-1 0 0 0,0 1 0 0 0,1 0 0 0 0,0 0 0 0 0,3 28 0 0 0,1-30-1029 0 0,0 1-1 0 0,7 23 0 0 0,4 0-2525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9.8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 14279 0 0,'-8'1'1272'0'0,"0"-1"-1016"0"0,0 1 944 0 0,5-1-560 0 0,-4 2 8 0 0,2-1-1232 0 0,0 2-248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0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144 1 8751 0 0,'-8'2'524'0'0,"5"-1"-334"0"0,0-1 0 0 0,-1 1 0 0 0,1 0 0 0 0,0 0 0 0 0,0 1 0 0 0,0-1 0 0 0,0 1 0 0 0,0-1 0 0 0,1 1 0 0 0,-1 0 0 0 0,0 0 0 0 0,1 0 0 0 0,-1 0 0 0 0,-2 4 0 0 0,-11 13 974 0 0,1 0 0 0 0,-20 32 0 0 0,32-45-1198 0 0,0 0 0 0 0,0-1 1 0 0,0 1-1 0 0,1 0 0 0 0,-1 0 0 0 0,2 1 0 0 0,-1-1 0 0 0,1 0 0 0 0,0 1 0 0 0,0-1 1 0 0,0 1-1 0 0,1-1 0 0 0,0 0 0 0 0,1 1 0 0 0,0 8 0 0 0,0-13-14 0 0,0 0 0 0 0,0 0 1 0 0,0 0-1 0 0,0 1 0 0 0,1-1 0 0 0,-1 0 0 0 0,0 0 0 0 0,1-1 0 0 0,-1 1 0 0 0,1 0 0 0 0,0 0 0 0 0,0-1 0 0 0,-1 1 1 0 0,1-1-1 0 0,0 0 0 0 0,0 1 0 0 0,4 1 0 0 0,5 2-82 0 0,0-1 0 0 0,18 5 1 0 0,0 0 70 0 0,-20-5 56 0 0,1 0 1 0 0,-1 1 0 0 0,0 0 0 0 0,0 0 0 0 0,0 1 0 0 0,-1 0 0 0 0,0 1 0 0 0,0 0-1 0 0,0 0 1 0 0,-1 0 0 0 0,0 1 0 0 0,-1 0 0 0 0,0 1 0 0 0,0-1 0 0 0,-1 1-1 0 0,0 0 1 0 0,0 1 0 0 0,-1-1 0 0 0,0 1 0 0 0,-1 0 0 0 0,0 0 0 0 0,-1 0 0 0 0,0 0-1 0 0,1 16 1 0 0,-1-7 1 0 0,-2 1-1 0 0,-1-1 1 0 0,0 0-1 0 0,-1 0 1 0 0,-1 0-1 0 0,-6 20 1 0 0,5-27 13 0 0,0 0-1 0 0,0 0 1 0 0,-1 0 0 0 0,-1 0 0 0 0,1-1-1 0 0,-2 0 1 0 0,0 0 0 0 0,0-1-1 0 0,-1 0 1 0 0,-10 10 0 0 0,16-18 19 0 0,1 0 0 0 0,-1-1 0 0 0,0 1 0 0 0,0 0 0 0 0,0-1 0 0 0,0 0 0 0 0,0 1-1 0 0,0-1 1 0 0,0 0 0 0 0,0 0 0 0 0,-1 0 0 0 0,1-1 0 0 0,0 1 0 0 0,0 0 0 0 0,-1-1 0 0 0,1 0 0 0 0,-1 1 0 0 0,-1-1 0 0 0,2-1-7 0 0,0 1-1 0 0,1-1 1 0 0,-1 0 0 0 0,1 1 0 0 0,-1-1 0 0 0,1 0 0 0 0,0 0-1 0 0,-1 0 1 0 0,1 0 0 0 0,0 0 0 0 0,0 0 0 0 0,-1-1-1 0 0,1 1 1 0 0,0 0 0 0 0,0-1 0 0 0,0 1 0 0 0,1-1-1 0 0,-1 1 1 0 0,0-1 0 0 0,0 1 0 0 0,1-1 0 0 0,-1 1-1 0 0,1-1 1 0 0,0 0 0 0 0,-1 1 0 0 0,1-3 0 0 0,-5-31-276 0 0,1 1 0 0 0,1-1 1 0 0,4-57-1 0 0,0 66-119 0 0,0-34-533 0 0,-1 1-36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0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6911 0 0,'8'-5'731'0'0,"0"1"-1"0"0,1 0 1 0 0,-1 1-1 0 0,1-1 0 0 0,0 2 1 0 0,0-1-1 0 0,0 1 1 0 0,0 0-1 0 0,0 1 1 0 0,17 0-1 0 0,8 1 147 0 0,55 9 0 0 0,-19-2-388 0 0,-62-6-613 0 0,16 0-840 0 0,38-1 0 0 0,-49-2-606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1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26 12751 0 0,'-21'0'2067'0'0,"21"0"-2004"0"0,-1 1 0 0 0,1-1-1 0 0,-1 0 1 0 0,1 0 0 0 0,-1 0-1 0 0,1 0 1 0 0,0 0 0 0 0,-1 0 0 0 0,1 0-1 0 0,-1 0 1 0 0,1 0 0 0 0,-1-1 0 0 0,1 1-1 0 0,0 0 1 0 0,-1 0 0 0 0,1 0 0 0 0,-1 0-1 0 0,1-1 1 0 0,0 1 0 0 0,-1 0-1 0 0,1 0 1 0 0,0-1 0 0 0,-1 1 0 0 0,1 0-1 0 0,0 0 1 0 0,-1-1 0 0 0,1 1 0 0 0,0 0-1 0 0,-1-1 1 0 0,1 1 0 0 0,0-1 0 0 0,0 1-1 0 0,0 0 1 0 0,0-1 0 0 0,-1 1-1 0 0,1-1 1 0 0,0 0 0 0 0,12-10-2002 0 0,-5 5 331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2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48 3679 0 0,'6'-25'1620'0'0,"-6"24"-1317"0"0,0 0 0 0 0,0 0 0 0 0,0 0 0 0 0,0 0 0 0 0,0-1-1 0 0,0 1 1 0 0,-1 0 0 0 0,1 0 0 0 0,0 0 0 0 0,0 0 0 0 0,-1 0 0 0 0,1 0 0 0 0,-1 0 0 0 0,1 0 0 0 0,-1 1 0 0 0,1-1 0 0 0,-1 0 0 0 0,0 0 0 0 0,1 0 0 0 0,-2-1 0 0 0,1 2-267 0 0,1 0 1 0 0,0 0 0 0 0,-1 0 0 0 0,1 0 0 0 0,0 0 0 0 0,0 0 0 0 0,-1 0-1 0 0,1 0 1 0 0,0 0 0 0 0,-1 0 0 0 0,1 0 0 0 0,0 0 0 0 0,-1 1-1 0 0,1-1 1 0 0,0 0 0 0 0,0 0 0 0 0,-1 0 0 0 0,1 0 0 0 0,0 0 0 0 0,0 1-1 0 0,-1-1 1 0 0,1 0 0 0 0,0 0 0 0 0,0 1 0 0 0,0-1 0 0 0,-1 0-1 0 0,1 0 1 0 0,0 1 0 0 0,0-1 0 0 0,0 0 0 0 0,0 0 0 0 0,0 1 0 0 0,0-1-1 0 0,-1 1 1 0 0,-5 13 123 0 0,5-11-95 0 0,-74 200-341 0 0,72-194 296 0 0,-1 4-9 0 0,-28 90-64 0 0,29-91 201 0 0,1-1 0 0 0,0 1-1 0 0,1 0 1 0 0,0 0 0 0 0,1 0 0 0 0,3 22-1 0 0,-2-31-84 0 0,0 0 1 0 0,0 0-1 0 0,0 0 0 0 0,1-1 0 0 0,-1 1 0 0 0,1 0 0 0 0,0-1 0 0 0,0 1 0 0 0,0-1 0 0 0,0 0 0 0 0,0 1 1 0 0,0-1-1 0 0,1 0 0 0 0,-1 0 0 0 0,1-1 0 0 0,0 1 0 0 0,-1-1 0 0 0,1 1 0 0 0,0-1 0 0 0,0 0 1 0 0,5 2-1 0 0,3 0-65 0 0,-1 0 0 0 0,1 0 1 0 0,-1-1-1 0 0,1-1 1 0 0,11 1-1 0 0,-17-2-141 0 0,0 0 0 0 0,1 0 0 0 0,-1 0 0 0 0,0-1 0 0 0,0 0 0 0 0,0 0 0 0 0,0-1 0 0 0,0 1 0 0 0,0-1 0 0 0,0 0 0 0 0,0-1 0 0 0,-1 1 0 0 0,1-1 0 0 0,4-3 0 0 0,8-10-1451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2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3223 0 0,'0'151'8389'0'0,"-1"17"-5198"0"0,10 223-3091 0 0,-6-357-854 0 0,-2-6-284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2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17967 0 0,'-16'3'1600'0'0,"0"0"-1280"0"0,0-1-256 0 0,2 1-64 0 0,9-2 136 0 0,4-1 24 0 0,2 0 0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3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14743 0 0,'-1'1'76'0'0,"0"-1"-1"0"0,0 1 1 0 0,1 0 0 0 0,-1 0-1 0 0,0-1 1 0 0,0 1-1 0 0,0 0 1 0 0,1 0-1 0 0,-1 0 1 0 0,0 0-1 0 0,1 0 1 0 0,-1 0 0 0 0,1 0-1 0 0,-1 1 1 0 0,1-1-1 0 0,-1 0 1 0 0,1 0-1 0 0,0 0 1 0 0,0 0-1 0 0,-1 1 1 0 0,1-1 0 0 0,0 0-1 0 0,0 0 1 0 0,0 0-1 0 0,1 1 1 0 0,-1-1-1 0 0,0 0 1 0 0,0 0 0 0 0,1 2-1 0 0,9 47 2228 0 0,-7-38-2105 0 0,78 432-718 0 0,-73-370 336 0 0,-3-21-420 0 0,2 1 1 0 0,27 99 0 0 0,-21-121-995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10535 0 0,'-2'2'80'0'0,"1"0"-1"0"0,0 0 1 0 0,0 0-1 0 0,0 0 1 0 0,0 0-1 0 0,0 0 1 0 0,0 0-1 0 0,0 0 1 0 0,1 1 0 0 0,-1-1-1 0 0,1 0 1 0 0,0 0-1 0 0,-1 1 1 0 0,1-1-1 0 0,1 4 1 0 0,4 41 32 0 0,-2-27 135 0 0,13 110 453 0 0,53 213 0 0 0,-66-334-704 0 0,-1 0-42 0 0,0-1 0 0 0,1 1 1 0 0,0-1-1 0 0,0 0 0 0 0,1 0 0 0 0,6 10 0 0 0,-10-18 22 0 0,0 0-1 0 0,0 0 1 0 0,0 0 0 0 0,0-1-1 0 0,0 1 1 0 0,0 0 0 0 0,0 0 0 0 0,0 0-1 0 0,0 0 1 0 0,0 0 0 0 0,0 0-1 0 0,1 0 1 0 0,-1 0 0 0 0,0 0-1 0 0,0 0 1 0 0,0 0 0 0 0,0 0-1 0 0,0 0 1 0 0,0-1 0 0 0,0 1 0 0 0,0 0-220 0 0,0 0 220 0 0,0 0 0 0 0,1 0 0 0 0,-1 0-1 0 0,0 0 1 0 0,0 0 0 0 0,0 0-1 0 0,0 0 1 0 0,0 0 0 0 0,0 0-1 0 0,0 0 1 0 0,0 0 0 0 0,0 0 0 0 0,0 0-1 0 0,0 0 1 0 0,0 0 0 0 0,1 0-1 0 0,-1 0 1 0 0,0 0 0 0 0,0 0-1 0 0,0 0 1 0 0,0 0 0 0 0,0 0-1 0 0,0 0 1 0 0,0 0 0 0 0,0 0 0 0 0,0 0-74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1 126 7367 0 0,'2'-20'633'0'0,"-2"18"-473"0"0,0 0-1 0 0,0 0 0 0 0,1-1 0 0 0,-1 1 0 0 0,0 0 0 0 0,1 0 1 0 0,-1 0-1 0 0,1 0 0 0 0,0 0 0 0 0,0 0 0 0 0,-1 0 0 0 0,1 0 1 0 0,1 0-1 0 0,-1 1 0 0 0,0-1 0 0 0,0 0 0 0 0,1 1 0 0 0,1-3 1 0 0,6-3 163 0 0,0 0 0 0 0,1 0 0 0 0,0 1 0 0 0,0 0 0 0 0,0 1 0 0 0,1 0 0 0 0,-1 0 0 0 0,1 2 0 0 0,0-1 0 0 0,1 1 0 0 0,14-2 0 0 0,-18 4-341 0 0,0 0 0 0 0,0 0 1 0 0,1 1-1 0 0,-1 0 0 0 0,0 0 0 0 0,1 1 1 0 0,-1 0-1 0 0,0 1 0 0 0,0 0 0 0 0,0 0 1 0 0,0 0-1 0 0,0 1 0 0 0,-1 1 0 0 0,1-1 1 0 0,-1 1-1 0 0,12 8 0 0 0,-16-10 12 0 0,-1 0 1 0 0,1 1-1 0 0,-1-1 0 0 0,0 1 0 0 0,0-1 0 0 0,0 1 0 0 0,0 0 1 0 0,0-1-1 0 0,0 1 0 0 0,-1 0 0 0 0,0 0 0 0 0,1 1 0 0 0,-1-1 0 0 0,0 0 1 0 0,-1 0-1 0 0,2 6 0 0 0,-2-4-13 0 0,0 1-1 0 0,0-1 1 0 0,0 1 0 0 0,-1-1 0 0 0,0 1-1 0 0,0-1 1 0 0,0 0 0 0 0,-1 1 0 0 0,-2 5-1 0 0,-3 4 7 0 0,-1-1-1 0 0,1-1 1 0 0,-2 1-1 0 0,0-1 1 0 0,-1-1-1 0 0,-12 13 1 0 0,17-19 65 0 0,2-3-17 0 0,1 0 0 0 0,-1 0-1 0 0,0-1 1 0 0,1 1 0 0 0,-1 0 0 0 0,0-1-1 0 0,-1 0 1 0 0,1 0 0 0 0,0 0 0 0 0,-6 2-1 0 0,21-10-212 0 0,10-6-3965 0 0,-6 5-296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138 165 12695 0 0,'1'1'124'0'0,"-1"0"0"0"0,1 0-1 0 0,-1 1 1 0 0,1-1 0 0 0,-1 0-1 0 0,1 0 1 0 0,0 0 0 0 0,0 0-1 0 0,-1 1 1 0 0,1-1 0 0 0,0-1-1 0 0,1 3 1 0 0,-1-3-63 0 0,0 0 0 0 0,0 0 0 0 0,0 0 0 0 0,0 1 0 0 0,0-1 0 0 0,0 0 0 0 0,0 0 0 0 0,0 0 0 0 0,0 0-1 0 0,0 0 1 0 0,0-1 0 0 0,0 1 0 0 0,0 0 0 0 0,0 0 0 0 0,0-1 0 0 0,-1 1 0 0 0,1-1 0 0 0,0 1 0 0 0,1-1 0 0 0,1-1-44 0 0,0 0 0 0 0,0 0 0 0 0,0 0 0 0 0,0 0 0 0 0,0-1 0 0 0,-1 1 1 0 0,0-1-1 0 0,1 0 0 0 0,-1 1 0 0 0,0-1 0 0 0,0 0 0 0 0,0 0 0 0 0,-1 0 0 0 0,1-1 0 0 0,-1 1 0 0 0,1 0 0 0 0,-1-1 1 0 0,0 1-1 0 0,-1-1 0 0 0,1 1 0 0 0,-1-1 0 0 0,1 1 0 0 0,-1-1 0 0 0,0 1 0 0 0,0-1 0 0 0,0 1 0 0 0,-1-1 0 0 0,1 1 0 0 0,-3-8 1 0 0,2 7-4 0 0,0 0 1 0 0,0 0-1 0 0,0 0 1 0 0,-1 0 0 0 0,1 0-1 0 0,-1 0 1 0 0,0 0-1 0 0,0 0 1 0 0,-1 1-1 0 0,1-1 1 0 0,-1 1 0 0 0,0 0-1 0 0,0 0 1 0 0,0-1-1 0 0,0 2 1 0 0,0-1 0 0 0,0 0-1 0 0,-1 1 1 0 0,0 0-1 0 0,1-1 1 0 0,-1 1-1 0 0,0 1 1 0 0,0-1 0 0 0,-7-1-1 0 0,6 2-41 0 0,0 1 0 0 0,0 0 0 0 0,0 0 1 0 0,0 1-1 0 0,0-1 0 0 0,0 1 0 0 0,0 0 0 0 0,0 1 0 0 0,0-1 0 0 0,0 1 0 0 0,1 0 0 0 0,-1 0 0 0 0,0 1 0 0 0,1-1 0 0 0,0 1 0 0 0,0 0 0 0 0,0 0 0 0 0,0 0 1 0 0,0 1-1 0 0,0-1 0 0 0,1 1 0 0 0,0 0 0 0 0,0 0 0 0 0,0 0 0 0 0,0 1 0 0 0,0-1 0 0 0,1 0 0 0 0,-4 10 0 0 0,4-9-11 0 0,0-1-1 0 0,1 1 0 0 0,-1-1 1 0 0,1 1-1 0 0,0 0 0 0 0,0 0 1 0 0,1-1-1 0 0,-1 1 0 0 0,1 0 0 0 0,0 0 1 0 0,0 0-1 0 0,1-1 0 0 0,0 1 1 0 0,-1 0-1 0 0,1 0 0 0 0,1-1 1 0 0,-1 1-1 0 0,1-1 0 0 0,0 1 1 0 0,0-1-1 0 0,0 0 0 0 0,1 1 1 0 0,-1-1-1 0 0,1 0 0 0 0,0-1 1 0 0,0 1-1 0 0,0 0 0 0 0,1-1 1 0 0,-1 0-1 0 0,8 5 0 0 0,12 5-837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78 263 11143 0 0,'0'2'137'0'0,"-7"22"2707"0"0,7-24-2813 0 0,0 0-1 0 0,-1 0 0 0 0,1 1 0 0 0,0-1 1 0 0,0 0-1 0 0,0 0 0 0 0,0 0 1 0 0,0 0-1 0 0,0 0 0 0 0,0 0 1 0 0,0 0-1 0 0,-1 1 0 0 0,1-1 0 0 0,0 0 1 0 0,0 0-1 0 0,0 0 0 0 0,0 0 1 0 0,0 0-1 0 0,0 0 0 0 0,-1 0 0 0 0,1 0 1 0 0,0 0-1 0 0,0 0 0 0 0,0 0 1 0 0,0 0-1 0 0,-1 0 0 0 0,1 0 1 0 0,0 0-1 0 0,0 0 0 0 0,0 0 0 0 0,0 0 1 0 0,0 0-1 0 0,-1 0 0 0 0,1 0 1 0 0,0 0-1 0 0,0 0 0 0 0,0 0 0 0 0,0 0 1 0 0,0 0-1 0 0,-1-1 0 0 0,-6-11 209 0 0,-6-18-127 0 0,2-1 1 0 0,1 0-1 0 0,2-1 1 0 0,-6-42-1 0 0,13 70-118 0 0,1 1-1 0 0,-1-1 1 0 0,1 0-1 0 0,0 1 1 0 0,1-1 0 0 0,-1 0-1 0 0,0 1 1 0 0,1-1-1 0 0,0 1 1 0 0,0-1-1 0 0,0 1 1 0 0,0-1 0 0 0,1 1-1 0 0,2-4 1 0 0,-3 5-44 0 0,1 0 0 0 0,-1 0 0 0 0,1 1 0 0 0,0-1 0 0 0,-1 1 0 0 0,1-1 0 0 0,0 1 0 0 0,0 0 0 0 0,0 0 0 0 0,0 0 0 0 0,0 0 0 0 0,0 0 0 0 0,0 0 0 0 0,0 0 0 0 0,1 1 0 0 0,-1-1 0 0 0,0 1 0 0 0,0-1 0 0 0,1 1 0 0 0,-1 0 0 0 0,0 0 0 0 0,1 0 0 0 0,2 1 0 0 0,28 4-1767 0 0,-15-1 250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12207 0 0,'-3'4'125'0'0,"1"0"-1"0"0,0 1 1 0 0,0-1 0 0 0,0 1-1 0 0,1 0 1 0 0,-1-1-1 0 0,1 1 1 0 0,0 0-1 0 0,0 0 1 0 0,1 0 0 0 0,-1 8-1 0 0,2 7-56 0 0,4 32 0 0 0,-1-18 189 0 0,4 61-265 0 0,4 0 0 0 0,5-1 0 0 0,46 150 0 0 0,-48-206-3401 0 0,-1-10-1174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41 16703 0 0,'4'-5'736'0'0,"-1"-1"160"0"0,0 2-720 0 0,-1 1-176 0 0,3 3 0 0 0,-1-1 0 0 0,1 1 208 0 0,3-1 8 0 0,8-2 0 0 0,7-1 0 0 0,7 1-216 0 0,5 1 0 0 0,0-1 64 0 0,1 0-5240 0 0,1 1-1040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18887 0 0,'-14'1'832'0'0,"2"1"184"0"0,1-1-816 0 0,3-1-200 0 0,6-1 0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1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309 172 455 0 0,'16'-16'3882'0'0,"-3"4"-1866"0"0,22-27 0 0 0,-32 35-1797 0 0,0 0-1 0 0,-1 0 0 0 0,1 0 1 0 0,-1 0-1 0 0,0 0 0 0 0,0 0 0 0 0,-1 0 1 0 0,1-1-1 0 0,-1 1 0 0 0,0-1 1 0 0,0 1-1 0 0,0-9 0 0 0,-1 12-154 0 0,0-1-1 0 0,0 1 1 0 0,0-1-1 0 0,0 1 0 0 0,-1-1 1 0 0,1 1-1 0 0,0 0 1 0 0,-1-1-1 0 0,1 1 0 0 0,-1-1 1 0 0,0 1-1 0 0,1 0 1 0 0,-1-1-1 0 0,0 1 0 0 0,0 0 1 0 0,0 0-1 0 0,0 0 1 0 0,0 0-1 0 0,0 0 0 0 0,0 0 1 0 0,0 0-1 0 0,-2-1 1 0 0,0 0 20 0 0,-1 0 0 0 0,1 1 0 0 0,-1-1 0 0 0,1 1 1 0 0,-1 0-1 0 0,1 0 0 0 0,-1 1 0 0 0,-7-2 1 0 0,-3 2 25 0 0,-1 0 0 0 0,1 1 0 0 0,-23 4 1 0 0,14 0-74 0 0,0 0-1 0 0,0 2 1 0 0,1 0 0 0 0,0 2 0 0 0,1 0 0 0 0,0 2 0 0 0,0 0 0 0 0,1 1 0 0 0,-24 20 0 0 0,42-31-33 0 0,0 0 0 0 0,1 1 0 0 0,-1-1 1 0 0,1 1-1 0 0,-1-1 0 0 0,1 1 0 0 0,-1 0 0 0 0,1 0 0 0 0,0-1 1 0 0,0 1-1 0 0,-1 0 0 0 0,1 0 0 0 0,1 0 0 0 0,-1 0 0 0 0,-1 3 1 0 0,3-4-3 0 0,-1 1 0 0 0,0-1-1 0 0,0 0 1 0 0,0 0 0 0 0,1 1 0 0 0,-1-1 0 0 0,1 0 0 0 0,-1 0 0 0 0,1 1 0 0 0,-1-1 0 0 0,1 0 0 0 0,0 0 0 0 0,-1 0 0 0 0,1 0 0 0 0,0 0 0 0 0,0 0 0 0 0,0 0 0 0 0,0 0 0 0 0,0 0 0 0 0,0 0 0 0 0,0-1-1 0 0,0 1 1 0 0,0 0 0 0 0,0-1 0 0 0,3 2 0 0 0,24 11-2 0 0,1-1 0 0 0,0 0 0 0 0,32 6 0 0 0,-4-1 0 0 0,13 4 0 0 0,46 16 0 0 0,-104-32 0 0 0,-1 0 0 0 0,-1 0 0 0 0,1 1 0 0 0,-1 0 0 0 0,0 1 0 0 0,0 0 0 0 0,14 14 0 0 0,-22-19 0 0 0,-1 0 0 0 0,1-1 0 0 0,-1 1 0 0 0,1 0 0 0 0,-1 0 0 0 0,1 0 0 0 0,-1 0 0 0 0,0 0 0 0 0,0 0 0 0 0,0 0 0 0 0,0 1 0 0 0,0-1 0 0 0,-1 0 0 0 0,1 0 0 0 0,-1 1 0 0 0,1-1 0 0 0,-1 1 0 0 0,0-1 0 0 0,0 0 0 0 0,0 4 0 0 0,-2-1 0 0 0,1 0 0 0 0,-1 0 0 0 0,0-1 0 0 0,0 1 0 0 0,-1-1 0 0 0,0 1 0 0 0,1-1 0 0 0,-7 6 0 0 0,-20 25 21 0 0,-3-1 0 0 0,-49 41 0 0 0,66-62-20 0 0,-1 1 7 0 0,2 0 24 0 0,-1 0 0 0 0,0-2 0 0 0,-1 0 0 0 0,0-1 0 0 0,-1 0 0 0 0,-23 10 0 0 0,38-20-2 0 0,0 0 0 0 0,0 0-1 0 0,0-1 1 0 0,0 1 0 0 0,0-1-1 0 0,0 1 1 0 0,0-1-1 0 0,0 0 1 0 0,0 1 0 0 0,0-1-1 0 0,-1 0 1 0 0,1-1 0 0 0,0 1-1 0 0,0 0 1 0 0,0-1 0 0 0,0 1-1 0 0,0-1 1 0 0,0 1 0 0 0,0-1-1 0 0,0 0 1 0 0,0 0 0 0 0,1 0-1 0 0,-1 0 1 0 0,-2-2-1 0 0,2 1 40 0 0,0 0-1 0 0,1-1 0 0 0,-1 1 0 0 0,1-1 0 0 0,0 1 0 0 0,-1-1 0 0 0,1 1 0 0 0,0-1 0 0 0,0 0 0 0 0,1 0 0 0 0,-1 0 0 0 0,1 1 1 0 0,-1-1-1 0 0,1 0 0 0 0,0 0 0 0 0,0 0 0 0 0,0-3 0 0 0,2-9 66 0 0,-1 0 0 0 0,2 1-1 0 0,0-1 1 0 0,1 1 0 0 0,9-24 0 0 0,38-70 94 0 0,-19 43 38 0 0,-18 36-247 0 0,19-42 84 0 0,48-149-1 0 0,-67 167-294 0 0,18 65-2514 0 0,-23-10 1354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1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72 360 2303 0 0,'2'5'326'0'0,"1"1"-1"0"0,0-1 0 0 0,-1-1 0 0 0,2 1 0 0 0,-1 0 0 0 0,0-1 0 0 0,1 1 1 0 0,0-1-1 0 0,0 0 0 0 0,0 0 0 0 0,1-1 0 0 0,-1 1 0 0 0,1-1 0 0 0,0 0 1 0 0,8 3-1 0 0,-5-2-166 0 0,0 0 1 0 0,0 0 0 0 0,1-1 0 0 0,-1 0 0 0 0,1-1-1 0 0,0 0 1 0 0,0 0 0 0 0,0-1 0 0 0,10 1-1 0 0,-10-3-42 0 0,-1-1-1 0 0,1 0 0 0 0,-1 0 1 0 0,0 0-1 0 0,0-1 1 0 0,0 0-1 0 0,0-1 0 0 0,0 0 1 0 0,-1 0-1 0 0,0-1 0 0 0,0 0 1 0 0,0 0-1 0 0,9-8 0 0 0,1-4 590 0 0,1 0 1 0 0,-2-2-1 0 0,20-28 0 0 0,-29 37-497 0 0,-1 0 1 0 0,0-1 0 0 0,-1 0 0 0 0,0 0-1 0 0,-1 0 1 0 0,0-1 0 0 0,-1 1 0 0 0,0-1-1 0 0,0 0 1 0 0,-2 0 0 0 0,1-15 0 0 0,-1 21-134 0 0,-1 0 1 0 0,0 1 0 0 0,-1-1 0 0 0,0 0-1 0 0,0 0 1 0 0,0 1 0 0 0,0-1 0 0 0,-1 1 0 0 0,0-1-1 0 0,0 1 1 0 0,-1-1 0 0 0,1 1 0 0 0,-1 0 0 0 0,0 0-1 0 0,0 1 1 0 0,-1-1 0 0 0,0 0 0 0 0,0 1-1 0 0,0 0 1 0 0,0 0 0 0 0,0 0 0 0 0,-1 1 0 0 0,0-1-1 0 0,1 1 1 0 0,-8-3 0 0 0,4 2-59 0 0,-1 0 0 0 0,0 1 0 0 0,0 0 1 0 0,0 1-1 0 0,0 0 0 0 0,0 0 0 0 0,0 1 0 0 0,-1 0 0 0 0,1 0 1 0 0,-1 1-1 0 0,1 1 0 0 0,-1-1 0 0 0,-13 4 0 0 0,11-1-9 0 0,0 1 0 0 0,0 0-1 0 0,0 1 1 0 0,1 0 0 0 0,0 1-1 0 0,0 0 1 0 0,1 1 0 0 0,-1 0-1 0 0,-12 12 1 0 0,8-5-11 0 0,1 0-1 0 0,1 1 1 0 0,0 0-1 0 0,1 1 1 0 0,0 1-1 0 0,2 0 1 0 0,0 1-1 0 0,0-1 1 0 0,2 2 0 0 0,1-1-1 0 0,0 1 1 0 0,-7 32-1 0 0,13-42-11 0 0,-1 0 0 0 0,2 0 0 0 0,-1 0 0 0 0,1 0 0 0 0,1 0 0 0 0,-1-1 0 0 0,1 1 0 0 0,5 17 0 0 0,-4-21-139 0 0,0 1 1 0 0,0-1-1 0 0,0 1 1 0 0,1-1 0 0 0,0 0-1 0 0,0 0 1 0 0,1 0-1 0 0,-1 0 1 0 0,1-1-1 0 0,0 1 1 0 0,0-1-1 0 0,1 0 1 0 0,-1 0-1 0 0,8 4 1 0 0,18 8-5639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2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 10135 0 0,'-4'-1'896'0'0,"0"2"-96"0"0,4 2-96 0 0,-1 0 24 0 0,1 1 0 0 0,0 2-1056 0 0,1 1-216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2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28 11087 0 0,'-8'-10'240'0'0,"2"4"48"0"0,1 0 16 0 0,2 3 16 0 0,2 2-256 0 0,1 0-64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8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675 97 1375 0 0,'3'-21'-1521'0'0,"-5"-10"5310"0"0,2 29-3488 0 0,-1 1 0 0 0,1-1 0 0 0,-1 0 0 0 0,0 0 0 0 0,0 0 0 0 0,0 1 0 0 0,0-1 1 0 0,0 0-1 0 0,0 1 0 0 0,0-1 0 0 0,0 1 0 0 0,-1-1 0 0 0,1 1 0 0 0,-1 0 0 0 0,1 0 0 0 0,-1-1 0 0 0,1 1 0 0 0,-1 0 0 0 0,0 0 1 0 0,1 1-1 0 0,-1-1 0 0 0,0 0 0 0 0,0 1 0 0 0,-2-2 0 0 0,-12-1-131 0 0,1 0-1 0 0,-1 1 1 0 0,0 0 0 0 0,0 1 0 0 0,1 1-1 0 0,-23 3 1 0 0,6 1-84 0 0,-1 1 0 0 0,-33 11 1 0 0,33-6 88 0 0,0 2 1 0 0,-59 32-1 0 0,-55 44 921 0 0,139-82-1016 0 0,1-1 0 0 0,-1 1-1 0 0,1 0 1 0 0,0 0 0 0 0,0 1 0 0 0,-8 10-1 0 0,14-14-62 0 0,-1-1 0 0 0,0 1 0 0 0,1-1 0 0 0,0 1 0 0 0,-1 0 1 0 0,1-1-1 0 0,0 1 0 0 0,0 0 0 0 0,1 0 0 0 0,-1 0 0 0 0,0 0 0 0 0,1-1 0 0 0,0 1 0 0 0,0 0 0 0 0,0 0 0 0 0,0 0 0 0 0,0 0 0 0 0,1 0 0 0 0,-1 0 0 0 0,1 0 0 0 0,0 0 0 0 0,-1 0 0 0 0,1-1 0 0 0,3 5 0 0 0,2 3-46 0 0,0-1-1 0 0,1 0 1 0 0,0 0-1 0 0,1 0 1 0 0,0-1-1 0 0,13 11 1 0 0,56 38-309 0 0,-62-46 281 0 0,35 21-193 0 0,1-2 0 0 0,58 24 0 0 0,43 26 24 0 0,-137-72 215 0 0,28 22-59 0 0,19 18 56 0 0,-7 2 4 0 0,-53-48 5 0 0,0 0 0 0 0,0 0 0 0 0,0 0 1 0 0,0 0-1 0 0,0 1 0 0 0,0-1 0 0 0,-1 1 1 0 0,2 2-1 0 0,29 55-6 0 0,-30-56 14 0 0,0 0-1 0 0,-1 0 0 0 0,0 0 1 0 0,0 0-1 0 0,0 0 0 0 0,0 0 0 0 0,-1 1 1 0 0,1-1-1 0 0,-1 0 0 0 0,0 0 1 0 0,0 0-1 0 0,-1 0 0 0 0,1 1 1 0 0,-1-1-1 0 0,0 0 0 0 0,0 0 0 0 0,0 0 1 0 0,-1 0-1 0 0,1 0 0 0 0,-1-1 1 0 0,0 1-1 0 0,-3 5 0 0 0,-2-1 19 0 0,1 1-1 0 0,-2-1 1 0 0,1 0-1 0 0,-1-1 0 0 0,0 0 1 0 0,-15 10-1 0 0,-6 2 397 0 0,-1-1 0 0 0,-1-2-1 0 0,0-2 1 0 0,-1 0 0 0 0,-1-2 0 0 0,0-2-1 0 0,0-1 1 0 0,-59 8 0 0 0,79-15-224 0 0,0-2-1 0 0,0 0 1 0 0,0 0 0 0 0,0-1 0 0 0,1-1 0 0 0,-21-4-1 0 0,29 5-170 0 0,0 0 0 0 0,0 0 0 0 0,0 0-1 0 0,0-1 1 0 0,1 1 0 0 0,-1-1 0 0 0,0 0 0 0 0,1 0-1 0 0,-1 0 1 0 0,1 0 0 0 0,0-1 0 0 0,0 0 0 0 0,0 1-1 0 0,0-1 1 0 0,1 0 0 0 0,-1 0 0 0 0,1-1 0 0 0,-1 1-1 0 0,1 0 1 0 0,0-1 0 0 0,0 1 0 0 0,1-1-1 0 0,-1 0 1 0 0,1 0 0 0 0,-1-4 0 0 0,2 6-232 0 0,0 0-1 0 0,0 0 1 0 0,0 0-1 0 0,1 0 1 0 0,-1 0 0 0 0,1 0-1 0 0,-1 0 1 0 0,1 0 0 0 0,0 0-1 0 0,0 0 1 0 0,0 1 0 0 0,0-1-1 0 0,0 0 1 0 0,0 0 0 0 0,1 1-1 0 0,-1-1 1 0 0,0 1-1 0 0,1-1 1 0 0,0 1 0 0 0,-1-1-1 0 0,1 1 1 0 0,0 0 0 0 0,-1 0-1 0 0,1 0 1 0 0,2-1 0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9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163 393 1839 0 0,'-1'18'13055'0'0,"9"-10"-12971"0"0,-5-6-126 0 0,-1 0 0 0 0,1 0 0 0 0,0-1 0 0 0,0 1 0 0 0,0-1 0 0 0,0 1 1 0 0,0-1-1 0 0,0 0 0 0 0,0-1 0 0 0,0 1 0 0 0,0 0 0 0 0,0-1 0 0 0,0 0 0 0 0,1 1 0 0 0,-1-1 0 0 0,0-1 0 0 0,0 1 0 0 0,0 0 1 0 0,1-1-1 0 0,-1 1 0 0 0,0-1 0 0 0,0 0 0 0 0,0 0 0 0 0,0-1 0 0 0,0 1 0 0 0,0 0 0 0 0,0-1 0 0 0,2-2 0 0 0,4-1-29 0 0,-1-1-1 0 0,0 0 0 0 0,0 0 1 0 0,0-1-1 0 0,-1 0 0 0 0,0-1 0 0 0,11-14 1 0 0,-8 5 152 0 0,-1 1 0 0 0,0-1 1 0 0,-1-1-1 0 0,-1 0 0 0 0,0 0 1 0 0,-2 0-1 0 0,0-1 0 0 0,-1 1 1 0 0,-1-1-1 0 0,0 0 0 0 0,-2-1 1 0 0,-1-34-1 0 0,-1 49 41 0 0,1-1-1 0 0,-1 1 1 0 0,0 0 0 0 0,-1 0 0 0 0,1 0-1 0 0,-1 0 1 0 0,0 0 0 0 0,0 1-1 0 0,0-1 1 0 0,-1 0 0 0 0,-4-5 0 0 0,6 9-81 0 0,-1-1 1 0 0,1 1-1 0 0,-1-1 1 0 0,0 1-1 0 0,0 0 1 0 0,0-1 0 0 0,0 1-1 0 0,0 0 1 0 0,0 0-1 0 0,0 0 1 0 0,0 1 0 0 0,0-1-1 0 0,0 0 1 0 0,0 1-1 0 0,0-1 1 0 0,-1 1 0 0 0,1 0-1 0 0,0 0 1 0 0,0 0-1 0 0,-1 0 1 0 0,1 0-1 0 0,0 0 1 0 0,0 1 0 0 0,0-1-1 0 0,-1 1 1 0 0,1-1-1 0 0,0 1 1 0 0,-2 1 0 0 0,-8 3-33 0 0,0 1 0 0 0,1 0 0 0 0,0 1 0 0 0,0 0 0 0 0,1 0 1 0 0,0 2-1 0 0,0-1 0 0 0,0 1 0 0 0,-9 12 0 0 0,-2 5-194 0 0,0 2-1 0 0,-22 39 0 0 0,25-35 133 0 0,1 1 0 0 0,1 1 0 0 0,2 0 0 0 0,1 1 0 0 0,2 1 0 0 0,2-1 0 0 0,-6 41 0 0 0,11-12 41 0 0,4-53 5 0 0,1-1 1 0 0,0 1-1 0 0,0 0 0 0 0,2 0 0 0 0,-1-1 0 0 0,5 12 0 0 0,-2-10 5 0 0,1 0 0 0 0,0-1 0 0 0,1 1 0 0 0,0-1 0 0 0,11 11 0 0 0,-13-16 6 0 0,0-1-1 0 0,0-1 0 0 0,0 1 0 0 0,1-1 1 0 0,-1 0-1 0 0,1 0 0 0 0,0-1 0 0 0,0 0 1 0 0,1 0-1 0 0,-1 0 0 0 0,1-1 0 0 0,-1 0 1 0 0,1 0-1 0 0,0 0 0 0 0,0-1 1 0 0,7 0-1 0 0,0 2 25 0 0,11 1-109 0 0,1-2 0 0 0,0 0 0 0 0,0-1 0 0 0,-1-2-1 0 0,1 0 1 0 0,0-2 0 0 0,-1-1 0 0 0,1-1 0 0 0,-1-1-1 0 0,0-1 1 0 0,-1-2 0 0 0,0 0 0 0 0,0-1 0 0 0,-1-2-1 0 0,0 0 1 0 0,-1-1 0 0 0,28-23 0 0 0,-21 11-774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9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1 696 6447 0 0,'0'0'90'0'0,"0"1"0"0"0,0-1 0 0 0,0 1-1 0 0,0-1 1 0 0,0 0 0 0 0,0 1-1 0 0,1-1 1 0 0,-1 0 0 0 0,0 1 0 0 0,0-1-1 0 0,0 0 1 0 0,1 1 0 0 0,-1-1-1 0 0,0 0 1 0 0,0 1 0 0 0,1-1 0 0 0,-1 0-1 0 0,0 0 1 0 0,1 1 0 0 0,-1-1-1 0 0,0 0 1 0 0,1 0 0 0 0,-1 0 0 0 0,1 1-1 0 0,-1-1 1 0 0,0 0 0 0 0,1 0-1 0 0,-1 0 1 0 0,1 0 0 0 0,-1 0 0 0 0,1 0-1 0 0,6-11 1916 0 0,-1-19-206 0 0,-16-187 1153 0 0,0 64-1941 0 0,10 134-887 0 0,-1-18 249 0 0,3-42 1 0 0,0 68-316 0 0,-1 1 0 0 0,1-1-1 0 0,0 1 1 0 0,1-1 0 0 0,1 1 0 0 0,-1 0 0 0 0,2 0 0 0 0,8-15 0 0 0,-10 21-64 0 0,0 0 1 0 0,1 0-1 0 0,-1 0 1 0 0,1 1 0 0 0,0-1-1 0 0,0 1 1 0 0,0 0-1 0 0,1 0 1 0 0,-1 1 0 0 0,1-1-1 0 0,-1 1 1 0 0,1 0 0 0 0,0 0-1 0 0,0 1 1 0 0,0-1-1 0 0,0 1 1 0 0,0 0 0 0 0,0 0-1 0 0,0 1 1 0 0,0 0-1 0 0,1 0 1 0 0,6 0 0 0 0,5 2-205 0 0,0 0 0 0 0,0 1 0 0 0,0 0 1 0 0,-1 2-1 0 0,18 6 0 0 0,-20-4-1330 0 0,30 23-4119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0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9 489 10135 0 0,'-1'2'154'0'0,"-1"5"41"0"0,0 0-1 0 0,1 0 0 0 0,0 0 1 0 0,0 0-1 0 0,0 0 0 0 0,1 0 1 0 0,0 0-1 0 0,0 0 0 0 0,2 8 1 0 0,3 28 1012 0 0,-4-33-1127 0 0,0-1-1 0 0,1 0 1 0 0,0 0 0 0 0,6 16 0 0 0,-3-10-7 0 0,-2-8-21 0 0,0 0 0 0 0,-1 0 0 0 0,0 0 0 0 0,-1 1-1 0 0,2 8 1 0 0,6-7-126 0 0,30 29-101 0 0,-38-37 158 0 0,1 0 1 0 0,-1 0 0 0 0,1 0-1 0 0,-1 0 1 0 0,1 0-1 0 0,-1 0 1 0 0,1-1-1 0 0,-1 1 1 0 0,1-1-1 0 0,0 1 1 0 0,-1-1-1 0 0,1 0 1 0 0,0 0 0 0 0,0 1-1 0 0,-1-1 1 0 0,1 0-1 0 0,0 0 1 0 0,-1-1-1 0 0,1 1 1 0 0,0 0-1 0 0,-1-1 1 0 0,1 1-1 0 0,0-1 1 0 0,-1 1 0 0 0,1-1-1 0 0,-1 0 1 0 0,1 1-1 0 0,-1-1 1 0 0,1 0-1 0 0,-1 0 1 0 0,2-2-1 0 0,2-1-95 0 0,0-1 0 0 0,0 1 0 0 0,-1-1-1 0 0,0-1 1 0 0,6-8 0 0 0,6-13-302 0 0,-1 0-1 0 0,-2-1 1 0 0,-1 0 0 0 0,-1-1 0 0 0,13-56-1 0 0,-9 14-189 0 0,7-100-1 0 0,-20 85 961 0 0,-3 56 897 0 0,6-45 1 0 0,-5 79-1093 0 0,1 1 0 0 0,0-1 1 0 0,0 0-1 0 0,0 0 0 0 0,0 1 0 0 0,1-1 0 0 0,-1 0 1 0 0,4 5-1 0 0,3 9 289 0 0,17 44-318 0 0,-11-33-4 0 0,15 28 20 0 0,-12-29 83 0 0,22 30 32 0 0,-37-54-218 0 0,1-1 0 0 0,0 1 0 0 0,0-1 0 0 0,0 1 0 0 0,4 3 0 0 0,15 14 141 0 0,30 20 0 0 0,-41-33-103 0 0,1 0 0 0 0,0-1 0 0 0,0 0 0 0 0,0-1 0 0 0,1 0-1 0 0,18 5 1 0 0,-21-9-49 0 0,0 0-1 0 0,0 0 0 0 0,0-1 0 0 0,0 0 0 0 0,0-1 1 0 0,1 0-1 0 0,-1-1 0 0 0,0 0 0 0 0,0 0 1 0 0,0-1-1 0 0,0-1 0 0 0,-1 0 0 0 0,1 0 1 0 0,13-7-1 0 0,-16 7-23 0 0,0-1 0 0 0,0-1 0 0 0,-1 1 0 0 0,0-1 0 0 0,1-1 1 0 0,-2 1-1 0 0,1-1 0 0 0,-1 0 0 0 0,0 0 0 0 0,0 0 0 0 0,-1-1 0 0 0,1 0 0 0 0,-1 1 0 0 0,-1-2 1 0 0,0 1-1 0 0,0 0 0 0 0,0-1 0 0 0,3-14 0 0 0,-5 12 1 0 0,1 0 0 0 0,-1 0 0 0 0,-1 0 0 0 0,0 0 0 0 0,-1-1 0 0 0,1 1 0 0 0,-2 0 0 0 0,0 0 0 0 0,0 0 0 0 0,-1 0 0 0 0,0 1 0 0 0,0-1 0 0 0,-1 1 0 0 0,0 0 0 0 0,-1-1 0 0 0,0 2 0 0 0,-7-10 0 0 0,7 12-48 0 0,0-1-1 0 0,-1 1 1 0 0,1 0-1 0 0,-1 0 1 0 0,-1 0-1 0 0,1 1 1 0 0,-1 0-1 0 0,0 1 1 0 0,0-1-1 0 0,0 1 1 0 0,-1 1-1 0 0,1-1 1 0 0,-1 1-1 0 0,0 0 1 0 0,0 1-1 0 0,0 0 1 0 0,0 0-1 0 0,-1 1 1 0 0,1 0-1 0 0,0 1 1 0 0,-12 0-1 0 0,13 0 2 0 0,-1 1 0 0 0,0 1 0 0 0,1-1 1 0 0,-1 1-1 0 0,1 1 0 0 0,-1 0 0 0 0,1-1 0 0 0,0 2 0 0 0,0-1 0 0 0,0 1 0 0 0,1 0 0 0 0,0 1 0 0 0,-1 0 0 0 0,1 0 0 0 0,1 0 0 0 0,-10 11 1 0 0,8-7 60 0 0,0 0 0 0 0,1 1 1 0 0,0-1-1 0 0,1 1 0 0 0,0 0 1 0 0,1 1-1 0 0,0-1 0 0 0,0 1 1 0 0,1 0-1 0 0,-2 14 0 0 0,5-2 123 0 0,3 42 4 0 0,3-31 23 0 0,12 40 96 0 0,-17-69-219 0 0,0-1 1 0 0,0 1 0 0 0,1 0-1 0 0,0-1 1 0 0,4 8 0 0 0,27 55 273 0 0,-31-63-270 0 0,0 0-1 0 0,0 0 1 0 0,1 0-1 0 0,-1 0 1 0 0,6 5 0 0 0,35 44 300 0 0,-41-50-316 0 0,0 0 1 0 0,0-1 0 0 0,0 1 0 0 0,1-1-1 0 0,-1 0 1 0 0,1 0 0 0 0,-1 0-1 0 0,5 2 1 0 0,3 3 37 0 0,8 6 81 0 0,1-2-1 0 0,0 0 1 0 0,29 13-1 0 0,-31-18-78 0 0,-1 0-1 0 0,1-2 1 0 0,0 1 0 0 0,0-2-1 0 0,1 0 1 0 0,-1-1-1 0 0,1-1 1 0 0,-1-1-1 0 0,28-2 1 0 0,-36 0-70 0 0,1 1-1 0 0,-1-1 1 0 0,0-1 0 0 0,-1 0-1 0 0,1 0 1 0 0,0 0 0 0 0,-1-1-1 0 0,0-1 1 0 0,0 1 0 0 0,0-2-1 0 0,0 1 1 0 0,-1-1 0 0 0,0 0 0 0 0,0 0-1 0 0,-1-1 1 0 0,1 1 0 0 0,-1-2-1 0 0,-1 1 1 0 0,9-14 0 0 0,-6 4 56 0 0,-1 0 1 0 0,0 0 0 0 0,-1-1 0 0 0,0 0 0 0 0,-2 0 0 0 0,0 0 0 0 0,-1 0 0 0 0,-1-1 0 0 0,-1 1 0 0 0,0-1 0 0 0,-3-22 0 0 0,-4-17 245 0 0,-3 0 1 0 0,-19-69 0 0 0,-28-59-381 0 0,56 185 64 0 0,-1 0 1 0 0,1 1-1 0 0,0-1 0 0 0,-1 0 1 0 0,1 0-1 0 0,0 1 1 0 0,0-1-1 0 0,-1 0 0 0 0,1 0 1 0 0,0 0-1 0 0,0 1 0 0 0,0-1 1 0 0,0 0-1 0 0,0 0 1 0 0,0 0-1 0 0,0 0 0 0 0,0 1 1 0 0,1-1-1 0 0,-1 0 0 0 0,0 0 1 0 0,0 0-1 0 0,1 1 1 0 0,-1-1-1 0 0,0 0 0 0 0,1 0 1 0 0,-1 1-1 0 0,1-1 1 0 0,-1 0-1 0 0,1 1 0 0 0,-1-1 1 0 0,1 1-1 0 0,0-1 0 0 0,-1 0 1 0 0,1 1-1 0 0,0-1 1 0 0,-1 1-1 0 0,1 0 0 0 0,0-1 1 0 0,0 1-1 0 0,-1 0 0 0 0,1-1 1 0 0,0 1-1 0 0,0 0 1 0 0,0 0-1 0 0,1-1 0 0 0,4 1-15 0 0,0 1-1 0 0,-1-1 0 0 0,1 1 0 0 0,0 0 0 0 0,9 2 1 0 0,-4 0-12 0 0,44 10-50 0 0,-1 3 0 0 0,69 29 0 0 0,98 60 87 0 0,-197-93-474 0 0,47 22 425 0 0,-23-14-6253 0 0,-34-16 193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0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43 225 7831 0 0,'-3'-1'61'0'0,"0"0"0"0"0,0 0-1 0 0,0 0 1 0 0,-1-1-1 0 0,1 1 1 0 0,0-1-1 0 0,1 1 1 0 0,-1-1 0 0 0,0 0-1 0 0,0 0 1 0 0,1 0-1 0 0,-1-1 1 0 0,-1-2-1 0 0,4 4 177 0 0,0 0 1 0 0,0 0-1 0 0,0 0 0 0 0,0 0 0 0 0,0 0 0 0 0,0 0 0 0 0,1 0 0 0 0,-1 0 0 0 0,1 0 0 0 0,-1 0 1 0 0,1 0-1 0 0,-1 0 0 0 0,1 0 0 0 0,-1 0 0 0 0,1 0 0 0 0,0 0 0 0 0,-1 0 0 0 0,1 1 1 0 0,1-2-1 0 0,17-15 4763 0 0,2 4-4802 0 0,2 1 1 0 0,-1 1 0 0 0,1 1-1 0 0,43-12 1 0 0,-37 13-199 0 0,206-59 8 0 0,-205 62-22 0 0,0 2 0 0 0,0 0 0 0 0,1 2 1 0 0,-1 2-1 0 0,1 0 0 0 0,30 5 0 0 0,-55-4-9 0 0,0 1 0 0 0,-1-1-1 0 0,1 1 1 0 0,-1-1 0 0 0,1 2 0 0 0,-1-1 0 0 0,0 0 0 0 0,0 1 0 0 0,0 0-1 0 0,5 5 1 0 0,-7-6-67 0 0,-2 11-46 0 0,-1-6 114 0 0,1 0 0 0 0,-1 0-1 0 0,0 1 0 0 0,0-1 0 0 0,0 0 0 0 0,-1 1 1 0 0,0-1-1 0 0,-1 0 0 0 0,0 1 0 0 0,0-1 1 0 0,0 0-1 0 0,-1-1 0 0 0,-4 10 0 0 0,-18 22-158 0 0,-1-2 0 0 0,-32 36 0 0 0,-67 61-315 0 0,97-104 402 0 0,-96 93-107 0 0,-103 116 231 0 0,221-230 19 0 0,0 0 1 0 0,0 0-1 0 0,1 1 0 0 0,0 0 0 0 0,0 0 0 0 0,1 0 0 0 0,-4 13 1 0 0,7-18 324 0 0,7 9-72 0 0,22 39 46 0 0,-25-49-300 0 0,0 1 1 0 0,0-1-1 0 0,0-1 1 0 0,0 1-1 0 0,0 0 1 0 0,1-1-1 0 0,-1 0 1 0 0,1 1 0 0 0,-1-1-1 0 0,1-1 1 0 0,0 1-1 0 0,0 0 1 0 0,0-1-1 0 0,0 0 1 0 0,0 0-1 0 0,0 0 1 0 0,0-1-1 0 0,0 1 1 0 0,6-1 0 0 0,2 2 84 0 0,80 5 767 0 0,0-3 0 0 0,121-11 0 0 0,-89 1-621 0 0,-77 5-255 0 0,11-2-1770 0 0,98 8 1 0 0,-121 1-5305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1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2303 0 0,'-2'15'96'0'0,"-3"0"32"0"0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3.3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93 10535 0 0,'-7'-28'1169'0'0,"-14"-35"0"0"0,21 63-1166 0 0,0 1 1 0 0,0-1 0 0 0,0 0-1 0 0,0 0 1 0 0,0 0 0 0 0,0 0-1 0 0,0 0 1 0 0,0 0-1 0 0,0 0 1 0 0,0 0 0 0 0,0 0-1 0 0,0 0 1 0 0,-1 0 0 0 0,1 0-1 0 0,0 0 1 0 0,0 0 0 0 0,0 0-1 0 0,0 0 1 0 0,0 0 0 0 0,0 0-1 0 0,0 0 1 0 0,0 0-1 0 0,0 0 1 0 0,0 0 0 0 0,0 0-1 0 0,-1 0 1 0 0,1 0 0 0 0,0 0-1 0 0,0 0 1 0 0,0 0 0 0 0,0 0-1 0 0,0 0 1 0 0,0 0 0 0 0,0 0-1 0 0,0 0 1 0 0,0 0-1 0 0,0 0 1 0 0,0 0 0 0 0,0-1-1 0 0,0 1 1 0 0,-1 0 0 0 0,1 0-1 0 0,0 0 1 0 0,0 0 0 0 0,0 0-1 0 0,0 0 1 0 0,0 0 0 0 0,0 0-1 0 0,0 0 1 0 0,0 0 0 0 0,0 0-1 0 0,0-1 1 0 0,0 1-1 0 0,0 0 1 0 0,0 0 0 0 0,0 0-1 0 0,0 0 1 0 0,0 0 0 0 0,0 0-1 0 0,0 0 1 0 0,0 0 0 0 0,0 0-1 0 0,0 0 1 0 0,0 0 0 0 0,0-1-1 0 0,0 1 1 0 0,0 0-1 0 0,-1 10 311 0 0,-1 21 168 0 0,2-26-455 0 0,-24 527 1206 0 0,0-33 868 0 0,29 0-971 0 0,27-189-1018 0 0,-13-216-112 0 0,10 33-18 0 0,3 13-162 0 0,-12-51 32 0 0,-17-76 134 0 0,1 3 3 0 0,-1-1 1 0 0,0 1-1 0 0,-1 0 0 0 0,-1 0 1 0 0,-1 21-1 0 0,0-36 15 0 0,0-1 1 0 0,0 1-1 0 0,0 0 0 0 0,0-1 0 0 0,0 1 0 0 0,0 0 0 0 0,0-1 0 0 0,0 1 0 0 0,-1 0 1 0 0,1-1-1 0 0,0 1 0 0 0,0-1 0 0 0,-1 1 0 0 0,1-1 0 0 0,0 1 0 0 0,-1-1 1 0 0,1 1-1 0 0,-1-1 0 0 0,1 1 0 0 0,-1-1 0 0 0,1 1 0 0 0,-1-1 0 0 0,1 0 1 0 0,-1 1-1 0 0,1-1 0 0 0,-1 0 0 0 0,1 1 0 0 0,-1-1 0 0 0,0 0 0 0 0,1 0 1 0 0,-2 1-1 0 0,0-1 4 0 0,1 0 1 0 0,-1-1-1 0 0,0 1 1 0 0,1-1-1 0 0,-1 1 1 0 0,1-1-1 0 0,-1 1 1 0 0,0-1-1 0 0,1 0 1 0 0,-1 1-1 0 0,-2-3 1 0 0,-4-3-73 0 0,0-1 0 0 0,-13-13 0 0 0,-7-13-2201 0 0,14 11 919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5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0 360 1375 0 0,'5'-8'6414'0'0,"-5"8"-6275"0"0,20 1 1609 0 0,27 14-2695 0 0,-40-12 1553 0 0,46 15 64 0 0,57 11-1 0 0,-81-24-352 0 0,0-1 0 0 0,1-1 1 0 0,52-1-1 0 0,320-51 1458 0 0,-196 19-1194 0 0,480-15-377 0 0,-307 45-186 0 0,156-3-62 0 0,0-22 398 0 0,18-23 934 0 0,-159 20-376 0 0,3 10 1265 0 0,-150 10-3386 0 0,492-69 1049 0 0,-484 31 638 0 0,15-2 100 0 0,-233 44-501 0 0,1 2 0 0 0,0 1 1 0 0,0 2-1 0 0,-1 2 0 0 0,1 1 0 0 0,52 13 0 0 0,-109 19 1383 0 0,14-24-1460 0 0,2 0 0 0 0,0 0 0 0 0,0 0 0 0 0,-1 18 0 0 0,3-22 0 0 0,-4 35 0 0 0,-1 50 0 0 0,-5 321 15 0 0,10-371 20 0 0,-5 657 425 0 0,13-525-423 0 0,59 345 0 0 0,-51-453-26 0 0,0 7 32 0 0,5 17-22 0 0,-11-50 22 0 0,9 42-22 0 0,-10-42 22 0 0,9 40-1 0 0,-9-42 118 0 0,11 75 224 0 0,-15-93-321 0 0,10 61 193 0 0,-3 5-23 0 0,-5-25-140 0 0,-4-40-79 0 0,1 36 31 0 0,-4-14-108 0 0,1-43 47 0 0,0 1 0 0 0,1-1 0 0 0,-1 1 0 0 0,0-1 0 0 0,-1 0 0 0 0,1 1 0 0 0,0-1 0 0 0,0 0 0 0 0,-1 1 0 0 0,1-1 0 0 0,0 0 0 0 0,-1 1 0 0 0,0-1 0 0 0,1 0 0 0 0,-1 0 0 0 0,0 1 0 0 0,1-1 0 0 0,-1 0 0 0 0,0 0 0 0 0,0 0 0 0 0,0 0 0 0 0,0 0-1 0 0,0 0 1 0 0,0 0 0 0 0,0 0 0 0 0,-2 0 0 0 0,1-1-168 0 0,1 1-1 0 0,-1-1 1 0 0,0 0-1 0 0,0 0 1 0 0,0-1-1 0 0,0 1 1 0 0,0 0-1 0 0,1 0 1 0 0,-1-1-1 0 0,0 1 1 0 0,0-1-1 0 0,1 0 1 0 0,-1 0-1 0 0,0 1 1 0 0,-1-3-1 0 0,-15-6-6903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6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13 119 14255 0 0,'-1'0'78'0'0,"0"0"0"0"0,1-1 0 0 0,-1 1 0 0 0,0-1 0 0 0,0 1 0 0 0,1 0 0 0 0,-1-1 0 0 0,0 0 0 0 0,0 1 0 0 0,1-1 0 0 0,-1 1 0 0 0,1-1 0 0 0,-1 0 0 0 0,1 1 0 0 0,-1-1 0 0 0,0-1 0 0 0,1 2-52 0 0,0-1 1 0 0,0 1 0 0 0,0 0-1 0 0,0 0 1 0 0,1-1-1 0 0,-1 1 1 0 0,0 0 0 0 0,0-1-1 0 0,0 1 1 0 0,1 0 0 0 0,-1 0-1 0 0,0 0 1 0 0,0-1 0 0 0,1 1-1 0 0,-1 0 1 0 0,0 0-1 0 0,0 0 1 0 0,1-1 0 0 0,-1 1-1 0 0,0 0 1 0 0,1 0 0 0 0,-1 0-1 0 0,0 0 1 0 0,1 0-1 0 0,-1 0 1 0 0,0 0 0 0 0,1 0-1 0 0,-1 0 1 0 0,38-4 653 0 0,-29 4-486 0 0,399-10 1000 0 0,0 21-1111 0 0,244-1-17 0 0,263-63-1108 0 0,-249 10 1849 0 0,0 29 24 0 0,860 121 517 0 0,-1281-81-337 0 0,285-5-1 0 0,-509-21-828 0 0,-8 1-45 0 0,0-1 1 0 0,0-1-1 0 0,-1 0 1 0 0,1 0-1 0 0,0-2 1 0 0,15-4-1 0 0,-27 6-201 0 0,-1 0 1 0 0,0 0-1 0 0,0 0 0 0 0,1 0 0 0 0,-1-1 1 0 0,0 1-1 0 0,0 0 0 0 0,0 0 1 0 0,0 0-1 0 0,0-1 0 0 0,-1 1 0 0 0,1 0 1 0 0,0 0-1 0 0,0 0 0 0 0,-1 0 1 0 0,1-1-1 0 0,-1 1 0 0 0,1 0 0 0 0,-2-2 1 0 0,-2-8-2741 0 0,4 6 1322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7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4143 0 0,'30'9'6809'0'0,"30"10"-5816"0"0,-52-16-908 0 0,21 8 1425 0 0,48 12 0 0 0,-65-21-1200 0 0,0 0 1 0 0,-1-1-1 0 0,1 0 0 0 0,0-1 1 0 0,0 0-1 0 0,0-1 0 0 0,18-4 1 0 0,2-4-124 0 0,0-1 0 0 0,-1-1 0 0 0,35-18 1 0 0,-35 14-208 0 0,0 2 0 0 0,0 1 0 0 0,37-8 0 0 0,-42 15-36 0 0,0 0 0 0 0,0 2 0 0 0,1 2 0 0 0,41 1 1 0 0,-50 2-400 0 0,-1 0 1 0 0,33 10-1 0 0,-36-7-862 0 0,1 0 0 0 0,-1 1 0 0 0,23 13 0 0 0,-21-9-3551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8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164 181 6911 0 0,'-3'1'68'0'0,"-1"0"0"0"0,1 0 0 0 0,0 0 0 0 0,0 1 0 0 0,0 0-1 0 0,0-1 1 0 0,0 1 0 0 0,0 0 0 0 0,1 0 0 0 0,-1 0 0 0 0,-4 6-1 0 0,3-2 29 0 0,0 0 0 0 0,0 0 0 0 0,0 1-1 0 0,-2 7 1 0 0,-2 2 147 0 0,-15 33 422 0 0,-25 70-1 0 0,43-103-537 0 0,0 0 0 0 0,1 0 0 0 0,1 1 0 0 0,1 0 0 0 0,0-1 0 0 0,1 1 0 0 0,1 0 0 0 0,3 32 0 0 0,-2-44-76 0 0,0-1 0 0 0,-1 0-1 0 0,2 0 1 0 0,-1 0 0 0 0,1 0-1 0 0,-1 0 1 0 0,1 0-1 0 0,0-1 1 0 0,0 1 0 0 0,1-1-1 0 0,-1 1 1 0 0,1-1 0 0 0,0 0-1 0 0,-1 0 1 0 0,1 0 0 0 0,1 0-1 0 0,-1 0 1 0 0,0-1 0 0 0,1 1-1 0 0,-1-1 1 0 0,1 0-1 0 0,0 0 1 0 0,5 2 0 0 0,-2-2 117 0 0,0-1 0 0 0,0 1 0 0 0,1-1 0 0 0,-1 0 0 0 0,0-1 1 0 0,1 0-1 0 0,-1 0 0 0 0,1-1 0 0 0,-1 1 0 0 0,0-2 0 0 0,0 1 0 0 0,13-5 1 0 0,7-4 88 0 0,0-2 0 0 0,-1-1 1 0 0,0-1-1 0 0,-1-2 0 0 0,-1 0 1 0 0,0-1-1 0 0,-2-1 0 0 0,0-2 1 0 0,31-33-1 0 0,-43 40-200 0 0,0-1-1 0 0,-1 1 1 0 0,0-1 0 0 0,-1-1 0 0 0,-1 0 0 0 0,0 0-1 0 0,-1 0 1 0 0,-1-1 0 0 0,0 0 0 0 0,-1 0 0 0 0,-1 0-1 0 0,-1 0 1 0 0,2-20 0 0 0,-4 23-24 0 0,0 1 0 0 0,0 0 0 0 0,-1 0 1 0 0,-1-1-1 0 0,0 1 0 0 0,0 0 0 0 0,-2 0 0 0 0,1 0 0 0 0,-1 1 1 0 0,-1-1-1 0 0,0 1 0 0 0,-1 0 0 0 0,0 0 0 0 0,0 1 0 0 0,-1 0 1 0 0,-1 0-1 0 0,0 0 0 0 0,-11-9 0 0 0,14 14 21 0 0,0 1 0 0 0,0 0 0 0 0,-1 0 0 0 0,0 0 0 0 0,1 1 0 0 0,-1 0-1 0 0,-1 0 1 0 0,1 0 0 0 0,0 1 0 0 0,-1 0 0 0 0,1 0 0 0 0,-1 1 0 0 0,1 0 0 0 0,-1 0 0 0 0,0 0-1 0 0,1 1 1 0 0,-1 0 0 0 0,0 1 0 0 0,0-1 0 0 0,1 1 0 0 0,-1 0 0 0 0,1 1 0 0 0,-1-1 0 0 0,1 2-1 0 0,-1-1 1 0 0,1 0 0 0 0,-9 6 0 0 0,2 0-49 0 0,0 0-1 0 0,0 1 0 0 0,1 0 1 0 0,0 1-1 0 0,1 0 0 0 0,0 1 1 0 0,1 0-1 0 0,0 1 0 0 0,1 0 1 0 0,0 1-1 0 0,-8 15 1 0 0,1 3-287 0 0,3 1 0 0 0,0 0 0 0 0,2 1 0 0 0,1 0 1 0 0,2 1-1 0 0,2-1 0 0 0,0 2 0 0 0,0 60 1 0 0,7-12-6001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0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8287 0 0,'-1'34'2575'0'0,"-17"185"-1936"0"0,0-3-69 0 0,18-206-602 0 0,1 0 0 0 0,0 0 0 0 0,1 0-1 0 0,0 0 1 0 0,0 0 0 0 0,1-1 0 0 0,0 1-1 0 0,1-1 1 0 0,0 0 0 0 0,8 13 0 0 0,-10-19 13 0 0,0 1 0 0 0,0-1 0 0 0,1 0 0 0 0,-1 1 0 0 0,1-1 0 0 0,0 0 0 0 0,0 0 0 0 0,0-1 0 0 0,1 1 0 0 0,-1-1 0 0 0,0 0 0 0 0,1 1 0 0 0,0-1 0 0 0,-1-1 0 0 0,1 1 0 0 0,0-1 0 0 0,0 1 1 0 0,0-1-1 0 0,0 0 0 0 0,0-1 0 0 0,0 1 0 0 0,0-1 0 0 0,0 1 0 0 0,1-1 0 0 0,-1 0 0 0 0,0-1 0 0 0,7 0 0 0 0,-10 0-196 0 0,1 1-1 0 0,0-1 1 0 0,-1 1 0 0 0,1-1 0 0 0,-1 0-1 0 0,1 1 1 0 0,0-1 0 0 0,-1 0-1 0 0,0 0 1 0 0,1 0 0 0 0,-1 0 0 0 0,0 0-1 0 0,1-1 1 0 0,-1 1 0 0 0,0 0-1 0 0,1-3 1 0 0,2-4-3032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0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5 224 9671 0 0,'-1'-10'269'0'0,"0"7"-203"0"0,0-1 0 0 0,0 0 0 0 0,1 0 0 0 0,-1-1 0 0 0,1 1 0 0 0,0 0 0 0 0,0 0 0 0 0,1 0 1 0 0,-1 0-1 0 0,1 0 0 0 0,0 0 0 0 0,0 0 0 0 0,0 1 0 0 0,0-1 0 0 0,1 0 0 0 0,3-7 0 0 0,12-11 612 0 0,25-26-1 0 0,-35 41-627 0 0,1 0 0 0 0,1 0 1 0 0,-1 1-1 0 0,1 0 0 0 0,0 0 1 0 0,18-7-1 0 0,-20 9-49 0 0,2 1-1 0 0,-1 1 1 0 0,0 0-1 0 0,1 0 1 0 0,-1 0-1 0 0,1 1 1 0 0,-1 0-1 0 0,1 1 1 0 0,-1 0-1 0 0,1 0 1 0 0,0 1-1 0 0,9 2 1 0 0,-13-2-15 0 0,-1 0 1 0 0,0 0-1 0 0,0 1 0 0 0,0-1 0 0 0,0 1 1 0 0,-1 0-1 0 0,1 0 0 0 0,0 1 1 0 0,-1-1-1 0 0,1 1 0 0 0,-1 0 1 0 0,0-1-1 0 0,0 2 0 0 0,0-1 1 0 0,0 0-1 0 0,-1 0 0 0 0,1 1 0 0 0,-1 0 1 0 0,0-1-1 0 0,0 1 0 0 0,0 0 1 0 0,-1 0-1 0 0,1 0 0 0 0,-1 0 1 0 0,0 0-1 0 0,1 5 0 0 0,-1 0 13 0 0,0 0 0 0 0,-1 0 0 0 0,0 0-1 0 0,0-1 1 0 0,-1 1 0 0 0,0 0-1 0 0,-1 0 1 0 0,0-1 0 0 0,0 1 0 0 0,-1-1-1 0 0,0 0 1 0 0,0 0 0 0 0,-1 0 0 0 0,0 0-1 0 0,-1 0 1 0 0,1-1 0 0 0,-1 0 0 0 0,-1 0-1 0 0,1 0 1 0 0,-1-1 0 0 0,-1 1 0 0 0,-10 7-1 0 0,6-5 38 0 0,-1 0-1 0 0,1-1 0 0 0,-1-1 0 0 0,-1 0 0 0 0,1-1 1 0 0,-1 0-1 0 0,0-1 0 0 0,-1-1 0 0 0,1 0 0 0 0,-1 0 1 0 0,0-2-1 0 0,0 1 0 0 0,-20-1 0 0 0,32-2-37 0 0,0 0 0 0 0,0 0 0 0 0,0 0 0 0 0,0 0 0 0 0,0-1 0 0 0,0 1 0 0 0,0-1 0 0 0,0 1 0 0 0,0-1 0 0 0,0 0 0 0 0,-3-1 0 0 0,4 1 7 0 0,1 1 0 0 0,-1-1 0 0 0,0 0 0 0 0,0 1-1 0 0,1-1 1 0 0,-1 0 0 0 0,1 1 0 0 0,-1-1 0 0 0,1 0 0 0 0,-1 0-1 0 0,1 1 1 0 0,-1-1 0 0 0,1 0 0 0 0,0 0 0 0 0,-1 0-1 0 0,1 0 1 0 0,0 0 0 0 0,0 1 0 0 0,0-2 0 0 0,0 0-28 0 0,0 0 1 0 0,0 0 0 0 0,1 0-1 0 0,-1 0 1 0 0,1 0 0 0 0,0 0-1 0 0,-1 0 1 0 0,1 0 0 0 0,0 1-1 0 0,0-1 1 0 0,0 0 0 0 0,0 1 0 0 0,0-1-1 0 0,1 0 1 0 0,-1 1 0 0 0,0-1-1 0 0,1 1 1 0 0,-1 0 0 0 0,1 0-1 0 0,0-1 1 0 0,3-1 0 0 0,8-4-418 0 0,3 1-22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171 208 3223 0 0,'1'4'295'0'0,"0"-1"-1"0"0,0 0 1 0 0,1 0 0 0 0,-1 0-1 0 0,1 0 1 0 0,0 0-1 0 0,0 0 1 0 0,0 0-1 0 0,0 0 1 0 0,0-1-1 0 0,1 1 1 0 0,-1-1-1 0 0,1 0 1 0 0,0 0-1 0 0,-1 0 1 0 0,1 0-1 0 0,4 2 1 0 0,-2-1-117 0 0,0-1-1 0 0,0 1 1 0 0,0-1 0 0 0,1 0 0 0 0,-1 0 0 0 0,1 0 0 0 0,0-1 0 0 0,-1 0-1 0 0,10 1 1 0 0,-8-3-57 0 0,0 0-1 0 0,1-1 1 0 0,-1 1 0 0 0,0-1-1 0 0,0-1 1 0 0,0 1-1 0 0,0-1 1 0 0,-1 0-1 0 0,1-1 1 0 0,-1 1-1 0 0,1-2 1 0 0,-1 1 0 0 0,-1 0-1 0 0,1-1 1 0 0,0 0-1 0 0,-1-1 1 0 0,6-7-1 0 0,-5 6-52 0 0,-1 0-1 0 0,0 1 0 0 0,0-2 1 0 0,-1 1-1 0 0,0-1 0 0 0,0 1 1 0 0,0-1-1 0 0,-1 0 0 0 0,-1 0 1 0 0,1-1-1 0 0,-1 1 0 0 0,-1 0 1 0 0,0-1-1 0 0,1-15 0 0 0,-2 21-61 0 0,0-1 0 0 0,-1 1 0 0 0,1-1 1 0 0,-1 1-1 0 0,0 0 0 0 0,0-1 0 0 0,0 1 0 0 0,0 0 0 0 0,0 0 0 0 0,-1 0 0 0 0,0 0 0 0 0,1 0 0 0 0,-1 0 0 0 0,0 0 0 0 0,-1 1 0 0 0,1-1 0 0 0,0 1 0 0 0,-1-1 0 0 0,1 1 0 0 0,-1 0 1 0 0,0 0-1 0 0,1 0 0 0 0,-1 0 0 0 0,0 1 0 0 0,0-1 0 0 0,-1 1 0 0 0,1 0 0 0 0,0 0 0 0 0,0 0 0 0 0,-1 0 0 0 0,1 0 0 0 0,0 1 0 0 0,-5-1 0 0 0,-2 1-1 0 0,-1-1-1 0 0,0 2 1 0 0,0-1 0 0 0,1 2-1 0 0,-1-1 1 0 0,0 2-1 0 0,1-1 1 0 0,0 1 0 0 0,-14 6-1 0 0,1 2-25 0 0,0 0-1 0 0,1 2 0 0 0,1 0 1 0 0,-23 20-1 0 0,30-22 7 0 0,1 1-1 0 0,0 1 1 0 0,1 0 0 0 0,0 0-1 0 0,1 1 1 0 0,-16 27-1 0 0,24-36-12 0 0,0 1-1 0 0,1-1 0 0 0,0 1 1 0 0,0 0-1 0 0,0-1 0 0 0,1 1 1 0 0,0 0-1 0 0,0 0 1 0 0,1 0-1 0 0,-1 10 0 0 0,1-12-8 0 0,1 0 0 0 0,-1-1 0 0 0,1 1 1 0 0,0 0-1 0 0,0 0 0 0 0,0-1 0 0 0,1 1 0 0 0,-1-1 0 0 0,1 1 0 0 0,0-1 0 0 0,0 1 0 0 0,0-1 0 0 0,0 0 0 0 0,0 0 0 0 0,1 0 0 0 0,0 0 0 0 0,4 3 0 0 0,12 7-703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78 322 8063 0 0,'19'16'1697'0'0,"-12"-16"-442"0"0,-7-13-248 0 0,-6-7-686 0 0,0 1 0 0 0,-2-1 0 0 0,0 1 0 0 0,-14-22-1 0 0,13 25-245 0 0,1 0-1 0 0,0 0 1 0 0,1 0-1 0 0,1-1 0 0 0,1 0 1 0 0,-5-22-1 0 0,10 37-70 0 0,0 1 1 0 0,0 0-1 0 0,0-1 0 0 0,0 1 0 0 0,0-1 0 0 0,0 1 0 0 0,0 0 0 0 0,1-1 0 0 0,-1 1 0 0 0,1-1 0 0 0,-1 1 1 0 0,1 0-1 0 0,-1-1 0 0 0,1 1 0 0 0,0 0 0 0 0,-1 0 0 0 0,1 0 0 0 0,0 0 0 0 0,0-1 0 0 0,0 1 0 0 0,0 0 1 0 0,0 0-1 0 0,0 1 0 0 0,0-1 0 0 0,0 0 0 0 0,1 0 0 0 0,-1 0 0 0 0,0 1 0 0 0,0-1 0 0 0,1 1 1 0 0,-1-1-1 0 0,0 1 0 0 0,1-1 0 0 0,-1 1 0 0 0,0 0 0 0 0,1 0 0 0 0,1 0 0 0 0,8-2-275 0 0,0 1-1 0 0,0 1 1 0 0,22 2 0 0 0,-12-1-457 0 0,-12-1 228 0 0,1 0-1 0 0,0-1 1 0 0,-1 0-1 0 0,0-1 1 0 0,1 0-1 0 0,-1 0 1 0 0,0-1-1 0 0,18-8 1 0 0,-11 2-2511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7599 0 0,'1'0'68'0'0,"0"0"-1"0"0,0 0 1 0 0,0 0-1 0 0,0 1 1 0 0,0-1-1 0 0,0 0 1 0 0,0 0-1 0 0,0 1 1 0 0,0-1-1 0 0,0 0 1 0 0,0 1-1 0 0,0-1 1 0 0,-1 1-1 0 0,1-1 1 0 0,0 1-1 0 0,0 0 1 0 0,0-1-1 0 0,-1 1 1 0 0,1 0-1 0 0,0 0 1 0 0,0-1-1 0 0,-1 1 1 0 0,1 0-1 0 0,-1 0 1 0 0,1 0-1 0 0,-1 0 1 0 0,1 0-1 0 0,-1 0 1 0 0,0 0-1 0 0,1 0 1 0 0,-1 0-1 0 0,0 0 1 0 0,0 1-1 0 0,8 42 1763 0 0,-6-35-1853 0 0,2 40 649 0 0,-2-1 0 0 0,-6 58 0 0 0,2 38 122 0 0,3-131-675 0 0,0 1-1 0 0,0-1 1 0 0,8 26 0 0 0,-8-35-73 0 0,0-1 1 0 0,1 1-1 0 0,0-1 1 0 0,-1 1-1 0 0,1-1 0 0 0,0 0 1 0 0,0 0-1 0 0,4 5 1 0 0,-4-7-13 0 0,-1 0 1 0 0,1 0-1 0 0,-1 1 0 0 0,1-1 1 0 0,-1 0-1 0 0,1-1 0 0 0,-1 1 1 0 0,1 0-1 0 0,0 0 0 0 0,-1-1 1 0 0,1 1-1 0 0,0-1 0 0 0,0 1 1 0 0,0-1-1 0 0,-1 0 1 0 0,1 0-1 0 0,0 0 0 0 0,3 0 1 0 0,-4 0-25 0 0,1 0 1 0 0,-1 0 0 0 0,0-1 0 0 0,1 1 0 0 0,-1-1 0 0 0,1 1-1 0 0,-1-1 1 0 0,0 0 0 0 0,1 1 0 0 0,-1-1 0 0 0,0 0 0 0 0,0 0 0 0 0,0 0-1 0 0,0 0 1 0 0,0 0 0 0 0,0 0 0 0 0,0 0 0 0 0,0 0 0 0 0,0-1-1 0 0,0 1 1 0 0,0 0 0 0 0,-1-1 0 0 0,1 1 0 0 0,0-2 0 0 0,0 0-100 0 0,0-1 0 0 0,0 1 0 0 0,0 0 1 0 0,0-1-1 0 0,-1 1 0 0 0,1-1 0 0 0,-1 1 1 0 0,0 0-1 0 0,-1-7 0 0 0,-1-4-400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0 187 9671 0 0,'1'-2'182'0'0,"-1"0"-1"0"0,1 0 0 0 0,-1 0 1 0 0,1 0-1 0 0,0 0 0 0 0,-1 1 1 0 0,1-1-1 0 0,0 0 0 0 0,0 0 1 0 0,1 1-1 0 0,-1-1 0 0 0,0 1 1 0 0,0-1-1 0 0,1 1 0 0 0,-1 0 0 0 0,1-1 1 0 0,-1 1-1 0 0,1 0 0 0 0,-1 0 1 0 0,1 0-1 0 0,0 0 0 0 0,0 0 1 0 0,0 1-1 0 0,-1-1 0 0 0,1 0 1 0 0,0 1-1 0 0,3-1 0 0 0,7-4 72 0 0,92-31 806 0 0,189-39 0 0 0,-290 74-1131 0 0,18-3-1256 0 0,34-13-1 0 0,-32 7-3950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2.9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740 153 10479 0 0,'-6'-18'805'0'0,"4"12"-636"0"0,0 1 0 0 0,0-1 1 0 0,0 1-1 0 0,-1 0 0 0 0,-3-7 0 0 0,4 11-145 0 0,1-1 0 0 0,0 0 0 0 0,-1 1-1 0 0,0-1 1 0 0,1 1 0 0 0,-1 0-1 0 0,0-1 1 0 0,0 1 0 0 0,0 0 0 0 0,0 0-1 0 0,0 0 1 0 0,0 0 0 0 0,0 1-1 0 0,0-1 1 0 0,0 0 0 0 0,0 1 0 0 0,0 0-1 0 0,-3-1 1 0 0,-12 0-136 0 0,1 1-1 0 0,-1 0 1 0 0,0 1 0 0 0,-26 5 0 0 0,-67 20-444 0 0,91-21 458 0 0,-189 59-180 0 0,174-51 526 0 0,0 2 1 0 0,1 1-1 0 0,-59 39 0 0 0,88-52-163 0 0,0 0 1 0 0,1 0-1 0 0,-1 1 0 0 0,0-1 1 0 0,1 1-1 0 0,0 0 1 0 0,-5 7-1 0 0,7-10-65 0 0,0 0 0 0 0,1 1-1 0 0,-1-1 1 0 0,1 0 0 0 0,-1 1 0 0 0,1-1 0 0 0,0 1-1 0 0,-1-1 1 0 0,1 1 0 0 0,0-1 0 0 0,0 1 0 0 0,0-1 0 0 0,0 1-1 0 0,0-1 1 0 0,0 0 0 0 0,1 1 0 0 0,-1-1 0 0 0,0 1-1 0 0,1-1 1 0 0,-1 1 0 0 0,1-1 0 0 0,-1 0 0 0 0,1 1-1 0 0,0-1 1 0 0,0 0 0 0 0,0 0 0 0 0,-1 1 0 0 0,1-1-1 0 0,2 2 1 0 0,5 4 8 0 0,-1-1 1 0 0,1 0-1 0 0,0 0 0 0 0,1 0 0 0 0,16 8 0 0 0,52 19-3 0 0,-37-17-27 0 0,-12-5 2 0 0,35 16 0 0 0,66 38 0 0 0,-112-55 0 0 0,0 1 0 0 0,-1 0 0 0 0,-1 1 0 0 0,0 1 0 0 0,0 0 0 0 0,-1 1 0 0 0,-1 1 0 0 0,19 26 0 0 0,-28-36 0 0 0,0 1 0 0 0,-1 0 0 0 0,0 1 0 0 0,0-1 0 0 0,0 0 0 0 0,-1 1 0 0 0,0-1 0 0 0,0 1 0 0 0,0 0 0 0 0,-1 0 0 0 0,0 0 0 0 0,-1 0 0 0 0,0-1 0 0 0,0 1 0 0 0,0 0 0 0 0,-1 0 0 0 0,0 0 0 0 0,0 0 0 0 0,0 0 0 0 0,-1-1 0 0 0,0 1 0 0 0,-1-1 0 0 0,1 1 0 0 0,-1-1 0 0 0,-1 0 0 0 0,1 0 0 0 0,-1 0 0 0 0,0 0 0 0 0,0-1 0 0 0,-1 0 0 0 0,1 1 0 0 0,-1-2 0 0 0,0 1 0 0 0,-12 7 0 0 0,9-6 12 0 0,-1 0 0 0 0,0-1 0 0 0,0 0-1 0 0,-1-1 1 0 0,0 0 0 0 0,0-1 0 0 0,0 1-1 0 0,0-2 1 0 0,0 0 0 0 0,0 0 0 0 0,-1-1-1 0 0,1 0 1 0 0,-1-1 0 0 0,1 0 0 0 0,-21-3-1 0 0,28 2 18 0 0,0 0 0 0 0,1 0 0 0 0,-1 0-1 0 0,0-1 1 0 0,1 1 0 0 0,-1-1 0 0 0,1 0 0 0 0,-1 0-1 0 0,1 0 1 0 0,0 0 0 0 0,0 0 0 0 0,0 0 0 0 0,0 0-1 0 0,0-1 1 0 0,1 1 0 0 0,-1-1 0 0 0,1 0 0 0 0,-1 1-1 0 0,1-1 1 0 0,0 0 0 0 0,0 0 0 0 0,0 0-1 0 0,0 0 1 0 0,1 0 0 0 0,-1 0 0 0 0,1 0 0 0 0,0-4-1 0 0,-1-8 216 0 0,1-1-1 0 0,1 1 1 0 0,4-30-1 0 0,4 0-7 0 0,2 0 0 0 0,2 1 0 0 0,29-69 0 0 0,73-121 58 0 0,-62 130 122 0 0,-41 81-305 0 0,0 0 0 0 0,1 1 0 0 0,26-31 0 0 0,-33 46-115 0 0,0-1 0 0 0,1 2 0 0 0,0-1 0 0 0,1 1 0 0 0,-1 0 0 0 0,1 0 1 0 0,0 1-1 0 0,1 0 0 0 0,-1 1 0 0 0,1 0 0 0 0,0 0 0 0 0,17-4 0 0 0,23-2-996 0 0,-16 5-3695 0 0,-9 2-489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3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330 28 9215 0 0,'0'-2'78'0'0,"-1"1"-1"0"0,0-1 0 0 0,0 1 0 0 0,1-1 1 0 0,-1 1-1 0 0,0 0 0 0 0,0-1 1 0 0,0 1-1 0 0,0 0 0 0 0,-1 0 0 0 0,1 0 1 0 0,0 0-1 0 0,-1 0 0 0 0,1 0 0 0 0,0 0 1 0 0,-1 0-1 0 0,1 0 0 0 0,-1 1 1 0 0,1-1-1 0 0,-1 1 0 0 0,-2-1 0 0 0,1 1 67 0 0,-1 0-1 0 0,0 0 1 0 0,0 0 0 0 0,0 1-1 0 0,0 0 1 0 0,0-1-1 0 0,1 2 1 0 0,-7 1-1 0 0,-1 2-203 0 0,0 0-1 0 0,0 1 1 0 0,0 0-1 0 0,1 1 0 0 0,0 0 1 0 0,-18 16-1 0 0,8-4-101 0 0,1 1-1 0 0,-17 24 0 0 0,27-32 146 0 0,1-1-1 0 0,0 2 1 0 0,1-1 0 0 0,0 1-1 0 0,1 0 1 0 0,-7 23-1 0 0,11-30 61 0 0,1-1 1 0 0,-1 1-1 0 0,1-1 0 0 0,1 1 0 0 0,-1 0 0 0 0,1-1 0 0 0,0 1 0 0 0,1-1 0 0 0,-1 1 0 0 0,1 0 0 0 0,0-1 1 0 0,0 1-1 0 0,1-1 0 0 0,0 0 0 0 0,0 1 0 0 0,0-1 0 0 0,0 0 0 0 0,1 0 0 0 0,6 9 0 0 0,7 4 192 0 0,1-1 0 0 0,1-1 0 0 0,0 0-1 0 0,29 18 1 0 0,19 18-21 0 0,-46-36-202 0 0,-1 1-1 0 0,-1 1 0 0 0,0 1 0 0 0,-2 0 1 0 0,18 27-1 0 0,-31-40-37 0 0,1 0 0 0 0,-1 1 0 0 0,0-1 0 0 0,0 1 1 0 0,0 0-1 0 0,-1 0 0 0 0,0 0 0 0 0,-1 0 0 0 0,1 0 0 0 0,-2 0 0 0 0,1 1 0 0 0,-1-1 0 0 0,0 0 0 0 0,0 1 1 0 0,-1-1-1 0 0,0 0 0 0 0,0 0 0 0 0,-1 0 0 0 0,1 0 0 0 0,-2 0 0 0 0,1 0 0 0 0,-7 13 0 0 0,2-10-8 0 0,1 0-1 0 0,-2 0 0 0 0,1-1 1 0 0,-1 1-1 0 0,0-2 0 0 0,-1 1 1 0 0,0-1-1 0 0,-1-1 0 0 0,1 0 1 0 0,-1 0-1 0 0,-1-1 1 0 0,-15 8-1 0 0,14-9 105 0 0,0 0 1 0 0,0-1-1 0 0,0 0 1 0 0,0-1-1 0 0,-1 0 0 0 0,1-1 1 0 0,-1 0-1 0 0,0-1 1 0 0,1 0-1 0 0,-1-1 1 0 0,-22-4-1 0 0,31 4 2 0 0,1-1 1 0 0,0 0-1 0 0,-1 1 0 0 0,1-2 1 0 0,0 1-1 0 0,0 0 0 0 0,0-1 1 0 0,0 1-1 0 0,0-1 0 0 0,0 0 1 0 0,1 0-1 0 0,-1 0 0 0 0,1 0 1 0 0,-1-1-1 0 0,1 1 0 0 0,0 0 1 0 0,-3-5-1 0 0,2 3 45 0 0,1-1 0 0 0,0 1 1 0 0,0-1-1 0 0,0 0 0 0 0,1 0 0 0 0,0 0 0 0 0,-1 1 1 0 0,2-1-1 0 0,-1-1 0 0 0,0-6 0 0 0,2-5 115 0 0,0-1 1 0 0,1 1-1 0 0,1 0 1 0 0,1 0-1 0 0,8-26 0 0 0,8-11-150 0 0,2 2 0 0 0,3 0-1 0 0,41-66 1 0 0,108-135 163 0 0,-6 36-858 0 0,-162 209 81 0 0,-3 2-19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6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94 396 1375 0 0,'-16'-4'1154'0'0,"-1"1"0"0"0,1 1 0 0 0,-28 1 2291 0 0,54 3-2194 0 0,16 0 151 0 0,11-3-761 0 0,-1-2-1 0 0,52-10 0 0 0,71-25 51 0 0,-1 0-96 0 0,89-3-281 0 0,-35 6-107 0 0,-81 12-175 0 0,234-10 0 0 0,-266 28 107 0 0,0-4 0 0 0,108-25-1 0 0,-190 30-78 0 0,421-91 702 0 0,-413 90-727 0 0,-1 0 0 0 0,1 2 0 0 0,43-1 0 0 0,-55 4 37 0 0,-1 0-1 0 0,1 1 1 0 0,0 1-1 0 0,0 0 1 0 0,-1 1-1 0 0,1 1 1 0 0,-1 0-1 0 0,0 0 1 0 0,12 7 0 0 0,-20-9-103 0 0,0 0 1 0 0,0 1-1 0 0,0-1 1 0 0,-1 1-1 0 0,6 5 1 0 0,-1 4-5195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7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333 85 9583 0 0,'0'-5'264'0'0,"-1"3"-190"0"0,1 0 1 0 0,0 0-1 0 0,0 0 0 0 0,0-1 0 0 0,0 1 0 0 0,0 0 1 0 0,1 0-1 0 0,-1 0 0 0 0,1 0 0 0 0,-1 0 0 0 0,1 0 0 0 0,0 0 1 0 0,0 0-1 0 0,0 0 0 0 0,0 0 0 0 0,0 1 0 0 0,0-1 0 0 0,2-2 1 0 0,5-5 166 0 0,12-13 404 0 0,-19 21-629 0 0,-1 0-1 0 0,1 0 1 0 0,0 1 0 0 0,0-1-1 0 0,-1 1 1 0 0,1-1 0 0 0,0 0-1 0 0,0 1 1 0 0,0-1 0 0 0,0 1-1 0 0,0 0 1 0 0,0-1 0 0 0,0 1-1 0 0,0 0 1 0 0,0 0 0 0 0,0 0-1 0 0,0-1 1 0 0,0 1 0 0 0,0 0-1 0 0,0 0 1 0 0,0 0 0 0 0,1 1-1 0 0,-1-1-20 0 0,-1 0 0 0 0,0 0 0 0 0,0 1 0 0 0,1-1-1 0 0,-1 0 1 0 0,0 0 0 0 0,0 0 0 0 0,0 1 0 0 0,0-1-1 0 0,1 0 1 0 0,-1 0 0 0 0,0 1 0 0 0,0-1 0 0 0,0 0-1 0 0,0 1 1 0 0,0-1 0 0 0,0 0 0 0 0,0 0 0 0 0,0 1 0 0 0,0-1-1 0 0,0 0 1 0 0,0 1 0 0 0,0-1 0 0 0,0 0 0 0 0,0 0-1 0 0,0 1 1 0 0,0-1 0 0 0,0 0 0 0 0,0 1 0 0 0,0-1-1 0 0,0 0 1 0 0,0 0 0 0 0,0 1 0 0 0,-1-1 0 0 0,1 0-1 0 0,0 0 1 0 0,0 1 0 0 0,0-1 0 0 0,-1 0 0 0 0,1 1 0 0 0,-10 12-339 0 0,8-11 292 0 0,-26 29-324 0 0,-1-1-1 0 0,-43 34 0 0 0,-73 44 155 0 0,101-80 220 0 0,28-19 30 0 0,-30 23 0 0 0,46-32-22 0 0,0 0 0 0 0,0 0 0 0 0,-1 0 0 0 0,1 0 0 0 0,0 0 0 0 0,0 0 1 0 0,0 1-1 0 0,0-1 0 0 0,0 0 0 0 0,0 0 0 0 0,-1 0 0 0 0,1 0 0 0 0,0 0 0 0 0,0 0 1 0 0,0 1-1 0 0,0-1 0 0 0,0 0 0 0 0,0 0 0 0 0,0 0 0 0 0,0 0 0 0 0,0 1 0 0 0,0-1 1 0 0,0 0-1 0 0,0 0 0 0 0,0 0 0 0 0,0 0 0 0 0,0 1 0 0 0,0-1 0 0 0,0 0 0 0 0,0 0 1 0 0,0 0-1 0 0,0 0 0 0 0,0 1 0 0 0,0-1 0 0 0,0 0 0 0 0,0 0 0 0 0,0 0 0 0 0,0 0 1 0 0,0 0-1 0 0,0 1 0 0 0,0-1 0 0 0,1 0 0 0 0,-1 0 0 0 0,0 0 0 0 0,10 4 183 0 0,12 0 61 0 0,147-3 676 0 0,-128-4-859 0 0,0 3 1 0 0,0 1 0 0 0,0 2 0 0 0,44 9-1 0 0,-67-8-11 0 0,-1 1 0 0 0,1 1 0 0 0,24 11 0 0 0,-47-19 1314 0 0,4 2-1266 0 0,0-1 0 0 0,-1 1-1 0 0,1-1 1 0 0,0 0 0 0 0,0 1 0 0 0,0-1 0 0 0,0 0-1 0 0,0 1 1 0 0,0-1 0 0 0,0 0 0 0 0,0 0-1 0 0,0 0 1 0 0,0 0 0 0 0,0 0 0 0 0,0 0 0 0 0,0 0-1 0 0,1 0 1 0 0,-1-1 0 0 0,1 1 0 0 0,-2-2 0 0 0,-24-73 941 0 0,-8-18 513 0 0,29 82-1752 0 0,-1 0-1 0 0,0 0 0 0 0,-1 1 1 0 0,-1-1-1 0 0,-10-11 1 0 0,16 20 81 0 0,0 1 0 0 0,0 0 0 0 0,0 0 1 0 0,0 0-1 0 0,0 0 0 0 0,0 1 1 0 0,-1-1-1 0 0,1 1 0 0 0,0-1 1 0 0,-1 1-1 0 0,1 0 0 0 0,-1 0 0 0 0,0 0 1 0 0,1 0-1 0 0,-1 0 0 0 0,0 1 1 0 0,0-1-1 0 0,-4 0 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8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46 2303 0 0,'-13'-12'732'0'0,"9"8"573"0"0,0 1 1 0 0,-1-1 0 0 0,1 1-1 0 0,-1 0 1 0 0,-9-4 0 0 0,-12 2-1568 0 0,44 10 844 0 0,22-2-501 0 0,357 40 1792 0 0,-386-41-1875 0 0,-1 0-1 0 0,1 1 1 0 0,-1 0-1 0 0,1 0 1 0 0,-1 1-1 0 0,13 8 1 0 0,-21-11 2 0 0,0 0-1 0 0,0 0 1 0 0,-1 0-1 0 0,1 1 1 0 0,0-1-1 0 0,-1 1 1 0 0,1-1-1 0 0,-1 1 1 0 0,0 0-1 0 0,0 0 1 0 0,1-1-1 0 0,-1 1 1 0 0,0 0-1 0 0,0 0 1 0 0,1 4 0 0 0,-2-4 0 0 0,0 0 0 0 0,0 0 0 0 0,0 1 1 0 0,0-1-1 0 0,0 0 0 0 0,-1 0 1 0 0,1 0-1 0 0,-1 0 0 0 0,1 0 1 0 0,-1 0-1 0 0,0 0 0 0 0,0 0 1 0 0,0 0-1 0 0,0 0 0 0 0,0 0 0 0 0,0 0 1 0 0,0-1-1 0 0,-1 1 0 0 0,-1 2 1 0 0,-9 9 54 0 0,-1 0 0 0 0,-1-1 1 0 0,0 0-1 0 0,0-1 1 0 0,-1 0-1 0 0,0-1 0 0 0,-1-1 1 0 0,0 0-1 0 0,-28 9 0 0 0,16-8 101 0 0,-1-1-1 0 0,0-2 0 0 0,0-1 0 0 0,-1-1 1 0 0,-32 1-1 0 0,56-5-22 0 0,0-1 1 0 0,0 0-1 0 0,0 0 1 0 0,1-1-1 0 0,-1 1 1 0 0,0-1-1 0 0,0-1 1 0 0,1 1-1 0 0,-9-4 1 0 0,12 4-74 0 0,-1 0 0 0 0,1-1 1 0 0,0 0-1 0 0,0 1 0 0 0,0-1 1 0 0,0 0-1 0 0,0 0 0 0 0,0 0 0 0 0,0 0 1 0 0,1 0-1 0 0,-1-1 0 0 0,1 1 1 0 0,-1 0-1 0 0,1-1 0 0 0,0 1 0 0 0,0-1 1 0 0,0 0-1 0 0,0 1 0 0 0,0-1 1 0 0,1 0-1 0 0,-1-5 0 0 0,-5-41 66 0 0,4 22-2 0 0,-2-1-1 0 0,-13-47 0 0 0,8 39-244 0 0,1 3-89 0 0,5 26 116 0 0,2 12 31 0 0,-1 32-639 0 0,-10 60 0 0 0,-2 18 266 0 0,14-110 272 0 0,-1 1 0 0 0,2-1 0 0 0,-1 1 0 0 0,0 0-1 0 0,1-1 1 0 0,0 1 0 0 0,4 8 0 0 0,-1-5-379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9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426 51 2759 0 0,'-13'-3'8903'0'0,"7"7"-8848"0"0,-1-1-1 0 0,1 1 1 0 0,-11 8 0 0 0,14-9-90 0 0,0 0 0 0 0,0 0-1 0 0,0-1 1 0 0,-1 1 0 0 0,1-1 0 0 0,-1 0 0 0 0,0 0-1 0 0,0 0 1 0 0,0-1 0 0 0,1 1 0 0 0,-1-1 0 0 0,-1 0 0 0 0,1 0-1 0 0,0 0 1 0 0,-8 0 0 0 0,12-1 55 0 0,-1 0 0 0 0,1 0 0 0 0,0 0 0 0 0,-1 0 0 0 0,1 0 0 0 0,-1 0 0 0 0,1 0 0 0 0,0 0 0 0 0,-1 0 0 0 0,1 0 0 0 0,0 0 0 0 0,-1 0 0 0 0,1 0 0 0 0,0 0 0 0 0,-1 0 0 0 0,1 0 0 0 0,0 0 0 0 0,-1-1 1 0 0,1 1-1 0 0,0 0 0 0 0,-1 0 0 0 0,1 0 0 0 0,0-1 0 0 0,-1 1 0 0 0,1 0 0 0 0,0 0 0 0 0,0-1 0 0 0,-1 1 0 0 0,1 0 0 0 0,0 0 0 0 0,0-1 0 0 0,0 1 0 0 0,-1 0 0 0 0,1-1 0 0 0,0 1 0 0 0,0 0 0 0 0,0-1 0 0 0,0 1 0 0 0,0 0 0 0 0,0-1 0 0 0,0 1 0 0 0,0-1 0 0 0,-1 1 0 0 0,1 0 0 0 0,1-1 0 0 0,-1 1 0 0 0,0 0 0 0 0,0-1 0 0 0,0 1 0 0 0,0 0 0 0 0,0-1 0 0 0,0 1 0 0 0,0 0 0 0 0,0-1 0 0 0,0 1 0 0 0,1 0 1 0 0,-1-1-1 0 0,0 1 0 0 0,0 0 0 0 0,1-1 0 0 0,-1 1 0 0 0,0 0 0 0 0,0 0 0 0 0,1-1 0 0 0,-1 1 0 0 0,22-15 709 0 0,137-39-995 0 0,-146 50 266 0 0,-7 2 0 0 0,1-1 0 0 0,-1 1 0 0 0,0 1 0 0 0,1-1 0 0 0,12 0 0 0 0,-44 23-102 0 0,3-10 42 0 0,-1 0 0 0 0,-38 12 0 0 0,35-15 65 0 0,-46 23 0 0 0,72-31 12 0 0,0 0 0 0 0,0 0-1 0 0,-1 0 1 0 0,1 0 0 0 0,0 0 0 0 0,0 0-1 0 0,-1 1 1 0 0,1-1 0 0 0,0 0-1 0 0,-1 0 1 0 0,1 0 0 0 0,0 0-1 0 0,0 0 1 0 0,0 0 0 0 0,-1 1 0 0 0,1-1-1 0 0,0 0 1 0 0,0 0 0 0 0,-1 0-1 0 0,1 1 1 0 0,0-1 0 0 0,0 0-1 0 0,0 0 1 0 0,0 0 0 0 0,0 1 0 0 0,-1-1-1 0 0,1 0 1 0 0,0 0 0 0 0,0 1-1 0 0,0-1 1 0 0,0 0 0 0 0,0 1-1 0 0,0-1 1 0 0,0 0 0 0 0,0 0 0 0 0,0 1-1 0 0,0-1 1 0 0,0 0 0 0 0,0 1-1 0 0,0-1 1 0 0,0 0 0 0 0,13 3 289 0 0,-9-3-328 0 0,0 0 0 0 0,0 0 0 0 0,1 0 0 0 0,-2-1 0 0 0,1 0 0 0 0,0 0 0 0 0,6-1 0 0 0,7-10 70 0 0,1 0 0 0 0,15-16 0 0 0,-18 16 10 0 0,-1 1 0 0 0,2 0 0 0 0,21-13 0 0 0,-28 22-56 0 0,-7 7-1 0 0,-13 10-16 0 0,-9-1 37 0 0,-1-1 0 0 0,-1-1 0 0 0,0-1 0 0 0,0-1 0 0 0,-33 10 0 0 0,27-10 77 0 0,15-5 6 0 0,-1 1 131 0 0,0-1-1 0 0,0 0 0 0 0,-1-1 1 0 0,1 0-1 0 0,-28 2 0 0 0,40-6-118 0 0,0-1-1 0 0,0 1 1 0 0,0 0 0 0 0,0-1-1 0 0,0 1 1 0 0,0-1-1 0 0,1 0 1 0 0,-1 0-1 0 0,0 0 1 0 0,1 0-1 0 0,-1 0 1 0 0,-2-2 0 0 0,2 2-133 0 0,0-1 0 0 0,0 1 1 0 0,0 0-1 0 0,0 0 1 0 0,0 0-1 0 0,0 0 1 0 0,0 0-1 0 0,0 0 0 0 0,0 1 1 0 0,-4-1-1 0 0,-10 0-701 0 0,-1 1 0 0 0,-26 4 0 0 0,-13 0-1490 0 0,44-5-2411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40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380 8 7775 0 0,'-1'-1'55'0'0,"1"0"0"0"0,-1 1-1 0 0,0-1 1 0 0,0 0-1 0 0,1 1 1 0 0,-1-1-1 0 0,0 1 1 0 0,0 0-1 0 0,0-1 1 0 0,1 1 0 0 0,-1 0-1 0 0,0-1 1 0 0,0 1-1 0 0,0 0 1 0 0,0 0-1 0 0,0 0 1 0 0,0 0 0 0 0,-2 0-1 0 0,-10 13 149 0 0,8-7-209 0 0,3-3-16 0 0,-65 74-881 0 0,60-70 921 0 0,-1 0 0 0 0,0 0-1 0 0,0 0 1 0 0,0-1 0 0 0,-1 0 0 0 0,0-1-1 0 0,-15 6 1 0 0,24-10 10 0 0,0-1 0 0 0,0 0-1 0 0,0 0 1 0 0,0 0 0 0 0,0 0 0 0 0,0 0-1 0 0,0 0 1 0 0,0 0 0 0 0,0 0 0 0 0,-1 0-1 0 0,1 0 1 0 0,0 0 0 0 0,0 0 0 0 0,0 0-1 0 0,0 1 1 0 0,0-1 0 0 0,0 0 0 0 0,0 0-1 0 0,0 0 1 0 0,0 0 0 0 0,-1 0 0 0 0,1 0 0 0 0,0 0-1 0 0,0 0 1 0 0,0 0 0 0 0,0 0 0 0 0,0 0-1 0 0,0 0 1 0 0,0 0 0 0 0,0 0 0 0 0,-1 0-1 0 0,1 0 1 0 0,0-1 0 0 0,0 1 0 0 0,0 0-1 0 0,0 0 1 0 0,0 0 0 0 0,0 0 0 0 0,0 0-1 0 0,0 0 1 0 0,0 0 0 0 0,0 0 0 0 0,-1 0-1 0 0,1 0 1 0 0,0 0 0 0 0,0 0 0 0 0,0 0 0 0 0,0-1-1 0 0,0 1 1 0 0,0 0 0 0 0,0 0 0 0 0,0 0-1 0 0,0 0 1 0 0,0 0 0 0 0,0 0 0 0 0,0 0-1 0 0,0 0 1 0 0,0 0 0 0 0,0-1 0 0 0,0 1-1 0 0,0 0 1 0 0,0 0 0 0 0,0 0 0 0 0,0 0-1 0 0,5-10 1053 0 0,10-7-32 0 0,45-29 39 0 0,-43 34-1129 0 0,0 0 0 0 0,15-17 0 0 0,-63 39-487 0 0,-9 10 459 0 0,0 3 0 0 0,-70 52 1 0 0,100-63 473 0 0,18-11 281 0 0,-6-2-683 0 0,-1 1 1 0 0,1-1-1 0 0,0 1 0 0 0,-1-1 0 0 0,1 0 0 0 0,0 1 0 0 0,-1-1 0 0 0,1 0 0 0 0,-1 0 1 0 0,1 0-1 0 0,-1 0 0 0 0,3-3 0 0 0,-6 3-20 0 0,0 1 1 0 0,0-1-1 0 0,-1 0 1 0 0,1 0-1 0 0,0 1 1 0 0,0-1-1 0 0,0 1 1 0 0,0 0-1 0 0,-1 0 0 0 0,1 0 1 0 0,-3 0-1 0 0,-8 1-23 0 0,0 1 0 0 0,0 0 0 0 0,1 0 0 0 0,-1 2 0 0 0,0-1-1 0 0,-16 9 1 0 0,30-12 42 0 0,-1 0-1 0 0,0 0 1 0 0,0 0 0 0 0,0 0-1 0 0,0 0 1 0 0,0 0-1 0 0,0 0 1 0 0,0 0-1 0 0,0 0 1 0 0,0 0-1 0 0,0 0 1 0 0,0 0-1 0 0,0 0 1 0 0,0 0 0 0 0,1 0-1 0 0,-1 0 1 0 0,0 1-1 0 0,0-1 1 0 0,0 0-1 0 0,0 0 1 0 0,0 0-1 0 0,0 0 1 0 0,0 0 0 0 0,0 0-1 0 0,0 0 1 0 0,0 0-1 0 0,0 0 1 0 0,0 0-1 0 0,0 1 1 0 0,0-1-1 0 0,0 0 1 0 0,0 0-1 0 0,0 0 1 0 0,0 0 0 0 0,0 0-1 0 0,0 0 1 0 0,0 0-1 0 0,0 0 1 0 0,0 0-1 0 0,0 0 1 0 0,0 1-1 0 0,0-1 1 0 0,0 0 0 0 0,-1 0-1 0 0,1 0 1 0 0,0 0-1 0 0,0 0 1 0 0,0 0-1 0 0,0 0 1 0 0,0 0-1 0 0,0 0 1 0 0,0 0-1 0 0,0 0 1 0 0,0 0 0 0 0,0 0-1 0 0,0 0 1 0 0,0 0-1 0 0,-1 0 1 0 0,1 0-1 0 0,0 0 1 0 0,0 0-1 0 0,0 0 1 0 0,0 0 0 0 0,0 0-1 0 0,0 0 1 0 0,0 0-1 0 0,0 0 1 0 0,11 3 116 0 0,13-3 36 0 0,-13-1-135 0 0,0-1-1 0 0,0-1 0 0 0,0 0 0 0 0,0 0 1 0 0,0-1-1 0 0,-1-1 0 0 0,0 0 0 0 0,0 0 1 0 0,0-1-1 0 0,0 0 0 0 0,-1 0 0 0 0,0-1 1 0 0,-1-1-1 0 0,1 1 0 0 0,8-12 0 0 0,-16 18-20 0 0,0 0 1 0 0,-1 0-1 0 0,1 0 0 0 0,0 0 0 0 0,0 0 0 0 0,-1 0 0 0 0,1 0 0 0 0,-1 0 0 0 0,1 0 1 0 0,-1 0-1 0 0,1-1 0 0 0,-1 1 0 0 0,0 0 0 0 0,1 0 0 0 0,-1 0 0 0 0,0-1 0 0 0,0 1 0 0 0,0 0 1 0 0,0-2-1 0 0,-1 2-3 0 0,1 0 0 0 0,0 1 0 0 0,-1-1 0 0 0,1 0 1 0 0,-1 1-1 0 0,1-1 0 0 0,-1 1 0 0 0,0-1 0 0 0,1 1 0 0 0,-1 0 1 0 0,1-1-1 0 0,-1 1 0 0 0,0-1 0 0 0,1 1 0 0 0,-1 0 0 0 0,0 0 0 0 0,0-1 1 0 0,1 1-1 0 0,-1 0 0 0 0,0 0 0 0 0,1 0 0 0 0,-1 0 0 0 0,-1 0 1 0 0,-3 0-32 0 0,1 0 0 0 0,-1 0 0 0 0,1 0 0 0 0,-1 1 0 0 0,1 0 1 0 0,-1 0-1 0 0,1 0 0 0 0,-9 4 0 0 0,-1 2-3787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4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 1839 0 0,'-1'8'567'0'0,"0"0"-1"0"0,0 1 0 0 0,1-1 0 0 0,0 0 0 0 0,0 1 0 0 0,1-1 0 0 0,0 0 0 0 0,4 12 0 0 0,-1 8-697 0 0,24 409 1888 0 0,-32 4-1208 0 0,0-254-371 0 0,-27 810 1046 0 0,3-161 968 0 0,30 0-262 0 0,85 481-918 0 0,-26-535-500 0 0,-32-342 194 0 0,33 541-271 0 0,-53-814-396 0 0,19 314 16 0 0,26-3 48 0 0,13-11 447 0 0,-66-461-558 0 0,4 64 181 0 0,-5-65-191 0 0,-1 0 0 0 0,1 0-1 0 0,0 0 1 0 0,-1 0-1 0 0,0 0 1 0 0,0-1 0 0 0,-1 1-1 0 0,1 0 1 0 0,-1-1 0 0 0,0 1-1 0 0,-5 7 1 0 0,7-12-9 0 0,0-1 1 0 0,0 1-1 0 0,0 0 0 0 0,0 0 0 0 0,0 0 1 0 0,0 0-1 0 0,0 0 0 0 0,0 0 1 0 0,0 0-1 0 0,0 0 0 0 0,0 0 1 0 0,0 0-1 0 0,0 0 0 0 0,0 0 1 0 0,0 0-1 0 0,0-1 0 0 0,0 1 1 0 0,-1 0-615 0 0,0 0 614 0 0,1 0 1 0 0,0 0-1 0 0,0 0 0 0 0,0 0 1 0 0,0 0-1 0 0,0 0 0 0 0,0 0 0 0 0,0 0 1 0 0,0 0-1 0 0,0 0 0 0 0,0 0 1 0 0,-1 0-134 0 0,1-3-1198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7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406 51 1839 0 0,'0'-13'-246'0'0,"-1"11"797"0"0,1 0-1 0 0,0-1 1 0 0,0 1 0 0 0,0 0-1 0 0,0 0 1 0 0,0 0-1 0 0,1 0 1 0 0,-1 0-1 0 0,2-3 1 0 0,-2 4-435 0 0,1 0 1 0 0,0 0-1 0 0,0 0 1 0 0,0 0 0 0 0,0 0-1 0 0,0 0 1 0 0,0 0-1 0 0,0 1 1 0 0,0-1-1 0 0,0 0 1 0 0,0 1-1 0 0,0-1 1 0 0,0 1-1 0 0,0-1 1 0 0,1 1-1 0 0,-1 0 1 0 0,0-1-1 0 0,0 1 1 0 0,1 0-1 0 0,1 0 1 0 0,14-1 57 0 0,-1 2 0 0 0,0 0 0 0 0,0 0 0 0 0,0 2-1 0 0,0 0 1 0 0,30 10 0 0 0,-12-3-154 0 0,510 104 40 0 0,-377-82-56 0 0,786 102-4 0 0,-816-121 0 0 0,589 48 0 0 0,957 40 64 0 0,-680-44 162 0 0,-727-38-185 0 0,1824 120 66 0 0,-444-57-36 0 0,-1388-71-68 0 0,267 19-3 0 0,-196-10 0 0 0,-86-6 0 0 0,368 16 0 0 0,-354-23 9 0 0,637 9 46 0 0,518-39 81 0 0,-683-14-82 0 0,-219 6 3 0 0,310-19 32 0 0,-291 46 175 0 0,-507 5-119 0 0,-1 3 0 0 0,0 0 0 0 0,1 2 0 0 0,-2 1 0 0 0,1 2 0 0 0,37 15 0 0 0,-54-18-97 0 0,-1 1 0 0 0,1 1 0 0 0,-1 0 0 0 0,-1 0 0 0 0,1 1 0 0 0,-2 1 0 0 0,1 0 1 0 0,-1 0-1 0 0,-1 2 0 0 0,0-1 0 0 0,0 1 0 0 0,-1 0 0 0 0,-1 1 0 0 0,0 0 0 0 0,6 15 0 0 0,-7-13-17 0 0,-1 0 0 0 0,0 0 0 0 0,-2 1 0 0 0,0-1 1 0 0,0 1-1 0 0,2 31 0 0 0,8 164 302 0 0,-44 297 481 0 0,-36-2-271 0 0,57-444-467 0 0,-104 872 1419 0 0,99-801-1214 0 0,-16 222 851 0 0,26 589-1 0 0,81 21-113 0 0,40-3-615 0 0,-52-302-308 0 0,-28 2-52 0 0,-1-29-30 0 0,98 398 100 0 0,-41-615 33 0 0,-74-343-136 0 0,7 28-10 0 0,-1-5 0 0 0,-4-13 0 0 0,-4-12 0 0 0,-4-8 0 0 0,-3-3 0 0 0,-4-7-16 0 0,-5-49 3 0 0,-1 0 0 0 0,1 1 0 0 0,-1-1 0 0 0,0 1 1 0 0,0-1-1 0 0,0 1 0 0 0,-1-1 0 0 0,1 1 0 0 0,-3 5 0 0 0,1 1-4 0 0,1-7 16 0 0,0 1 0 0 0,-1-1 0 0 0,1 0 0 0 0,-1 1 0 0 0,1-1 0 0 0,-1 0 0 0 0,-1 0 0 0 0,1 0 0 0 0,0-1 0 0 0,-1 1 0 0 0,0-1 0 0 0,0 1 0 0 0,0-1 0 0 0,-4 3 0 0 0,-2 2 1 0 0,-1-1 1 0 0,0 0-1 0 0,-15 7 0 0 0,-10 4-21 0 0,0-3 0 0 0,-64 20 0 0 0,-78 10-51 0 0,159-41 71 0 0,-386 63 241 0 0,-5-29 107 0 0,309-29-310 0 0,-471 30 567 0 0,287-21-328 0 0,-923 22 865 0 0,-2-47-218 0 0,684 2-506 0 0,-1747-49 422 0 0,1098 6-839 0 0,304 12 0 0 0,723 30 0 0 0,-257-9 35 0 0,-798-33-6 0 0,-197-2-301 0 0,-220 53 131 0 0,1259 2 130 0 0,-1227 14 27 0 0,529-21-32 0 0,835 10-135 0 0,-31-1-90 0 0,245-7 218 0 0,-112 4-468 0 0,103-3 244 0 0,-1 2-1 0 0,1 0 0 0 0,0 1 1 0 0,-26 10-1 0 0,26-5 58 0 0,11-1-1362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27.6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6447 0 0,'0'7'551'0'0,"-1"-1"0"0"0,1 0 0 0 0,0 1 1 0 0,1-1-1 0 0,0 1 0 0 0,0-1 0 0 0,0 1 0 0 0,0-1 0 0 0,1 0 0 0 0,5 10 0 0 0,2 16 899 0 0,4 33-1441 0 0,-3 1-1 0 0,1 73 1 0 0,-9 135 69 0 0,-2-250-68 0 0,-27 671 341 0 0,2-84-112 0 0,24-553-486 0 0,15 112-1 0 0,-8-135-143 0 0,1 0 0 0 0,2-1 0 0 0,1 0 0 0 0,19 41 0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2.8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602 62 8063 0 0,'-3'-4'151'0'0,"0"0"0"0"0,0 0 0 0 0,0 0 0 0 0,-1 0 1 0 0,1 1-1 0 0,-1-1 0 0 0,0 1 0 0 0,0 0 0 0 0,0 0 0 0 0,0 0 0 0 0,-1 1 0 0 0,1 0 0 0 0,-1 0 0 0 0,1 0 0 0 0,-1 0 0 0 0,0 1 0 0 0,-7-2 0 0 0,-1 0-42 0 0,0 1 1 0 0,0 0 0 0 0,0 1-1 0 0,0 1 1 0 0,-20 1-1 0 0,17 1-118 0 0,0 1 0 0 0,-1 1 0 0 0,1 0-1 0 0,0 1 1 0 0,-28 14 0 0 0,-73 47-146 0 0,55-30 267 0 0,37-23-27 0 0,-28 18 586 0 0,48-28-520 0 0,0 0 0 0 0,1 1 0 0 0,0-1 0 0 0,-1 1 0 0 0,2 0 0 0 0,-1 1-1 0 0,0-1 1 0 0,-3 6 0 0 0,7-9-120 0 0,-1 0-1 0 0,1 0 0 0 0,0 0 1 0 0,0 1-1 0 0,0-1 0 0 0,0 0 1 0 0,-1 0-1 0 0,1 0 0 0 0,1 0 1 0 0,-1 0-1 0 0,0 0 0 0 0,0 0 1 0 0,0 1-1 0 0,0-1 0 0 0,1 0 1 0 0,-1 0-1 0 0,1 0 0 0 0,-1 0 1 0 0,1 0-1 0 0,-1 0 0 0 0,1 0 1 0 0,-1 0-1 0 0,1 0 0 0 0,0 0 1 0 0,0-1-1 0 0,-1 1 0 0 0,1 0 1 0 0,0 0-1 0 0,0-1 0 0 0,0 1 1 0 0,0 0-1 0 0,0-1 0 0 0,1 1 1 0 0,43 24-66 0 0,-32-19 70 0 0,71 44-115 0 0,-43-20 68 0 0,-21-13-3 0 0,73 64-30 0 0,-75-64 45 0 0,43 38 0 0 0,98 119 0 0 0,-156-170 6 0 0,6 7 226 0 0,-1 0-1 0 0,0 1 1 0 0,-1 0-1 0 0,9 20 0 0 0,-14-29-182 0 0,-1 0-1 0 0,0 0 0 0 0,0 0 0 0 0,-1 0 1 0 0,1 0-1 0 0,-1 0 0 0 0,0 0 0 0 0,1 0 1 0 0,-1 0-1 0 0,0 1 0 0 0,-1-1 0 0 0,1 0 0 0 0,-1 0 1 0 0,1 0-1 0 0,-1 0 0 0 0,0 0 0 0 0,0 0 1 0 0,0 0-1 0 0,-1 0 0 0 0,1-1 0 0 0,0 1 0 0 0,-1 0 1 0 0,0-1-1 0 0,0 1 0 0 0,0-1 0 0 0,-2 3 1 0 0,-3 1 189 0 0,0 0 1 0 0,0 0-1 0 0,0 0 0 0 0,0-1 1 0 0,-1 0-1 0 0,0-1 1 0 0,0 0-1 0 0,0 0 1 0 0,0-1-1 0 0,-1 0 1 0 0,0 0-1 0 0,-12 2 1 0 0,1-3 76 0 0,1 0 1 0 0,-1-2 0 0 0,0 0-1 0 0,-31-4 1 0 0,13 2-197 0 0,46 1-931 0 0,-1-1 0 0 0,0 0 0 0 0,0 0 0 0 0,0-1 0 0 0,0 0 0 0 0,8-4 0 0 0,11-5-1112 0 0,-10 5 196 0 0,1 0-2855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3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125 377 13215 0 0,'7'-3'944'0'0,"8"-4"-624"0"0,0-1 0 0 0,0-1 0 0 0,17-13 0 0 0,-23 14-266 0 0,1-1-1 0 0,-2-1 0 0 0,1 0 1 0 0,-2 0-1 0 0,1 0 0 0 0,-1-1 1 0 0,-1 0-1 0 0,0 0 0 0 0,0-1 1 0 0,-1 0-1 0 0,-1 0 1 0 0,4-13-1 0 0,-7 19-43 0 0,0 0 1 0 0,1 0-1 0 0,-2-1 0 0 0,1 1 1 0 0,-1 0-1 0 0,0 0 0 0 0,0-1 1 0 0,-1 1-1 0 0,0 0 0 0 0,0 0 1 0 0,0 0-1 0 0,-1 0 1 0 0,0 0-1 0 0,0 0 0 0 0,0 0 1 0 0,-1 0-1 0 0,0 1 0 0 0,0-1 1 0 0,0 1-1 0 0,-1 0 0 0 0,0 0 1 0 0,0 0-1 0 0,0 1 1 0 0,-1-1-1 0 0,1 1 0 0 0,-9-6 1 0 0,10 8-27 0 0,-1-1 1 0 0,0 1-1 0 0,-1 0 1 0 0,1 0-1 0 0,0 1 1 0 0,0-1-1 0 0,-1 1 1 0 0,1 0-1 0 0,-1 0 1 0 0,1 0-1 0 0,-1 1 1 0 0,1-1-1 0 0,-1 1 1 0 0,0 0-1 0 0,1 1 1 0 0,-1-1-1 0 0,1 1 1 0 0,-1 0-1 0 0,1 0 0 0 0,-1 0 1 0 0,1 1-1 0 0,0-1 1 0 0,-1 1-1 0 0,1 0 1 0 0,0 0-1 0 0,0 1 1 0 0,-5 3-1 0 0,1 1-64 0 0,-1-1 0 0 0,1 2 0 0 0,0-1-1 0 0,0 1 1 0 0,1 0 0 0 0,0 1-1 0 0,1 0 1 0 0,0 0 0 0 0,0 0 0 0 0,-6 15-1 0 0,5-5 80 0 0,1-1-1 0 0,0 2 1 0 0,2-1-1 0 0,0 1 1 0 0,1-1-1 0 0,1 1 1 0 0,1 0-1 0 0,1 22 1 0 0,1-24 81 0 0,1-1 1 0 0,0 1-1 0 0,2 0 1 0 0,-1-1 0 0 0,2 0-1 0 0,1 0 1 0 0,0 0-1 0 0,1-1 1 0 0,11 20-1 0 0,-14-29-44 0 0,1-1 0 0 0,-1 1 0 0 0,1-1-1 0 0,0 0 1 0 0,0-1 0 0 0,1 1 0 0 0,0-1-1 0 0,0 0 1 0 0,0 0 0 0 0,1-1-1 0 0,-1 0 1 0 0,1 0 0 0 0,0-1 0 0 0,0 0-1 0 0,1 0 1 0 0,-1 0 0 0 0,15 2 0 0 0,-14-4-51 0 0,1 0 0 0 0,-1-1 0 0 0,1 0 0 0 0,-1 0 0 0 0,0-1 0 0 0,1 0 0 0 0,-1 0 0 0 0,1-1-1 0 0,-1-1 1 0 0,0 1 0 0 0,0-1 0 0 0,0 0 0 0 0,-1-1 0 0 0,1 0 0 0 0,-1 0 0 0 0,8-6 0 0 0,-6 3-271 0 0,0 0-1 0 0,-1-1 1 0 0,11-12-1 0 0,6-12-4151 0 0,-11 10-174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3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133 465 9671 0 0,'-2'1'192'0'0,"-1"1"0"0"0,1 0 0 0 0,0-1 0 0 0,0 1-1 0 0,0-1 1 0 0,-1 0 0 0 0,1 1 0 0 0,-1-1 0 0 0,1 0 0 0 0,-1-1-1 0 0,0 1 1 0 0,1 0 0 0 0,-1-1 0 0 0,0 1 0 0 0,1-1 0 0 0,-1 0-1 0 0,0 0 1 0 0,1 0 0 0 0,-1 0 0 0 0,0-1 0 0 0,1 1-1 0 0,-1-1 1 0 0,0 1 0 0 0,1-1 0 0 0,-4-1 0 0 0,3 0-113 0 0,0 0-1 0 0,0 0 1 0 0,0 0 0 0 0,0 0 0 0 0,0-1 0 0 0,0 1 0 0 0,0-1-1 0 0,1 0 1 0 0,-1 0 0 0 0,1 0 0 0 0,0 0 0 0 0,0 0 0 0 0,0 0 0 0 0,0-1-1 0 0,1 1 1 0 0,-1 0 0 0 0,-1-7 0 0 0,-2-10-186 0 0,1-1 1 0 0,0 0-1 0 0,-1-38 1 0 0,5 46 55 0 0,0 0 1 0 0,1 0-1 0 0,1 0 0 0 0,0 0 1 0 0,0 0-1 0 0,1 1 1 0 0,7-18-1 0 0,-6 21 56 0 0,1 1-1 0 0,1-1 1 0 0,-1 1-1 0 0,1 0 0 0 0,1 1 1 0 0,-1-1-1 0 0,1 1 1 0 0,1 1-1 0 0,-1-1 1 0 0,1 1-1 0 0,12-7 1 0 0,13-6-29 0 0,54-24 1 0 0,-83 41 15 0 0,18-8-1183 0 0,-3 1-3873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4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11 311 3679 0 0,'-1'2'-190'0'0,"-6"25"1538"0"0,6-21 668 0 0,0 0 1 0 0,1 1-1 0 0,0-1 0 0 0,0 11 0 0 0,4 16-1681 0 0,0 0-1 0 0,2 0 1 0 0,19 58-1 0 0,-18-71-337 0 0,1 0 0 0 0,0-1 0 0 0,2 0 0 0 0,0 0 0 0 0,1-1 0 0 0,1 0-1 0 0,17 18 1 0 0,-13-20-25 0 0,-13-13-112 0 0,9 2-28 0 0,40 12 0 0 0,-50-16 155 0 0,0-1 0 0 0,-1 1 0 0 0,1-1 0 0 0,0 0 0 0 0,0 0 0 0 0,0 0-1 0 0,0 0 1 0 0,0 0 0 0 0,0 0 0 0 0,-1 0 0 0 0,1-1 0 0 0,0 1 0 0 0,0 0 0 0 0,0-1 0 0 0,-1 0-1 0 0,1 1 1 0 0,0-1 0 0 0,0 0 0 0 0,-1 0 0 0 0,1 0 0 0 0,-1 0 0 0 0,1 0 0 0 0,-1-1 0 0 0,3-1-1 0 0,-1-1-12 0 0,0 0 0 0 0,0-1 0 0 0,-1 1 0 0 0,1-1 0 0 0,-1 1 0 0 0,2-7 0 0 0,-2 6 7 0 0,5-13 84 0 0,-2-1 1 0 0,0-1-1 0 0,-1 1 0 0 0,3-35 1 0 0,-3-80 604 0 0,-5 82-427 0 0,-1 29-78 0 0,2-1 0 0 0,0 0 0 0 0,2 1 0 0 0,7-38 0 0 0,-9 60-168 0 0,0 0 0 0 0,1 1 0 0 0,-1-1 0 0 0,0 0 0 0 0,0 0-1 0 0,0 1 1 0 0,1-1 0 0 0,-1 0 0 0 0,0 1 0 0 0,1-1 0 0 0,-1 1 0 0 0,1-1 0 0 0,-1 0-1 0 0,1 1 1 0 0,-1-1 0 0 0,1 1 0 0 0,-1-1 0 0 0,1 1 0 0 0,-1-1 0 0 0,1 1 0 0 0,0 0-1 0 0,-1-1 1 0 0,1 1 0 0 0,0 0 0 0 0,-1-1 0 0 0,1 1 0 0 0,1 0 0 0 0,-1 0-53 0 0,0 0 1 0 0,1 0 0 0 0,-1 0 0 0 0,0 0 0 0 0,1 1-1 0 0,-1-1 1 0 0,0 1 0 0 0,1-1 0 0 0,-1 1-1 0 0,0-1 1 0 0,0 1 0 0 0,0 0 0 0 0,2 1 0 0 0,5 4-453 0 0,0 1 1 0 0,-1 0 0 0 0,8 10-1 0 0,-12-13 254 0 0,0 0 135 0 0,19 20-1604 0 0,33 30 0 0 0,-46-47 1513 0 0,0 0 0 0 0,1 0 0 0 0,0-1 0 0 0,0 0 0 0 0,0-1 0 0 0,1 0 0 0 0,14 5 0 0 0,-12-6 532 0 0,1 0 0 0 0,-1-1 0 0 0,16 2 0 0 0,-24-5-102 0 0,1 0 0 0 0,-1 0-1 0 0,0 0 1 0 0,1-1 0 0 0,-1 1 0 0 0,0-1-1 0 0,0-1 1 0 0,1 1 0 0 0,-1-1 0 0 0,0 0 0 0 0,6-3-1 0 0,2-3 105 0 0,0 0-1 0 0,-1-1 1 0 0,1 0-1 0 0,-2-1 1 0 0,0 0-1 0 0,0-1 1 0 0,-1-1-1 0 0,0 1 1 0 0,-1-2-1 0 0,0 1 0 0 0,9-18 1 0 0,-9 12-196 0 0,-1 0-1 0 0,0 0 1 0 0,-1-1 0 0 0,-1 0-1 0 0,-1 0 1 0 0,0-1 0 0 0,-2 0-1 0 0,2-23 1 0 0,-4 36-105 0 0,-1 0 1 0 0,0 0 0 0 0,0 0-1 0 0,-1 0 1 0 0,0 0 0 0 0,0 0-1 0 0,-3-8 1 0 0,4 14-31 0 0,-1-1 1 0 0,0 0-1 0 0,1 1 1 0 0,-1 0-1 0 0,0-1 1 0 0,0 1-1 0 0,0 0 0 0 0,0-1 1 0 0,0 1-1 0 0,-1 0 1 0 0,1 0-1 0 0,0 0 1 0 0,0 0-1 0 0,-1 0 1 0 0,1 0-1 0 0,0 0 1 0 0,-1 0-1 0 0,1 1 0 0 0,-1-1 1 0 0,0 1-1 0 0,1-1 1 0 0,-1 1-1 0 0,1-1 1 0 0,-1 1-1 0 0,0 0 1 0 0,1 0-1 0 0,-1 0 1 0 0,0 0-1 0 0,1 0 1 0 0,-1 0-1 0 0,1 0 0 0 0,-1 0 1 0 0,0 1-1 0 0,-2 0 1 0 0,-6 2-101 0 0,0 1 0 0 0,0 0 0 0 0,1 0 0 0 0,-1 1 0 0 0,1 0 0 0 0,1 0-1 0 0,-1 1 1 0 0,1 1 0 0 0,0-1 0 0 0,-12 14 0 0 0,4-4-82 0 0,1 1 0 0 0,1 1-1 0 0,-22 37 1 0 0,23-30 181 0 0,0 1 0 0 0,2 0-1 0 0,-15 49 1 0 0,22-61 118 0 0,1 0 1 0 0,0 0-1 0 0,1 0 1 0 0,1 1 0 0 0,0-1-1 0 0,1 0 1 0 0,0 1-1 0 0,2-1 1 0 0,3 21-1 0 0,-2-25 8 0 0,1-1 0 0 0,0 1 0 0 0,1-1 1 0 0,0 0-1 0 0,0-1 0 0 0,1 1 0 0 0,0-1 0 0 0,11 13 0 0 0,-13-18 91 0 0,9 6-19 0 0,41 26-81 0 0,-40-26-40 0 0,2-7-5 0 0,51 9-76 0 0,-65-10-18 0 0,0-1 0 0 0,0 1 0 0 0,0-1-1 0 0,1 0 1 0 0,-1 0 0 0 0,0 0 0 0 0,0 0 0 0 0,0 0 0 0 0,1 0-1 0 0,3-2 1 0 0,44-10-446 0 0,-14-4-32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4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93 777 11055 0 0,'1'25'7596'0'0,"-3"-37"-7286"0"0,-80-324 544 0 0,79 321-787 0 0,0 1 0 0 0,1 0 0 0 0,1 0 0 0 0,0-1 0 0 0,2-14 0 0 0,-1 23-26 0 0,1 0 1 0 0,0 0-1 0 0,1 0 1 0 0,-1 1-1 0 0,1-1 1 0 0,0 0-1 0 0,1 1 1 0 0,-1-1-1 0 0,1 1 1 0 0,0 0-1 0 0,1 0 1 0 0,-1 0-1 0 0,1 0 1 0 0,7-7-1 0 0,9-5 19 0 0,0 0 0 0 0,1 1 0 0 0,39-21 0 0 0,74-32-315 0 0,-127 66 246 0 0,145-65-920 0 0,-69 31 386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47 13215 0 0,'12'-3'726'0'0,"0"1"0"0"0,21-2-1 0 0,-33 4-718 0 0,266-16 871 0 0,-127 8 254 0 0,-82 5-467 0 0,162-7 792 0 0,-160 10-1315 0 0,100 13 0 0 0,-131-7-137 0 0,32 10 1 0 0,24 6-58 0 0,-74-21-271 0 0,0 1 0 0 0,0-1 0 0 0,0-1 0 0 0,0 0 0 0 0,0-1 0 0 0,15-2 0 0 0,-2-3-799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48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530 289 5527 0 0,'-15'-12'832'0'0,"-1"2"0"0"0,0 0 0 0 0,-1 0 0 0 0,0 2 0 0 0,-19-8 0 0 0,30 14-802 0 0,-1 1-1 0 0,1-1 0 0 0,-1 1 0 0 0,1 0 0 0 0,-1 0 0 0 0,0 1 0 0 0,1 0 0 0 0,-1 0 0 0 0,1 1 0 0 0,-1 0 0 0 0,1 0 0 0 0,-1 0 0 0 0,1 1 0 0 0,-1 0 0 0 0,1 0 0 0 0,0 0 0 0 0,0 1 0 0 0,-7 4 0 0 0,-1 3-43 0 0,0 0 0 0 0,0 1-1 0 0,1 0 1 0 0,0 1 0 0 0,1 1-1 0 0,1 0 1 0 0,0 1 0 0 0,0 0-1 0 0,2 0 1 0 0,0 1 0 0 0,0 0-1 0 0,-12 32 1 0 0,9-14 121 0 0,2 0 0 0 0,1 0 0 0 0,1 1 0 0 0,2 0 0 0 0,-3 55 0 0 0,8-63 155 0 0,2 1-1 0 0,0-1 1 0 0,2 0 0 0 0,0 0-1 0 0,15 50 1 0 0,-14-63-134 0 0,0 0-1 0 0,1 0 1 0 0,1 0 0 0 0,0-1 0 0 0,0 0-1 0 0,2-1 1 0 0,-1 1 0 0 0,1-1 0 0 0,1-1 0 0 0,0 1-1 0 0,1-2 1 0 0,18 17 0 0 0,-23-23 81 0 0,12 3-9 0 0,52 16-32 0 0,-67-21-150 0 0,1 0 0 0 0,-1 0-1 0 0,1 0 1 0 0,0-1-1 0 0,-1 1 1 0 0,1-1 0 0 0,0 0-1 0 0,5 1 1 0 0,6-1 34 0 0,0-1 0 0 0,0 0 0 0 0,0 0 0 0 0,1-1 1 0 0,-1-1-1 0 0,-1-1 0 0 0,1 0 0 0 0,0 0 0 0 0,24-14 0 0 0,-14 2 34 0 0,-2-1 0 0 0,0-1 0 0 0,-1-1 0 0 0,-1-1 0 0 0,0-1 1 0 0,-2-1-1 0 0,-1 0 0 0 0,0-1 0 0 0,-2-1 0 0 0,0-1 0 0 0,-2 0 0 0 0,-1-1 0 0 0,-1 0 0 0 0,11-42 0 0 0,-13 38 13 0 0,-2 0 1 0 0,-1-1-1 0 0,-2 0 1 0 0,-1 0-1 0 0,-1 0 1 0 0,-2-1-1 0 0,-1 1 1 0 0,-1 0-1 0 0,-2 0 1 0 0,-1 0-1 0 0,-1 0 1 0 0,-21-59-1 0 0,20 75-85 0 0,0 0 0 0 0,-1 1 0 0 0,0 0 0 0 0,-1 0-1 0 0,-1 1 1 0 0,0 0 0 0 0,-1 0 0 0 0,0 1 0 0 0,-1 1-1 0 0,0 0 1 0 0,-1 1 0 0 0,0 0 0 0 0,-28-16 0 0 0,28 20-35 0 0,1 0 1 0 0,-1 0 0 0 0,0 2-1 0 0,0-1 1 0 0,0 2 0 0 0,-1 0 0 0 0,0 0-1 0 0,1 1 1 0 0,-1 1 0 0 0,0 0-1 0 0,0 1 1 0 0,0 1 0 0 0,1 0-1 0 0,-1 1 1 0 0,0 0 0 0 0,-25 8-1 0 0,19-2-78 0 0,1 1 0 0 0,0 0-1 0 0,1 1 1 0 0,0 1-1 0 0,0 1 1 0 0,1 0 0 0 0,1 2-1 0 0,0 0 1 0 0,-16 18 0 0 0,18-17-185 0 0,2 0 1 0 0,-1 1 0 0 0,2 1-1 0 0,0 0 1 0 0,1 0 0 0 0,1 1 0 0 0,1 0-1 0 0,0 1 1 0 0,-9 34 0 0 0,6 12-707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6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530 1 2471 0 0,'-14'47'202'0'0,"8"-27"-92"0"0,0 0-1 0 0,-1 0 1 0 0,-15 30-1 0 0,21-49-88 0 0,0 1 0 0 0,0-1 0 0 0,0 1 0 0 0,0-1 0 0 0,0 0 0 0 0,0 0-1 0 0,0 1 1 0 0,0-1 0 0 0,0 0 0 0 0,-3 1 0 0 0,4-1-3 0 0,0-1 0 0 0,-1 0 0 0 0,1 0 1 0 0,-1 0-1 0 0,1 0 0 0 0,0 0 0 0 0,-1 0 0 0 0,1 0 1 0 0,-1 0-1 0 0,1 0 0 0 0,0 0 0 0 0,-1 0 1 0 0,1 0-1 0 0,0 0 0 0 0,-1 0 0 0 0,1 0 0 0 0,-1 0 1 0 0,1 0-1 0 0,0 0 0 0 0,-1-1 0 0 0,1 1 1 0 0,0 0-1 0 0,-1 0 0 0 0,1 0 0 0 0,0-1 0 0 0,-1 1 1 0 0,1-1-1 0 0,-3-2 78 0 0,1 0-1 0 0,0 0 1 0 0,0 0 0 0 0,1-1-1 0 0,-1 1 1 0 0,1-1 0 0 0,-2-3-1 0 0,-2-6-261 0 0,5 10 153 0 0,-1 1-1 0 0,0 0 0 0 0,0 0 1 0 0,0-1-1 0 0,-1 1 1 0 0,1 0-1 0 0,0 0 0 0 0,-1 0 1 0 0,0 1-1 0 0,1-1 1 0 0,-1 0-1 0 0,0 0 1 0 0,0 1-1 0 0,0-1 0 0 0,0 1 1 0 0,0 0-1 0 0,0-1 1 0 0,-4 0-1 0 0,2 1 152 0 0,-1 0 0 0 0,1 1 0 0 0,-1 0 0 0 0,0 0 0 0 0,1 0 0 0 0,-1 0 1 0 0,1 1-1 0 0,-1 0 0 0 0,-5 1 0 0 0,-7 1 299 0 0,-1 0 0 0 0,0-1 0 0 0,0-1 0 0 0,0-1 0 0 0,0-1 0 0 0,0 0 0 0 0,0-1 1 0 0,1-1-1 0 0,-1-1 0 0 0,1 0 0 0 0,-24-10 0 0 0,31 10-338 0 0,-39-11 406 0 0,47 14-495 0 0,0 1 0 0 0,-1-1-1 0 0,1 1 1 0 0,0 0 0 0 0,-1-1 0 0 0,1 1 0 0 0,0 0 0 0 0,-1 1 0 0 0,1-1-1 0 0,0 0 1 0 0,-1 1 0 0 0,1-1 0 0 0,0 1 0 0 0,0 0 0 0 0,-1 0 0 0 0,1 0-1 0 0,-3 1 1 0 0,5-1-54 0 0,-1 0-1 0 0,0 0 1 0 0,1 0-1 0 0,-1 1 1 0 0,0-1-1 0 0,1 0 1 0 0,-1 0-1 0 0,1 0 1 0 0,0 1-1 0 0,-1-1 1 0 0,1 0-1 0 0,0 0 1 0 0,0 1-1 0 0,0-1 1 0 0,0 0 0 0 0,0 0-1 0 0,0 1 1 0 0,0-1-1 0 0,0 0 1 0 0,1 0-1 0 0,-1 1 1 0 0,0-1-1 0 0,1 0 1 0 0,-1 0-1 0 0,1 0 1 0 0,-1 0-1 0 0,1 1 1 0 0,0-1-1 0 0,1 1 1 0 0,6 15-3678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5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735 39 919 0 0,'-10'-7'4558'0'0,"10"6"-4273"0"0,-1 1 0 0 0,1-1 0 0 0,0 0 0 0 0,0 1-1 0 0,-1-1 1 0 0,1 0 0 0 0,0 0 0 0 0,0 1 0 0 0,0-1 0 0 0,0 0 0 0 0,0 0-1 0 0,-1 1 1 0 0,2-1 0 0 0,-1 0 0 0 0,0 0 0 0 0,0 0 0 0 0,0 1-1 0 0,0-2 1 0 0,1-8 1348 0 0,-1 10-1583 0 0,-1-1 0 0 0,1 1-1 0 0,-1-1 1 0 0,1 1 0 0 0,-1-1 0 0 0,1 1-1 0 0,-1-1 1 0 0,1 1 0 0 0,-1 0 0 0 0,1-1 0 0 0,-1 1-1 0 0,0 0 1 0 0,1 0 0 0 0,-1-1 0 0 0,1 1 0 0 0,-1 0-1 0 0,0 0 1 0 0,1 0 0 0 0,-1 0 0 0 0,0 0-1 0 0,1 0 1 0 0,-1 0 0 0 0,0 0 0 0 0,1 0 0 0 0,-1 0-1 0 0,-1 0 1 0 0,-19 1 306 0 0,-11 6-291 0 0,1 0-1 0 0,0 3 1 0 0,-42 17-1 0 0,-16 5 15 0 0,9-11 49 0 0,-2-4 0 0 0,-131 11 0 0 0,203-27-91 0 0,6-1-41 0 0,1 0-1 0 0,0 0 1 0 0,0 0-1 0 0,-1 1 1 0 0,1-1-1 0 0,0 1 1 0 0,0 0-1 0 0,0 0 0 0 0,0 0 1 0 0,0 0-1 0 0,-5 3 1 0 0,8-4-25 0 0,0 1 0 0 0,-1-1-1 0 0,1 0 1 0 0,0 0 0 0 0,0 0 0 0 0,0 0 0 0 0,0 0 0 0 0,0 0 0 0 0,0 0-1 0 0,0 0 1 0 0,0 0 0 0 0,0 0 0 0 0,0 0 0 0 0,0 1 0 0 0,0-1-1 0 0,0 0 1 0 0,0 0 0 0 0,0 0 0 0 0,0 0 0 0 0,0 0 0 0 0,0 0 0 0 0,0 0-1 0 0,0 0 1 0 0,0 1 0 0 0,0-1 0 0 0,0 0 0 0 0,0 0 0 0 0,0 0-1 0 0,0 0 1 0 0,0 0 0 0 0,0 0 0 0 0,0 0 0 0 0,0 0 0 0 0,0 0 0 0 0,0 1-1 0 0,0-1 1 0 0,0 0 0 0 0,0 0 0 0 0,1 0 0 0 0,-1 0 0 0 0,0 0-1 0 0,0 0 1 0 0,0 0 0 0 0,0 0 0 0 0,0 0 0 0 0,0 0 0 0 0,0 0-1 0 0,0 0 1 0 0,0 0 0 0 0,0 0 0 0 0,1 0 0 0 0,-1 0 0 0 0,0 0 0 0 0,0 0-1 0 0,0 0 1 0 0,0 0 0 0 0,0 0 0 0 0,0 0 0 0 0,1 0 0 0 0,5 3-1045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6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1 8287 0 0,'0'0'89'0'0,"-1"0"-1"0"0,1 1 0 0 0,-1-1 0 0 0,1 1 0 0 0,0-1 0 0 0,-1 1 1 0 0,1-1-1 0 0,-1 1 0 0 0,1-1 0 0 0,0 1 0 0 0,0-1 0 0 0,-1 1 1 0 0,1-1-1 0 0,0 1 0 0 0,0-1 0 0 0,0 1 0 0 0,-1 0 0 0 0,1-1 1 0 0,0 1-1 0 0,0-1 0 0 0,0 1 0 0 0,0 0 0 0 0,0-1 0 0 0,0 1 1 0 0,0-1-1 0 0,0 1 0 0 0,1 0 0 0 0,-1-1 0 0 0,0 1 0 0 0,0-1 1 0 0,1 2-1 0 0,5 29 814 0 0,-5-24-850 0 0,30 142 554 0 0,-7 1-1 0 0,7 206 0 0 0,-51 195-284 0 0,-37-1 45 0 0,20-214-277 0 0,30-272-114 0 0,-3 31-109 0 0,1 110 0 0 0,9-199 149 0 0,0-1 0 0 0,1 1 0 0 0,0 0 0 0 0,-1-1 0 0 0,2 1 1 0 0,-1-1-1 0 0,1 0 0 0 0,4 11 0 0 0,-5-14 7 0 0,0 0 1 0 0,1 0 0 0 0,-1-1-1 0 0,1 1 1 0 0,0 0 0 0 0,0 0-1 0 0,-1-1 1 0 0,1 1-1 0 0,0-1 1 0 0,0 0 0 0 0,1 1-1 0 0,-1-1 1 0 0,0 0-1 0 0,0 0 1 0 0,1 0 0 0 0,-1-1-1 0 0,0 1 1 0 0,1 0-1 0 0,-1-1 1 0 0,0 0 0 0 0,1 1-1 0 0,3-1 1 0 0,146 18 1373 0 0,-33-3-789 0 0,-113-14-443 0 0,11 0 10 0 0,188 3 474 0 0,42-20-168 0 0,285-54 0 0 0,-472 60-480 0 0,78-12 0 0 0,-133 21-7 0 0,0 1 0 0 0,0-1 0 0 0,0 1 0 0 0,0 1 0 0 0,0-1 0 0 0,7 2 0 0 0,-11-2-4 0 0,0 0 0 0 0,-1 1 0 0 0,1-1 0 0 0,0 0 1 0 0,-1 0-1 0 0,1 1 0 0 0,-1-1 0 0 0,1 0 1 0 0,-1 1-1 0 0,1-1 0 0 0,0 1 0 0 0,-1-1 0 0 0,1 1 1 0 0,-1-1-1 0 0,0 1 0 0 0,1-1 0 0 0,-1 1 1 0 0,1-1-1 0 0,-1 1 0 0 0,0 0 0 0 0,1 0 1 0 0,-1 0-14 0 0,0 0 0 0 0,0 1 0 0 0,0-1 0 0 0,0 0 0 0 0,0 0 0 0 0,0 0 0 0 0,-1 1 0 0 0,1-1 0 0 0,0 0 0 0 0,-1 0 0 0 0,1 0 0 0 0,-1 0 1 0 0,1 0-1 0 0,-1 0 0 0 0,1 0 0 0 0,-1 0 0 0 0,-1 1 0 0 0,-9 15-638 0 0,-1 0-1 0 0,-1-2 1 0 0,-23 24 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8.7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14 4143 0 0,'-2'0'219'0'0,"1"0"-1"0"0,0 0 0 0 0,-1 0 1 0 0,1 0-1 0 0,-1 0 1 0 0,1 0-1 0 0,-1 1 0 0 0,1-1 1 0 0,-1 0-1 0 0,1 1 0 0 0,0-1 1 0 0,-1 1-1 0 0,1 0 0 0 0,0-1 1 0 0,-1 1-1 0 0,0 1 0 0 0,0 0-46 0 0,1-1 0 0 0,0 1 0 0 0,0 0 0 0 0,0 0 0 0 0,0 0 0 0 0,1 0 0 0 0,-1 0-1 0 0,1 0 1 0 0,-1 0 0 0 0,1 0 0 0 0,-1 5 0 0 0,-3 33 64 0 0,2 47 0 0 0,1-21 125 0 0,-14 268 951 0 0,15-331-1317 0 0,-1 30 204 0 0,0-29-42 0 0,1-21-52 0 0,-4-95-35 0 0,2-48-76 0 0,3 147 6 0 0,9-106 0 0 0,-9 108 0 0 0,2-1 0 0 0,-1 1 0 0 0,2 0 0 0 0,-1 0 0 0 0,1 0 0 0 0,1 1 0 0 0,0-1 0 0 0,7-9 0 0 0,-11 18 3 0 0,0 0 0 0 0,0 0 0 0 0,0 1 0 0 0,1-1 0 0 0,-1 1-1 0 0,0-1 1 0 0,1 1 0 0 0,-1 0 0 0 0,1-1 0 0 0,0 1 0 0 0,-1 0 0 0 0,1 0-1 0 0,0 0 1 0 0,-1 0 0 0 0,1 0 0 0 0,0 1 0 0 0,3-2 0 0 0,-3 2 14 0 0,-1 1 0 0 0,1-1 0 0 0,-1 0 0 0 0,1 1 1 0 0,-1-1-1 0 0,1 1 0 0 0,-1-1 0 0 0,0 1 0 0 0,1 0 1 0 0,-1 0-1 0 0,0-1 0 0 0,0 1 0 0 0,1 0 0 0 0,-1 0 1 0 0,0 0-1 0 0,0 0 0 0 0,0 1 0 0 0,0-1 0 0 0,0 0 1 0 0,0 0-1 0 0,-1 1 0 0 0,1-1 0 0 0,1 2 0 0 0,18 35 170 0 0,-1 1-1 0 0,-2 1 1 0 0,20 69-1 0 0,-23-62-148 0 0,2-1-1 0 0,30 58 1 0 0,-43-99-34 0 0,-1 0 0 0 0,1-1 0 0 0,1 1 0 0 0,-1-1-1 0 0,0 0 1 0 0,1 0 0 0 0,0 0 0 0 0,0 0 0 0 0,0 0 0 0 0,5 2 0 0 0,-7-5 8 0 0,-1 0-1 0 0,1-1 1 0 0,-1 1 0 0 0,1-1 0 0 0,-1 1 0 0 0,1-1-1 0 0,-1 1 1 0 0,1-1 0 0 0,-1 0 0 0 0,1 0-1 0 0,0 0 1 0 0,-1 0 0 0 0,1 0 0 0 0,-1 0 0 0 0,1 0-1 0 0,0-1 1 0 0,-1 1 0 0 0,1-1 0 0 0,-1 1 0 0 0,1-1-1 0 0,-1 1 1 0 0,1-1 0 0 0,-1 0 0 0 0,0 0-1 0 0,1 1 1 0 0,-1-1 0 0 0,0 0 0 0 0,0 0 0 0 0,1-1-1 0 0,-1 1 1 0 0,0 0 0 0 0,0 0 0 0 0,0 0-1 0 0,0-1 1 0 0,-1 1 0 0 0,1 0 0 0 0,1-4 0 0 0,4-5 161 0 0,-1-1 1 0 0,0 0-1 0 0,-1-1 1 0 0,0 1-1 0 0,-1-1 1 0 0,0 1 0 0 0,-1-1-1 0 0,1-23 1 0 0,-1-5 57 0 0,-6-52 0 0 0,-6 14-126 0 0,6 59 60 0 0,1 0 1 0 0,1 0-1 0 0,0 0 0 0 0,2-1 1 0 0,2-27-1 0 0,-1 43-365 0 0,1 0 0 0 0,0-1 0 0 0,-1 1 0 0 0,2 0 0 0 0,-1 1 0 0 0,0-1 0 0 0,1 0 0 0 0,0 1 0 0 0,-1-1 0 0 0,1 1 0 0 0,1 0 0 0 0,-1 0 0 0 0,6-4 0 0 0,-4 3-479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3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1 266 9127 0 0,'0'1'50'0'0,"0"0"0"0"0,0 0 0 0 0,1 0 0 0 0,-1 0 0 0 0,0 0 0 0 0,1 0 0 0 0,-1-1 0 0 0,1 1 0 0 0,0 0 0 0 0,-1 0 0 0 0,1 0 0 0 0,-1-1 0 0 0,1 1 0 0 0,0 0 0 0 0,0-1 0 0 0,-1 1 0 0 0,1 0 0 0 0,0-1 0 0 0,0 1 0 0 0,0-1 0 0 0,0 1 0 0 0,0-1 0 0 0,-1 0 0 0 0,1 1 0 0 0,0-1 0 0 0,0 0 0 0 0,0 0-1 0 0,0 0 1 0 0,0 0 0 0 0,0 0 0 0 0,0 0 0 0 0,0 0 0 0 0,0 0 0 0 0,2 0 0 0 0,1 0 130 0 0,0 0 0 0 0,0-1-1 0 0,0 1 1 0 0,0-1 0 0 0,0 0 0 0 0,0 0-1 0 0,6-2 1 0 0,-2-2-95 0 0,-1 0 0 0 0,0 0 0 0 0,-1 0 1 0 0,1-1-1 0 0,-1 0 0 0 0,0-1 0 0 0,-1 1 0 0 0,0-1 0 0 0,0 0 0 0 0,0 0 0 0 0,-1-1 1 0 0,0 1-1 0 0,4-11 0 0 0,-3 6-69 0 0,0 0-1 0 0,-1-1 1 0 0,-1 0 0 0 0,0 0-1 0 0,-1 0 1 0 0,0 0 0 0 0,-1-25-1 0 0,-1 35-10 0 0,0 0 0 0 0,-1 0 0 0 0,1 0-1 0 0,-1 0 1 0 0,0 0 0 0 0,0 0 0 0 0,0 0-1 0 0,0 0 1 0 0,0 0 0 0 0,-1 0 0 0 0,1 1 0 0 0,-1-1-1 0 0,-2-3 1 0 0,3 5-2 0 0,1 1 0 0 0,-1-1-1 0 0,0 1 1 0 0,1-1 0 0 0,-1 1-1 0 0,1 0 1 0 0,-1-1 0 0 0,0 1-1 0 0,1-1 1 0 0,-1 1 0 0 0,0 0-1 0 0,0 0 1 0 0,1-1 0 0 0,-1 1 0 0 0,0 0-1 0 0,0 0 1 0 0,1 0 0 0 0,-1 0-1 0 0,0 0 1 0 0,0 0 0 0 0,-1 0-1 0 0,1 1-3 0 0,-1-1 1 0 0,1 1-1 0 0,0 0 0 0 0,-1 0 0 0 0,1 0 0 0 0,0-1 0 0 0,0 1 0 0 0,-1 0 0 0 0,1 0 1 0 0,0 1-1 0 0,0-1 0 0 0,0 0 0 0 0,0 0 0 0 0,0 0 0 0 0,0 3 0 0 0,-7 8-95 0 0,2 2-1 0 0,-1-1 1 0 0,2 1-1 0 0,0 0 1 0 0,0 0-1 0 0,2 0 1 0 0,-4 27-1 0 0,4-22 79 0 0,2 1 0 0 0,0-1 0 0 0,2 1 0 0 0,0-1 0 0 0,5 28 0 0 0,-4-40 26 0 0,-1-1 0 0 0,1 1 0 0 0,1-1 0 0 0,-1 0-1 0 0,1 1 1 0 0,1-1 0 0 0,-1-1 0 0 0,1 1 0 0 0,0 0-1 0 0,0-1 1 0 0,0 0 0 0 0,1 0 0 0 0,7 6 0 0 0,-10-9 4 0 0,1 0 0 0 0,0 0 1 0 0,0 0-1 0 0,-1 0 0 0 0,1-1 1 0 0,0 1-1 0 0,1-1 0 0 0,-1 0 1 0 0,0 0-1 0 0,0 0 0 0 0,0 0 0 0 0,1 0 1 0 0,-1-1-1 0 0,0 0 0 0 0,1 0 1 0 0,-1 1-1 0 0,1-2 0 0 0,-1 1 1 0 0,0 0-1 0 0,1-1 0 0 0,-1 0 1 0 0,0 1-1 0 0,0-1 0 0 0,1-1 1 0 0,-1 1-1 0 0,0 0 0 0 0,0-1 1 0 0,4-2-1 0 0,0-1-88 0 0,-1 0 0 0 0,0 0 1 0 0,0 0-1 0 0,-1-1 0 0 0,1 0 0 0 0,-1 0 0 0 0,-1 0 1 0 0,1-1-1 0 0,-1 0 0 0 0,6-13 0 0 0,-4 7-877 0 0,-1-1-1 0 0,0 0 1 0 0,-1 0-1 0 0,4-28 1 0 0,-6 16-2385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1839 0 0,'1'1'150'0'0,"0"0"-1"0"0,0-1 0 0 0,0 1 1 0 0,0 0-1 0 0,0 0 0 0 0,0 0 1 0 0,0 0-1 0 0,0 0 0 0 0,-1 0 1 0 0,1 0-1 0 0,0 1 0 0 0,-1-1 1 0 0,1 0-1 0 0,-1 0 0 0 0,1 0 1 0 0,-1 1-1 0 0,1 1 0 0 0,3 26 5124 0 0,-3-14-5454 0 0,7 33 868 0 0,79 410 3085 0 0,-79-434-3764 0 0,1-1 1 0 0,15 30-1 0 0,-30-61-1394 0 0,-1 0 716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09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5983 0 0,'0'1'293'0'0,"1"0"0"0"0,-1 0 0 0 0,1 0 0 0 0,-1 0 0 0 0,1-1 0 0 0,-1 1 0 0 0,1 0 0 0 0,0 0 292 0 0,0 0-292 0 0,-1-1 0 0 0,1 1 0 0 0,0 0 0 0 0,0-1 0 0 0,0 1 0 0 0,-1-1 0 0 0,1 0 0 0 0,2 1-1 0 0,21 10 1294 0 0,-17-8-1297 0 0,0-1-124 0 0,16 8 383 0 0,35 11 0 0 0,-51-19-587 0 0,-1-1 1 0 0,0 1-1 0 0,1-1 1 0 0,0 0-1 0 0,-1-1 0 0 0,1 0 1 0 0,-1 0-1 0 0,1 0 0 0 0,-1-1 1 0 0,1 0-1 0 0,7-2 1 0 0,-12 2-157 0 0,0 0-1 0 0,1 0 1 0 0,-1 0 0 0 0,0 0 0 0 0,0 0 0 0 0,0-1 0 0 0,0 1 0 0 0,3-4 0 0 0,5-6-4359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0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28 919 0 0,'-3'-3'143'0'0,"-1"0"0"0"0,1 0 0 0 0,-1 1 0 0 0,0-1 0 0 0,0 1 0 0 0,0 0-1 0 0,-1 0 1 0 0,1 1 0 0 0,0-1 0 0 0,-1 1 0 0 0,1 0 0 0 0,0 0-1 0 0,-1 1 1 0 0,0-1 0 0 0,1 1 0 0 0,-1 0 0 0 0,1 0 0 0 0,-1 0-1 0 0,1 1 1 0 0,-1-1 0 0 0,1 1 0 0 0,-1 1 0 0 0,1-1 0 0 0,0 0 0 0 0,-1 1-1 0 0,1 0 1 0 0,0 0 0 0 0,0 0 0 0 0,-7 6 0 0 0,1-2 234 0 0,1 2 0 0 0,0 0 0 0 0,1 0 1 0 0,0 0-1 0 0,0 1 0 0 0,0 0 0 0 0,1 1 0 0 0,1 0 1 0 0,0 0-1 0 0,-9 18 0 0 0,6-6-419 0 0,1 2 0 0 0,0-1 0 0 0,2 1-1 0 0,-5 33 1 0 0,9-44 234 0 0,1 0 0 0 0,0 0-1 0 0,1 0 1 0 0,1 0 0 0 0,0-1-1 0 0,0 1 1 0 0,1 0-1 0 0,1 0 1 0 0,0-1 0 0 0,6 14-1 0 0,-6-20 22 0 0,0 1 0 0 0,1-1 0 0 0,0 1 0 0 0,0-1 0 0 0,1 0 0 0 0,0 0 0 0 0,0-1 0 0 0,0 0 0 0 0,1 0 0 0 0,-1 0 0 0 0,1 0 0 0 0,10 5 0 0 0,-7-5-13 0 0,1 0 0 0 0,0 0 1 0 0,1-1-1 0 0,-1-1 0 0 0,1 1 0 0 0,0-2 1 0 0,0 0-1 0 0,11 1 0 0 0,-10-1-181 0 0,-1-2-1 0 0,0 1 1 0 0,1-2 0 0 0,-1 1-1 0 0,0-2 1 0 0,0 1-1 0 0,0-1 1 0 0,0-1-1 0 0,0 0 1 0 0,0-1 0 0 0,0 0-1 0 0,-1-1 1 0 0,0 0-1 0 0,0 0 1 0 0,0-1-1 0 0,-1 0 1 0 0,13-11 0 0 0,-19 14-250 0 0,1-1 1 0 0,-1 0 0 0 0,0 1-1 0 0,0-1 1 0 0,-1 0-1 0 0,1 0 1 0 0,-1 0 0 0 0,0-1-1 0 0,0 1 1 0 0,0 0 0 0 0,-1-1-1 0 0,2-5 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0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169 361 7487 0 0,'24'-93'2559'0'0,"-22"84"-2503"0"0,-1 1 0 0 0,1-1 1 0 0,-2 0-1 0 0,1 0 0 0 0,-1 0 0 0 0,0 0 1 0 0,-1 1-1 0 0,-3-17 0 0 0,3 22-9 0 0,1 1-1 0 0,-1-1 1 0 0,0 1 0 0 0,0 0-1 0 0,0-1 1 0 0,0 1 0 0 0,0 0-1 0 0,0 0 1 0 0,0 0 0 0 0,-1-1-1 0 0,1 1 1 0 0,-1 1 0 0 0,0-1 0 0 0,1 0-1 0 0,-1 0 1 0 0,0 1 0 0 0,0-1-1 0 0,0 1 1 0 0,0-1 0 0 0,-1 1-1 0 0,1 0 1 0 0,0 0 0 0 0,0 0-1 0 0,-1 0 1 0 0,1 0 0 0 0,-1 1-1 0 0,1-1 1 0 0,-1 1 0 0 0,1-1 0 0 0,0 1-1 0 0,-1 0 1 0 0,0 0 0 0 0,1 0-1 0 0,-1 0 1 0 0,-4 2 0 0 0,2-1-29 0 0,0 1 0 0 0,0 0 0 0 0,0 0 0 0 0,1 0 1 0 0,-1 1-1 0 0,1 0 0 0 0,-1-1 0 0 0,1 2 0 0 0,0-1 0 0 0,0 0 1 0 0,0 1-1 0 0,0 0 0 0 0,1 0 0 0 0,0 0 0 0 0,-1 0 1 0 0,-1 5-1 0 0,-3 3-57 0 0,1 0 0 0 0,1 1 0 0 0,0-1 0 0 0,-8 27 0 0 0,12-31 50 0 0,0 0 1 0 0,0 0-1 0 0,1 0 0 0 0,0 0 0 0 0,1 1 0 0 0,0-1 0 0 0,0 0 0 0 0,2 12 0 0 0,-2-18 10 0 0,1 1 0 0 0,-1-1 0 0 0,1 1-1 0 0,0-1 1 0 0,-1 1 0 0 0,1-1-1 0 0,0 1 1 0 0,1-1 0 0 0,-1 0 0 0 0,0 0-1 0 0,1 0 1 0 0,-1 0 0 0 0,1 0 0 0 0,0 0-1 0 0,0 0 1 0 0,-1 0 0 0 0,1 0-1 0 0,1-1 1 0 0,-1 1 0 0 0,0-1 0 0 0,0 0-1 0 0,0 1 1 0 0,1-1 0 0 0,-1 0 0 0 0,0 0-1 0 0,1-1 1 0 0,-1 1 0 0 0,1 0 0 0 0,-1-1-1 0 0,5 1 1 0 0,2-1 17 0 0,0-1 0 0 0,0 1 1 0 0,0-2-1 0 0,0 1 0 0 0,0-1 0 0 0,0 0 1 0 0,0-1-1 0 0,0 0 0 0 0,-1-1 0 0 0,11-5 1 0 0,13-9 199 0 0,35-26 1 0 0,-46 30-212 0 0,-10 7-8 0 0,-3 0 64 0 0,0 2 0 0 0,1-1-1 0 0,-1 1 1 0 0,20-7 0 0 0,-27 12-73 0 0,0-1 0 0 0,0 1 0 0 0,1-1 1 0 0,-1 1-1 0 0,1 0 0 0 0,-1 0 0 0 0,0-1 0 0 0,1 1 0 0 0,-1 0 1 0 0,0 0-1 0 0,1 0 0 0 0,-1 1 0 0 0,1-1 0 0 0,-1 0 0 0 0,0 1 1 0 0,1-1-1 0 0,-1 0 0 0 0,0 1 0 0 0,0 0 0 0 0,1-1 0 0 0,-1 1 1 0 0,0 0-1 0 0,0-1 0 0 0,0 1 0 0 0,0 0 0 0 0,0 0 0 0 0,0 0 1 0 0,0 0-1 0 0,0 0 0 0 0,0 0 0 0 0,0 0 0 0 0,0 0 0 0 0,-1 1 1 0 0,1-1-1 0 0,-1 0 0 0 0,1 0 0 0 0,-1 1 0 0 0,1-1 0 0 0,-1 0 1 0 0,1 1-1 0 0,-1-1 0 0 0,0 0 0 0 0,0 3 0 0 0,-3 17 628 0 0,-1-12-349 0 0,3-8-281 0 0,1-1-1 0 0,0 0 0 0 0,0 0 0 0 0,0 0 1 0 0,0 0-1 0 0,0 0 0 0 0,-1 0 0 0 0,1 0 1 0 0,0 0-1 0 0,0 1 0 0 0,0-1 0 0 0,0 0 1 0 0,-1 0-1 0 0,1 0 0 0 0,0 0 0 0 0,0 0 1 0 0,0 0-1 0 0,-1 0 0 0 0,1 0 0 0 0,0 0 1 0 0,0 0-1 0 0,0 0 0 0 0,-1 0 0 0 0,1 0 1 0 0,0 0-1 0 0,0 0 0 0 0,0-1 1 0 0,0 1-1 0 0,-1 0 0 0 0,1 0 0 0 0,0 0 1 0 0,0 0-1 0 0,0 0 0 0 0,0 0 0 0 0,0 0 1 0 0,-1 0-1 0 0,1-1 0 0 0,0 1 0 0 0,0 0 1 0 0,-1-3 47 0 0,0 0 0 0 0,1 1 0 0 0,-1-1 0 0 0,1 0 0 0 0,0 0 0 0 0,-1 0 1 0 0,2 1-1 0 0,-1-1 0 0 0,0 0 0 0 0,0 0 0 0 0,1 0 0 0 0,-1 1 0 0 0,2-5 0 0 0,0 1 68 0 0,2-23 47 0 0,3 0 0 0 0,0 1 0 0 0,2 0 0 0 0,0 0 0 0 0,2 1 0 0 0,2 0 0 0 0,19-32 0 0 0,-31 58-167 0 0,0-1-1 0 0,0 1 1 0 0,0-1 0 0 0,0 1-1 0 0,0 0 1 0 0,1 0 0 0 0,-1-1-1 0 0,0 1 1 0 0,1 0 0 0 0,-1 0-1 0 0,1 0 1 0 0,1 0-1 0 0,-2 1-19 0 0,-1-1-1 0 0,1 1 1 0 0,0 0-1 0 0,0 0 0 0 0,0 0 1 0 0,-1 0-1 0 0,1 0 1 0 0,0 0-1 0 0,0 0 0 0 0,0 0 1 0 0,-1 0-1 0 0,1 0 1 0 0,0 1-1 0 0,0-1 1 0 0,-1 0-1 0 0,1 0 0 0 0,0 1 1 0 0,1 0-1 0 0,2 2-200 0 0,-1 0 0 0 0,1 1 1 0 0,-1-1-1 0 0,1 1 0 0 0,-1 0 0 0 0,0 0 0 0 0,2 4 0 0 0,17 20-2284 0 0,-15-23 1639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1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250 408 8551 0 0,'0'-2'50'0'0,"1"1"-1"0"0,-1 0 0 0 0,1 0 1 0 0,-1-1-1 0 0,0 1 1 0 0,0 0-1 0 0,1-1 0 0 0,-1 1 1 0 0,0 0-1 0 0,0-1 1 0 0,0 1-1 0 0,-1-1 0 0 0,1 1 1 0 0,0 0-1 0 0,-1-3 0 0 0,0 4 10 0 0,1-1-1 0 0,0 1 0 0 0,-1-1 0 0 0,1 1 1 0 0,-1-1-1 0 0,1 1 0 0 0,-1-1 0 0 0,1 1 1 0 0,-1-1-1 0 0,1 1 0 0 0,-1 0 0 0 0,1-1 0 0 0,-1 1 1 0 0,1 0-1 0 0,-1 0 0 0 0,0-1 0 0 0,1 1 1 0 0,-1 0-1 0 0,0 0 0 0 0,1 0 0 0 0,-1 0 1 0 0,-1 0-1 0 0,-1 0 60 0 0,0 0-1 0 0,0 1 1 0 0,0-1 0 0 0,1 1 0 0 0,-1 0 0 0 0,0-1 0 0 0,0 2-1 0 0,1-1 1 0 0,-1 0 0 0 0,0 0 0 0 0,1 1 0 0 0,-5 3 0 0 0,-10 9-44 0 0,1 1 1 0 0,1 0 0 0 0,1 1 0 0 0,0 1-1 0 0,1 0 1 0 0,-17 30 0 0 0,23-34-35 0 0,0 0 0 0 0,0 1 0 0 0,2 0 0 0 0,-1 0 0 0 0,2 1 0 0 0,0 0 0 0 0,1-1 0 0 0,0 1 1 0 0,1 0-1 0 0,0 18 0 0 0,3-28 27 0 0,-1 0 0 0 0,1 0 0 0 0,0 0 0 0 0,0 0 1 0 0,0 0-1 0 0,0 0 0 0 0,1 0 0 0 0,0 0 0 0 0,0 0 0 0 0,1-1 1 0 0,-1 1-1 0 0,1-1 0 0 0,0 0 0 0 0,0 1 0 0 0,0-2 1 0 0,1 1-1 0 0,-1 0 0 0 0,7 4 0 0 0,-8-6-7 0 0,1 0 1 0 0,0 0-1 0 0,0-1 1 0 0,1 1-1 0 0,-1-1 0 0 0,0 1 1 0 0,0-1-1 0 0,1 0 0 0 0,-1-1 1 0 0,0 1-1 0 0,1 0 0 0 0,-1-1 1 0 0,1 0-1 0 0,-1 0 0 0 0,1 0 1 0 0,-1 0-1 0 0,1-1 0 0 0,-1 1 1 0 0,0-1-1 0 0,1 0 0 0 0,-1 0 1 0 0,0 0-1 0 0,1 0 0 0 0,-1-1 1 0 0,0 1-1 0 0,0-1 1 0 0,0 0-1 0 0,3-2 0 0 0,0-1-10 0 0,0 0 0 0 0,-1 0 1 0 0,1-1-1 0 0,-1 0 0 0 0,-1 0 0 0 0,1 0 0 0 0,-1 0 0 0 0,0-1 0 0 0,-1 1 0 0 0,1-1 0 0 0,-1 0 1 0 0,0 0-1 0 0,2-10 0 0 0,-1 2-60 0 0,-1-1 0 0 0,0 0 0 0 0,-1 0 1 0 0,-1 0-1 0 0,0-20 0 0 0,-4 7-103 0 0,0 1 1 0 0,-2 0-1 0 0,-1 0 1 0 0,-1 0-1 0 0,-15-36 1 0 0,-66-127-332 0 0,-24 2 28 0 0,111 188 429 0 0,3 5 22 0 0,6 16 69 0 0,16 26 48 0 0,0-6-152 0 0,33 59 104 0 0,-17-28 0 0 0,-19-35 0 0 0,22 36-6 0 0,-22-37-38 0 0,41 62 24 0 0,-18-33-70 0 0,4-1-182 0 0,-4-11-706 0 0,-27-32-308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2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11975 0 0,'-1'0'93'0'0,"0"1"1"0"0,0 0-1 0 0,0-1 0 0 0,1 1 0 0 0,-1 0 0 0 0,0 0 0 0 0,0 0 0 0 0,1 0 0 0 0,-1 0 0 0 0,1-1 0 0 0,-1 1 0 0 0,1 0 1 0 0,-1 0-1 0 0,1 0 0 0 0,-1 1 0 0 0,1-1 0 0 0,0 0 0 0 0,0 0 0 0 0,-1 0 0 0 0,1 0 0 0 0,0 2 0 0 0,1 29 1409 0 0,1-17-1161 0 0,31 327 325 0 0,2 22-497 0 0,-34-334-170 0 0,0-4-14 0 0,-1 0-1 0 0,-1 0 0 0 0,-1-1 1 0 0,-9 45-1 0 0,10-66-424 0 0,2-8-623 0 0,2-10-2957 0 0,0-2-760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5527 0 0,'-2'1'363'0'0,"0"1"-1"0"0,0-1 1 0 0,0 0-1 0 0,0 1 1 0 0,0-1-1 0 0,0 1 1 0 0,1 0 0 0 0,-1-1-1 0 0,1 1 1 0 0,-1 0-1 0 0,1 0 1 0 0,0 0-1 0 0,0 0 1 0 0,0 0-1 0 0,0 0 1 0 0,0 1-1 0 0,0-1 1 0 0,0 0-1 0 0,1 0 1 0 0,-1 1-1 0 0,1 4 1 0 0,-3 8 529 0 0,2 0 1 0 0,0 19 0 0 0,1-24-1312 0 0,4 93 602 0 0,28 171 0 0 0,-17-165 8 0 0,33 225-21 0 0,-47-313-825 0 0,-1-19-70 0 0,0-7-118 0 0,1-1 482 0 0,0-6-585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3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91 2303 0 0,'-1'-2'331'0'0,"1"1"0"0"0,0-1 1 0 0,0 0-1 0 0,0 0 0 0 0,0 1 0 0 0,0-1 0 0 0,0 0 0 0 0,0 0 0 0 0,0 1 0 0 0,1-1 0 0 0,-1 0 0 0 0,1 0 0 0 0,-1 1 0 0 0,1-1 0 0 0,0 1 0 0 0,0-1 0 0 0,-1 1 0 0 0,1-1 0 0 0,0 1 0 0 0,0-1 0 0 0,1 1 0 0 0,-1 0 0 0 0,0-1 0 0 0,0 1 0 0 0,1 0 0 0 0,-1 0 0 0 0,3-1 0 0 0,2-4-78 0 0,1 1 0 0 0,0 0 1 0 0,0 0-1 0 0,14-5 0 0 0,-12 7-215 0 0,0 0 0 0 0,0 0 0 0 0,0 1 0 0 0,1 0 0 0 0,0 1-1 0 0,-1 0 1 0 0,1 1 0 0 0,-1 0 0 0 0,1 0 0 0 0,16 4 0 0 0,-5 0 76 0 0,0 1 0 0 0,-1 0 0 0 0,29 13 0 0 0,-43-15 62 0 0,13 7 8 0 0,-5-2-134 0 0,120 73 572 0 0,-111-66-432 0 0,28 23-13 0 0,-47-34-163 0 0,0-1 0 0 0,-1 1 0 0 0,1 0 0 0 0,-1 0 0 0 0,0 0 0 0 0,0 0 0 0 0,0 1 0 0 0,0-1 0 0 0,2 8 0 0 0,-4-10-3 0 0,-1 0-1 0 0,1-1 1 0 0,-1 1 0 0 0,0 0-1 0 0,0-1 1 0 0,0 1 0 0 0,0 0-1 0 0,0-1 1 0 0,0 1 0 0 0,0 0 0 0 0,0-1-1 0 0,-1 1 1 0 0,1-1 0 0 0,-1 1-1 0 0,1 0 1 0 0,-1-1 0 0 0,-1 3-1 0 0,0 0 27 0 0,-1 0 0 0 0,1-1 0 0 0,-1 0 0 0 0,0 1 0 0 0,0-1 0 0 0,-6 5 0 0 0,-1-1 158 0 0,-1 1-1 0 0,0-2 1 0 0,-20 10-1 0 0,19-12-9 0 0,1 0-1 0 0,-1-1 1 0 0,0 0 0 0 0,0-1-1 0 0,0-1 1 0 0,-22 1-1 0 0,-18 2 212 0 0,52-4-397 0 0,0 0 0 0 0,0 0 0 0 0,0 0 0 0 0,0 0 0 0 0,-1 0 0 0 0,1 0 0 0 0,0 0 0 0 0,0 0 0 0 0,0 0 0 0 0,0 0 0 0 0,0 0 0 0 0,0 0 0 0 0,-1 0 1 0 0,1 0-1 0 0,0 0 0 0 0,0 0 0 0 0,0 0 0 0 0,0 0 0 0 0,0 0 0 0 0,0 0 0 0 0,0 0 0 0 0,-1 0 0 0 0,1 0 0 0 0,0 0 0 0 0,0 0 0 0 0,0 0 0 0 0,0 0 0 0 0,0 0 0 0 0,0 1 0 0 0,0-1 0 0 0,0 0 0 0 0,0 0 0 0 0,0 0 0 0 0,0 0 0 0 0,-1 0 0 0 0,1 0 0 0 0,0 0 0 0 0,0 1 0 0 0,0-1 0 0 0,0 0 0 0 0,0 0 0 0 0,0 0 0 0 0,0 0 0 0 0,0 0 0 0 0,0 0 0 0 0,0 0 0 0 0,0 1 0 0 0,0-1 0 0 0,0 0 0 0 0,0 0 0 0 0,0 0 0 0 0,0 0 0 0 0,0 0 0 0 0,1 1 0 0 0,6 5-137 0 0,12 3-252 0 0,8-3-894 0 0,-12-3 542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4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1 4607 0 0,'-11'4'2039'0'0,"-36"11"2640"0"0,-63 16-2125 0 0,52-15-1632 0 0,13-4-1615 0 0,14-5-3630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9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11863 0 0,'-3'3'130'0'0,"-1"0"-1"0"0,1 1 0 0 0,0-1 1 0 0,0 1-1 0 0,0 0 0 0 0,1 0 0 0 0,-1 0 1 0 0,1 0-1 0 0,0 0 0 0 0,0 1 1 0 0,0-1-1 0 0,-1 7 0 0 0,-1 6-3 0 0,1 0 0 0 0,-1 19 0 0 0,2-15-11 0 0,-22 517 144 0 0,22-432-244 0 0,1-78-87 0 0,2 0 0 0 0,0 0 0 0 0,8 37 0 0 0,-9-63 25 0 0,1-1 1 0 0,-1 1-1 0 0,0-1 0 0 0,1 1 0 0 0,0-1 0 0 0,-1 1 0 0 0,1-1 0 0 0,0 0 0 0 0,0 1 0 0 0,0-1 1 0 0,0 0-1 0 0,0 0 0 0 0,1 2 0 0 0,-1-3 2 0 0,0 1 0 0 0,-1-1 1 0 0,1 0-1 0 0,0 1 0 0 0,-1-1 0 0 0,1 0 1 0 0,0 0-1 0 0,-1 1 0 0 0,1-1 0 0 0,0 0 1 0 0,0 0-1 0 0,-1 0 0 0 0,1 0 0 0 0,0 0 1 0 0,0 0-1 0 0,-1 0 0 0 0,1 0 0 0 0,0 0 0 0 0,-1 0 1 0 0,1-1-1 0 0,0 1 0 0 0,0 0 0 0 0,-1 0 1 0 0,1-1-1 0 0,0 1 0 0 0,-1 0 0 0 0,1-1 1 0 0,-1 1-1 0 0,1-1 0 0 0,0 0 0 0 0,7-6-719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9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5 408 8783 0 0,'-2'23'192'0'0,"0"-1"0"0"0,1 0 0 0 0,2 1 0 0 0,2 24 0 0 0,-1-33-82 0 0,12 59 479 0 0,-12-65-509 0 0,0-1 0 0 0,1 1 1 0 0,0-1-1 0 0,0 0 1 0 0,0 1-1 0 0,1-2 0 0 0,6 9 1 0 0,-9-14-64 0 0,-1 0 0 0 0,1 0 0 0 0,0 0 0 0 0,0 0 1 0 0,0 0-1 0 0,0 0 0 0 0,0 0 0 0 0,0 0 0 0 0,0 0 0 0 0,0-1 1 0 0,1 1-1 0 0,-1 0 0 0 0,0-1 0 0 0,0 1 0 0 0,1-1 0 0 0,-1 1 1 0 0,0-1-1 0 0,0 0 0 0 0,1 0 0 0 0,-1 1 0 0 0,0-1 0 0 0,1 0 1 0 0,-1 0-1 0 0,3-1 0 0 0,-2 1 9 0 0,1-1 1 0 0,-1 0-1 0 0,0 0 0 0 0,1 0 0 0 0,-1-1 1 0 0,0 1-1 0 0,1 0 0 0 0,-1-1 1 0 0,0 0-1 0 0,0 1 0 0 0,3-5 1 0 0,2-2 64 0 0,0-1 0 0 0,0 0 0 0 0,-1-1 1 0 0,9-18-1 0 0,-3 0 97 0 0,-2-1-1 0 0,0 0 1 0 0,-2 0 0 0 0,-2-1-1 0 0,4-32 1 0 0,-4-5-69 0 0,-3-81 0 0 0,-9 51-13 0 0,4 85-84 0 0,0 1-1 0 0,0-1 1 0 0,-2 1 0 0 0,1 0 0 0 0,-1 0 0 0 0,-7-13 0 0 0,11 23-22 0 0,0 0 1 0 0,-1 0-1 0 0,1 0 1 0 0,-1 0-1 0 0,0 0 1 0 0,1 0-1 0 0,-1 0 1 0 0,0 0 0 0 0,1 1-1 0 0,-1-1 1 0 0,0 0-1 0 0,0 0 1 0 0,0 1-1 0 0,0-1 1 0 0,0 0-1 0 0,0 1 1 0 0,0-1-1 0 0,0 1 1 0 0,0-1 0 0 0,0 1-1 0 0,0-1 1 0 0,0 1-1 0 0,-1 0 1 0 0,0 0-2 0 0,1 0 1 0 0,0 1 0 0 0,0-1-1 0 0,0 0 1 0 0,0 1 0 0 0,0-1-1 0 0,0 1 1 0 0,0 0 0 0 0,0-1-1 0 0,0 1 1 0 0,0 0-1 0 0,0-1 1 0 0,0 1 0 0 0,0 0-1 0 0,1 0 1 0 0,-1 0 0 0 0,0 0-1 0 0,0 1 1 0 0,-4 6-70 0 0,0 1 0 0 0,1 0 0 0 0,-7 18 0 0 0,5-8-102 0 0,0 0 0 0 0,1 1 0 0 0,2-1 0 0 0,0 1 0 0 0,1 0 0 0 0,0 0 0 0 0,3 28 0 0 0,1-30-1029 0 0,0 1-1 0 0,7 23 0 0 0,4 0-2525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19.8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 14279 0 0,'-8'1'1272'0'0,"0"-1"-1016"0"0,0 1 944 0 0,5-1-560 0 0,-4 2 8 0 0,2-1-1232 0 0,0 2-248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0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144 1 8751 0 0,'-8'2'524'0'0,"5"-1"-334"0"0,0-1 0 0 0,-1 1 0 0 0,1 0 0 0 0,0 0 0 0 0,0 1 0 0 0,0-1 0 0 0,0 1 0 0 0,0-1 0 0 0,1 1 0 0 0,-1 0 0 0 0,0 0 0 0 0,1 0 0 0 0,-1 0 0 0 0,-2 4 0 0 0,-11 13 974 0 0,1 0 0 0 0,-20 32 0 0 0,32-45-1198 0 0,0 0 0 0 0,0-1 1 0 0,0 1-1 0 0,1 0 0 0 0,-1 0 0 0 0,2 1 0 0 0,-1-1 0 0 0,1 0 0 0 0,0 1 0 0 0,0-1 1 0 0,0 1-1 0 0,1-1 0 0 0,0 0 0 0 0,1 1 0 0 0,0 8 0 0 0,0-13-14 0 0,0 0 0 0 0,0 0 1 0 0,0 0-1 0 0,0 1 0 0 0,1-1 0 0 0,-1 0 0 0 0,0 0 0 0 0,1-1 0 0 0,-1 1 0 0 0,1 0 0 0 0,0 0 0 0 0,0-1 0 0 0,-1 1 1 0 0,1-1-1 0 0,0 0 0 0 0,0 1 0 0 0,4 1 0 0 0,5 2-82 0 0,0-1 0 0 0,18 5 1 0 0,0 0 70 0 0,-20-5 56 0 0,1 0 1 0 0,-1 1 0 0 0,0 0 0 0 0,0 0 0 0 0,0 1 0 0 0,-1 0 0 0 0,0 1 0 0 0,0 0-1 0 0,0 0 1 0 0,-1 0 0 0 0,0 1 0 0 0,-1 0 0 0 0,0 1 0 0 0,0-1 0 0 0,-1 1-1 0 0,0 0 1 0 0,0 1 0 0 0,-1-1 0 0 0,0 1 0 0 0,-1 0 0 0 0,0 0 0 0 0,-1 0 0 0 0,0 0-1 0 0,1 16 1 0 0,-1-7 1 0 0,-2 1-1 0 0,-1-1 1 0 0,0 0-1 0 0,-1 0 1 0 0,-1 0-1 0 0,-6 20 1 0 0,5-27 13 0 0,0 0-1 0 0,0 0 1 0 0,-1 0 0 0 0,-1 0 0 0 0,1-1-1 0 0,-2 0 1 0 0,0 0 0 0 0,0-1-1 0 0,-1 0 1 0 0,-10 10 0 0 0,16-18 19 0 0,1 0 0 0 0,-1-1 0 0 0,0 1 0 0 0,0 0 0 0 0,0-1 0 0 0,0 0 0 0 0,0 1-1 0 0,0-1 1 0 0,0 0 0 0 0,0 0 0 0 0,-1 0 0 0 0,1-1 0 0 0,0 1 0 0 0,0 0 0 0 0,-1-1 0 0 0,1 0 0 0 0,-1 1 0 0 0,-1-1 0 0 0,2-1-7 0 0,0 1-1 0 0,1-1 1 0 0,-1 0 0 0 0,1 1 0 0 0,-1-1 0 0 0,1 0 0 0 0,0 0-1 0 0,-1 0 1 0 0,1 0 0 0 0,0 0 0 0 0,0 0 0 0 0,-1-1-1 0 0,1 1 1 0 0,0 0 0 0 0,0-1 0 0 0,0 1 0 0 0,1-1-1 0 0,-1 1 1 0 0,0-1 0 0 0,0 1 0 0 0,1-1 0 0 0,-1 1-1 0 0,1-1 1 0 0,0 0 0 0 0,-1 1 0 0 0,1-3 0 0 0,-5-31-276 0 0,1 1 0 0 0,1-1 1 0 0,4-57-1 0 0,0 66-119 0 0,0-34-533 0 0,-1 1-36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0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6911 0 0,'8'-5'731'0'0,"0"1"-1"0"0,1 0 1 0 0,-1 1-1 0 0,1-1 0 0 0,0 2 1 0 0,0-1-1 0 0,0 1 1 0 0,0 0-1 0 0,0 1 1 0 0,17 0-1 0 0,8 1 147 0 0,55 9 0 0 0,-19-2-388 0 0,-62-6-613 0 0,16 0-840 0 0,38-1 0 0 0,-49-2-606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1.0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26 12751 0 0,'-21'0'2067'0'0,"21"0"-2004"0"0,-1 1 0 0 0,1-1-1 0 0,-1 0 1 0 0,1 0 0 0 0,-1 0-1 0 0,1 0 1 0 0,0 0 0 0 0,-1 0 0 0 0,1 0-1 0 0,-1 0 1 0 0,1 0 0 0 0,-1-1 0 0 0,1 1-1 0 0,0 0 1 0 0,-1 0 0 0 0,1 0 0 0 0,-1 0-1 0 0,1-1 1 0 0,0 1 0 0 0,-1 0-1 0 0,1 0 1 0 0,0-1 0 0 0,-1 1 0 0 0,1 0-1 0 0,0 0 1 0 0,-1-1 0 0 0,1 1 0 0 0,0 0-1 0 0,-1-1 1 0 0,1 1 0 0 0,0-1 0 0 0,0 1-1 0 0,0 0 1 0 0,0-1 0 0 0,-1 1-1 0 0,1-1 1 0 0,0 0 0 0 0,12-10-2002 0 0,-5 5 331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2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48 3679 0 0,'6'-25'1620'0'0,"-6"24"-1317"0"0,0 0 0 0 0,0 0 0 0 0,0 0 0 0 0,0 0 0 0 0,0-1-1 0 0,0 1 1 0 0,-1 0 0 0 0,1 0 0 0 0,0 0 0 0 0,0 0 0 0 0,-1 0 0 0 0,1 0 0 0 0,-1 0 0 0 0,1 0 0 0 0,-1 1 0 0 0,1-1 0 0 0,-1 0 0 0 0,0 0 0 0 0,1 0 0 0 0,-2-1 0 0 0,1 2-267 0 0,1 0 1 0 0,0 0 0 0 0,-1 0 0 0 0,1 0 0 0 0,0 0 0 0 0,0 0 0 0 0,-1 0-1 0 0,1 0 1 0 0,0 0 0 0 0,-1 0 0 0 0,1 0 0 0 0,0 0 0 0 0,-1 1-1 0 0,1-1 1 0 0,0 0 0 0 0,0 0 0 0 0,-1 0 0 0 0,1 0 0 0 0,0 0 0 0 0,0 1-1 0 0,-1-1 1 0 0,1 0 0 0 0,0 0 0 0 0,0 1 0 0 0,0-1 0 0 0,-1 0-1 0 0,1 0 1 0 0,0 1 0 0 0,0-1 0 0 0,0 0 0 0 0,0 0 0 0 0,0 1 0 0 0,0-1-1 0 0,-1 1 1 0 0,-5 13 123 0 0,5-11-95 0 0,-74 200-341 0 0,72-194 296 0 0,-1 4-9 0 0,-28 90-64 0 0,29-91 201 0 0,1-1 0 0 0,0 1-1 0 0,1 0 1 0 0,0 0 0 0 0,1 0 0 0 0,3 22-1 0 0,-2-31-84 0 0,0 0 1 0 0,0 0-1 0 0,0 0 0 0 0,1-1 0 0 0,-1 1 0 0 0,1 0 0 0 0,0-1 0 0 0,0 1 0 0 0,0-1 0 0 0,0 0 0 0 0,0 1 1 0 0,0-1-1 0 0,1 0 0 0 0,-1 0 0 0 0,1-1 0 0 0,0 1 0 0 0,-1-1 0 0 0,1 1 0 0 0,0-1 0 0 0,0 0 1 0 0,5 2-1 0 0,3 0-65 0 0,-1 0 0 0 0,1 0 1 0 0,-1-1-1 0 0,1-1 1 0 0,11 1-1 0 0,-17-2-141 0 0,0 0 0 0 0,1 0 0 0 0,-1 0 0 0 0,0-1 0 0 0,0 0 0 0 0,0 0 0 0 0,0-1 0 0 0,0 1 0 0 0,0-1 0 0 0,0 0 0 0 0,0-1 0 0 0,-1 1 0 0 0,1-1 0 0 0,4-3 0 0 0,8-10-1451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2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3223 0 0,'0'151'8389'0'0,"-1"17"-5198"0"0,10 223-3091 0 0,-6-357-854 0 0,-2-6-284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2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17967 0 0,'-16'3'1600'0'0,"0"0"-1280"0"0,0-1-256 0 0,2 1-64 0 0,9-2 136 0 0,4-1 24 0 0,2 0 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23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14743 0 0,'-1'1'76'0'0,"0"-1"-1"0"0,0 1 1 0 0,1 0 0 0 0,-1 0-1 0 0,0-1 1 0 0,0 1-1 0 0,0 0 1 0 0,1 0-1 0 0,-1 0 1 0 0,0 0-1 0 0,1 0 1 0 0,-1 0 0 0 0,1 0-1 0 0,-1 1 1 0 0,1-1-1 0 0,-1 0 1 0 0,1 0-1 0 0,0 0 1 0 0,0 0-1 0 0,-1 1 1 0 0,1-1 0 0 0,0 0-1 0 0,0 0 1 0 0,0 0-1 0 0,1 1 1 0 0,-1-1-1 0 0,0 0 1 0 0,0 0 0 0 0,1 2-1 0 0,9 47 2228 0 0,-7-38-2105 0 0,78 432-718 0 0,-73-370 336 0 0,-3-21-420 0 0,2 1 1 0 0,27 99 0 0 0,-21-121-995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10535 0 0,'-2'2'80'0'0,"1"0"-1"0"0,0 0 1 0 0,0 0-1 0 0,0 0 1 0 0,0 0-1 0 0,0 0 1 0 0,0 0-1 0 0,0 0 1 0 0,1 1 0 0 0,-1-1-1 0 0,1 0 1 0 0,0 0-1 0 0,-1 1 1 0 0,1-1-1 0 0,1 4 1 0 0,4 41 32 0 0,-2-27 135 0 0,13 110 453 0 0,53 213 0 0 0,-66-334-704 0 0,-1 0-42 0 0,0-1 0 0 0,1 1 1 0 0,0-1-1 0 0,0 0 0 0 0,1 0 0 0 0,6 10 0 0 0,-10-18 22 0 0,0 0-1 0 0,0 0 1 0 0,0 0 0 0 0,0-1-1 0 0,0 1 1 0 0,0 0 0 0 0,0 0 0 0 0,0 0-1 0 0,0 0 1 0 0,0 0 0 0 0,0 0-1 0 0,1 0 1 0 0,-1 0 0 0 0,0 0-1 0 0,0 0 1 0 0,0 0 0 0 0,0 0-1 0 0,0 0 1 0 0,0-1 0 0 0,0 1 0 0 0,0 0-220 0 0,0 0 220 0 0,0 0 0 0 0,1 0 0 0 0,-1 0-1 0 0,0 0 1 0 0,0 0 0 0 0,0 0-1 0 0,0 0 1 0 0,0 0 0 0 0,0 0-1 0 0,0 0 1 0 0,0 0 0 0 0,0 0 0 0 0,0 0-1 0 0,0 0 1 0 0,0 0 0 0 0,1 0-1 0 0,-1 0 1 0 0,0 0 0 0 0,0 0-1 0 0,0 0 1 0 0,0 0 0 0 0,0 0-1 0 0,0 0 1 0 0,0 0 0 0 0,0 0 0 0 0,0 0-74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1 126 7367 0 0,'2'-20'633'0'0,"-2"18"-473"0"0,0 0-1 0 0,0 0 0 0 0,1-1 0 0 0,-1 1 0 0 0,0 0 0 0 0,1 0 1 0 0,-1 0-1 0 0,1 0 0 0 0,0 0 0 0 0,0 0 0 0 0,-1 0 0 0 0,1 0 1 0 0,1 0-1 0 0,-1 1 0 0 0,0-1 0 0 0,0 0 0 0 0,1 1 0 0 0,1-3 1 0 0,6-3 163 0 0,0 0 0 0 0,1 0 0 0 0,0 1 0 0 0,0 0 0 0 0,0 1 0 0 0,1 0 0 0 0,-1 0 0 0 0,1 2 0 0 0,0-1 0 0 0,1 1 0 0 0,14-2 0 0 0,-18 4-341 0 0,0 0 0 0 0,0 0 1 0 0,1 1-1 0 0,-1 0 0 0 0,0 0 0 0 0,1 1 1 0 0,-1 0-1 0 0,0 1 0 0 0,0 0 0 0 0,0 0 1 0 0,0 0-1 0 0,0 1 0 0 0,-1 1 0 0 0,1-1 1 0 0,-1 1-1 0 0,12 8 0 0 0,-16-10 12 0 0,-1 0 1 0 0,1 1-1 0 0,-1-1 0 0 0,0 1 0 0 0,0-1 0 0 0,0 1 0 0 0,0 0 1 0 0,0-1-1 0 0,0 1 0 0 0,-1 0 0 0 0,0 0 0 0 0,1 1 0 0 0,-1-1 0 0 0,0 0 1 0 0,-1 0-1 0 0,2 6 0 0 0,-2-4-13 0 0,0 1-1 0 0,0-1 1 0 0,0 1 0 0 0,-1-1 0 0 0,0 1-1 0 0,0-1 1 0 0,0 0 0 0 0,-1 1 0 0 0,-2 5-1 0 0,-3 4 7 0 0,-1-1-1 0 0,1-1 1 0 0,-2 1-1 0 0,0-1 1 0 0,-1-1-1 0 0,-12 13 1 0 0,17-19 65 0 0,2-3-17 0 0,1 0 0 0 0,-1 0-1 0 0,0-1 1 0 0,1 1 0 0 0,-1 0 0 0 0,0-1-1 0 0,-1 0 1 0 0,1 0 0 0 0,0 0 0 0 0,-6 2-1 0 0,21-10-212 0 0,10-6-3965 0 0,-6 5-296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3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138 165 12695 0 0,'1'1'124'0'0,"-1"0"0"0"0,1 0-1 0 0,-1 1 1 0 0,1-1 0 0 0,-1 0-1 0 0,1 0 1 0 0,0 0 0 0 0,0 0-1 0 0,-1 1 1 0 0,1-1 0 0 0,0-1-1 0 0,1 3 1 0 0,-1-3-63 0 0,0 0 0 0 0,0 0 0 0 0,0 0 0 0 0,0 1 0 0 0,0-1 0 0 0,0 0 0 0 0,0 0 0 0 0,0 0 0 0 0,0 0-1 0 0,0 0 1 0 0,0-1 0 0 0,0 1 0 0 0,0 0 0 0 0,0 0 0 0 0,0-1 0 0 0,-1 1 0 0 0,1-1 0 0 0,0 1 0 0 0,1-1 0 0 0,1-1-44 0 0,0 0 0 0 0,0 0 0 0 0,0 0 0 0 0,0 0 0 0 0,0-1 0 0 0,-1 1 1 0 0,0-1-1 0 0,1 0 0 0 0,-1 1 0 0 0,0-1 0 0 0,0 0 0 0 0,0 0 0 0 0,-1 0 0 0 0,1-1 0 0 0,-1 1 0 0 0,1 0 0 0 0,-1-1 1 0 0,0 1-1 0 0,-1-1 0 0 0,1 1 0 0 0,-1-1 0 0 0,1 1 0 0 0,-1-1 0 0 0,0 1 0 0 0,0-1 0 0 0,0 1 0 0 0,-1-1 0 0 0,1 1 0 0 0,-3-8 1 0 0,2 7-4 0 0,0 0 1 0 0,0 0-1 0 0,0 0 1 0 0,-1 0 0 0 0,1 0-1 0 0,-1 0 1 0 0,0 0-1 0 0,0 0 1 0 0,-1 1-1 0 0,1-1 1 0 0,-1 1 0 0 0,0 0-1 0 0,0 0 1 0 0,0-1-1 0 0,0 2 1 0 0,0-1 0 0 0,0 0-1 0 0,-1 1 1 0 0,0 0-1 0 0,1-1 1 0 0,-1 1-1 0 0,0 1 1 0 0,0-1 0 0 0,-7-1-1 0 0,6 2-41 0 0,0 1 0 0 0,0 0 0 0 0,0 0 1 0 0,0 1-1 0 0,0-1 0 0 0,0 1 0 0 0,0 0 0 0 0,0 1 0 0 0,0-1 0 0 0,0 1 0 0 0,1 0 0 0 0,-1 0 0 0 0,0 1 0 0 0,1-1 0 0 0,0 1 0 0 0,0 0 0 0 0,0 0 0 0 0,0 0 1 0 0,0 1-1 0 0,0-1 0 0 0,1 1 0 0 0,0 0 0 0 0,0 0 0 0 0,0 0 0 0 0,0 1 0 0 0,0-1 0 0 0,1 0 0 0 0,-4 10 0 0 0,4-9-11 0 0,0-1-1 0 0,1 1 0 0 0,-1-1 1 0 0,1 1-1 0 0,0 0 0 0 0,0 0 1 0 0,1-1-1 0 0,-1 1 0 0 0,1 0 0 0 0,0 0 1 0 0,0 0-1 0 0,1-1 0 0 0,0 1 1 0 0,-1 0-1 0 0,1 0 0 0 0,1-1 1 0 0,-1 1-1 0 0,1-1 0 0 0,0 1 1 0 0,0-1-1 0 0,0 0 0 0 0,1 1 1 0 0,-1-1-1 0 0,1 0 0 0 0,0-1 1 0 0,0 1-1 0 0,0 0 0 0 0,1-1 1 0 0,-1 0-1 0 0,8 5 0 0 0,12 5-837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78 263 11143 0 0,'0'2'137'0'0,"-7"22"2707"0"0,7-24-2813 0 0,0 0-1 0 0,-1 0 0 0 0,1 1 0 0 0,0-1 1 0 0,0 0-1 0 0,0 0 0 0 0,0 0 1 0 0,0 0-1 0 0,0 0 0 0 0,0 0 1 0 0,0 0-1 0 0,-1 1 0 0 0,1-1 0 0 0,0 0 1 0 0,0 0-1 0 0,0 0 0 0 0,0 0 1 0 0,0 0-1 0 0,0 0 0 0 0,-1 0 0 0 0,1 0 1 0 0,0 0-1 0 0,0 0 0 0 0,0 0 1 0 0,0 0-1 0 0,-1 0 0 0 0,1 0 1 0 0,0 0-1 0 0,0 0 0 0 0,0 0 0 0 0,0 0 1 0 0,0 0-1 0 0,-1 0 0 0 0,1 0 1 0 0,0 0-1 0 0,0 0 0 0 0,0 0 0 0 0,0 0 1 0 0,0 0-1 0 0,-1-1 0 0 0,-6-11 209 0 0,-6-18-127 0 0,2-1 1 0 0,1 0-1 0 0,2-1 1 0 0,-6-42-1 0 0,13 70-118 0 0,1 1-1 0 0,-1-1 1 0 0,1 0-1 0 0,0 1 1 0 0,1-1 0 0 0,-1 0-1 0 0,0 1 1 0 0,1-1-1 0 0,0 1 1 0 0,0-1-1 0 0,0 1 1 0 0,0-1 0 0 0,1 1-1 0 0,2-4 1 0 0,-3 5-44 0 0,1 0 0 0 0,-1 0 0 0 0,1 1 0 0 0,0-1 0 0 0,-1 1 0 0 0,1-1 0 0 0,0 1 0 0 0,0 0 0 0 0,0 0 0 0 0,0 0 0 0 0,0 0 0 0 0,0 0 0 0 0,0 0 0 0 0,0 0 0 0 0,1 1 0 0 0,-1-1 0 0 0,0 1 0 0 0,0-1 0 0 0,1 1 0 0 0,-1 0 0 0 0,0 0 0 0 0,1 0 0 0 0,2 1 0 0 0,28 4-1767 0 0,-15-1 250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12207 0 0,'-3'4'125'0'0,"1"0"-1"0"0,0 1 1 0 0,0-1 0 0 0,0 1-1 0 0,1 0 1 0 0,-1-1-1 0 0,1 1 1 0 0,0 0-1 0 0,0 0 1 0 0,1 0 0 0 0,-1 8-1 0 0,2 7-56 0 0,4 32 0 0 0,-1-18 189 0 0,4 61-265 0 0,4 0 0 0 0,5-1 0 0 0,46 150 0 0 0,-48-206-3401 0 0,-1-10-1174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41 16703 0 0,'4'-5'736'0'0,"-1"-1"160"0"0,0 2-720 0 0,-1 1-176 0 0,3 3 0 0 0,-1-1 0 0 0,1 1 208 0 0,3-1 8 0 0,8-2 0 0 0,7-1 0 0 0,7 1-216 0 0,5 1 0 0 0,0-1 64 0 0,1 0-5240 0 0,1 1-1040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49:54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18887 0 0,'-14'1'832'0'0,"2"1"184"0"0,1-1-816 0 0,3-1-200 0 0,6-1 0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2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 10135 0 0,'-4'-1'896'0'0,"0"2"-96"0"0,4 2-96 0 0,-1 0 24 0 0,1 1 0 0 0,0 2-1056 0 0,1 1-216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1:52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28 11087 0 0,'-8'-10'240'0'0,"2"4"48"0"0,1 0 16 0 0,2 3 16 0 0,2 2-256 0 0,1 0-64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8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675 97 1375 0 0,'3'-21'-1521'0'0,"-5"-10"5310"0"0,2 29-3488 0 0,-1 1 0 0 0,1-1 0 0 0,-1 0 0 0 0,0 0 0 0 0,0 0 0 0 0,0 1 0 0 0,0-1 1 0 0,0 0-1 0 0,0 1 0 0 0,0-1 0 0 0,0 1 0 0 0,-1-1 0 0 0,1 1 0 0 0,-1 0 0 0 0,1 0 0 0 0,-1-1 0 0 0,1 1 0 0 0,-1 0 0 0 0,0 0 1 0 0,1 1-1 0 0,-1-1 0 0 0,0 0 0 0 0,0 1 0 0 0,-2-2 0 0 0,-12-1-131 0 0,1 0-1 0 0,-1 1 1 0 0,0 0 0 0 0,0 1 0 0 0,1 1-1 0 0,-23 3 1 0 0,6 1-84 0 0,-1 1 0 0 0,-33 11 1 0 0,33-6 88 0 0,0 2 1 0 0,-59 32-1 0 0,-55 44 921 0 0,139-82-1016 0 0,1-1 0 0 0,-1 1-1 0 0,1 0 1 0 0,0 0 0 0 0,0 1 0 0 0,-8 10-1 0 0,14-14-62 0 0,-1-1 0 0 0,0 1 0 0 0,1-1 0 0 0,0 1 0 0 0,-1 0 1 0 0,1-1-1 0 0,0 1 0 0 0,0 0 0 0 0,1 0 0 0 0,-1 0 0 0 0,0 0 0 0 0,1-1 0 0 0,0 1 0 0 0,0 0 0 0 0,0 0 0 0 0,0 0 0 0 0,0 0 0 0 0,1 0 0 0 0,-1 0 0 0 0,1 0 0 0 0,0 0 0 0 0,-1 0 0 0 0,1-1 0 0 0,3 5 0 0 0,2 3-46 0 0,0-1-1 0 0,1 0 1 0 0,0 0-1 0 0,1 0 1 0 0,0-1-1 0 0,13 11 1 0 0,56 38-309 0 0,-62-46 281 0 0,35 21-193 0 0,1-2 0 0 0,58 24 0 0 0,43 26 24 0 0,-137-72 215 0 0,28 22-59 0 0,19 18 56 0 0,-7 2 4 0 0,-53-48 5 0 0,0 0 0 0 0,0 0 0 0 0,0 0 1 0 0,0 0-1 0 0,0 1 0 0 0,0-1 0 0 0,-1 1 1 0 0,2 2-1 0 0,29 55-6 0 0,-30-56 14 0 0,0 0-1 0 0,-1 0 0 0 0,0 0 1 0 0,0 0-1 0 0,0 0 0 0 0,0 0 0 0 0,-1 1 1 0 0,1-1-1 0 0,-1 0 0 0 0,0 0 1 0 0,0 0-1 0 0,-1 0 0 0 0,1 1 1 0 0,-1-1-1 0 0,0 0 0 0 0,0 0 0 0 0,0 0 1 0 0,-1 0-1 0 0,1 0 0 0 0,-1-1 1 0 0,0 1-1 0 0,-3 5 0 0 0,-2-1 19 0 0,1 1-1 0 0,-2-1 1 0 0,1 0-1 0 0,-1-1 0 0 0,0 0 1 0 0,-15 10-1 0 0,-6 2 397 0 0,-1-1 0 0 0,-1-2-1 0 0,0-2 1 0 0,-1 0 0 0 0,-1-2 0 0 0,0-2-1 0 0,0-1 1 0 0,-59 8 0 0 0,79-15-224 0 0,0-2-1 0 0,0 0 1 0 0,0 0 0 0 0,0-1 0 0 0,1-1 0 0 0,-21-4-1 0 0,29 5-170 0 0,0 0 0 0 0,0 0 0 0 0,0 0-1 0 0,0-1 1 0 0,1 1 0 0 0,-1-1 0 0 0,0 0 0 0 0,1 0-1 0 0,-1 0 1 0 0,1 0 0 0 0,0-1 0 0 0,0 0 0 0 0,0 1-1 0 0,0-1 1 0 0,1 0 0 0 0,-1 0 0 0 0,1-1 0 0 0,-1 1-1 0 0,1 0 1 0 0,0-1 0 0 0,0 1 0 0 0,1-1-1 0 0,-1 0 1 0 0,1 0 0 0 0,-1-4 0 0 0,2 6-232 0 0,0 0-1 0 0,0 0 1 0 0,0 0-1 0 0,1 0 1 0 0,-1 0 0 0 0,1 0-1 0 0,-1 0 1 0 0,1 0 0 0 0,0 0-1 0 0,0 0 1 0 0,0 1 0 0 0,0-1-1 0 0,0 0 1 0 0,0 0 0 0 0,1 1-1 0 0,-1-1 1 0 0,0 1-1 0 0,1-1 1 0 0,0 1 0 0 0,-1-1-1 0 0,1 1 1 0 0,0 0 0 0 0,-1 0-1 0 0,1 0 1 0 0,2-1 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9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163 393 1839 0 0,'-1'18'13055'0'0,"9"-10"-12971"0"0,-5-6-126 0 0,-1 0 0 0 0,1 0 0 0 0,0-1 0 0 0,0 1 0 0 0,0-1 0 0 0,0 1 1 0 0,0-1-1 0 0,0 0 0 0 0,0-1 0 0 0,0 1 0 0 0,0 0 0 0 0,0-1 0 0 0,0 0 0 0 0,1 1 0 0 0,-1-1 0 0 0,0-1 0 0 0,0 1 0 0 0,0 0 1 0 0,1-1-1 0 0,-1 1 0 0 0,0-1 0 0 0,0 0 0 0 0,0 0 0 0 0,0-1 0 0 0,0 1 0 0 0,0 0 0 0 0,0-1 0 0 0,2-2 0 0 0,4-1-29 0 0,-1-1-1 0 0,0 0 0 0 0,0 0 1 0 0,0-1-1 0 0,-1 0 0 0 0,0-1 0 0 0,11-14 1 0 0,-8 5 152 0 0,-1 1 0 0 0,0-1 1 0 0,-1-1-1 0 0,-1 0 0 0 0,0 0 1 0 0,-2 0-1 0 0,0-1 0 0 0,-1 1 1 0 0,-1-1-1 0 0,0 0 0 0 0,-2-1 1 0 0,-1-34-1 0 0,-1 49 41 0 0,1-1-1 0 0,-1 1 1 0 0,0 0 0 0 0,-1 0 0 0 0,1 0-1 0 0,-1 0 1 0 0,0 0 0 0 0,0 1-1 0 0,0-1 1 0 0,-1 0 0 0 0,-4-5 0 0 0,6 9-81 0 0,-1-1 1 0 0,1 1-1 0 0,-1-1 1 0 0,0 1-1 0 0,0 0 1 0 0,0-1 0 0 0,0 1-1 0 0,0 0 1 0 0,0 0-1 0 0,0 0 1 0 0,0 1 0 0 0,0-1-1 0 0,0 0 1 0 0,0 1-1 0 0,0-1 1 0 0,-1 1 0 0 0,1 0-1 0 0,0 0 1 0 0,0 0-1 0 0,-1 0 1 0 0,1 0-1 0 0,0 0 1 0 0,0 1 0 0 0,0-1-1 0 0,-1 1 1 0 0,1-1-1 0 0,0 1 1 0 0,-2 1 0 0 0,-8 3-33 0 0,0 1 0 0 0,1 0 0 0 0,0 1 0 0 0,0 0 0 0 0,1 0 1 0 0,0 2-1 0 0,0-1 0 0 0,0 1 0 0 0,-9 12 0 0 0,-2 5-194 0 0,0 2-1 0 0,-22 39 0 0 0,25-35 133 0 0,1 1 0 0 0,1 1 0 0 0,2 0 0 0 0,1 1 0 0 0,2 1 0 0 0,2-1 0 0 0,-6 41 0 0 0,11-12 41 0 0,4-53 5 0 0,1-1 1 0 0,0 1-1 0 0,0 0 0 0 0,2 0 0 0 0,-1-1 0 0 0,5 12 0 0 0,-2-10 5 0 0,1 0 0 0 0,0-1 0 0 0,1 1 0 0 0,0-1 0 0 0,11 11 0 0 0,-13-16 6 0 0,0-1-1 0 0,0-1 0 0 0,0 1 0 0 0,1-1 1 0 0,-1 0-1 0 0,1 0 0 0 0,0-1 0 0 0,0 0 1 0 0,1 0-1 0 0,-1 0 0 0 0,1-1 0 0 0,-1 0 1 0 0,1 0-1 0 0,0 0 0 0 0,0-1 1 0 0,7 0-1 0 0,0 2 25 0 0,11 1-109 0 0,1-2 0 0 0,0 0 0 0 0,0-1 0 0 0,-1-2-1 0 0,1 0 1 0 0,0-2 0 0 0,-1-1 0 0 0,1-1 0 0 0,-1-1-1 0 0,0-1 1 0 0,-1-2 0 0 0,0 0 0 0 0,0-1 0 0 0,-1-2-1 0 0,0 0 1 0 0,-1-1 0 0 0,28-23 0 0 0,-21 11-774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39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1 696 6447 0 0,'0'0'90'0'0,"0"1"0"0"0,0-1 0 0 0,0 1-1 0 0,0-1 1 0 0,0 0 0 0 0,0 1-1 0 0,1-1 1 0 0,-1 0 0 0 0,0 1 0 0 0,0-1-1 0 0,0 0 1 0 0,1 1 0 0 0,-1-1-1 0 0,0 0 1 0 0,0 1 0 0 0,1-1 0 0 0,-1 0-1 0 0,0 0 1 0 0,1 1 0 0 0,-1-1-1 0 0,0 0 1 0 0,1 0 0 0 0,-1 0 0 0 0,1 1-1 0 0,-1-1 1 0 0,0 0 0 0 0,1 0-1 0 0,-1 0 1 0 0,1 0 0 0 0,-1 0 0 0 0,1 0-1 0 0,6-11 1916 0 0,-1-19-206 0 0,-16-187 1153 0 0,0 64-1941 0 0,10 134-887 0 0,-1-18 249 0 0,3-42 1 0 0,0 68-316 0 0,-1 1 0 0 0,1-1-1 0 0,0 1 1 0 0,1-1 0 0 0,1 1 0 0 0,-1 0 0 0 0,2 0 0 0 0,8-15 0 0 0,-10 21-64 0 0,0 0 1 0 0,1 0-1 0 0,-1 0 1 0 0,1 1 0 0 0,0-1-1 0 0,0 1 1 0 0,0 0-1 0 0,1 0 1 0 0,-1 1 0 0 0,1-1-1 0 0,-1 1 1 0 0,1 0 0 0 0,0 0-1 0 0,0 1 1 0 0,0-1-1 0 0,0 1 1 0 0,0 0 0 0 0,0 0-1 0 0,0 1 1 0 0,0 0-1 0 0,1 0 1 0 0,6 0 0 0 0,5 2-205 0 0,0 0 0 0 0,0 1 0 0 0,0 0 1 0 0,-1 2-1 0 0,18 6 0 0 0,-20-4-1330 0 0,30 23-4119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0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9 489 10135 0 0,'-1'2'154'0'0,"-1"5"41"0"0,0 0-1 0 0,1 0 0 0 0,0 0 1 0 0,0 0-1 0 0,0 0 0 0 0,1 0 1 0 0,0 0-1 0 0,0 0 0 0 0,2 8 1 0 0,3 28 1012 0 0,-4-33-1127 0 0,0-1-1 0 0,1 0 1 0 0,0 0 0 0 0,6 16 0 0 0,-3-10-7 0 0,-2-8-21 0 0,0 0 0 0 0,-1 0 0 0 0,0 0 0 0 0,-1 1-1 0 0,2 8 1 0 0,6-7-126 0 0,30 29-101 0 0,-38-37 158 0 0,1 0 1 0 0,-1 0 0 0 0,1 0-1 0 0,-1 0 1 0 0,1 0-1 0 0,-1 0 1 0 0,1-1-1 0 0,-1 1 1 0 0,1-1-1 0 0,0 1 1 0 0,-1-1-1 0 0,1 0 1 0 0,0 0 0 0 0,0 1-1 0 0,-1-1 1 0 0,1 0-1 0 0,0 0 1 0 0,-1-1-1 0 0,1 1 1 0 0,0 0-1 0 0,-1-1 1 0 0,1 1-1 0 0,0-1 1 0 0,-1 1 0 0 0,1-1-1 0 0,-1 0 1 0 0,1 1-1 0 0,-1-1 1 0 0,1 0-1 0 0,-1 0 1 0 0,2-2-1 0 0,2-1-95 0 0,0-1 0 0 0,0 1 0 0 0,-1-1-1 0 0,0-1 1 0 0,6-8 0 0 0,6-13-302 0 0,-1 0-1 0 0,-2-1 1 0 0,-1 0 0 0 0,-1-1 0 0 0,13-56-1 0 0,-9 14-189 0 0,7-100-1 0 0,-20 85 961 0 0,-3 56 897 0 0,6-45 1 0 0,-5 79-1093 0 0,1 1 0 0 0,0-1 1 0 0,0 0-1 0 0,0 0 0 0 0,0 1 0 0 0,1-1 0 0 0,-1 0 1 0 0,4 5-1 0 0,3 9 289 0 0,17 44-318 0 0,-11-33-4 0 0,15 28 20 0 0,-12-29 83 0 0,22 30 32 0 0,-37-54-218 0 0,1-1 0 0 0,0 1 0 0 0,0-1 0 0 0,0 1 0 0 0,4 3 0 0 0,15 14 141 0 0,30 20 0 0 0,-41-33-103 0 0,1 0 0 0 0,0-1 0 0 0,0 0 0 0 0,0-1 0 0 0,1 0-1 0 0,18 5 1 0 0,-21-9-49 0 0,0 0-1 0 0,0 0 0 0 0,0-1 0 0 0,0 0 0 0 0,0-1 1 0 0,1 0-1 0 0,-1-1 0 0 0,0 0 0 0 0,0 0 1 0 0,0-1-1 0 0,0-1 0 0 0,-1 0 0 0 0,1 0 1 0 0,13-7-1 0 0,-16 7-23 0 0,0-1 0 0 0,0-1 0 0 0,-1 1 0 0 0,0-1 0 0 0,1-1 1 0 0,-2 1-1 0 0,1-1 0 0 0,-1 0 0 0 0,0 0 0 0 0,0 0 0 0 0,-1-1 0 0 0,1 0 0 0 0,-1 1 0 0 0,-1-2 1 0 0,0 1-1 0 0,0 0 0 0 0,0-1 0 0 0,3-14 0 0 0,-5 12 1 0 0,1 0 0 0 0,-1 0 0 0 0,-1 0 0 0 0,0 0 0 0 0,-1-1 0 0 0,1 1 0 0 0,-2 0 0 0 0,0 0 0 0 0,0 0 0 0 0,-1 0 0 0 0,0 1 0 0 0,0-1 0 0 0,-1 1 0 0 0,0 0 0 0 0,-1-1 0 0 0,0 2 0 0 0,-7-10 0 0 0,7 12-48 0 0,0-1-1 0 0,-1 1 1 0 0,1 0-1 0 0,-1 0 1 0 0,-1 0-1 0 0,1 1 1 0 0,-1 0-1 0 0,0 1 1 0 0,0-1-1 0 0,0 1 1 0 0,-1 1-1 0 0,1-1 1 0 0,-1 1-1 0 0,0 0 1 0 0,0 1-1 0 0,0 0 1 0 0,0 0-1 0 0,-1 1 1 0 0,1 0-1 0 0,0 1 1 0 0,-12 0-1 0 0,13 0 2 0 0,-1 1 0 0 0,0 1 0 0 0,1-1 1 0 0,-1 1-1 0 0,1 1 0 0 0,-1 0 0 0 0,1-1 0 0 0,0 2 0 0 0,0-1 0 0 0,0 1 0 0 0,1 0 0 0 0,0 1 0 0 0,-1 0 0 0 0,1 0 0 0 0,1 0 0 0 0,-10 11 1 0 0,8-7 60 0 0,0 0 0 0 0,1 1 1 0 0,0-1-1 0 0,1 1 0 0 0,0 0 1 0 0,1 1-1 0 0,0-1 0 0 0,0 1 1 0 0,1 0-1 0 0,-2 14 0 0 0,5-2 123 0 0,3 42 4 0 0,3-31 23 0 0,12 40 96 0 0,-17-69-219 0 0,0-1 1 0 0,0 1 0 0 0,1 0-1 0 0,0-1 1 0 0,4 8 0 0 0,27 55 273 0 0,-31-63-270 0 0,0 0-1 0 0,0 0 1 0 0,1 0-1 0 0,-1 0 1 0 0,6 5 0 0 0,35 44 300 0 0,-41-50-316 0 0,0 0 1 0 0,0-1 0 0 0,0 1 0 0 0,1-1-1 0 0,-1 0 1 0 0,1 0 0 0 0,-1 0-1 0 0,5 2 1 0 0,3 3 37 0 0,8 6 81 0 0,1-2-1 0 0,0 0 1 0 0,29 13-1 0 0,-31-18-78 0 0,-1 0-1 0 0,1-2 1 0 0,0 1 0 0 0,0-2-1 0 0,1 0 1 0 0,-1-1-1 0 0,1-1 1 0 0,-1-1-1 0 0,28-2 1 0 0,-36 0-70 0 0,1 1-1 0 0,-1-1 1 0 0,0-1 0 0 0,-1 0-1 0 0,1 0 1 0 0,0 0 0 0 0,-1-1-1 0 0,0-1 1 0 0,0 1 0 0 0,0-2-1 0 0,0 1 1 0 0,-1-1 0 0 0,0 0 0 0 0,0 0-1 0 0,-1-1 1 0 0,1 1 0 0 0,-1-2-1 0 0,-1 1 1 0 0,9-14 0 0 0,-6 4 56 0 0,-1 0 1 0 0,0 0 0 0 0,-1-1 0 0 0,0 0 0 0 0,-2 0 0 0 0,0 0 0 0 0,-1 0 0 0 0,-1-1 0 0 0,-1 1 0 0 0,0-1 0 0 0,-3-22 0 0 0,-4-17 245 0 0,-3 0 1 0 0,-19-69 0 0 0,-28-59-381 0 0,56 185 64 0 0,-1 0 1 0 0,1 1-1 0 0,0-1 0 0 0,-1 0 1 0 0,1 0-1 0 0,0 1 1 0 0,0-1-1 0 0,-1 0 0 0 0,1 0 1 0 0,0 0-1 0 0,0 1 0 0 0,0-1 1 0 0,0 0-1 0 0,0 0 1 0 0,0 0-1 0 0,0 0 0 0 0,0 1 1 0 0,1-1-1 0 0,-1 0 0 0 0,0 0 1 0 0,0 0-1 0 0,1 1 1 0 0,-1-1-1 0 0,0 0 0 0 0,1 0 1 0 0,-1 1-1 0 0,1-1 1 0 0,-1 0-1 0 0,1 1 0 0 0,-1-1 1 0 0,1 1-1 0 0,0-1 0 0 0,-1 0 1 0 0,1 1-1 0 0,0-1 1 0 0,-1 1-1 0 0,1 0 0 0 0,0-1 1 0 0,0 1-1 0 0,-1 0 0 0 0,1-1 1 0 0,0 1-1 0 0,0 0 1 0 0,0 0-1 0 0,1-1 0 0 0,4 1-15 0 0,0 1-1 0 0,-1-1 0 0 0,1 1 0 0 0,0 0 0 0 0,9 2 1 0 0,-4 0-12 0 0,44 10-50 0 0,-1 3 0 0 0,69 29 0 0 0,98 60 87 0 0,-197-93-474 0 0,47 22 425 0 0,-23-14-6253 0 0,-34-16 193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0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43 225 7831 0 0,'-3'-1'61'0'0,"0"0"0"0"0,0 0-1 0 0,0 0 1 0 0,-1-1-1 0 0,1 1 1 0 0,0-1-1 0 0,1 1 1 0 0,-1-1 0 0 0,0 0-1 0 0,0 0 1 0 0,1 0-1 0 0,-1-1 1 0 0,-1-2-1 0 0,4 4 177 0 0,0 0 1 0 0,0 0-1 0 0,0 0 0 0 0,0 0 0 0 0,0 0 0 0 0,0 0 0 0 0,1 0 0 0 0,-1 0 0 0 0,1 0 0 0 0,-1 0 1 0 0,1 0-1 0 0,-1 0 0 0 0,1 0 0 0 0,-1 0 0 0 0,1 0 0 0 0,0 0 0 0 0,-1 0 0 0 0,1 1 1 0 0,1-2-1 0 0,17-15 4763 0 0,2 4-4802 0 0,2 1 1 0 0,-1 1 0 0 0,1 1-1 0 0,43-12 1 0 0,-37 13-199 0 0,206-59 8 0 0,-205 62-22 0 0,0 2 0 0 0,0 0 0 0 0,1 2 1 0 0,-1 2-1 0 0,1 0 0 0 0,30 5 0 0 0,-55-4-9 0 0,0 1 0 0 0,-1-1-1 0 0,1 1 1 0 0,-1-1 0 0 0,1 2 0 0 0,-1-1 0 0 0,0 0 0 0 0,0 1 0 0 0,0 0-1 0 0,5 5 1 0 0,-7-6-67 0 0,-2 11-46 0 0,-1-6 114 0 0,1 0 0 0 0,-1 0-1 0 0,0 1 0 0 0,0-1 0 0 0,0 0 0 0 0,-1 1 1 0 0,0-1-1 0 0,-1 0 0 0 0,0 1 0 0 0,0-1 1 0 0,0 0-1 0 0,-1-1 0 0 0,-4 10 0 0 0,-18 22-158 0 0,-1-2 0 0 0,-32 36 0 0 0,-67 61-315 0 0,97-104 402 0 0,-96 93-107 0 0,-103 116 231 0 0,221-230 19 0 0,0 0 1 0 0,0 0-1 0 0,1 1 0 0 0,0 0 0 0 0,0 0 0 0 0,1 0 0 0 0,-4 13 1 0 0,7-18 324 0 0,7 9-72 0 0,22 39 46 0 0,-25-49-300 0 0,0 1 1 0 0,0-1-1 0 0,0-1 1 0 0,0 1-1 0 0,0 0 1 0 0,1-1-1 0 0,-1 0 1 0 0,1 1 0 0 0,-1-1-1 0 0,1-1 1 0 0,0 1-1 0 0,0 0 1 0 0,0-1-1 0 0,0 0 1 0 0,0 0-1 0 0,0 0 1 0 0,0-1-1 0 0,0 1 1 0 0,6-1 0 0 0,2 2 84 0 0,80 5 767 0 0,0-3 0 0 0,121-11 0 0 0,-89 1-621 0 0,-77 5-255 0 0,11-2-1770 0 0,98 8 1 0 0,-121 1-5305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1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0 2303 0 0,'-2'15'96'0'0,"-3"0"32"0"0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7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4143 0 0,'30'9'6809'0'0,"30"10"-5816"0"0,-52-16-908 0 0,21 8 1425 0 0,48 12 0 0 0,-65-21-1200 0 0,0 0 1 0 0,-1-1-1 0 0,1 0 0 0 0,0-1 1 0 0,0 0-1 0 0,0-1 0 0 0,18-4 1 0 0,2-4-124 0 0,0-1 0 0 0,-1-1 0 0 0,35-18 1 0 0,-35 14-208 0 0,0 2 0 0 0,0 1 0 0 0,37-8 0 0 0,-42 15-36 0 0,0 0 0 0 0,0 2 0 0 0,1 2 0 0 0,41 1 1 0 0,-50 2-400 0 0,-1 0 1 0 0,33 10-1 0 0,-36-7-862 0 0,1 0 0 0 0,-1 1 0 0 0,23 13 0 0 0,-21-9-3551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0:48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164 181 6911 0 0,'-3'1'68'0'0,"-1"0"0"0"0,1 0 0 0 0,0 0 0 0 0,0 1 0 0 0,0 0-1 0 0,0-1 1 0 0,0 1 0 0 0,0 0 0 0 0,1 0 0 0 0,-1 0 0 0 0,-4 6-1 0 0,3-2 29 0 0,0 0 0 0 0,0 0 0 0 0,0 1-1 0 0,-2 7 1 0 0,-2 2 147 0 0,-15 33 422 0 0,-25 70-1 0 0,43-103-537 0 0,0 0 0 0 0,1 0 0 0 0,1 1 0 0 0,1 0 0 0 0,0-1 0 0 0,1 1 0 0 0,1 0 0 0 0,3 32 0 0 0,-2-44-76 0 0,0-1 0 0 0,-1 0-1 0 0,2 0 1 0 0,-1 0 0 0 0,1 0-1 0 0,-1 0 1 0 0,1 0-1 0 0,0-1 1 0 0,0 1 0 0 0,1-1-1 0 0,-1 1 1 0 0,1-1 0 0 0,0 0-1 0 0,-1 0 1 0 0,1 0 0 0 0,1 0-1 0 0,-1 0 1 0 0,0-1 0 0 0,1 1-1 0 0,-1-1 1 0 0,1 0-1 0 0,0 0 1 0 0,5 2 0 0 0,-2-2 117 0 0,0-1 0 0 0,0 1 0 0 0,1-1 0 0 0,-1 0 0 0 0,0-1 1 0 0,1 0-1 0 0,-1 0 0 0 0,1-1 0 0 0,-1 1 0 0 0,0-2 0 0 0,0 1 0 0 0,13-5 1 0 0,7-4 88 0 0,0-2 0 0 0,-1-1 1 0 0,0-1-1 0 0,-1-2 0 0 0,-1 0 1 0 0,0-1-1 0 0,-2-1 0 0 0,0-2 1 0 0,31-33-1 0 0,-43 40-200 0 0,0-1-1 0 0,-1 1 1 0 0,0-1 0 0 0,-1-1 0 0 0,-1 0 0 0 0,0 0-1 0 0,-1 0 1 0 0,-1-1 0 0 0,0 0 0 0 0,-1 0 0 0 0,-1 0-1 0 0,-1 0 1 0 0,2-20 0 0 0,-4 23-24 0 0,0 1 0 0 0,0 0 0 0 0,-1 0 1 0 0,-1-1-1 0 0,0 1 0 0 0,0 0 0 0 0,-2 0 0 0 0,1 0 0 0 0,-1 1 1 0 0,-1-1-1 0 0,0 1 0 0 0,-1 0 0 0 0,0 0 0 0 0,0 1 0 0 0,-1 0 1 0 0,-1 0-1 0 0,0 0 0 0 0,-11-9 0 0 0,14 14 21 0 0,0 1 0 0 0,0 0 0 0 0,-1 0 0 0 0,0 0 0 0 0,1 1 0 0 0,-1 0-1 0 0,-1 0 1 0 0,1 0 0 0 0,0 1 0 0 0,-1 0 0 0 0,1 0 0 0 0,-1 1 0 0 0,1 0 0 0 0,-1 0 0 0 0,0 0-1 0 0,1 1 1 0 0,-1 0 0 0 0,0 1 0 0 0,0-1 0 0 0,1 1 0 0 0,-1 0 0 0 0,1 1 0 0 0,-1-1 0 0 0,1 2-1 0 0,-1-1 1 0 0,1 0 0 0 0,-9 6 0 0 0,2 0-49 0 0,0 0-1 0 0,0 1 0 0 0,1 0 1 0 0,0 1-1 0 0,1 0 0 0 0,0 1 1 0 0,1 0-1 0 0,0 1 0 0 0,1 0 1 0 0,0 1-1 0 0,-8 15 1 0 0,1 3-287 0 0,3 1 0 0 0,0 0 0 0 0,2 1 0 0 0,1 0 1 0 0,2 1-1 0 0,2-1 0 0 0,0 2 0 0 0,0 60 1 0 0,7-12-6001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0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8287 0 0,'-1'34'2575'0'0,"-17"185"-1936"0"0,0-3-69 0 0,18-206-602 0 0,1 0 0 0 0,0 0 0 0 0,1 0-1 0 0,0 0 1 0 0,0 0 0 0 0,1-1 0 0 0,0 1-1 0 0,1-1 1 0 0,0 0 0 0 0,8 13 0 0 0,-10-19 13 0 0,0 1 0 0 0,0-1 0 0 0,1 0 0 0 0,-1 1 0 0 0,1-1 0 0 0,0 0 0 0 0,0 0 0 0 0,0-1 0 0 0,1 1 0 0 0,-1-1 0 0 0,0 0 0 0 0,1 1 0 0 0,0-1 0 0 0,-1-1 0 0 0,1 1 0 0 0,0-1 0 0 0,0 1 1 0 0,0-1-1 0 0,0 0 0 0 0,0-1 0 0 0,0 1 0 0 0,0-1 0 0 0,0 1 0 0 0,1-1 0 0 0,-1 0 0 0 0,0-1 0 0 0,7 0 0 0 0,-10 0-196 0 0,1 1-1 0 0,0-1 1 0 0,-1 1 0 0 0,1-1 0 0 0,-1 0-1 0 0,1 1 1 0 0,0-1 0 0 0,-1 0-1 0 0,0 0 1 0 0,1 0 0 0 0,-1 0 0 0 0,0 0-1 0 0,1-1 1 0 0,-1 1 0 0 0,0 0-1 0 0,1-3 1 0 0,2-4-3032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0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5 224 9671 0 0,'-1'-10'269'0'0,"0"7"-203"0"0,0-1 0 0 0,0 0 0 0 0,1 0 0 0 0,-1-1 0 0 0,1 1 0 0 0,0 0 0 0 0,0 0 0 0 0,1 0 1 0 0,-1 0-1 0 0,1 0 0 0 0,0 0 0 0 0,0 0 0 0 0,0 1 0 0 0,0-1 0 0 0,1 0 0 0 0,3-7 0 0 0,12-11 612 0 0,25-26-1 0 0,-35 41-627 0 0,1 0 0 0 0,1 0 1 0 0,-1 1-1 0 0,1 0 0 0 0,0 0 1 0 0,18-7-1 0 0,-20 9-49 0 0,2 1-1 0 0,-1 1 1 0 0,0 0-1 0 0,1 0 1 0 0,-1 0-1 0 0,1 1 1 0 0,-1 0-1 0 0,1 1 1 0 0,-1 0-1 0 0,1 0 1 0 0,0 1-1 0 0,9 2 1 0 0,-13-2-15 0 0,-1 0 1 0 0,0 0-1 0 0,0 1 0 0 0,0-1 0 0 0,0 1 1 0 0,-1 0-1 0 0,1 0 0 0 0,0 1 1 0 0,-1-1-1 0 0,1 1 0 0 0,-1 0 1 0 0,0-1-1 0 0,0 2 0 0 0,0-1 1 0 0,0 0-1 0 0,-1 0 0 0 0,1 1 0 0 0,-1 0 1 0 0,0-1-1 0 0,0 1 0 0 0,0 0 1 0 0,-1 0-1 0 0,1 0 0 0 0,-1 0 1 0 0,0 0-1 0 0,1 5 0 0 0,-1 0 13 0 0,0 0 0 0 0,-1 0 0 0 0,0 0-1 0 0,0-1 1 0 0,-1 1 0 0 0,0 0-1 0 0,-1 0 1 0 0,0-1 0 0 0,0 1 0 0 0,-1-1-1 0 0,0 0 1 0 0,0 0 0 0 0,-1 0 0 0 0,0 0-1 0 0,-1 0 1 0 0,1-1 0 0 0,-1 0 0 0 0,-1 0-1 0 0,1 0 1 0 0,-1-1 0 0 0,-1 1 0 0 0,-10 7-1 0 0,6-5 38 0 0,-1 0-1 0 0,1-1 0 0 0,-1-1 0 0 0,-1 0 0 0 0,1-1 1 0 0,-1 0-1 0 0,0-1 0 0 0,-1-1 0 0 0,1 0 0 0 0,-1 0 1 0 0,0-2-1 0 0,0 1 0 0 0,-20-1 0 0 0,32-2-37 0 0,0 0 0 0 0,0 0 0 0 0,0 0 0 0 0,0 0 0 0 0,0-1 0 0 0,0 1 0 0 0,0-1 0 0 0,0 1 0 0 0,0-1 0 0 0,0 0 0 0 0,-3-1 0 0 0,4 1 7 0 0,1 1 0 0 0,-1-1 0 0 0,0 0 0 0 0,0 1-1 0 0,1-1 1 0 0,-1 0 0 0 0,1 1 0 0 0,-1-1 0 0 0,1 0 0 0 0,-1 0-1 0 0,1 1 1 0 0,-1-1 0 0 0,1 0 0 0 0,0 0 0 0 0,-1 0-1 0 0,1 0 1 0 0,0 0 0 0 0,0 1 0 0 0,0-2 0 0 0,0 0-28 0 0,0 0 1 0 0,0 0 0 0 0,1 0-1 0 0,-1 0 1 0 0,1 0 0 0 0,0 0-1 0 0,-1 0 1 0 0,1 0 0 0 0,0 1-1 0 0,0-1 1 0 0,0 0 0 0 0,0 1 0 0 0,0-1-1 0 0,1 0 1 0 0,-1 1 0 0 0,0-1-1 0 0,1 1 1 0 0,-1 0 0 0 0,1 0-1 0 0,0-1 1 0 0,3-1 0 0 0,8-4-418 0 0,3 1-22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171 208 3223 0 0,'1'4'295'0'0,"0"-1"-1"0"0,0 0 1 0 0,1 0 0 0 0,-1 0-1 0 0,1 0 1 0 0,0 0-1 0 0,0 0 1 0 0,0 0-1 0 0,0 0 1 0 0,0-1-1 0 0,1 1 1 0 0,-1-1-1 0 0,1 0 1 0 0,0 0-1 0 0,-1 0 1 0 0,1 0-1 0 0,4 2 1 0 0,-2-1-117 0 0,0-1-1 0 0,0 1 1 0 0,0-1 0 0 0,1 0 0 0 0,-1 0 0 0 0,1 0 0 0 0,0-1 0 0 0,-1 0-1 0 0,10 1 1 0 0,-8-3-57 0 0,0 0-1 0 0,1-1 1 0 0,-1 1 0 0 0,0-1-1 0 0,0-1 1 0 0,0 1-1 0 0,0-1 1 0 0,-1 0-1 0 0,1-1 1 0 0,-1 1-1 0 0,1-2 1 0 0,-1 1 0 0 0,-1 0-1 0 0,1-1 1 0 0,0 0-1 0 0,-1-1 1 0 0,6-7-1 0 0,-5 6-52 0 0,-1 0-1 0 0,0 1 0 0 0,0-2 1 0 0,-1 1-1 0 0,0-1 0 0 0,0 1 1 0 0,0-1-1 0 0,-1 0 0 0 0,-1 0 1 0 0,1-1-1 0 0,-1 1 0 0 0,-1 0 1 0 0,0-1-1 0 0,1-15 0 0 0,-2 21-61 0 0,0-1 0 0 0,-1 1 0 0 0,1-1 1 0 0,-1 1-1 0 0,0 0 0 0 0,0-1 0 0 0,0 1 0 0 0,0 0 0 0 0,0 0 0 0 0,-1 0 0 0 0,0 0 0 0 0,1 0 0 0 0,-1 0 0 0 0,0 0 0 0 0,-1 1 0 0 0,1-1 0 0 0,0 1 0 0 0,-1-1 0 0 0,1 1 0 0 0,-1 0 1 0 0,0 0-1 0 0,1 0 0 0 0,-1 0 0 0 0,0 1 0 0 0,0-1 0 0 0,-1 1 0 0 0,1 0 0 0 0,0 0 0 0 0,0 0 0 0 0,-1 0 0 0 0,1 0 0 0 0,0 1 0 0 0,-5-1 0 0 0,-2 1-1 0 0,-1-1-1 0 0,0 2 1 0 0,0-1 0 0 0,1 2-1 0 0,-1-1 1 0 0,0 2-1 0 0,1-1 1 0 0,0 1 0 0 0,-14 6-1 0 0,1 2-25 0 0,0 0-1 0 0,1 2 0 0 0,1 0 1 0 0,-23 20-1 0 0,30-22 7 0 0,1 1-1 0 0,0 1 1 0 0,1 0 0 0 0,0 0-1 0 0,1 1 1 0 0,-16 27-1 0 0,24-36-12 0 0,0 1-1 0 0,1-1 0 0 0,0 1 1 0 0,0 0-1 0 0,0-1 0 0 0,1 1 1 0 0,0 0-1 0 0,0 0 1 0 0,1 0-1 0 0,-1 10 0 0 0,1-12-8 0 0,1 0 0 0 0,-1-1 0 0 0,1 1 1 0 0,0 0-1 0 0,0 0 0 0 0,0-1 0 0 0,1 1 0 0 0,-1-1 0 0 0,1 1 0 0 0,0-1 0 0 0,0 1 0 0 0,0-1 0 0 0,0 0 0 0 0,0 0 0 0 0,1 0 0 0 0,0 0 0 0 0,4 3 0 0 0,12 7-703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78 322 8063 0 0,'19'16'1697'0'0,"-12"-16"-442"0"0,-7-13-248 0 0,-6-7-686 0 0,0 1 0 0 0,-2-1 0 0 0,0 1 0 0 0,-14-22-1 0 0,13 25-245 0 0,1 0-1 0 0,0 0 1 0 0,1 0-1 0 0,1-1 0 0 0,1 0 1 0 0,-5-22-1 0 0,10 37-70 0 0,0 1 1 0 0,0 0-1 0 0,0-1 0 0 0,0 1 0 0 0,0-1 0 0 0,0 1 0 0 0,0 0 0 0 0,1-1 0 0 0,-1 1 0 0 0,1-1 0 0 0,-1 1 1 0 0,1 0-1 0 0,-1-1 0 0 0,1 1 0 0 0,0 0 0 0 0,-1 0 0 0 0,1 0 0 0 0,0 0 0 0 0,0-1 0 0 0,0 1 0 0 0,0 0 1 0 0,0 0-1 0 0,0 1 0 0 0,0-1 0 0 0,0 0 0 0 0,1 0 0 0 0,-1 0 0 0 0,0 1 0 0 0,0-1 0 0 0,1 1 1 0 0,-1-1-1 0 0,0 1 0 0 0,1-1 0 0 0,-1 1 0 0 0,0 0 0 0 0,1 0 0 0 0,1 0 0 0 0,8-2-275 0 0,0 1-1 0 0,0 1 1 0 0,22 2 0 0 0,-12-1-457 0 0,-12-1 228 0 0,1 0-1 0 0,0-1 1 0 0,-1 0-1 0 0,0-1 1 0 0,1 0-1 0 0,-1 0 1 0 0,0-1-1 0 0,18-8 1 0 0,-11 2-2511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7599 0 0,'1'0'68'0'0,"0"0"-1"0"0,0 0 1 0 0,0 0-1 0 0,0 1 1 0 0,0-1-1 0 0,0 0 1 0 0,0 0-1 0 0,0 1 1 0 0,0-1-1 0 0,0 0 1 0 0,0 1-1 0 0,0-1 1 0 0,-1 1-1 0 0,1-1 1 0 0,0 1-1 0 0,0 0 1 0 0,0-1-1 0 0,-1 1 1 0 0,1 0-1 0 0,0 0 1 0 0,0-1-1 0 0,-1 1 1 0 0,1 0-1 0 0,-1 0 1 0 0,1 0-1 0 0,-1 0 1 0 0,1 0-1 0 0,-1 0 1 0 0,0 0-1 0 0,1 0 1 0 0,-1 0-1 0 0,0 0 1 0 0,0 1-1 0 0,8 42 1763 0 0,-6-35-1853 0 0,2 40 649 0 0,-2-1 0 0 0,-6 58 0 0 0,2 38 122 0 0,3-131-675 0 0,0 1-1 0 0,0-1 1 0 0,8 26 0 0 0,-8-35-73 0 0,0-1 1 0 0,1 1-1 0 0,0-1 1 0 0,-1 1-1 0 0,1-1 0 0 0,0 0 1 0 0,0 0-1 0 0,4 5 1 0 0,-4-7-13 0 0,-1 0 1 0 0,1 0-1 0 0,-1 1 0 0 0,1-1 1 0 0,-1 0-1 0 0,1-1 0 0 0,-1 1 1 0 0,1 0-1 0 0,0 0 0 0 0,-1-1 1 0 0,1 1-1 0 0,0-1 0 0 0,0 1 1 0 0,0-1-1 0 0,-1 0 1 0 0,1 0-1 0 0,0 0 0 0 0,3 0 1 0 0,-4 0-25 0 0,1 0 1 0 0,-1 0 0 0 0,0-1 0 0 0,1 1 0 0 0,-1-1 0 0 0,1 1-1 0 0,-1-1 1 0 0,0 0 0 0 0,1 1 0 0 0,-1-1 0 0 0,0 0 0 0 0,0 0 0 0 0,0 0-1 0 0,0 0 1 0 0,0 0 0 0 0,0 0 0 0 0,0 0 0 0 0,0 0 0 0 0,0-1-1 0 0,0 1 1 0 0,0 0 0 0 0,-1-1 0 0 0,1 1 0 0 0,0-2 0 0 0,0 0-100 0 0,0-1 0 0 0,0 1 0 0 0,0 0 1 0 0,0-1-1 0 0,-1 1 0 0 0,1-1 0 0 0,-1 1 1 0 0,0 0-1 0 0,-1-7 0 0 0,-1-4-400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11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0 187 9671 0 0,'1'-2'182'0'0,"-1"0"-1"0"0,1 0 0 0 0,-1 0 1 0 0,1 0-1 0 0,0 0 0 0 0,-1 1 1 0 0,1-1-1 0 0,0 0 0 0 0,0 0 1 0 0,1 1-1 0 0,-1-1 0 0 0,0 1 1 0 0,0-1-1 0 0,1 1 0 0 0,-1 0 0 0 0,1-1 1 0 0,-1 1-1 0 0,1 0 0 0 0,-1 0 1 0 0,1 0-1 0 0,0 0 0 0 0,0 0 1 0 0,0 1-1 0 0,-1-1 0 0 0,1 0 1 0 0,0 1-1 0 0,3-1 0 0 0,7-4 72 0 0,92-31 806 0 0,189-39 0 0 0,-290 74-1131 0 0,18-3-1256 0 0,34-13-1 0 0,-32 7-3950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6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94 396 1375 0 0,'-16'-4'1154'0'0,"-1"1"0"0"0,1 1 0 0 0,-28 1 2291 0 0,54 3-2194 0 0,16 0 151 0 0,11-3-761 0 0,-1-2-1 0 0,52-10 0 0 0,71-25 51 0 0,-1 0-96 0 0,89-3-281 0 0,-35 6-107 0 0,-81 12-175 0 0,234-10 0 0 0,-266 28 107 0 0,0-4 0 0 0,108-25-1 0 0,-190 30-78 0 0,421-91 702 0 0,-413 90-727 0 0,-1 0 0 0 0,1 2 0 0 0,43-1 0 0 0,-55 4 37 0 0,-1 0-1 0 0,1 1 1 0 0,0 1-1 0 0,0 0 1 0 0,-1 1-1 0 0,1 1 1 0 0,-1 0-1 0 0,0 0 1 0 0,12 7 0 0 0,-20-9-103 0 0,0 0 1 0 0,0 1-1 0 0,0-1 1 0 0,-1 1-1 0 0,6 5 1 0 0,-1 4-5195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7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333 85 9583 0 0,'0'-5'264'0'0,"-1"3"-190"0"0,1 0 1 0 0,0 0-1 0 0,0 0 0 0 0,0-1 0 0 0,0 1 0 0 0,0 0 1 0 0,1 0-1 0 0,-1 0 0 0 0,1 0 0 0 0,-1 0 0 0 0,1 0 0 0 0,0 0 1 0 0,0 0-1 0 0,0 0 0 0 0,0 0 0 0 0,0 1 0 0 0,0-1 0 0 0,2-2 1 0 0,5-5 166 0 0,12-13 404 0 0,-19 21-629 0 0,-1 0-1 0 0,1 0 1 0 0,0 1 0 0 0,0-1-1 0 0,-1 1 1 0 0,1-1 0 0 0,0 0-1 0 0,0 1 1 0 0,0-1 0 0 0,0 1-1 0 0,0 0 1 0 0,0-1 0 0 0,0 1-1 0 0,0 0 1 0 0,0 0 0 0 0,0 0-1 0 0,0-1 1 0 0,0 1 0 0 0,0 0-1 0 0,0 0 1 0 0,0 0 0 0 0,1 1-1 0 0,-1-1-20 0 0,-1 0 0 0 0,0 0 0 0 0,0 1 0 0 0,1-1-1 0 0,-1 0 1 0 0,0 0 0 0 0,0 0 0 0 0,0 1 0 0 0,0-1-1 0 0,1 0 1 0 0,-1 0 0 0 0,0 1 0 0 0,0-1 0 0 0,0 0-1 0 0,0 1 1 0 0,0-1 0 0 0,0 0 0 0 0,0 0 0 0 0,0 1 0 0 0,0-1-1 0 0,0 0 1 0 0,0 1 0 0 0,0-1 0 0 0,0 0 0 0 0,0 0-1 0 0,0 1 1 0 0,0-1 0 0 0,0 0 0 0 0,0 1 0 0 0,0-1-1 0 0,0 0 1 0 0,0 0 0 0 0,0 1 0 0 0,-1-1 0 0 0,1 0-1 0 0,0 0 1 0 0,0 1 0 0 0,0-1 0 0 0,-1 0 0 0 0,1 1 0 0 0,-10 12-339 0 0,8-11 292 0 0,-26 29-324 0 0,-1-1-1 0 0,-43 34 0 0 0,-73 44 155 0 0,101-80 220 0 0,28-19 30 0 0,-30 23 0 0 0,46-32-22 0 0,0 0 0 0 0,0 0 0 0 0,-1 0 0 0 0,1 0 0 0 0,0 0 0 0 0,0 0 1 0 0,0 1-1 0 0,0-1 0 0 0,0 0 0 0 0,0 0 0 0 0,-1 0 0 0 0,1 0 0 0 0,0 0 0 0 0,0 0 1 0 0,0 1-1 0 0,0-1 0 0 0,0 0 0 0 0,0 0 0 0 0,0 0 0 0 0,0 0 0 0 0,0 1 0 0 0,0-1 1 0 0,0 0-1 0 0,0 0 0 0 0,0 0 0 0 0,0 0 0 0 0,0 1 0 0 0,0-1 0 0 0,0 0 0 0 0,0 0 1 0 0,0 0-1 0 0,0 0 0 0 0,0 1 0 0 0,0-1 0 0 0,0 0 0 0 0,0 0 0 0 0,0 0 0 0 0,0 0 1 0 0,0 0-1 0 0,0 1 0 0 0,0-1 0 0 0,1 0 0 0 0,-1 0 0 0 0,0 0 0 0 0,10 4 183 0 0,12 0 61 0 0,147-3 676 0 0,-128-4-859 0 0,0 3 1 0 0,0 1 0 0 0,0 2 0 0 0,44 9-1 0 0,-67-8-11 0 0,-1 1 0 0 0,1 1 0 0 0,24 11 0 0 0,-47-19 1314 0 0,4 2-1266 0 0,0-1 0 0 0,-1 1-1 0 0,1-1 1 0 0,0 0 0 0 0,0 1 0 0 0,0-1 0 0 0,0 0-1 0 0,0 1 1 0 0,0-1 0 0 0,0 0 0 0 0,0 0-1 0 0,0 0 1 0 0,0 0 0 0 0,0 0 0 0 0,0 0 0 0 0,0 0-1 0 0,1 0 1 0 0,-1-1 0 0 0,1 1 0 0 0,-2-2 0 0 0,-24-73 941 0 0,-8-18 513 0 0,29 82-1752 0 0,-1 0-1 0 0,0 0 0 0 0,-1 1 1 0 0,-1-1-1 0 0,-10-11 1 0 0,16 20 81 0 0,0 1 0 0 0,0 0 0 0 0,0 0 1 0 0,0 0-1 0 0,0 0 0 0 0,0 1 1 0 0,-1-1-1 0 0,1 1 0 0 0,0-1 1 0 0,-1 1-1 0 0,1 0 0 0 0,-1 0 0 0 0,0 0 1 0 0,1 0-1 0 0,-1 0 0 0 0,0 1 1 0 0,0-1-1 0 0,-4 0 0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8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46 2303 0 0,'-13'-12'732'0'0,"9"8"573"0"0,0 1 1 0 0,-1-1 0 0 0,1 1-1 0 0,-1 0 1 0 0,-9-4 0 0 0,-12 2-1568 0 0,44 10 844 0 0,22-2-501 0 0,357 40 1792 0 0,-386-41-1875 0 0,-1 0-1 0 0,1 1 1 0 0,-1 0-1 0 0,1 0 1 0 0,-1 1-1 0 0,13 8 1 0 0,-21-11 2 0 0,0 0-1 0 0,0 0 1 0 0,-1 0-1 0 0,1 1 1 0 0,0-1-1 0 0,-1 1 1 0 0,1-1-1 0 0,-1 1 1 0 0,0 0-1 0 0,0 0 1 0 0,1-1-1 0 0,-1 1 1 0 0,0 0-1 0 0,0 0 1 0 0,1 4 0 0 0,-2-4 0 0 0,0 0 0 0 0,0 0 0 0 0,0 1 1 0 0,0-1-1 0 0,0 0 0 0 0,-1 0 1 0 0,1 0-1 0 0,-1 0 0 0 0,1 0 1 0 0,-1 0-1 0 0,0 0 0 0 0,0 0 1 0 0,0 0-1 0 0,0 0 0 0 0,0 0 0 0 0,0 0 1 0 0,0-1-1 0 0,-1 1 0 0 0,-1 2 1 0 0,-9 9 54 0 0,-1 0 0 0 0,-1-1 1 0 0,0 0-1 0 0,0-1 1 0 0,-1 0-1 0 0,0-1 0 0 0,-1-1 1 0 0,0 0-1 0 0,-28 9 0 0 0,16-8 101 0 0,-1-1-1 0 0,0-2 0 0 0,0-1 0 0 0,-1-1 1 0 0,-32 1-1 0 0,56-5-22 0 0,0-1 1 0 0,0 0-1 0 0,0 0 1 0 0,1-1-1 0 0,-1 1 1 0 0,0-1-1 0 0,0-1 1 0 0,1 1-1 0 0,-9-4 1 0 0,12 4-74 0 0,-1 0 0 0 0,1-1 1 0 0,0 0-1 0 0,0 1 0 0 0,0-1 1 0 0,0 0-1 0 0,0 0 0 0 0,0 0 0 0 0,0 0 1 0 0,1 0-1 0 0,-1-1 0 0 0,1 1 1 0 0,-1 0-1 0 0,1-1 0 0 0,0 1 0 0 0,0-1 1 0 0,0 0-1 0 0,0 1 0 0 0,0-1 1 0 0,1 0-1 0 0,-1-5 0 0 0,-5-41 66 0 0,4 22-2 0 0,-2-1-1 0 0,-13-47 0 0 0,8 39-244 0 0,1 3-89 0 0,5 26 116 0 0,2 12 31 0 0,-1 32-639 0 0,-10 60 0 0 0,-2 18 266 0 0,14-110 272 0 0,-1 1 0 0 0,2-1 0 0 0,-1 1 0 0 0,0 0-1 0 0,1-1 1 0 0,0 1 0 0 0,4 8 0 0 0,-1-5-379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39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426 51 2759 0 0,'-13'-3'8903'0'0,"7"7"-8848"0"0,-1-1-1 0 0,1 1 1 0 0,-11 8 0 0 0,14-9-90 0 0,0 0 0 0 0,0 0-1 0 0,0-1 1 0 0,-1 1 0 0 0,1-1 0 0 0,-1 0 0 0 0,0 0-1 0 0,0 0 1 0 0,0-1 0 0 0,1 1 0 0 0,-1-1 0 0 0,-1 0 0 0 0,1 0-1 0 0,0 0 1 0 0,-8 0 0 0 0,12-1 55 0 0,-1 0 0 0 0,1 0 0 0 0,0 0 0 0 0,-1 0 0 0 0,1 0 0 0 0,-1 0 0 0 0,1 0 0 0 0,0 0 0 0 0,-1 0 0 0 0,1 0 0 0 0,0 0 0 0 0,-1 0 0 0 0,1 0 0 0 0,0 0 0 0 0,-1 0 0 0 0,1 0 0 0 0,0 0 0 0 0,-1-1 1 0 0,1 1-1 0 0,0 0 0 0 0,-1 0 0 0 0,1 0 0 0 0,0-1 0 0 0,-1 1 0 0 0,1 0 0 0 0,0 0 0 0 0,0-1 0 0 0,-1 1 0 0 0,1 0 0 0 0,0 0 0 0 0,0-1 0 0 0,0 1 0 0 0,-1 0 0 0 0,1-1 0 0 0,0 1 0 0 0,0 0 0 0 0,0-1 0 0 0,0 1 0 0 0,0 0 0 0 0,0-1 0 0 0,0 1 0 0 0,0-1 0 0 0,-1 1 0 0 0,1 0 0 0 0,1-1 0 0 0,-1 1 0 0 0,0 0 0 0 0,0-1 0 0 0,0 1 0 0 0,0 0 0 0 0,0-1 0 0 0,0 1 0 0 0,0 0 0 0 0,0-1 0 0 0,0 1 0 0 0,1 0 1 0 0,-1-1-1 0 0,0 1 0 0 0,0 0 0 0 0,1-1 0 0 0,-1 1 0 0 0,0 0 0 0 0,0 0 0 0 0,1-1 0 0 0,-1 1 0 0 0,22-15 709 0 0,137-39-995 0 0,-146 50 266 0 0,-7 2 0 0 0,1-1 0 0 0,-1 1 0 0 0,0 1 0 0 0,1-1 0 0 0,12 0 0 0 0,-44 23-102 0 0,3-10 42 0 0,-1 0 0 0 0,-38 12 0 0 0,35-15 65 0 0,-46 23 0 0 0,72-31 12 0 0,0 0 0 0 0,0 0-1 0 0,-1 0 1 0 0,1 0 0 0 0,0 0 0 0 0,0 0-1 0 0,-1 1 1 0 0,1-1 0 0 0,0 0-1 0 0,-1 0 1 0 0,1 0 0 0 0,0 0-1 0 0,0 0 1 0 0,0 0 0 0 0,-1 1 0 0 0,1-1-1 0 0,0 0 1 0 0,0 0 0 0 0,-1 0-1 0 0,1 1 1 0 0,0-1 0 0 0,0 0-1 0 0,0 0 1 0 0,0 0 0 0 0,0 1 0 0 0,-1-1-1 0 0,1 0 1 0 0,0 0 0 0 0,0 1-1 0 0,0-1 1 0 0,0 0 0 0 0,0 1-1 0 0,0-1 1 0 0,0 0 0 0 0,0 0 0 0 0,0 1-1 0 0,0-1 1 0 0,0 0 0 0 0,0 1-1 0 0,0-1 1 0 0,0 0 0 0 0,13 3 289 0 0,-9-3-328 0 0,0 0 0 0 0,0 0 0 0 0,1 0 0 0 0,-2-1 0 0 0,1 0 0 0 0,0 0 0 0 0,6-1 0 0 0,7-10 70 0 0,1 0 0 0 0,15-16 0 0 0,-18 16 10 0 0,-1 1 0 0 0,2 0 0 0 0,21-13 0 0 0,-28 22-56 0 0,-7 7-1 0 0,-13 10-16 0 0,-9-1 37 0 0,-1-1 0 0 0,-1-1 0 0 0,0-1 0 0 0,0-1 0 0 0,-33 10 0 0 0,27-10 77 0 0,15-5 6 0 0,-1 1 131 0 0,0-1-1 0 0,0 0 0 0 0,-1-1 1 0 0,1 0-1 0 0,-28 2 0 0 0,40-6-118 0 0,0-1-1 0 0,0 1 1 0 0,0 0 0 0 0,0-1-1 0 0,0 1 1 0 0,0-1-1 0 0,1 0 1 0 0,-1 0-1 0 0,0 0 1 0 0,1 0-1 0 0,-1 0 1 0 0,-2-2 0 0 0,2 2-133 0 0,0-1 0 0 0,0 1 1 0 0,0 0-1 0 0,0 0 1 0 0,0 0-1 0 0,0 0 1 0 0,0 0-1 0 0,0 0 0 0 0,0 1 1 0 0,-4-1-1 0 0,-10 0-701 0 0,-1 1 0 0 0,-26 4 0 0 0,-13 0-1490 0 0,44-5-2411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2:40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380 8 7775 0 0,'-1'-1'55'0'0,"1"0"0"0"0,-1 1-1 0 0,0-1 1 0 0,0 0-1 0 0,1 1 1 0 0,-1-1-1 0 0,0 1 1 0 0,0 0-1 0 0,0-1 1 0 0,1 1 0 0 0,-1 0-1 0 0,0-1 1 0 0,0 1-1 0 0,0 0 1 0 0,0 0-1 0 0,0 0 1 0 0,0 0 0 0 0,-2 0-1 0 0,-10 13 149 0 0,8-7-209 0 0,3-3-16 0 0,-65 74-881 0 0,60-70 921 0 0,-1 0 0 0 0,0 0-1 0 0,0 0 1 0 0,0-1 0 0 0,-1 0 0 0 0,0-1-1 0 0,-15 6 1 0 0,24-10 10 0 0,0-1 0 0 0,0 0-1 0 0,0 0 1 0 0,0 0 0 0 0,0 0 0 0 0,0 0-1 0 0,0 0 1 0 0,0 0 0 0 0,0 0 0 0 0,-1 0-1 0 0,1 0 1 0 0,0 0 0 0 0,0 0 0 0 0,0 0-1 0 0,0 1 1 0 0,0-1 0 0 0,0 0 0 0 0,0 0-1 0 0,0 0 1 0 0,0 0 0 0 0,-1 0 0 0 0,1 0 0 0 0,0 0-1 0 0,0 0 1 0 0,0 0 0 0 0,0 0 0 0 0,0 0-1 0 0,0 0 1 0 0,0 0 0 0 0,0 0 0 0 0,-1 0-1 0 0,1 0 1 0 0,0-1 0 0 0,0 1 0 0 0,0 0-1 0 0,0 0 1 0 0,0 0 0 0 0,0 0 0 0 0,0 0-1 0 0,0 0 1 0 0,0 0 0 0 0,0 0 0 0 0,-1 0-1 0 0,1 0 1 0 0,0 0 0 0 0,0 0 0 0 0,0 0 0 0 0,0-1-1 0 0,0 1 1 0 0,0 0 0 0 0,0 0 0 0 0,0 0-1 0 0,0 0 1 0 0,0 0 0 0 0,0 0 0 0 0,0 0-1 0 0,0 0 1 0 0,0 0 0 0 0,0-1 0 0 0,0 1-1 0 0,0 0 1 0 0,0 0 0 0 0,0 0 0 0 0,0 0-1 0 0,5-10 1053 0 0,10-7-32 0 0,45-29 39 0 0,-43 34-1129 0 0,0 0 0 0 0,15-17 0 0 0,-63 39-487 0 0,-9 10 459 0 0,0 3 0 0 0,-70 52 1 0 0,100-63 473 0 0,18-11 281 0 0,-6-2-683 0 0,-1 1 1 0 0,1-1-1 0 0,0 1 0 0 0,-1-1 0 0 0,1 0 0 0 0,0 1 0 0 0,-1-1 0 0 0,1 0 0 0 0,-1 0 1 0 0,1 0-1 0 0,-1 0 0 0 0,3-3 0 0 0,-6 3-20 0 0,0 1 1 0 0,0-1-1 0 0,-1 0 1 0 0,1 0-1 0 0,0 1 1 0 0,0-1-1 0 0,0 1 1 0 0,0 0-1 0 0,-1 0 0 0 0,1 0 1 0 0,-3 0-1 0 0,-8 1-23 0 0,0 1 0 0 0,0 0 0 0 0,1 0 0 0 0,-1 2 0 0 0,0-1-1 0 0,-16 9 1 0 0,30-12 42 0 0,-1 0-1 0 0,0 0 1 0 0,0 0 0 0 0,0 0-1 0 0,0 0 1 0 0,0 0-1 0 0,0 0 1 0 0,0 0-1 0 0,0 0 1 0 0,0 0-1 0 0,0 0 1 0 0,0 0-1 0 0,0 0 1 0 0,0 0 0 0 0,1 0-1 0 0,-1 0 1 0 0,0 1-1 0 0,0-1 1 0 0,0 0-1 0 0,0 0 1 0 0,0 0-1 0 0,0 0 1 0 0,0 0 0 0 0,0 0-1 0 0,0 0 1 0 0,0 0-1 0 0,0 0 1 0 0,0 0-1 0 0,0 1 1 0 0,0-1-1 0 0,0 0 1 0 0,0 0-1 0 0,0 0 1 0 0,0 0 0 0 0,0 0-1 0 0,0 0 1 0 0,0 0-1 0 0,0 0 1 0 0,0 0-1 0 0,0 0 1 0 0,0 1-1 0 0,0-1 1 0 0,0 0 0 0 0,-1 0-1 0 0,1 0 1 0 0,0 0-1 0 0,0 0 1 0 0,0 0-1 0 0,0 0 1 0 0,0 0-1 0 0,0 0 1 0 0,0 0-1 0 0,0 0 1 0 0,0 0 0 0 0,0 0-1 0 0,0 0 1 0 0,0 0-1 0 0,-1 0 1 0 0,1 0-1 0 0,0 0 1 0 0,0 0-1 0 0,0 0 1 0 0,0 0 0 0 0,0 0-1 0 0,0 0 1 0 0,0 0-1 0 0,0 0 1 0 0,11 3 116 0 0,13-3 36 0 0,-13-1-135 0 0,0-1-1 0 0,0-1 0 0 0,0 0 0 0 0,0 0 1 0 0,0-1-1 0 0,-1-1 0 0 0,0 0 0 0 0,0 0 1 0 0,0-1-1 0 0,0 0 0 0 0,-1 0 0 0 0,0-1 1 0 0,-1-1-1 0 0,1 1 0 0 0,8-12 0 0 0,-16 18-20 0 0,0 0 1 0 0,-1 0-1 0 0,1 0 0 0 0,0 0 0 0 0,0 0 0 0 0,-1 0 0 0 0,1 0 0 0 0,-1 0 0 0 0,1 0 1 0 0,-1 0-1 0 0,1-1 0 0 0,-1 1 0 0 0,0 0 0 0 0,1 0 0 0 0,-1 0 0 0 0,0-1 0 0 0,0 1 0 0 0,0 0 1 0 0,0-2-1 0 0,-1 2-3 0 0,1 0 0 0 0,0 1 0 0 0,-1-1 0 0 0,1 0 1 0 0,-1 1-1 0 0,1-1 0 0 0,-1 1 0 0 0,0-1 0 0 0,1 1 0 0 0,-1 0 1 0 0,1-1-1 0 0,-1 1 0 0 0,0-1 0 0 0,1 1 0 0 0,-1 0 0 0 0,0 0 0 0 0,0-1 1 0 0,1 1-1 0 0,-1 0 0 0 0,0 0 0 0 0,1 0 0 0 0,-1 0 0 0 0,-1 0 1 0 0,-3 0-32 0 0,1 0 0 0 0,-1 0 0 0 0,1 0 0 0 0,-1 1 0 0 0,1 0 1 0 0,-1 0-1 0 0,1 0 0 0 0,-9 4 0 0 0,-1 2-3787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22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31 113 3679 0 0,'-1'0'136'0'0,"-1"0"-1"0"0,1-1 0 0 0,-1 1 0 0 0,1-1 0 0 0,-1 0 0 0 0,1 1 0 0 0,-1-1 0 0 0,1 0 0 0 0,0 0 0 0 0,-1 0 0 0 0,1 0 0 0 0,0 0 0 0 0,0 0 0 0 0,0 0 0 0 0,0 0 0 0 0,0 0 0 0 0,0-1 1 0 0,0 1-1 0 0,0 0 0 0 0,0-1 0 0 0,0 1 0 0 0,1-1 0 0 0,-1 1 0 0 0,1-1 0 0 0,-1 1 0 0 0,1-1 0 0 0,-1 1 0 0 0,1-1 0 0 0,0 1 0 0 0,0-1 0 0 0,0-2 0 0 0,1-1 243 0 0,0 1 0 0 0,0-1 0 0 0,1 1 0 0 0,-1 0 0 0 0,1-1 0 0 0,0 1 0 0 0,0 0 0 0 0,1 0 0 0 0,-1 0 0 0 0,4-4 0 0 0,-5 6-365 0 0,1 1 1 0 0,-1-1-1 0 0,0 0 0 0 0,1 1 0 0 0,-1-1 0 0 0,1 1 0 0 0,-1-1 0 0 0,1 1 0 0 0,0 0 0 0 0,0 0 0 0 0,-1 0 0 0 0,1 0 1 0 0,0 0-1 0 0,0 0 0 0 0,0 0 0 0 0,0 0 0 0 0,0 1 0 0 0,1-1 0 0 0,-1 1 0 0 0,0 0 0 0 0,0 0 0 0 0,0-1 0 0 0,0 1 1 0 0,3 1-1 0 0,2 0 41 0 0,-1 1 0 0 0,1 0 1 0 0,0 1-1 0 0,-1 0 0 0 0,0 0 1 0 0,8 4-1 0 0,-10-4-48 0 0,23 9 102 0 0,0 0 1 0 0,1-2-1 0 0,0 0 1 0 0,1-3-1 0 0,0 0 1 0 0,0-1-1 0 0,51 2 1 0 0,2-6-7 0 0,125-11 1 0 0,-24-12-256 0 0,-57 5-3666 0 0,-46 7-476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30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72 5815 0 0,'0'-11'456'0'0,"1"8"-218"0"0,-1-1 0 0 0,1 1 0 0 0,-1-1 0 0 0,0 1 0 0 0,-1 0 1 0 0,1-1-1 0 0,-1 1 0 0 0,1 0 0 0 0,-1-1 0 0 0,0 1 0 0 0,0 0 1 0 0,0 0-1 0 0,-1 0 0 0 0,1 0 0 0 0,-1 0 0 0 0,-4-6 0 0 0,5 13-123 0 0,0 0 0 0 0,-1-1 0 0 0,1 1 0 0 0,0 0 0 0 0,1 0 0 0 0,-1 0-1 0 0,0 3 1 0 0,1-5-71 0 0,-10 76 102 0 0,-2 101-1 0 0,12-149-148 0 0,2 0 0 0 0,0-1 0 0 0,2 1 0 0 0,1-1 0 0 0,1 0-1 0 0,18 47 1 0 0,-18-62 1 0 0,1-1-1 0 0,0 1 0 0 0,1-1 1 0 0,1-1-1 0 0,0 1 0 0 0,16 16 1 0 0,15 10-3242 0 0,-19-20-334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7:19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20 393 3767 0 0,'-13'9'906'0'0,"24"-9"1161"0"0,30-8-224 0 0,55-15-662 0 0,6-1-743 0 0,176-65 1 0 0,-237 68-222 0 0,0-2 1 0 0,-1-1 0 0 0,46-38 0 0 0,27-17 317 0 0,-44 31-351 0 0,-146 76-192 0 0,-111 74 58 0 0,104-54-36 0 0,37-26-1 0 0,0-1 0 0 0,-82 22-1 0 0,2 0 68 0 0,92-30-96 0 0,-101 45-284 0 0,110-45-55 0 0,-2-1-12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54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200 497 1375 0 0,'-28'40'7028'0'0,"35"-45"-5957"0"0,9-12-699 0 0,137-268 2495 0 0,-141 262-2835 0 0,-1-1 1 0 0,7-28-1 0 0,-14 43-32 0 0,-2-1 0 0 0,0 0-1 0 0,0 0 1 0 0,0 0 0 0 0,-2 0-1 0 0,1 0 1 0 0,-1 0 0 0 0,-2-15-1 0 0,2 23 7 0 0,0 1 0 0 0,-1-1-1 0 0,1 0 1 0 0,-1 1 0 0 0,1-1 0 0 0,-1 0-1 0 0,1 1 1 0 0,-1-1 0 0 0,0 1-1 0 0,0-1 1 0 0,0 1 0 0 0,0-1 0 0 0,-1 0-1 0 0,1 1 2 0 0,1 1 0 0 0,-1 0 0 0 0,1-1-1 0 0,-1 1 1 0 0,1 0 0 0 0,-1-1 0 0 0,1 1-1 0 0,-1 0 1 0 0,1 0 0 0 0,-1 0 0 0 0,0 0 0 0 0,1-1-1 0 0,-1 1 1 0 0,1 0 0 0 0,-1 0 0 0 0,0 0-1 0 0,1 0 1 0 0,-1 0 0 0 0,1 0 0 0 0,-1 1-1 0 0,1-1 1 0 0,-1 0 0 0 0,0 0 0 0 0,1 0 0 0 0,-1 1-1 0 0,-1 0 9 0 0,0 0 0 0 0,0 1 0 0 0,0-1 1 0 0,0 1-1 0 0,0 0 0 0 0,1-1 0 0 0,-1 1 0 0 0,1 0 0 0 0,-1 0 0 0 0,1 0 0 0 0,0 0 0 0 0,-1 0 0 0 0,1 0 0 0 0,0 1 0 0 0,1-1 0 0 0,-2 3 0 0 0,-4 22-3 0 0,2 0-1 0 0,1 1 1 0 0,1-1-1 0 0,3 50 0 0 0,-1-31-4 0 0,1 37-7 0 0,0 17 0 0 0,-22 193 0 0 0,19-278-3 0 0,-1 0-1 0 0,-1 0 0 0 0,0 0 1 0 0,-1-1-1 0 0,-1 1 0 0 0,-7 13 1 0 0,9-22 81 0 0,0 1 1 0 0,0-1-1 0 0,-1 0 1 0 0,0-1-1 0 0,0 1 1 0 0,0-1-1 0 0,0 0 1 0 0,-1 0-1 0 0,0 0 1 0 0,0-1-1 0 0,0 0 1 0 0,-1 0-1 0 0,1-1 1 0 0,-11 4-1 0 0,-24 10 242 0 0,1 1 0 0 0,-51 31 0 0 0,90-49-297 0 0,0 1-1 0 0,-1-1 0 0 0,1 1 1 0 0,0 0-1 0 0,0-1 0 0 0,0 1 1 0 0,0 0-1 0 0,0 0 1 0 0,0 0-1 0 0,0 0 0 0 0,0-1 1 0 0,0 1-1 0 0,1 1 0 0 0,-2 0 1 0 0,16-3 376 0 0,30-12-96 0 0,134-41 473 0 0,-153 48-759 0 0,1 2 1 0 0,0 0 0 0 0,1 2 0 0 0,-1 1-1 0 0,28 3 1 0 0,-52-2-13 0 0,0 0 0 0 0,0 0-1 0 0,0 0 1 0 0,0 1 0 0 0,1-1-1 0 0,-1 0 1 0 0,0 1 0 0 0,0 0-1 0 0,0 0 1 0 0,0 0 0 0 0,0 0-1 0 0,0 0 1 0 0,-1 0 0 0 0,1 0-1 0 0,0 0 1 0 0,0 1 0 0 0,-1-1-1 0 0,2 2 1 0 0,-1 1-98 0 0,0-1 0 0 0,0 1 0 0 0,-1-1 0 0 0,0 1-1 0 0,0 0 1 0 0,0 0 0 0 0,0 0 0 0 0,0 6 0 0 0,2-2-718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20.4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110 107 5239 0 0,'-2'-1'96'0'0,"-1"-1"-1"0"0,0 1 0 0 0,1 0 1 0 0,-1-1-1 0 0,1 0 0 0 0,-1 0 1 0 0,1 0-1 0 0,0 0 0 0 0,0 0 1 0 0,0 0-1 0 0,0 0 0 0 0,0-1 1 0 0,0 1-1 0 0,1-1 0 0 0,-1 1 1 0 0,1-1-1 0 0,0 1 0 0 0,0-1 1 0 0,0 0-1 0 0,0 0 0 0 0,0 0 1 0 0,0 0-1 0 0,0-3 0 0 0,0 1-124 0 0,0-1 0 0 0,-1 1-1 0 0,0 0 1 0 0,0 0-1 0 0,-6-9 1 0 0,8 13-40 0 0,-1 1 1 0 0,1-1-1 0 0,-1 0 0 0 0,1 1 0 0 0,-1-1 1 0 0,1 1-1 0 0,-1-1 0 0 0,1 1 1 0 0,-1-1-1 0 0,1 1 0 0 0,-1-1 0 0 0,0 1 1 0 0,0 0-1 0 0,1-1 0 0 0,-1 1 1 0 0,0 0-1 0 0,1-1 0 0 0,-1 1 0 0 0,0 0 1 0 0,-1 0-1 0 0,1 0-57 0 0,1 0 1 0 0,-1 1-1 0 0,0-1 0 0 0,0 0 1 0 0,0 1-1 0 0,0-1 0 0 0,0 1 1 0 0,0-1-1 0 0,1 1 0 0 0,-1 0 1 0 0,0-1-1 0 0,0 1 0 0 0,1 0 1 0 0,-1 0-1 0 0,0-1 0 0 0,1 1 1 0 0,-1 0-1 0 0,1 0 0 0 0,-1 0 1 0 0,1 0-1 0 0,-1 0 0 0 0,-2 7 246 0 0,-1 0 0 0 0,1 0 0 0 0,1 0-1 0 0,-1 1 1 0 0,1-1 0 0 0,1 0-1 0 0,0 1 1 0 0,-1 15 0 0 0,3 8 1485 0 0,4 32 1 0 0,-3-46-1632 0 0,0 5 206 0 0,28 195 2659 0 0,-25-193-2632 0 0,2 0 1 0 0,1 0 0 0 0,1-1-1 0 0,1 0 1 0 0,1 0-1 0 0,20 32 1 0 0,30 37-1281 0 0,-45-71 563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51.4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0 4607 0 0,'-2'1'180'0'0,"0"0"0"0"0,0 0-1 0 0,0 0 1 0 0,0 0-1 0 0,0 0 1 0 0,0 0-1 0 0,0 0 1 0 0,0 1-1 0 0,0-1 1 0 0,1 1-1 0 0,-1-1 1 0 0,0 1 0 0 0,1 0-1 0 0,0-1 1 0 0,-1 1-1 0 0,1 0 1 0 0,0 0-1 0 0,0 0 1 0 0,0 0-1 0 0,0 0 1 0 0,0 0-1 0 0,0 1 1 0 0,1-1 0 0 0,-1 0-1 0 0,0 4 1 0 0,0 6 758 0 0,0 0 0 0 0,0 0 0 0 0,3 22 1 0 0,-1-11-1891 0 0,13 571 1746 0 0,-1-470-685 0 0,0-17-812 0 0,-15-77-1827 0 0,1-27 1582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51.6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0 379 5983 0 0,'34'-30'4514'0'0,"19"-13"-2418"0"0,7-4-1107 0 0,-15 9-372 0 0,-20 18-595 0 0,-1 0 0 0 0,-1-2-1 0 0,21-25 1 0 0,-41 41-572 0 0,1 0 0 0 0,-1 0 0 0 0,0-1 0 0 0,0 0 0 0 0,0 1 0 0 0,-1-1 0 0 0,0 0 0 0 0,-1 0 0 0 0,0 0 0 0 0,1-15 0 0 0,-1 17 135 0 0,0-13-815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51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6335 0 0,'0'-5'564'0'0,"0"2"-436"0"0,-1 1 1 0 0,1-1 0 0 0,0 0-1 0 0,0 1 1 0 0,0-1-1 0 0,1 0 1 0 0,-1 1 0 0 0,1-1-1 0 0,-1 1 1 0 0,1-1 0 0 0,0 1-1 0 0,0-1 1 0 0,2-3-1 0 0,-2 6-25 0 0,-1 1-1 0 0,1-1 1 0 0,-1 1-1 0 0,1-1 1 0 0,0 1-1 0 0,-1 0 1 0 0,1-1-1 0 0,-1 1 1 0 0,0 0-1 0 0,1-1 1 0 0,-1 1-1 0 0,1 0 1 0 0,-1-1-1 0 0,0 1 1 0 0,0 0-1 0 0,1 0 1 0 0,-1-1-1 0 0,0 1 1 0 0,0 0-1 0 0,0 0 1 0 0,0 1-1 0 0,0-1 9 0 0,13 69 636 0 0,7 130 1 0 0,2 17 155 0 0,-19-200-918 0 0,23 109-712 0 0,-21-109 581 0 0,1 0 0 0 0,0 0 0 0 0,1 0 0 0 0,0-1 0 0 0,11 16 0 0 0,0-12-3584 0 0,-10-14 222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52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120 468 7367 0 0,'0'2'169'0'0,"-1"0"0"0"0,1 0 0 0 0,-1 1 0 0 0,1-1 0 0 0,0 0 0 0 0,-1 1 0 0 0,1-1 0 0 0,1 0 0 0 0,-1 1 0 0 0,0-1 0 0 0,0 0 0 0 0,1 0 0 0 0,0 1 0 0 0,1 3 0 0 0,-1-5-79 0 0,0 1-1 0 0,0-1 1 0 0,0 0-1 0 0,0 0 1 0 0,1 1-1 0 0,-1-1 1 0 0,0 0-1 0 0,1 0 1 0 0,-1 0-1 0 0,1 0 1 0 0,-1 0-1 0 0,1-1 1 0 0,-1 1-1 0 0,1 0 1 0 0,0-1-1 0 0,-1 1 1 0 0,1-1-1 0 0,0 0 1 0 0,-1 1-1 0 0,1-1 1 0 0,2 0-1 0 0,-1 0-84 0 0,0 0-1 0 0,1 0 0 0 0,-1 0 1 0 0,0 0-1 0 0,1-1 0 0 0,-1 1 1 0 0,0-1-1 0 0,0 0 0 0 0,1 0 1 0 0,-1 0-1 0 0,0 0 0 0 0,0-1 1 0 0,0 1-1 0 0,5-4 0 0 0,-4 1 21 0 0,1 0 0 0 0,-1 0 0 0 0,1-1 0 0 0,-1 1 0 0 0,0-1-1 0 0,-1 0 1 0 0,6-8 0 0 0,-2-2 36 0 0,0 0 1 0 0,-1 0-1 0 0,0 0 1 0 0,-1-1-1 0 0,3-18 0 0 0,-4 10-36 0 0,0 1 1 0 0,-2 0-1 0 0,-1-1 0 0 0,0 1 0 0 0,-4-30 0 0 0,1 42 4 0 0,1-1-1 0 0,-2 1 1 0 0,1 0-1 0 0,-1 0 0 0 0,-1 0 1 0 0,0 0-1 0 0,-1 0 0 0 0,0 1 1 0 0,0 0-1 0 0,-1 0 1 0 0,-1 0-1 0 0,-11-14 0 0 0,15 21 25 0 0,1 1 0 0 0,-1-1 0 0 0,0 0 0 0 0,0 1 0 0 0,1 0 0 0 0,-2-1 0 0 0,1 1 0 0 0,0 0 0 0 0,0 1 0 0 0,-1-1 0 0 0,1 0 0 0 0,-1 1-1 0 0,1 0 1 0 0,-1 0 0 0 0,1 0 0 0 0,-1 0 0 0 0,0 1 0 0 0,0-1 0 0 0,1 1 0 0 0,-1 0 0 0 0,0 0 0 0 0,0 0 0 0 0,1 1 0 0 0,-1 0 0 0 0,0-1 0 0 0,1 1 0 0 0,-1 0 0 0 0,0 0-1 0 0,1 1 1 0 0,0-1 0 0 0,-1 1 0 0 0,1 0 0 0 0,0 0 0 0 0,0 0 0 0 0,-6 5 0 0 0,1 0-14 0 0,0 1-1 0 0,1 0 1 0 0,-1 0-1 0 0,2 0 1 0 0,-1 1-1 0 0,1 0 1 0 0,0 1-1 0 0,1-1 1 0 0,0 1-1 0 0,1 0 1 0 0,-4 13-1 0 0,1 2-44 0 0,2-1 0 0 0,0 1 0 0 0,2 0-1 0 0,0 0 1 0 0,2 0 0 0 0,1 1 0 0 0,1-1-1 0 0,1 0 1 0 0,1 0 0 0 0,1 0 0 0 0,11 33 0 0 0,-14-53-57 0 0,1-1 0 0 0,0 1 1 0 0,0-1-1 0 0,0 1 1 0 0,0-1-1 0 0,1 0 0 0 0,-1 0 1 0 0,1 0-1 0 0,1 0 0 0 0,-1 0 1 0 0,0-1-1 0 0,1 1 1 0 0,-1-1-1 0 0,1 0 0 0 0,0 0 1 0 0,0-1-1 0 0,1 1 1 0 0,-1-1-1 0 0,0 0 0 0 0,1 0 1 0 0,-1 0-1 0 0,1-1 0 0 0,0 1 1 0 0,-1-1-1 0 0,1 0 1 0 0,10 0-1 0 0,4-1-844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52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458 125 9727 0 0,'1'-5'245'0'0,"0"0"-1"0"0,0 0 1 0 0,-1 0-1 0 0,0 0 1 0 0,1 1-1 0 0,-2-1 1 0 0,1 0 0 0 0,0 0-1 0 0,-1 0 1 0 0,0 0-1 0 0,0 0 1 0 0,-1 1-1 0 0,1-1 1 0 0,-1 1-1 0 0,0-1 1 0 0,-3-5-1 0 0,3 7-152 0 0,0 1 0 0 0,0-1-1 0 0,-1 0 1 0 0,1 1 0 0 0,-1-1 0 0 0,1 1-1 0 0,-1 0 1 0 0,0 0 0 0 0,1 0 0 0 0,-1 0-1 0 0,0 0 1 0 0,-1 0 0 0 0,1 1 0 0 0,0 0-1 0 0,0 0 1 0 0,-1 0 0 0 0,1 0-1 0 0,0 0 1 0 0,-1 0 0 0 0,1 1 0 0 0,-1 0-1 0 0,1 0 1 0 0,-6 0 0 0 0,-5 2-131 0 0,1 0 0 0 0,1 1 0 0 0,-1 0 0 0 0,0 1 0 0 0,1 0 0 0 0,0 1 0 0 0,0 1 0 0 0,0 0 0 0 0,0 0 0 0 0,1 1 0 0 0,-11 10 0 0 0,13-11-2 0 0,0 2 1 0 0,1-1 0 0 0,0 1 0 0 0,1 0 0 0 0,0 0 0 0 0,0 1-1 0 0,1 0 1 0 0,0 0 0 0 0,0 1 0 0 0,1-1 0 0 0,0 1 0 0 0,1 1-1 0 0,-5 16 1 0 0,8-24 36 0 0,1 0 0 0 0,0 0 0 0 0,0 0 0 0 0,0 0 0 0 0,0-1 0 0 0,0 1 0 0 0,1 0 0 0 0,-1 0 0 0 0,1 0 0 0 0,0 0 0 0 0,0-1 0 0 0,0 1 0 0 0,0 0 0 0 0,0-1 0 0 0,0 1 0 0 0,1-1 0 0 0,0 0 0 0 0,-1 1 0 0 0,1-1 0 0 0,0 0 0 0 0,0 0 0 0 0,0 0 0 0 0,0 0 0 0 0,0 0 0 0 0,1 0 0 0 0,2 1 0 0 0,8 5-36 0 0,1 0 0 0 0,1 0 1 0 0,23 8-1 0 0,-11-5 19 0 0,-19-7 27 0 0,0 0-1 0 0,0 0 1 0 0,-1 1-1 0 0,1 0 1 0 0,-1 0-1 0 0,0 1 1 0 0,-1 0-1 0 0,1 0 0 0 0,6 9 1 0 0,-11-12-1 0 0,0 0 0 0 0,0 0 0 0 0,0 0 0 0 0,-1 0 0 0 0,1 0 0 0 0,-1 0 0 0 0,0 1 0 0 0,0-1 0 0 0,0 0 0 0 0,-1 1 0 0 0,1-1 0 0 0,-1 1 0 0 0,0-1 0 0 0,0 0 0 0 0,0 1 0 0 0,0-1 0 0 0,0 1 0 0 0,-1-1 0 0 0,0 1 0 0 0,1-1 0 0 0,-1 0 0 0 0,-1 0 0 0 0,1 1 0 0 0,0-1 0 0 0,-1 0 0 0 0,-2 3 0 0 0,-5 10 309 0 0,-2-1 0 0 0,0 0 0 0 0,-25 25 0 0 0,-46 34 841 0 0,75-68-1044 0 0,-15 14 215 0 0,-2-1 0 0 0,-1-1 1 0 0,0 0-1 0 0,-38 17 0 0 0,62-34-321 0 0,0-1-1 0 0,1 1 1 0 0,-1-1 0 0 0,0 1 0 0 0,0-1 0 0 0,0 1-1 0 0,0-1 1 0 0,0 0 0 0 0,1 0 0 0 0,-1 1-1 0 0,0-1 1 0 0,0 0 0 0 0,0 0 0 0 0,0 0 0 0 0,0 0-1 0 0,0 0 1 0 0,0 0 0 0 0,0 0 0 0 0,0-1-1 0 0,0 1 1 0 0,1 0 0 0 0,-2-1 0 0 0,2 1-66 0 0,0-1 1 0 0,0 0-1 0 0,0 0 1 0 0,0 0-1 0 0,0 1 1 0 0,0-1-1 0 0,0 0 1 0 0,0 0-1 0 0,0 1 1 0 0,1-1-1 0 0,-1 0 1 0 0,0 0-1 0 0,1 1 1 0 0,-1-1-1 0 0,0 0 1 0 0,1 1-1 0 0,-1-1 1 0 0,1 0-1 0 0,-1 1 1 0 0,1-1-1 0 0,-1 1 1 0 0,1-1-1 0 0,-1 1 1 0 0,2-1-1 0 0,39-38-7017 0 0,-23 23 2464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52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10135 0 0,'1'-1'53'0'0,"0"1"0"0"0,-1-1 0 0 0,1 1 0 0 0,0 0 0 0 0,-1 0-1 0 0,1-1 1 0 0,0 1 0 0 0,-1 0 0 0 0,1 0 0 0 0,0 0 0 0 0,-1 0 0 0 0,1 0-1 0 0,0 0 1 0 0,-1 0 0 0 0,1 0 0 0 0,0 0 0 0 0,-1 0 0 0 0,1 0-1 0 0,0 0 1 0 0,0 0 0 0 0,0 1 0 0 0,5 13 1344 0 0,-4-7-827 0 0,10 56 232 0 0,-2 1 0 0 0,2 82 0 0 0,-9-98-587 0 0,1 20-12 0 0,7 74 295 0 0,-8-120-504 0 0,1 1-1 0 0,1-1 0 0 0,1 1 1 0 0,9 21-1 0 0,-15-44-26 0 0,0 0 0 0 0,0 1 0 0 0,0-1 0 0 0,0 0 0 0 0,0 1 0 0 0,0-1 0 0 0,1 0 0 0 0,-1 0 1 0 0,0 1-1 0 0,0-1 0 0 0,0 0 0 0 0,0 0 0 0 0,0 1 0 0 0,0-1 0 0 0,0 0 0 0 0,1 0 0 0 0,-1 1 0 0 0,0-1 0 0 0,0 0 0 0 0,0 0 0 0 0,0 0 0 0 0,1 1 0 0 0,-1-1 1 0 0,0 0-1 0 0,0 0 0 0 0,1 0 0 0 0,-1 0 0 0 0,0 0 0 0 0,0 1 0 0 0,1-1 0 0 0,-1 0 0 0 0,0 0 0 0 0,0 0 0 0 0,1 0 0 0 0,-1 0 0 0 0,0 0 0 0 0,0 0 0 0 0,1 0 1 0 0,3-11-1064 0 0,-2-21-1073 0 0,-4 11-915 0 0,0-3-774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53.0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24 260 3679 0 0,'-23'1'10977'0'0,"38"-4"-9565"0"0,2 0-1131 0 0,51-18 1366 0 0,88-41 0 0 0,59-42-749 0 0,-177 85-1718 0 0,47-15 0 0 0,-42 19-5962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6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94 128 5527 0 0,'-31'-50'773'0'0,"-12"-27"6180"0"0,46 88-6801 0 0,0 1 0 0 0,-1-1 0 0 0,-1 1 0 0 0,0 0 0 0 0,-1-1 0 0 0,-1 15 0 0 0,1 1 9 0 0,-15 317 370 0 0,4-208-856 0 0,8 138-1 0 0,4-264 198 0 0,-2-2-73 0 0,2-1 0 0 0,-1 0 0 0 0,1 1 0 0 0,0-1 0 0 0,1 0 0 0 0,0 0 0 0 0,4 12 0 0 0,-3-15-406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6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0 120 12175 0 0,'1'-4'74'0'0,"0"0"-1"0"0,0 0 1 0 0,0 0-1 0 0,0 0 0 0 0,1 1 1 0 0,0-1-1 0 0,0 1 1 0 0,0-1-1 0 0,4-6 0 0 0,-2 7 3 0 0,0-1-1 0 0,1 1 0 0 0,-1-1 0 0 0,1 1 1 0 0,-1 1-1 0 0,1-1 0 0 0,7-2 0 0 0,8-4-75 0 0,1 1 0 0 0,0 1 0 0 0,0 0 0 0 0,1 2 0 0 0,-1 1 0 0 0,1 0 0 0 0,1 2 0 0 0,-1 0 0 0 0,0 2 0 0 0,0 0 0 0 0,0 2 0 0 0,1 0 0 0 0,-1 1 0 0 0,-1 2 0 0 0,1 0 0 0 0,-1 1 0 0 0,30 13 0 0 0,-38-13 4 0 0,0 1 0 0 0,-1 0 0 0 0,16 12 0 0 0,48 42 71 0 0,-72-57-65 0 0,0-1 0 0 0,0 1 0 0 0,0 0 0 0 0,0 1 0 0 0,0-1 1 0 0,2 6-1 0 0,50 66 60 0 0,-30-37 2 0 0,-13-17-50 0 0,64 113 100 0 0,-61-105-68 0 0,-1 1-1 0 0,-2 1 0 0 0,-1 0 1 0 0,11 43-1 0 0,-21-65-21 0 0,0 0 0 0 0,0 1 1 0 0,-1-1-1 0 0,0 0 0 0 0,-1 1 0 0 0,0-1 0 0 0,-1 1 0 0 0,0-1 0 0 0,-1 1 0 0 0,0-1 1 0 0,0 0-1 0 0,-1 0 0 0 0,0 0 0 0 0,-1 0 0 0 0,0 0 0 0 0,-1-1 0 0 0,0 0 0 0 0,-8 11 1 0 0,-11 7 205 0 0,-1-1 0 0 0,-1-1 0 0 0,-1-2 0 0 0,-2 0 0 0 0,0-2 0 0 0,-34 18 0 0 0,28-19-53 0 0,0-1 0 0 0,-71 25-1 0 0,85-37-159 0 0,-1 0 1 0 0,1-2-1 0 0,-1-1 0 0 0,0 0 0 0 0,0-2 1 0 0,-39 0-1 0 0,54-3-13 0 0,0 1 1 0 0,0-1-1 0 0,0-1 1 0 0,0 0-1 0 0,0 0 1 0 0,1 0-1 0 0,-1-1 1 0 0,1 1-1 0 0,-10-7 0 0 0,15 8-20 0 0,0 0 0 0 0,-1 0-1 0 0,1 0 1 0 0,0 0-1 0 0,-1-1 1 0 0,1 1 0 0 0,0 0-1 0 0,0 0 1 0 0,0-1-1 0 0,0 1 1 0 0,0-1 0 0 0,1 1-1 0 0,-1-1 1 0 0,0 0-1 0 0,1 1 1 0 0,-1-1 0 0 0,0-2-1 0 0,1 2-25 0 0,0 0-1 0 0,1 0 1 0 0,-1 0 0 0 0,0-1-1 0 0,1 1 1 0 0,-1 0-1 0 0,1 0 1 0 0,0 0 0 0 0,0 0-1 0 0,0 1 1 0 0,0-1 0 0 0,0 0-1 0 0,0 0 1 0 0,0 0-1 0 0,0 1 1 0 0,1-1 0 0 0,-1 1-1 0 0,2-2 1 0 0,12-11-1490 0 0,1 1 0 0 0,0 0 0 0 0,25-15 0 0 0,-8 8-2999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7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1 287 1839 0 0,'3'2'412'0'0,"-1"0"-1"0"0,1 0 1 0 0,0 0-1 0 0,-1 0 0 0 0,0 1 1 0 0,1-1-1 0 0,-1 1 0 0 0,0-1 1 0 0,0 1-1 0 0,0 0 0 0 0,-1 0 1 0 0,1 0-1 0 0,-1 0 1 0 0,2 4-1 0 0,3 4-542 0 0,34 78 1713 0 0,-31-67-990 0 0,0 0 1 0 0,2-1-1 0 0,24 39 0 0 0,-30-54-494 0 0,0 0 0 0 0,0 0 0 0 0,0-1 0 0 0,1 0 0 0 0,-1 0 0 0 0,1 0 0 0 0,1-1 0 0 0,-1 0 0 0 0,0 0 0 0 0,1 0 0 0 0,0-1 0 0 0,0 0 0 0 0,0 0-1 0 0,0-1 1 0 0,0 0 0 0 0,14 2 0 0 0,-11-3-44 0 0,0 0 0 0 0,0 0 0 0 0,0-1 0 0 0,0-1 0 0 0,0 0 0 0 0,0 0 0 0 0,0-1 0 0 0,0 0 0 0 0,0-1 0 0 0,0 0 0 0 0,-1 0-1 0 0,0-1 1 0 0,12-6 0 0 0,-9 3 7 0 0,-1-1-1 0 0,0 0 0 0 0,-1-1 1 0 0,0 0-1 0 0,0 0 1 0 0,-1-1-1 0 0,0 0 0 0 0,0-1 1 0 0,7-14-1 0 0,-5 8 31 0 0,-2 0-1 0 0,0-1 0 0 0,-1-1 0 0 0,-1 1 1 0 0,0-1-1 0 0,-2-1 0 0 0,0 1 0 0 0,-1-1 1 0 0,-1 0-1 0 0,-1 0 0 0 0,-1 0 0 0 0,0 0 1 0 0,-4-29-1 0 0,1 40-13 0 0,1-1 0 0 0,-2 0 0 0 0,1 1 0 0 0,-2 0 0 0 0,1 0 0 0 0,-1 0 0 0 0,0 0 0 0 0,-1 0 0 0 0,0 1 0 0 0,0 0 0 0 0,-1 0 0 0 0,0 0 0 0 0,0 1 0 0 0,-1 0 0 0 0,0 0 0 0 0,0 1 0 0 0,-1 0 0 0 0,0 0 0 0 0,0 0 0 0 0,0 1 0 0 0,-1 0 0 0 0,0 1 0 0 0,1 0 0 0 0,-2 0 0 0 0,1 1 0 0 0,0 1 0 0 0,-1-1 0 0 0,1 1 0 0 0,-1 1 0 0 0,0 0 0 0 0,1 0 0 0 0,-1 1 0 0 0,0 0 0 0 0,0 0 0 0 0,1 1 0 0 0,-1 1 0 0 0,1 0 0 0 0,-1 0 1 0 0,1 1-1 0 0,-1 0 0 0 0,-11 6 0 0 0,8-2-38 0 0,-1 2 0 0 0,1-1 0 0 0,1 2 1 0 0,0 0-1 0 0,0 0 0 0 0,1 1 1 0 0,0 1-1 0 0,1 0 0 0 0,0 0 1 0 0,1 1-1 0 0,1 0 0 0 0,0 1 0 0 0,0-1 1 0 0,2 2-1 0 0,-8 21 0 0 0,7-16-69 0 0,1 0-1 0 0,1 0 1 0 0,1 1-1 0 0,0-1 1 0 0,2 1-1 0 0,1 0 1 0 0,0 0-1 0 0,2 0 1 0 0,0 0-1 0 0,1 0 1 0 0,6 23-1 0 0,-6-35-85 0 0,1 0 0 0 0,0 0 0 0 0,0 0 0 0 0,1-1 0 0 0,0 1 0 0 0,1-1 0 0 0,0 0 0 0 0,0 0 0 0 0,1-1 0 0 0,-1 1 0 0 0,2-1 0 0 0,-1-1 0 0 0,1 1-1 0 0,13 9 1 0 0,-10-10-262 0 0,0 0 1 0 0,0-1-1 0 0,0 0 0 0 0,1 0 0 0 0,0-1 0 0 0,0-1 0 0 0,0 0 0 0 0,0 0 0 0 0,0-1 0 0 0,1-1 0 0 0,18 1 0 0 0,10-3-4594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7.4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369 60 13215 0 0,'2'-3'208'0'0,"-1"0"0"0"0,1 1 0 0 0,-1-1 0 0 0,0 0 0 0 0,0 0 0 0 0,0 0 0 0 0,0 0 0 0 0,-1 0 1 0 0,1 0-1 0 0,-1 0 0 0 0,0 0 0 0 0,0 0 0 0 0,0-4 0 0 0,0 7-151 0 0,0-1 0 0 0,0 0 1 0 0,-1 0-1 0 0,1 1 1 0 0,0-1-1 0 0,0 0 0 0 0,-1 0 1 0 0,1 1-1 0 0,-1-1 1 0 0,1 1-1 0 0,0-1 0 0 0,-1 0 1 0 0,1 1-1 0 0,-1-1 1 0 0,0 1-1 0 0,1-1 0 0 0,-1 1 1 0 0,1-1-1 0 0,-1 1 0 0 0,0-1 1 0 0,0 1-1 0 0,-1-1-19 0 0,0 1 0 0 0,1-1 0 0 0,-1 1-1 0 0,0 0 1 0 0,1 0 0 0 0,-1 0 0 0 0,0 0 0 0 0,1 0-1 0 0,-1 1 1 0 0,0-1 0 0 0,1 0 0 0 0,-1 1-1 0 0,-3 0 1 0 0,-8 5-17 0 0,0-1-1 0 0,0 2 0 0 0,1 0 1 0 0,0 0-1 0 0,0 1 0 0 0,1 1 1 0 0,-15 14-1 0 0,-66 76-511 0 0,68-70 336 0 0,-32 51 1 0 0,46-63 124 0 0,0 1 1 0 0,2-1 0 0 0,0 1 0 0 0,-10 37-1 0 0,17-51 35 0 0,0 0 1 0 0,0 0-1 0 0,0 0 0 0 0,1 0 0 0 0,0 0 0 0 0,0 0 0 0 0,0 0 0 0 0,0 0 1 0 0,0 0-1 0 0,1-1 0 0 0,0 1 0 0 0,0 0 0 0 0,0 0 0 0 0,0 0 0 0 0,1 0 1 0 0,-1-1-1 0 0,1 1 0 0 0,0-1 0 0 0,0 1 0 0 0,0-1 0 0 0,4 4 0 0 0,-1-2 14 0 0,0-1 0 0 0,0 1-1 0 0,1-1 1 0 0,-1-1-1 0 0,1 1 1 0 0,0-1-1 0 0,0 0 1 0 0,0 0 0 0 0,0-1-1 0 0,1 0 1 0 0,-1 0-1 0 0,7 1 1 0 0,3 0-157 0 0,-1-1 0 0 0,1 0 0 0 0,0-1 0 0 0,0-1 0 0 0,-1 0 0 0 0,1-2 0 0 0,0 1 0 0 0,-1-2-1 0 0,1 0 1 0 0,-1-1 0 0 0,0 0 0 0 0,16-8 0 0 0,6-6-5534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7.8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18 16783 0 0,'-5'-7'626'0'0,"-2"-3"440"0"0,8 19-954 0 0,4 15-233 0 0,-1 0 1 0 0,-1 1-1 0 0,-1-1 0 0 0,-2 43 1 0 0,0-40 38 0 0,-23 323-1081 0 0,-27-3-426 0 0,31-249 1154 0 0,-6 55 135 0 0,26-135 953 0 0,-1-18-611 0 0,0 0 1 0 0,0 0-1 0 0,0 1 1 0 0,0-1-1 0 0,0 0 0 0 0,0 0 1 0 0,1 1-1 0 0,-1-1 1 0 0,0 0-1 0 0,0 0 1 0 0,0 0-1 0 0,1 1 0 0 0,-1-1 1 0 0,0 0-1 0 0,0 0 1 0 0,1 0-1 0 0,-1 0 0 0 0,0 0 1 0 0,0 1-1 0 0,1-1 1 0 0,-1 0-1 0 0,0 0 1 0 0,0 0-1 0 0,1 0 0 0 0,-1 0 1 0 0,0 0-1 0 0,1 0 1 0 0,-1 0-1 0 0,0 0 1 0 0,1 0-1 0 0,2-1 182 0 0,0 0 1 0 0,0-1 0 0 0,-1 1-1 0 0,1-1 1 0 0,0 1-1 0 0,-1-1 1 0 0,4-3-1 0 0,-1 1-377 0 0,247-213 753 0 0,-180 150-531 0 0,113-92 11 0 0,-145 129-34 0 0,2 2-1 0 0,81-42 0 0 0,130-37-127 0 0,-252 107-46 0 0,0-1 1 0 0,1 1 0 0 0,-1-1-1 0 0,0 1 1 0 0,0 0 0 0 0,0-1 0 0 0,1 1-1 0 0,-1 0 1 0 0,0 0 0 0 0,0 0-1 0 0,0 0 1 0 0,1 0 0 0 0,-1 0 0 0 0,2 1-1 0 0,-8 4-1496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8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0 665 10591 0 0,'9'-8'380'0'0,"-7"6"13"0"0,1-1 0 0 0,0 0 0 0 0,0 1-1 0 0,0 0 1 0 0,1 0 0 0 0,-1 0 0 0 0,1 0-1 0 0,-1 0 1 0 0,1 1 0 0 0,-1-1 0 0 0,1 1-1 0 0,0 0 1 0 0,6-1 0 0 0,7 0-264 0 0,1 0 0 0 0,0 1 0 0 0,-1 1 0 0 0,1 1-1 0 0,0 0 1 0 0,-1 2 0 0 0,1 0 0 0 0,-1 0 0 0 0,0 2 0 0 0,0 0 0 0 0,0 1 0 0 0,-1 1 0 0 0,0 0 0 0 0,0 2 0 0 0,0-1-1 0 0,-1 2 1 0 0,-1 0 0 0 0,25 22 0 0 0,-10-5-130 0 0,38 30-87 0 0,-59-51-4 0 0,0 0-1 0 0,1-1 1 0 0,0 0-1 0 0,-1 0 1 0 0,2-1 0 0 0,12 4-1 0 0,-19-7 75 0 0,0 0 0 0 0,0-1 1 0 0,0 1-1 0 0,0-1 0 0 0,1 0 0 0 0,-1 0 0 0 0,0-1 0 0 0,0 1 0 0 0,0 0 1 0 0,0-1-1 0 0,0 0 0 0 0,0 0 0 0 0,0 0 0 0 0,0 0 0 0 0,0 0 0 0 0,0-1 0 0 0,0 1 1 0 0,4-4-1 0 0,4-3 14 0 0,-2-1 0 0 0,1 0 0 0 0,11-14 0 0 0,5-4 15 0 0,60-49 89 0 0,-43 40-19 0 0,-2-1 1 0 0,46-55-1 0 0,-80 82-84 0 0,0 0-1 0 0,0-1 0 0 0,-1 0 1 0 0,0 0-1 0 0,-1 0 1 0 0,0 0-1 0 0,-1-1 0 0 0,0 0 1 0 0,3-18-1 0 0,-6 26 3 0 0,-1 0 0 0 0,1 1 0 0 0,-1-1 0 0 0,0 0 0 0 0,0 0 0 0 0,0 0 0 0 0,0 0 0 0 0,-1 0 0 0 0,1 0 0 0 0,-1 1 0 0 0,0-1 0 0 0,0 0-1 0 0,-1 0 1 0 0,1 1 0 0 0,-1-1 0 0 0,0 1 0 0 0,0-1 0 0 0,0 1 0 0 0,0 0 0 0 0,0 0 0 0 0,-1 0 0 0 0,0 0 0 0 0,1 0 0 0 0,-1 0 0 0 0,0 1 0 0 0,0 0 0 0 0,0-1 0 0 0,-1 1 0 0 0,1 0-1 0 0,-1 0 1 0 0,1 1 0 0 0,-1-1 0 0 0,-6-1 0 0 0,2 1 1 0 0,-1 1 0 0 0,1-1 0 0 0,-1 2 0 0 0,0-1 0 0 0,1 1 0 0 0,-1 1 0 0 0,0-1 0 0 0,1 1 0 0 0,-1 1 0 0 0,1 0 0 0 0,0 0 0 0 0,-1 1 0 0 0,1 0 0 0 0,0 0 0 0 0,-8 5 0 0 0,2-1 0 0 0,0 1 0 0 0,1 1 0 0 0,0 0 0 0 0,0 0 0 0 0,1 1 0 0 0,0 1 0 0 0,-15 18 0 0 0,20-19 9 0 0,0 0 0 0 0,1 1-1 0 0,0 0 1 0 0,1 0 0 0 0,0 1-1 0 0,1-1 1 0 0,0 1 0 0 0,1 0-1 0 0,0 0 1 0 0,1 1 0 0 0,0-1 0 0 0,1 0-1 0 0,0 1 1 0 0,1-1 0 0 0,0 1-1 0 0,1-1 1 0 0,1 0 0 0 0,0 1-1 0 0,1-1 1 0 0,0 0 0 0 0,0 0 0 0 0,6 12-1 0 0,-4-15-8 0 0,-1 1 0 0 0,1-1 0 0 0,8 10 0 0 0,32 40 11 0 0,-42-55-3 0 0,-1-1-1 0 0,1 0 1 0 0,0 0-1 0 0,0-1 1 0 0,0 1 0 0 0,6 4-1 0 0,52 38 57 0 0,-56-42-53 0 0,0 1 0 0 0,0-1-1 0 0,0 0 1 0 0,8 3 0 0 0,0 1-6 0 0,16 6 24 0 0,1 0-1 0 0,39 12 0 0 0,-49-20-16 0 0,-1-1 0 0 0,1 0 0 0 0,0-2-1 0 0,0 0 1 0 0,0-1 0 0 0,0-1 0 0 0,0 0 0 0 0,0-2-1 0 0,34-7 1 0 0,-41 6-11 0 0,0-1-1 0 0,-1-1 1 0 0,0 0-1 0 0,0 0 0 0 0,0-1 1 0 0,0-1-1 0 0,-1 0 1 0 0,0 0-1 0 0,-1-1 1 0 0,0-1-1 0 0,0 1 1 0 0,0-2-1 0 0,-1 1 1 0 0,-1-1-1 0 0,13-19 1 0 0,-15 18 60 0 0,0 0 0 0 0,0 0 0 0 0,-1 0 0 0 0,-1 0 1 0 0,0-1-1 0 0,0 0 0 0 0,-1 0 0 0 0,-1 0 1 0 0,0 0-1 0 0,-1 0 0 0 0,0 0 0 0 0,-1 0 1 0 0,0-1-1 0 0,-3-19 0 0 0,-5-7 315 0 0,-1 1 0 0 0,-2 1 0 0 0,-19-46 0 0 0,-16-52 300 0 0,45 131-641 0 0,0 1 0 0 0,0-1 0 0 0,1 0-1 0 0,-1 1 1 0 0,1-1 0 0 0,0 0 0 0 0,0 1-1 0 0,0-1 1 0 0,0 0 0 0 0,1 1 0 0 0,-1-1 0 0 0,1 1-1 0 0,0-1 1 0 0,0 1 0 0 0,1-1 0 0 0,2-5 0 0 0,-1 5-10 0 0,0 0 0 0 0,0 1 0 0 0,0 0 1 0 0,1-1-1 0 0,-1 1 0 0 0,1 0 0 0 0,0 0 1 0 0,0 1-1 0 0,0-1 0 0 0,0 1 1 0 0,0 0-1 0 0,8-2 0 0 0,28-10-2 0 0,1 3 1 0 0,83-13-1 0 0,-45 11-232 0 0,-17 1-115 0 0,8 0-1588 0 0,-1-3-1 0 0,126-45 0 0 0,-156 41-398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9.1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 15 16327 0 0,'-2'2'95'0'0,"0"0"0"0"0,0-1 0 0 0,0 1 0 0 0,0 0 0 0 0,0 1 0 0 0,0-1 0 0 0,1 0 0 0 0,-1 0 0 0 0,1 1 0 0 0,-1-1 0 0 0,1 1 0 0 0,0-1 0 0 0,0 1 0 0 0,0 0 0 0 0,0-1 0 0 0,1 1 0 0 0,-1 0 0 0 0,1 0 0 0 0,-1 3 0 0 0,0 8-193 0 0,1 1 0 0 0,3 23 0 0 0,0-8 131 0 0,21 1114-1977 0 0,-24-1122 1765 0 0,-2 99-2133 0 0,-17 127 0 0 0,18-240 2180 0 0,0-1-73 0 0,0 1-1 0 0,0-1 1 0 0,0 1-1 0 0,-1-1 1 0 0,0 0-1 0 0,-1 0 0 0 0,1 0 1 0 0,-1 0-1 0 0,-1 0 1 0 0,-7 12-1 0 0,10-18 205 0 0,1-1 0 0 0,-1 1 0 0 0,0 0 0 0 0,1-1 0 0 0,-1 1 0 0 0,0 0 0 0 0,0-1 0 0 0,1 1 0 0 0,-1-1 0 0 0,0 0 0 0 0,0 1 0 0 0,0-1 0 0 0,1 1 0 0 0,-1-1 0 0 0,0 0 0 0 0,0 0 0 0 0,0 1 0 0 0,0-1 0 0 0,0 0 0 0 0,0 0 0 0 0,0 0 0 0 0,0 0 0 0 0,0 0-1 0 0,0 0 1 0 0,-1-1 0 0 0,1 1 76 0 0,-1-1 0 0 0,1 0 0 0 0,0 0 0 0 0,-1 0-1 0 0,1 0 1 0 0,0 0 0 0 0,-1 0 0 0 0,1 0-1 0 0,0 0 1 0 0,0-1 0 0 0,0 1 0 0 0,0 0-1 0 0,-1-2 1 0 0,-1-2 361 0 0,1-1 0 0 0,-1 1 1 0 0,1 0-1 0 0,0-1 0 0 0,0 1 0 0 0,1-1 0 0 0,-2-6 0 0 0,3-4 9 0 0,0 0-1 0 0,1 0 1 0 0,0 0-1 0 0,1 1 1 0 0,9-32-1 0 0,32-76-400 0 0,-26 77-103 0 0,-2 4-215 0 0,2 2 0 0 0,28-50-1 0 0,-35 75 103 0 0,0-1 0 0 0,1 2 0 0 0,0 0-1 0 0,1 0 1 0 0,0 1 0 0 0,1 0 0 0 0,1 1-1 0 0,21-14 1 0 0,8 0-153 0 0,47-20 0 0 0,-56 30 393 0 0,-1-1 1 0 0,0-2-1 0 0,40-30 1 0 0,-44 23 265 0 0,-1 0 0 0 0,-2-2 0 0 0,0-2 0 0 0,-2 0 0 0 0,-1-1 0 0 0,29-55 0 0 0,-28 41 163 0 0,-2-1 0 0 0,-2-2 0 0 0,-2 0 0 0 0,17-75 0 0 0,-25 71-222 0 0,-1 0 0 0 0,-4-1 0 0 0,-1 0 0 0 0,-6-91 1 0 0,2 140-260 0 0,-1 0 1 0 0,1 1 0 0 0,-1-1 0 0 0,0 1 0 0 0,0-1 0 0 0,0 1 0 0 0,0-1 0 0 0,-3-3 0 0 0,4 6-12 0 0,0 1 0 0 0,0 0 0 0 0,0-1 0 0 0,0 1 0 0 0,-1 0-1 0 0,1 0 1 0 0,0-1 0 0 0,0 1 0 0 0,-1 0 0 0 0,1 0 0 0 0,0 0 0 0 0,0-1 0 0 0,-1 1 0 0 0,1 0 0 0 0,0 0 0 0 0,-1 0 0 0 0,1 0 0 0 0,0 0 0 0 0,-1-1 0 0 0,1 1 0 0 0,0 0 0 0 0,-1 0-1 0 0,1 0 1 0 0,0 0 0 0 0,-1 0 0 0 0,1 0 0 0 0,0 0 0 0 0,-1 0 0 0 0,1 0 0 0 0,0 0 0 0 0,0 0 0 0 0,-1 1 0 0 0,-1 0 0 0 0,1 0 0 0 0,0 0-1 0 0,0 0 1 0 0,0 0 0 0 0,0 0 0 0 0,0 0 0 0 0,0 0 0 0 0,0 1 0 0 0,0-1 0 0 0,1 0-1 0 0,-1 1 1 0 0,0 1 0 0 0,-10 21-7 0 0,2 0 0 0 0,1 0 0 0 0,-6 29-1 0 0,-10 82-94 0 0,17-92 51 0 0,-15 120 122 0 0,8 0-1 0 0,13 328 1 0 0,18-331-23 0 0,-3-91-53 0 0,6 2-62 0 0,-15-55-266 0 0,5-3-124 0 0,32 42-784 0 0,-40-53 867 0 0,-1 0 0 0 0,1 0 0 0 0,0 0 0 0 0,0 0 1 0 0,0-1-1 0 0,0 1 0 0 0,0-1 0 0 0,1 1 1 0 0,-1-1-1 0 0,0 0 0 0 0,3 2 0 0 0,16 2-5423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9.4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121 177 7367 0 0,'2'12'568'0'0,"3"13"-247"0"0,11 62-383 0 0,2-12 3225 0 0,-10-45-2890 0 0,9 34 320 0 0,31 75 1 0 0,-16-61-276 0 0,-24-58 2 0 0,1-6 0 0 0,31 42 24 0 0,-39-54-295 0 0,0-1 0 0 0,1 1 0 0 0,-1-1 0 0 0,0 1 0 0 0,1-1 0 0 0,-1 1-1 0 0,0-1 1 0 0,1 0 0 0 0,0 0 0 0 0,-1 0 0 0 0,1 0 0 0 0,0 0 0 0 0,0 0 0 0 0,-1 0-1 0 0,1-1 1 0 0,0 1 0 0 0,3 0 0 0 0,-4-1-2 0 0,0 0 0 0 0,1 0 0 0 0,-1 0 0 0 0,0-1 0 0 0,0 1 0 0 0,1 0 0 0 0,-1-1 0 0 0,0 1 0 0 0,0-1 0 0 0,0 1 0 0 0,1-1 0 0 0,-1 0 0 0 0,0 0 0 0 0,0 1 0 0 0,0-1 0 0 0,0 0 0 0 0,0 0 0 0 0,1-2 0 0 0,3-3 157 0 0,-2 0-1 0 0,1 0 0 0 0,0 0 0 0 0,-1-1 0 0 0,0 1 0 0 0,2-9 0 0 0,-5 14-164 0 0,11-31 359 0 0,-3-1 1 0 0,0 0-1 0 0,-2 0 1 0 0,-2-1-1 0 0,-1 0 1 0 0,-1 1-1 0 0,-4-47 1 0 0,-2 38-285 0 0,-2 1 0 0 0,-2-1 1 0 0,-1 1-1 0 0,-2 1 1 0 0,-25-60-1 0 0,33 91-111 0 0,-2-1-1 0 0,1 1 1 0 0,-2 0 0 0 0,1 0-1 0 0,-1 1 1 0 0,0 0 0 0 0,-1 0-1 0 0,-12-12 1 0 0,16 17-9 0 0,-1 0 1 0 0,1 1-1 0 0,-1 0 1 0 0,1 0-1 0 0,-1 0 1 0 0,0 0-1 0 0,0 0 1 0 0,0 1-1 0 0,0 0 1 0 0,0 0-1 0 0,0 0 1 0 0,0 0-1 0 0,0 0 1 0 0,0 1 0 0 0,0 0-1 0 0,-1 0 1 0 0,1 0-1 0 0,0 0 1 0 0,0 1-1 0 0,0 0 1 0 0,0 0-1 0 0,-1 0 1 0 0,-6 3-1 0 0,2 0-51 0 0,0 1 0 0 0,0 0 1 0 0,0 1-1 0 0,1 0 0 0 0,-1 0 0 0 0,1 1 0 0 0,1 0 0 0 0,-1 0 0 0 0,1 1 0 0 0,1 0 1 0 0,-11 16-1 0 0,3-2-230 0 0,1 1 0 0 0,1 0 1 0 0,-13 40-1 0 0,16-37 39 0 0,1 0 1 0 0,2 1-1 0 0,0 0 1 0 0,2 0-1 0 0,1 1 1 0 0,1-1-1 0 0,2 31 1 0 0,1-52-361 0 0,30 59-1788 0 0,-30-64 2267 0 0,0 1-1 0 0,0 0 1 0 0,0-1 0 0 0,0 1 0 0 0,0-1-1 0 0,0 1 1 0 0,0-1 0 0 0,1 1 0 0 0,-1-1 0 0 0,1 0-1 0 0,-1 0 1 0 0,1 0 0 0 0,0 0 0 0 0,1 1-1 0 0,20 6-1878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09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501 23 9127 0 0,'33'-19'968'0'0,"-33"16"-772"0"0,-7 3 957 0 0,-9 1 1002 0 0,-13 4-486 0 0,-50 17-1 0 0,54-13-1534 0 0,0 1 0 0 0,0 1 1 0 0,1 1-1 0 0,-27 19 0 0 0,49-30-140 0 0,1-1-1 0 0,-1 1 0 0 0,1 0 0 0 0,0 0 1 0 0,-1 0-1 0 0,1 0 0 0 0,0 0 0 0 0,0 1 1 0 0,0-1-1 0 0,0 0 0 0 0,0 0 0 0 0,0 1 1 0 0,0-1-1 0 0,0 1 0 0 0,1-1 0 0 0,-1 1 1 0 0,0-1-1 0 0,1 1 0 0 0,-1-1 0 0 0,1 1 1 0 0,0-1-1 0 0,-1 1 0 0 0,1 0 0 0 0,0-1 1 0 0,0 1-1 0 0,0 2 0 0 0,1-1-16 0 0,0 0 1 0 0,1 0-1 0 0,-1 1 0 0 0,1-1 0 0 0,0 0 0 0 0,0-1 0 0 0,0 1 1 0 0,0 0-1 0 0,0 0 0 0 0,0-1 0 0 0,5 4 0 0 0,97 96 281 0 0,-91-91-217 0 0,-3-2 13 0 0,0 0-1 0 0,-1 1 0 0 0,12 14 0 0 0,-9-11-10 0 0,-2-3 10 0 0,-1 1 1 0 0,0 0-1 0 0,8 14 0 0 0,17 23 75 0 0,-20-24 0 0 0,9 27-5 0 0,-22-49-110 0 0,1 1-1 0 0,-1-1 1 0 0,0 1 0 0 0,0 0-1 0 0,-1-1 1 0 0,1 1 0 0 0,0 4-1 0 0,1 5 13 0 0,0-4-6 0 0,-1 0-1 0 0,1 1 1 0 0,-2-1-1 0 0,1 1 1 0 0,-1-1 0 0 0,0 1-1 0 0,-1-1 1 0 0,-3 15-1 0 0,-1-9 103 0 0,0 0 0 0 0,-1 0 1 0 0,-1 0-1 0 0,0-1 0 0 0,-1 0 0 0 0,-1 0 0 0 0,0-1 0 0 0,0 0 0 0 0,-1 0 1 0 0,-1-1-1 0 0,-20 17 0 0 0,5-8 280 0 0,0-1 0 0 0,-1-1 1 0 0,-1-1-1 0 0,-44 19 0 0 0,56-29-296 0 0,-1 0-1 0 0,-1-1 1 0 0,1-1-1 0 0,-1 0 1 0 0,-31 3-1 0 0,44-7-150 0 0,0-1-1 0 0,-1 0 0 0 0,1 0 0 0 0,0 0 0 0 0,0 0 1 0 0,0-1-1 0 0,0 0 0 0 0,0 0 0 0 0,0 0 0 0 0,0-1 1 0 0,0 1-1 0 0,0-1 0 0 0,0-1 0 0 0,1 1 0 0 0,-1 0 1 0 0,1-1-1 0 0,0 0 0 0 0,0 0 0 0 0,0-1 0 0 0,0 1 1 0 0,0-1-1 0 0,1 1 0 0 0,-1-1 0 0 0,-4-8 1 0 0,6 8-189 0 0,0 1 1 0 0,1-1-1 0 0,-1 0 1 0 0,1 0 0 0 0,0 0-1 0 0,0 0 1 0 0,0 0 0 0 0,0-1-1 0 0,0-5 1 0 0,3-22-4581 0 0,4-6-1376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0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19175 0 0,'0'3'197'0'0,"0"1"0"0"0,1-1 0 0 0,0 0-1 0 0,0 0 1 0 0,0 0 0 0 0,0 0 0 0 0,2 4 0 0 0,4 9 332 0 0,3 18-529 0 0,60 281-113 0 0,-15 17-84 0 0,-18-101 121 0 0,22 41 62 0 0,-36-197 14 0 0,15 22 0 0 0,-5-26-17 0 0,-27-57-75 0 0,1-2-40 0 0,23 38-11 0 0,-22-38-19 0 0,-3-10-1394 0 0,-1-1 1362 0 0,11 3 89 0 0,-14-4 63 0 0,-1 0 1 0 0,0-1-1 0 0,1 1 0 0 0,-1 0 1 0 0,1 0-1 0 0,-1 0 0 0 0,0 0 1 0 0,1-1-1 0 0,-1 1 1 0 0,0 0-1 0 0,0 0 0 0 0,1-1 1 0 0,-1 1-1 0 0,0 0 0 0 0,1 0 1 0 0,-1-1-1 0 0,0 1 0 0 0,0 0 1 0 0,0-1-1 0 0,1 1 0 0 0,-1 0 1 0 0,0-1-1 0 0,0 1 1 0 0,0 0-1 0 0,0-1 0 0 0,0 1 1 0 0,0-1-1 0 0,1 1 0 0 0,-1 0 1 0 0,0-1-1 0 0,0 1 0 0 0,0-1 1 0 0,0 1-1 0 0,0 0 0 0 0,-1-1 1 0 0,1 1-1 0 0,0 0 0 0 0,0-1 1 0 0,0 1-1 0 0,0-1 1 0 0,0 1-1 0 0,-1-1 0 0 0,-2-20-6014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0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88 21191 0 0,'18'-12'1888'0'0,"2"4"-1512"0"0,0 4-304 0 0,4 2-72 0 0,1 2 360 0 0,11-2 56 0 0,26-4 16 0 0,35-3 0 0 0,43-1-688 0 0,27 1-144 0 0,13-2-24 0 0,-4-4-9256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1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1494 2759 0 0,'-30'0'238'0'0,"-8"-1"677"0"0,18-6 3811 0 0,20 6-4710 0 0,0 1 1 0 0,0 0-1 0 0,0-1 1 0 0,0 1-1 0 0,0-1 0 0 0,-1 1 1 0 0,1-1-1 0 0,0 1 0 0 0,0-1 1 0 0,0 1-1 0 0,0-1 1 0 0,0 1-1 0 0,0 0 0 0 0,0-1 1 0 0,1 1-1 0 0,-1-1 0 0 0,0 1 1 0 0,0-1-1 0 0,0 1 1 0 0,0 0-1 0 0,1-1 0 0 0,-1 1 1 0 0,0-1-1 0 0,0 1 1 0 0,1 0-1 0 0,-1-1 0 0 0,0 1 1 0 0,0 0-1 0 0,1-1 0 0 0,-1 1 1 0 0,1-1-1 0 0,15-14 143 0 0,-12 11-87 0 0,287-261 2424 0 0,-199 185-1956 0 0,656-601 532 0 0,-633 572-1096 0 0,57-53 60 0 0,-128 125-427 0 0,2 1 0 0 0,51-30 1 0 0,-68 49-120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2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7 343 8695 0 0,'-2'-13'216'0'0,"-2"-21"349"0"0,4 32-553 0 0,0 0 0 0 0,0 1 0 0 0,0-1 0 0 0,0 0 0 0 0,0 0 0 0 0,1 1 0 0 0,-1-1 0 0 0,0 0 0 0 0,1 1 0 0 0,-1-1 0 0 0,1 1 0 0 0,0-1-1 0 0,0 0 1 0 0,-1 1 0 0 0,2-2 0 0 0,0 1 15 0 0,0 0 1 0 0,-1 0-1 0 0,1 1 0 0 0,0-1 0 0 0,0 1 0 0 0,0-1 0 0 0,0 1 0 0 0,0 0 0 0 0,1 0 1 0 0,-1 0-1 0 0,0 0 0 0 0,0 0 0 0 0,1 0 0 0 0,-1 1 0 0 0,1-1 0 0 0,-1 1 0 0 0,0-1 1 0 0,1 1-1 0 0,-1 0 0 0 0,1 0 0 0 0,-1 0 0 0 0,1 1 0 0 0,-1-1 0 0 0,1 0 1 0 0,-1 1-1 0 0,0 0 0 0 0,1-1 0 0 0,-1 1 0 0 0,0 0 0 0 0,0 0 0 0 0,1 0 0 0 0,-1 1 1 0 0,0-1-1 0 0,0 0 0 0 0,0 1 0 0 0,0-1 0 0 0,-1 1 0 0 0,1 0 0 0 0,2 2 0 0 0,3 4-3 0 0,0 1 0 0 0,0 0 0 0 0,-1 0 0 0 0,0 1 0 0 0,-1-1 0 0 0,0 1-1 0 0,6 16 1 0 0,5 30 224 0 0,-2 0-1 0 0,9 72 0 0 0,8 40 168 0 0,-24-142-378 0 0,1 0 1 0 0,1 0-1 0 0,1-1 1 0 0,16 29-1 0 0,-24-50-36 0 0,0 0 0 0 0,1 0-1 0 0,-1-1 1 0 0,1 1-1 0 0,0-1 1 0 0,-1 0 0 0 0,2 0-1 0 0,-1 0 1 0 0,0 0-1 0 0,0 0 1 0 0,1-1-1 0 0,4 3 1 0 0,-6-4 10 0 0,0 0 0 0 0,0-1 0 0 0,0 1 0 0 0,0-1 0 0 0,0 0 0 0 0,0 0 0 0 0,0 0 0 0 0,0 0 0 0 0,0 0 0 0 0,0 0 0 0 0,0 0 0 0 0,0-1 0 0 0,0 1 0 0 0,0-1-1 0 0,0 1 1 0 0,0-1 0 0 0,0 0 0 0 0,0 0 0 0 0,0 0 0 0 0,-1 0 0 0 0,1 0 0 0 0,0 0 0 0 0,-1 0 0 0 0,1-1 0 0 0,-1 1 0 0 0,1 0 0 0 0,1-3 0 0 0,7-8 116 0 0,0 1 0 0 0,-1-1 0 0 0,0 0 0 0 0,10-21 0 0 0,24-59 350 0 0,-27 56-312 0 0,107-266 75 0 0,2-6-112 0 0,-122 301-128 0 0,7-15-14 0 0,18-28 0 0 0,-25 45 7 0 0,0 0 0 0 0,0 1-1 0 0,1-1 1 0 0,0 1 0 0 0,0-1-1 0 0,0 1 1 0 0,0 0 0 0 0,1 1-1 0 0,0-1 1 0 0,0 1 0 0 0,7-4-1 0 0,-10 6-46 0 0,0 1-1 0 0,-1-1 1 0 0,1 1 0 0 0,0 0-1 0 0,0 0 1 0 0,-1 0-1 0 0,1 0 1 0 0,0 0-1 0 0,0 0 1 0 0,-1 0 0 0 0,1 1-1 0 0,0-1 1 0 0,-1 1-1 0 0,1-1 1 0 0,0 1 0 0 0,-1 0-1 0 0,1-1 1 0 0,-1 1-1 0 0,1 0 1 0 0,-1 0-1 0 0,0 0 1 0 0,1 0 0 0 0,-1 0-1 0 0,0 1 1 0 0,1-1-1 0 0,-1 0 1 0 0,1 3-1 0 0,1-1-299 0 0,0 1 0 0 0,0 0 0 0 0,-1 0 0 0 0,0 0 0 0 0,0 0 0 0 0,0 0 0 0 0,0 0 0 0 0,0 0 0 0 0,1 7 0 0 0,-2 0-618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2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 7831 0 0,'-1'0'43'0'0,"1"0"-1"0"0,0 0 0 0 0,-1 1 1 0 0,1-1-1 0 0,0 0 0 0 0,-1 0 1 0 0,1 1-1 0 0,0-1 0 0 0,-1 0 0 0 0,1 0 1 0 0,0 1-1 0 0,-1-1 0 0 0,1 0 1 0 0,0 1-1 0 0,0-1 0 0 0,-1 0 1 0 0,1 1-1 0 0,0-1 0 0 0,0 1 0 0 0,0-1 1 0 0,0 0-1 0 0,0 1 0 0 0,-1-1 1 0 0,1 1-1 0 0,0-1 0 0 0,0 0 1 0 0,0 1-1 0 0,0-1 0 0 0,0 1 0 0 0,0 18 843 0 0,0-13-453 0 0,-7 133 556 0 0,-2 346 6 0 0,10-477-996 0 0,6 81-47 0 0,-5-77-104 0 0,1-1 0 0 0,-1 1 0 0 0,2-1 0 0 0,-1 1 0 0 0,8 14 0 0 0,-10-25 132 0 0,-1 0-42 0 0,1 0-1 0 0,-1 0 1 0 0,0 0 0 0 0,1 0 0 0 0,0 0-1 0 0,-1 0 1 0 0,1 0 0 0 0,0 0 0 0 0,-1 0 0 0 0,1-1-1 0 0,0 1 1 0 0,0 0 0 0 0,0 0 0 0 0,-1-1-1 0 0,1 1 1 0 0,0 0 0 0 0,0-1 0 0 0,2 2-1 0 0,3-4-856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2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0 297 10079 0 0,'1'10'180'0'0,"1"-1"-1"0"0,0 0 1 0 0,0 0-1 0 0,0 0 0 0 0,1 0 1 0 0,1 0-1 0 0,4 9 1 0 0,-6-14-131 0 0,0-1 0 0 0,0 0 1 0 0,0 1-1 0 0,0-1 1 0 0,0 0-1 0 0,1 0 1 0 0,0 0-1 0 0,-1-1 0 0 0,1 1 1 0 0,0 0-1 0 0,0-1 1 0 0,1 0-1 0 0,-1 0 1 0 0,0 0-1 0 0,1 0 1 0 0,-1-1-1 0 0,1 1 0 0 0,0-1 1 0 0,6 2-1 0 0,-5-3 13 0 0,-1 0 0 0 0,1 0 0 0 0,0 0 0 0 0,-1-1 0 0 0,1 0 0 0 0,-1 0 0 0 0,1 0 0 0 0,-1 0 0 0 0,1-1 0 0 0,-1 0 0 0 0,0 0 0 0 0,0 0 0 0 0,0 0 0 0 0,0 0 0 0 0,0-1 0 0 0,0 0 0 0 0,-1 0 0 0 0,6-5 0 0 0,5-7 143 0 0,0 0 0 0 0,21-32 0 0 0,-28 37-151 0 0,13-22 45 0 0,-2-1 1 0 0,-1 0-1 0 0,-2-1 1 0 0,-1-1-1 0 0,10-39 1 0 0,-13 40-44 0 0,-10 31-50 0 0,0-1 0 0 0,1 1 0 0 0,-1-1 0 0 0,1 1 0 0 0,0-1 0 0 0,0 1-1 0 0,3-4 1 0 0,-5 7-5 0 0,0 0 0 0 0,1-1-1 0 0,-1 1 1 0 0,0 0 0 0 0,0 0-1 0 0,1 0 1 0 0,-1-1 0 0 0,0 1-1 0 0,0 0 1 0 0,1 0 0 0 0,-1 0-1 0 0,0 0 1 0 0,1-1 0 0 0,-1 1-1 0 0,0 0 1 0 0,1 0 0 0 0,-1 0-1 0 0,0 0 1 0 0,1 0-1 0 0,-1 0 1 0 0,0 0 0 0 0,1 0-1 0 0,-1 0 1 0 0,0 0 0 0 0,1 0-1 0 0,-1 0 1 0 0,0 0 0 0 0,1 0-1 0 0,-1 1 1 0 0,1-1 0 0 0,0 1-1 0 0,0 0 1 0 0,0 0 0 0 0,-1 0-1 0 0,1 0 1 0 0,0 0-1 0 0,0 0 1 0 0,-1 0 0 0 0,1 1-1 0 0,-1-1 1 0 0,1 0-1 0 0,-1 0 1 0 0,0 1 0 0 0,1 0-1 0 0,11 52 0 0 0,-2 0 0 0 0,3 69 0 0 0,-2-16 0 0 0,10 26 88 0 0,-14-94 0 0 0,15 63 0 0 0,-10-52-14 0 0,24 69-60 0 0,3-12-3 0 0,-22-70-11 0 0,-9-23-41 0 0,53 87-442 0 0,-37-66 156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3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12 10223 0 0,'-19'-11'1019'0'0,"32"18"-804"0"0,-1 0-1 0 0,1-2 1 0 0,16 6 0 0 0,14 6-37 0 0,99 55 668 0 0,-132-67-732 0 0,74 39 240 0 0,-38-20 35 0 0,336 159 1838 0 0,-244-126-1524 0 0,3-7 1 0 0,238 54-1 0 0,-73-45-645 0 0,-227-48-867 0 0,152 2 0 0 0,-166-15-712 0 0,-38 1 682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4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11287 0 0,'-1'7'167'0'0,"1"-1"0"0"0,0 0 0 0 0,0 0 0 0 0,1 1-1 0 0,-1-1 1 0 0,3 7 0 0 0,-1 6-95 0 0,8 138-77 0 0,-13 175-1 0 0,-3-92 97 0 0,7-235-162 0 0,-1-6-281 0 0,1-9-2127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4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17 252 14023 0 0,'-1'0'51'0'0,"1"0"0"0"0,-1 0-1 0 0,0 0 1 0 0,0 0-1 0 0,1 0 1 0 0,-1 1 0 0 0,0-1-1 0 0,0 0 1 0 0,1 0-1 0 0,-1 0 1 0 0,0 1 0 0 0,1-1-1 0 0,-1 1 1 0 0,0-1 0 0 0,1 0-1 0 0,-1 1 1 0 0,1-1-1 0 0,-1 1 1 0 0,1-1 0 0 0,-1 1-1 0 0,1-1 1 0 0,-1 1-1 0 0,1 0 1 0 0,-1-1 0 0 0,1 1-1 0 0,-1 0 1 0 0,1 1-37 0 0,1 0 0 0 0,-1 0 1 0 0,0 0-1 0 0,1 0 0 0 0,0 0 1 0 0,-1 0-1 0 0,1 0 0 0 0,0-1 1 0 0,0 1-1 0 0,1 2 0 0 0,1 2-52 0 0,0-1 0 0 0,1 0-1 0 0,-1 0 1 0 0,1 0 0 0 0,0 0-1 0 0,0 0 1 0 0,1-1 0 0 0,-1 0-1 0 0,1 0 1 0 0,0 0 0 0 0,0 0-1 0 0,0-1 1 0 0,1 0 0 0 0,-1 0 0 0 0,1-1-1 0 0,0 1 1 0 0,0-1 0 0 0,0 0-1 0 0,9 1 1 0 0,-7-2-64 0 0,0 0 0 0 0,0-1 0 0 0,0 0 0 0 0,0 0 0 0 0,0-1 0 0 0,0 0 0 0 0,0-1 0 0 0,-1 0 1 0 0,1 0-1 0 0,0 0 0 0 0,-1-1 0 0 0,0 0 0 0 0,0-1 0 0 0,0 1 0 0 0,8-7 0 0 0,-4 2-65 0 0,0 0 0 0 0,-1-1 0 0 0,-1 0 0 0 0,1 0 0 0 0,-1-1 0 0 0,-1-1 1 0 0,0 1-1 0 0,10-18 0 0 0,1-8-202 0 0,20-56 0 0 0,2-1 562 0 0,-41 93-172 0 0,0-1-1 0 0,0 1 1 0 0,0 0 0 0 0,0-1-1 0 0,0 1 1 0 0,0 0-1 0 0,1-1 1 0 0,-1 1 0 0 0,0 0-1 0 0,0-1 1 0 0,0 1-1 0 0,1 0 1 0 0,-1-1 0 0 0,0 1-1 0 0,0 0 1 0 0,1 0-1 0 0,-1-1 1 0 0,0 1-1 0 0,0 0 1 0 0,1 0 0 0 0,-1 0-1 0 0,0-1 1 0 0,1 1-1 0 0,-1 0 1 0 0,0 0 0 0 0,1 0-1 0 0,-1 0 1 0 0,1 0-1 0 0,-1 0 1 0 0,0 0-1 0 0,1-1 1 0 0,-1 1 0 0 0,0 0-1 0 0,1 0 1 0 0,-1 1-1 0 0,1-1 1 0 0,-1 0 0 0 0,0 0-1 0 0,1 0 1 0 0,0 0-1 0 0,10 16 589 0 0,2 25-43 0 0,49 301 681 0 0,-12-52-1129 0 0,-42-247-126 0 0,-2-11-153 0 0,14 42 0 0 0,-17-62 83 0 0,5 16-263 0 0,2 1-1 0 0,23 48 1 0 0,-19-56-415 0 0,-1-6-32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5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379 158 14191 0 0,'0'-54'1473'0'0,"1"36"-2027"0"0,-3-33 1 0 0,2 50 477 0 0,0-1 0 0 0,0 1 0 0 0,0-1 0 0 0,0 1 1 0 0,0-1-1 0 0,-1 1 0 0 0,1 0 0 0 0,-1-1 0 0 0,1 1 0 0 0,-1-1 1 0 0,1 1-1 0 0,-1 0 0 0 0,0 0 0 0 0,0-1 0 0 0,0 1 0 0 0,1 0 1 0 0,-1 0-1 0 0,0 0 0 0 0,0 0 0 0 0,-1 0 0 0 0,1 0 1 0 0,0 0-1 0 0,0 0 0 0 0,0 1 0 0 0,-1-1 0 0 0,1 0 0 0 0,0 1 1 0 0,-1-1-1 0 0,1 1 0 0 0,0-1 0 0 0,-1 1 0 0 0,1 0 1 0 0,-1-1-1 0 0,1 1 0 0 0,-1 0 0 0 0,1 0 0 0 0,0 0 0 0 0,-1 0 1 0 0,1 0-1 0 0,-1 1 0 0 0,1-1 0 0 0,-1 0 0 0 0,1 1 1 0 0,0-1-1 0 0,-1 1 0 0 0,1-1 0 0 0,-2 2 0 0 0,-8 3-364 0 0,0 0 0 0 0,0 1 0 0 0,0 0 0 0 0,-12 11-1 0 0,19-15 466 0 0,-23 19 285 0 0,1 0 1 0 0,1 2-1 0 0,0 1 1 0 0,2 0-1 0 0,1 2 1 0 0,1 1-1 0 0,1 1 1 0 0,-29 55-1 0 0,46-77-157 0 0,0 0 0 0 0,0 0 0 0 0,1 1 0 0 0,0-1 0 0 0,0 1 0 0 0,1-1 0 0 0,0 1 0 0 0,0 0 0 0 0,0-1 0 0 0,1 12 0 0 0,0-16-125 0 0,1 0-1 0 0,-1 0 0 0 0,0 0 0 0 0,1 0 0 0 0,0-1 0 0 0,-1 1 0 0 0,1 0 0 0 0,0 0 0 0 0,0-1 0 0 0,0 1 0 0 0,0-1 0 0 0,0 1 0 0 0,0 0 0 0 0,0-1 0 0 0,0 0 0 0 0,4 3 0 0 0,-3-3-26 0 0,0 0 1 0 0,0 1-1 0 0,1-1 1 0 0,-1-1-1 0 0,0 1 1 0 0,1 0-1 0 0,-1-1 1 0 0,1 1-1 0 0,-1-1 1 0 0,1 0-1 0 0,-1 0 1 0 0,1 0-1 0 0,-1 0 1 0 0,1 0-1 0 0,-1 0 1 0 0,3-1-1 0 0,12-3-11 0 0,0 0 0 0 0,0-1 0 0 0,0-1 0 0 0,-1-1-1 0 0,0 0 1 0 0,-1-1 0 0 0,23-16 0 0 0,-5 1-144 0 0,-1-1 0 0 0,34-34 1 0 0,-36 27 95 0 0,-19 18 50 0 0,1 1 0 0 0,1 0 0 0 0,0 1 0 0 0,15-10 0 0 0,-26 21 41 0 0,-1-1 0 0 0,0 0-1 0 0,1 1 1 0 0,-1-1 0 0 0,1 1-1 0 0,-1-1 1 0 0,1 1-1 0 0,-1-1 1 0 0,1 1 0 0 0,-1 0-1 0 0,1 0 1 0 0,-1 0 0 0 0,1 0-1 0 0,-1 0 1 0 0,1 0 0 0 0,-1 0-1 0 0,1 1 1 0 0,-1-1 0 0 0,4 1-1 0 0,-2 1 43 0 0,0 0 0 0 0,0-1 1 0 0,0 1-1 0 0,-1 0 0 0 0,1 0 0 0 0,0 0 0 0 0,-1 1 0 0 0,4 3 0 0 0,3 5 124 0 0,0 1-1 0 0,-2 0 0 0 0,9 16 0 0 0,-12-20-210 0 0,-1-4 94 0 0,4 8-15 0 0,60 92-68 0 0,-64-99-94 0 0,1 0-1 0 0,0 0 1 0 0,0 0 0 0 0,1-1 0 0 0,7 6 0 0 0,-10-8-162 0 0,-1-1 1 0 0,1 0-1 0 0,0 0 1 0 0,0 0-1 0 0,0 0 1 0 0,0 0-1 0 0,0 0 1 0 0,0-1-1 0 0,0 1 1 0 0,0-1-1 0 0,0 0 1 0 0,0 1-1 0 0,0-1 1 0 0,1 0-1 0 0,-1 0 0 0 0,0 0 1 0 0,0 0-1 0 0,0-1 1 0 0,3 0-1 0 0,11-6-3899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5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0 156 4463 0 0,'20'-30'87'0'0,"-6"9"86"0"0,13-29-1 0 0,-23 45 4 0 0,0 0-1 0 0,0 1 0 0 0,0-1 0 0 0,1 1 1 0 0,-1 0-1 0 0,1 0 0 0 0,0 0 0 0 0,0 0 0 0 0,0 1 1 0 0,1 0-1 0 0,8-4 0 0 0,-13 7-145 0 0,0 0 0 0 0,-1-1 0 0 0,1 1 0 0 0,0 0 1 0 0,0 0-1 0 0,-1-1 0 0 0,1 1 0 0 0,0 0 0 0 0,0 0 0 0 0,-1 0 0 0 0,1 0 0 0 0,0 0 0 0 0,0 0 0 0 0,-1 0 1 0 0,1 0-1 0 0,0 0 0 0 0,0 1 0 0 0,-1-1 0 0 0,1 0 0 0 0,0 0 0 0 0,0 1 0 0 0,-1-1 0 0 0,1 0 0 0 0,0 1 0 0 0,-1-1 1 0 0,1 1-1 0 0,0 0 0 0 0,0 0 25 0 0,0 0 0 0 0,-1 0 0 0 0,1 1 0 0 0,0-1 1 0 0,-1 0-1 0 0,1 1 0 0 0,-1-1 0 0 0,0 0 0 0 0,1 1 0 0 0,-1-1 0 0 0,0 1 1 0 0,0-1-1 0 0,0 3 0 0 0,-1 4 228 0 0,1 1 1 0 0,-2 0-1 0 0,-2 12 0 0 0,4-20-278 0 0,-42 132 1911 0 0,27-93-1325 0 0,2 0 0 0 0,2 1 0 0 0,-8 65 0 0 0,18-102-507 0 0,1 0 0 0 0,0 0 0 0 0,0 1 0 0 0,0-1 0 0 0,0 0 0 0 0,1 0 0 0 0,0 1 0 0 0,0-1 0 0 0,0 0 0 0 0,3 6 0 0 0,-4-9-69 0 0,1 1-1 0 0,0-1 1 0 0,0 0-1 0 0,0 0 1 0 0,0 0 0 0 0,0 0-1 0 0,0 0 1 0 0,0 0 0 0 0,0-1-1 0 0,0 1 1 0 0,0 0 0 0 0,0 0-1 0 0,1-1 1 0 0,-1 1 0 0 0,0-1-1 0 0,0 1 1 0 0,1-1-1 0 0,-1 0 1 0 0,0 1 0 0 0,1-1-1 0 0,-1 0 1 0 0,0 0 0 0 0,1 0-1 0 0,-1 0 1 0 0,1 0 0 0 0,-1 0-1 0 0,0 0 1 0 0,1 0-1 0 0,-1-1 1 0 0,0 1 0 0 0,1-1-1 0 0,-1 1 1 0 0,0-1 0 0 0,0 1-1 0 0,2-2 1 0 0,10-3-119 0 0,-1-1 0 0 0,0-1 0 0 0,0 0 0 0 0,-1-1 0 0 0,20-17 0 0 0,22-25-4362 0 0,-51 49 4289 0 0,24-25-4223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5.9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11975 0 0,'-4'19'230'0'0,"0"1"1"0"0,1 1-1 0 0,1-1 0 0 0,1 0 0 0 0,1 1 0 0 0,3 23 0 0 0,-2 1-86 0 0,5 110 117 0 0,30 186-1 0 0,-19-250-201 0 0,6 5-20 0 0,-18-75-115 0 0,2-6-55 0 0,21 47-12 0 0,-27-60 117 0 0,0 0-1 0 0,0 1 1 0 0,0-1-1 0 0,1 0 1 0 0,-1 0-1 0 0,1 0 0 0 0,-1 0 1 0 0,1 0-1 0 0,3 2 1 0 0,-4-3 9 0 0,-1-1 0 0 0,0 0 1 0 0,1 0-1 0 0,-1 1 0 0 0,0-1 0 0 0,1 0 1 0 0,-1 0-1 0 0,1 0 0 0 0,-1 0 0 0 0,1 0 1 0 0,-1 0-1 0 0,0 0 0 0 0,1 0 0 0 0,-1 0 1 0 0,1 0-1 0 0,-1 0 0 0 0,1 0 0 0 0,-1 0 1 0 0,0 0-1 0 0,1 0 0 0 0,-1 0 0 0 0,1 0 1 0 0,-1-1-1 0 0,0 1 0 0 0,1 0 0 0 0,-1 0 1 0 0,1 0-1 0 0,-1-1 0 0 0,0 1 0 0 0,1-1 1 0 0,1-2-86 0 0,0 0 0 0 0,0 0 0 0 0,0 0 1 0 0,0 0-1 0 0,-1-1 0 0 0,1 1 0 0 0,-1 0 1 0 0,1-5-1 0 0,0 3 58 0 0,62-208-229 0 0,36-95-243 0 0,-99 307 515 0 0,23-48-20 0 0,-23 46 22 0 0,0 1 1 0 0,1-1-1 0 0,0 1 1 0 0,-1 0-1 0 0,1 0 1 0 0,0 0-1 0 0,0 0 1 0 0,0 0-1 0 0,0 0 0 0 0,1 1 1 0 0,-1-1-1 0 0,0 1 1 0 0,1-1-1 0 0,-1 1 1 0 0,1 0-1 0 0,3-1 1 0 0,-3 2 17 0 0,-1 0 1 0 0,0 0-1 0 0,0 1 0 0 0,0-1 1 0 0,0 1-1 0 0,0 0 1 0 0,0-1-1 0 0,0 1 0 0 0,0 0 1 0 0,0 0-1 0 0,0 0 1 0 0,0 1-1 0 0,0-1 1 0 0,-1 0-1 0 0,1 1 0 0 0,0-1 1 0 0,-1 1-1 0 0,0-1 1 0 0,1 1-1 0 0,1 2 0 0 0,0-1 32 0 0,-1 0 143 0 0,6 15 39 0 0,24 54 20 0 0,-20-37 3 0 0,8 30 6 0 0,-10-29 23 0 0,12 43 16 0 0,-10-36 3 0 0,12 48-36 0 0,-13-49-158 0 0,-5-19-99 0 0,18 63 46 0 0,2-16-47 0 0,-18-52-4 0 0,19 29 0 0 0,-26-46-4 0 0,-1 0 1 0 0,1 0-1 0 0,-1 0 0 0 0,1 0 0 0 0,-1-1 1 0 0,1 1-1 0 0,-1 0 0 0 0,1 0 0 0 0,0 0 0 0 0,0-1 1 0 0,-1 1-1 0 0,1 0 0 0 0,0-1 0 0 0,0 1 0 0 0,0-1 1 0 0,-1 1-1 0 0,1-1 0 0 0,0 1 0 0 0,0-1 1 0 0,0 0-1 0 0,0 1 0 0 0,0-1 0 0 0,0 0 0 0 0,0 0 1 0 0,0 0-1 0 0,0 0 0 0 0,0 0 0 0 0,0 0 0 0 0,0 0 1 0 0,0 0-1 0 0,0 0 0 0 0,0 0 0 0 0,0 0 1 0 0,0-1-1 0 0,0 1 0 0 0,0 0 0 0 0,0-1 0 0 0,0 1 1 0 0,0-1-1 0 0,0 1 0 0 0,0-1 0 0 0,-1 1 0 0 0,1-1 1 0 0,0 1-1 0 0,1-2 0 0 0,2-2 15 0 0,-1-1-1 0 0,1 1 1 0 0,-1-1 0 0 0,0 0 0 0 0,4-8-1 0 0,-5 10-14 0 0,30-66-398 0 0,-4-1 0 0 0,35-128 1 0 0,-38 115 190 0 0,-21 69 96 0 0,-3 8 27 0 0,0 1 0 0 0,1-1 0 0 0,0 0 0 0 0,0 1-1 0 0,1-1 1 0 0,0 1 0 0 0,0 0 0 0 0,4-7 0 0 0,-6 12 77 0 0,-1-1-1 0 0,0 1 1 0 0,1 0-1 0 0,-1-1 1 0 0,1 1-1 0 0,-1 0 1 0 0,1-1-1 0 0,-1 1 1 0 0,1 0-1 0 0,0 0 1 0 0,-1 0-1 0 0,1-1 1 0 0,-1 1 0 0 0,1 0-1 0 0,-1 0 1 0 0,1 0-1 0 0,-1 0 1 0 0,1 0-1 0 0,0 0 1 0 0,-1 0-1 0 0,1 0 1 0 0,-1 0-1 0 0,1 1 1 0 0,-1-1-1 0 0,1 0 1 0 0,0 0-1 0 0,-1 0 1 0 0,1 1-1 0 0,-1-1 1 0 0,1 0-1 0 0,-1 0 1 0 0,1 1-1 0 0,-1-1 1 0 0,0 0-1 0 0,1 1 1 0 0,-1-1-1 0 0,1 1 1 0 0,-1-1-1 0 0,0 1 1 0 0,1-1-1 0 0,-1 1 1 0 0,0-1-1 0 0,1 1 1 0 0,-1 0-1 0 0,14 25-99 0 0,-14-26 105 0 0,15 42 0 0 0,16 63 16 0 0,4 24 118 0 0,-30-109-126 0 0,19 57 53 0 0,-5-23-158 0 0,-14-40-67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6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 6991 0 0,'0'-3'152'0'0,"1"14"32"0"0,1 1 8 0 0,0-1 8 0 0,2-2-200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16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1 445 7567 0 0,'0'0'167'0'0,"3"13"28"0"0,19 65 235 0 0,17 65-30 0 0,-13-37-8 0 0,-21-82-313 0 0,14 67 409 0 0,-12-127 45 0 0,35-210 827 0 0,-24 149-1088 0 0,-16 85-176 0 0,17-73 734 0 0,-17 77-668 0 0,1 1 1 0 0,0-1-1 0 0,0 1 1 0 0,1 0-1 0 0,-1-1 1 0 0,2 2-1 0 0,-1-1 1 0 0,8-9-1 0 0,-10 15-96 0 0,0-1-1 0 0,0 0 1 0 0,0 1-1 0 0,1-1 1 0 0,-1 1-1 0 0,0 0 1 0 0,1-1-1 0 0,-1 1 1 0 0,1 0-1 0 0,-1 1 1 0 0,1-1-1 0 0,-1 0 1 0 0,1 1-1 0 0,-1-1 1 0 0,1 1-1 0 0,0 0 1 0 0,-1 0-1 0 0,1 0 1 0 0,0 0-1 0 0,-1 0 1 0 0,1 1-1 0 0,5 1 1 0 0,1 0 28 0 0,0 2 0 0 0,0-1 0 0 0,0 1 0 0 0,-1 0 0 0 0,9 7 0 0 0,19 13 61 0 0,26 27-125 0 0,15 14-30 0 0,3-5 0 0 0,-64-49-16 0 0,0 0 0 0 0,1-1 0 0 0,0-1 0 0 0,1 0 0 0 0,28 8 0 0 0,-38-14 10 0 0,0-1 0 0 0,1 0 0 0 0,-1-1 0 0 0,1 0 0 0 0,0 0 0 0 0,-1-1 0 0 0,1 0 0 0 0,0-1 0 0 0,-1 0 0 0 0,1 0 0 0 0,-1-1 0 0 0,1 0 0 0 0,-1 0 0 0 0,0-1 0 0 0,8-4 0 0 0,-2 0 32 0 0,-1-1 1 0 0,0-1-1 0 0,-1 0 0 0 0,0 0 0 0 0,-1-1 0 0 0,0-1 1 0 0,0 0-1 0 0,-1-1 0 0 0,-1 1 0 0 0,12-19 0 0 0,-6 5 40 0 0,-1-1-1 0 0,0 0 1 0 0,-2-1 0 0 0,12-41-1 0 0,-18 47-70 0 0,-1-1 0 0 0,-1 1 0 0 0,0-1 0 0 0,-1-33 0 0 0,-3 42-44 0 0,0 0 1 0 0,-1 0-1 0 0,-1 1 0 0 0,0-1 0 0 0,0 1 0 0 0,-2-1 0 0 0,1 1 1 0 0,-2 0-1 0 0,-5-12 0 0 0,8 21 30 0 0,1 0-1 0 0,-1 0 1 0 0,0 0 0 0 0,0 0 0 0 0,0 1 0 0 0,0-1-1 0 0,0 1 1 0 0,0-1 0 0 0,-1 1 0 0 0,1 0-1 0 0,-1 0 1 0 0,0 0 0 0 0,0 0 0 0 0,0 0-1 0 0,0 1 1 0 0,0-1 0 0 0,0 1 0 0 0,-5-2 0 0 0,6 3 14 0 0,-1 0 0 0 0,0 0 0 0 0,1 0 0 0 0,-1 0 0 0 0,1 0 0 0 0,-1 1 1 0 0,1-1-1 0 0,-1 1 0 0 0,1 0 0 0 0,-1 0 0 0 0,1 0 0 0 0,0 0 0 0 0,-1 0 1 0 0,1 0-1 0 0,0 0 0 0 0,0 1 0 0 0,0-1 0 0 0,0 1 0 0 0,0 0 1 0 0,0-1-1 0 0,0 1 0 0 0,0 0 0 0 0,1 0 0 0 0,-3 4 0 0 0,-1 3 16 0 0,-1 0-1 0 0,2 0 1 0 0,-1 1-1 0 0,1 0 1 0 0,1 0-1 0 0,0 0 1 0 0,-3 14-1 0 0,-6 63 314 0 0,11-82-308 0 0,1 25 176 0 0,6 32 136 0 0,0-29 66 0 0,13 37 12 0 0,-18-66-346 0 0,0 0-1 0 0,0 0 1 0 0,1 1 0 0 0,0-1-1 0 0,0 0 1 0 0,3 5 0 0 0,33 58 397 0 0,-36-63-389 0 0,0 1 0 0 0,1-2 0 0 0,-1 1 1 0 0,1 0-1 0 0,0 0 0 0 0,5 4 0 0 0,2 3 34 0 0,11 11 167 0 0,0-1 0 0 0,43 34 1 0 0,-45-42-288 0 0,1 0 1 0 0,1-1-1 0 0,0-1 1 0 0,38 15-1 0 0,-41-20-2521 0 0,32 5 0 0 0,6-3-3813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5.4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512 61 6847 0 0,'1'-16'578'0'0,"-1"12"-452"0"0,1 0 0 0 0,-1 0 0 0 0,0-1 0 0 0,0 1-1 0 0,0 0 1 0 0,-1 0 0 0 0,1-1 0 0 0,-3-4 0 0 0,3 9-117 0 0,0-1 0 0 0,0 1 1 0 0,-1 0-1 0 0,1 0 0 0 0,0 0 0 0 0,0 0 1 0 0,-1 0-1 0 0,1 0 0 0 0,0 0 0 0 0,0 0 1 0 0,-1 0-1 0 0,1-1 0 0 0,0 1 0 0 0,-1 0 0 0 0,1 0 1 0 0,0 1-1 0 0,0-1 0 0 0,-1 0 0 0 0,1 0 1 0 0,0 0-1 0 0,-1 0 0 0 0,1 0 0 0 0,0 0 1 0 0,0 0-1 0 0,-1 0 0 0 0,1 0 0 0 0,0 1 0 0 0,0-1 1 0 0,-1 0-1 0 0,1 0 0 0 0,0 0 0 0 0,0 1 1 0 0,0-1-1 0 0,-1 0 0 0 0,1 1 0 0 0,-12 9 27 0 0,10-8-24 0 0,-23 22 15 0 0,2 1 1 0 0,0 1-1 0 0,-30 45 1 0 0,-45 96 70 0 0,26-32 11 0 0,-69 188 1 0 0,128-286-102 0 0,2 0 0 0 0,-11 66 0 0 0,19-82 14 0 0,2 0 0 0 0,0 30 0 0 0,2-25 1 0 0,2-1-1 0 0,10 47 0 0 0,-10-60-21 0 0,0 1 0 0 0,1-1 1 0 0,0 0-1 0 0,1 0 0 0 0,0 0 0 0 0,1-1 1 0 0,1 0-1 0 0,0 0 0 0 0,0 0 0 0 0,16 16 0 0 0,-14-17-117 0 0,1-1 0 0 0,0 0-1 0 0,0 0 1 0 0,1-1-1 0 0,0-1 1 0 0,1 0-1 0 0,0-1 1 0 0,0 0 0 0 0,0 0-1 0 0,1-2 1 0 0,21 7-1 0 0,-25-9 27 0 0,1-1 0 0 0,-1 0 0 0 0,1 0-1 0 0,-1-1 1 0 0,1 0 0 0 0,-1 0-1 0 0,1-1 1 0 0,0-1 0 0 0,-1 1-1 0 0,0-2 1 0 0,1 1 0 0 0,-1-1 0 0 0,0-1-1 0 0,0 1 1 0 0,-1-2 0 0 0,16-9-1 0 0,-12 6-5 0 0,0-1 0 0 0,-1 0 0 0 0,17-19 0 0 0,-23 24 188 0 0,-1-2 1 0 0,0 1-1 0 0,0 0 0 0 0,-1-1 0 0 0,0 0 0 0 0,0 0 0 0 0,0 0 0 0 0,0 0 0 0 0,-1 0 1 0 0,2-10-1 0 0,-5 12 574 0 0,-6 10-296 0 0,-5 10-24 0 0,-17 34 98 0 0,2 2 0 0 0,-40 110 0 0 0,-11 123 754 0 0,58-172-1001 0 0,5 1-1 0 0,-1 178 1 0 0,18-208-197 0 0,4 19-13 0 0,0-61-819 0 0,13 57-3075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6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182 178 9815 0 0,'2'-12'286'0'0,"0"0"-1"0"0,1 0 0 0 0,0 0 1 0 0,1 0-1 0 0,0 1 0 0 0,1 0 1 0 0,1 0-1 0 0,8-14 0 0 0,-10 19-124 0 0,1 1-1 0 0,0-1 1 0 0,0 1-1 0 0,0 0 1 0 0,1 0-1 0 0,0 0 0 0 0,-1 1 1 0 0,2 0-1 0 0,11-6 1 0 0,-16 9-133 0 0,0 0 0 0 0,0 1 0 0 0,0-1 0 0 0,0 1 0 0 0,0-1-1 0 0,0 1 1 0 0,-1 0 0 0 0,1 0 0 0 0,0-1 0 0 0,0 2 0 0 0,0-1 0 0 0,0 0 0 0 0,0 0 0 0 0,0 1 0 0 0,0-1 0 0 0,0 1 0 0 0,2 0 0 0 0,-2 0-16 0 0,0 1 0 0 0,0-1 1 0 0,0 1-1 0 0,-1-1 0 0 0,1 1 1 0 0,0 0-1 0 0,-1-1 0 0 0,1 1 1 0 0,-1 0-1 0 0,0 0 0 0 0,1 0 1 0 0,-1 0-1 0 0,0 1 0 0 0,0-1 1 0 0,0 0-1 0 0,-1 0 0 0 0,2 5 1 0 0,1 6-11 0 0,-1 1 0 0 0,0-1 0 0 0,-1 1 0 0 0,-1 0 0 0 0,0-1 0 0 0,-1 1 0 0 0,0-1 0 0 0,-5 24 0 0 0,-3-2-3 0 0,-1-1-1 0 0,-16 38 1 0 0,-18 22-189 0 0,-85 137 0 0 0,31-60-38 0 0,97-170 224 0 0,-26 56-284 0 0,25-53 266 0 0,0 1 1 0 0,1-1-1 0 0,0 0 0 0 0,0 1 1 0 0,0-1-1 0 0,0 1 1 0 0,1-1-1 0 0,0 1 0 0 0,0 0 1 0 0,0-1-1 0 0,1 6 0 0 0,0-8 16 0 0,0 1 0 0 0,0-1-1 0 0,0 0 1 0 0,0 0 0 0 0,0-1-1 0 0,1 1 1 0 0,-1 0 0 0 0,0 0-1 0 0,1-1 1 0 0,0 1 0 0 0,-1-1-1 0 0,1 1 1 0 0,0-1 0 0 0,0 0-1 0 0,0 1 1 0 0,0-1 0 0 0,0 0-1 0 0,0 0 1 0 0,0-1 0 0 0,0 1-1 0 0,0 0 1 0 0,1-1 0 0 0,-1 1-1 0 0,3-1 1 0 0,8 2 20 0 0,1 0-1 0 0,25-1 1 0 0,-24-1-3 0 0,76-1 529 0 0,157-22 0 0 0,-25-19-3030 0 0,-204 37 1174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6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48 6911 0 0,'0'-38'4996'0'0,"0"29"-1760"0"0,0 27-1780 0 0,-1 8-1551 0 0,-2 1 1 0 0,0-1-1 0 0,-2 0 0 0 0,-9 32 0 0 0,-41 101-620 0 0,36-107 607 0 0,-20 48-305 0 0,-37 119-1109 0 0,75-216 1436 0 0,-1 2-102 0 0,1 0 0 0 0,-1 0 1 0 0,1 1-1 0 0,1-1 0 0 0,-1 0 0 0 0,0 0 0 0 0,1 1 0 0 0,0-1 0 0 0,1 0 0 0 0,-1 0 0 0 0,3 10 0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6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459 1 13359 0 0,'-10'8'1184'0'0,"-3"8"-944"0"0,-5 11-240 0 0,1 4 0 0 0,5-2-96 0 0,1-3-72 0 0,1-4-16 0 0,-3 5 0 0 0,-9 18 80 0 0,-14 30 8 0 0,-10 26 8 0 0,-5 15 0 0 0,0 0-360 0 0,4-13-80 0 0,7-14-16 0 0,7-14-2792 0 0,4-15-568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19 900 7919 0 0,'-18'-20'714'0'0,"17"18"-678"0"0,1 0 0 0 0,0 0 1 0 0,0 0-1 0 0,0 1 0 0 0,0-1 1 0 0,1 0-1 0 0,-1 0 0 0 0,0 0 0 0 0,1 0 1 0 0,1-3-1 0 0,-1 0 126 0 0,8-28 170 0 0,2 0 0 0 0,1 0 1 0 0,22-40-1 0 0,59-88-1024 0 0,-43 88-61 0 0,2 3-1 0 0,4 2 1 0 0,2 3-1 0 0,128-110 0 0 0,-181 171 756 0 0,4-5 41 0 0,0 2 1 0 0,1-1-1 0 0,-1 1 0 0 0,1 1 0 0 0,1 0 0 0 0,-1 0 0 0 0,19-6 0 0 0,-28 12-20 0 0,0 0-1 0 0,0-1 1 0 0,-1 1 0 0 0,1 0 0 0 0,0 0-1 0 0,0 0 1 0 0,0 0 0 0 0,0 0-1 0 0,-1 0 1 0 0,1 0 0 0 0,0 0-1 0 0,0 0 1 0 0,0 1 0 0 0,-1-1-1 0 0,1 0 1 0 0,0 0 0 0 0,0 1 0 0 0,0-1-1 0 0,-1 1 1 0 0,1-1 0 0 0,0 0-1 0 0,-1 1 1 0 0,1-1 0 0 0,0 1-1 0 0,0 1 1 0 0,0-1 48 0 0,0 1 1 0 0,0-1-1 0 0,-1 1 0 0 0,1-1 1 0 0,0 1-1 0 0,-1 0 0 0 0,1-1 0 0 0,-1 1 1 0 0,0 0-1 0 0,1 0 0 0 0,-1 2 1 0 0,0 6 290 0 0,-1-1 0 0 0,0 0 0 0 0,-3 14 0 0 0,4-23-352 0 0,-12 49 1272 0 0,-38 90 1 0 0,35-104-926 0 0,2 1 0 0 0,1 1-1 0 0,2 0 1 0 0,-10 64 0 0 0,20-97-340 0 0,-1 0-1 0 0,1 0 1 0 0,0 0 0 0 0,0 1-1 0 0,0-1 1 0 0,1 0-1 0 0,0 0 1 0 0,-1 0 0 0 0,1 0-1 0 0,1 0 1 0 0,-1 0-1 0 0,1 0 1 0 0,-1-1-1 0 0,1 1 1 0 0,0 0 0 0 0,0-1-1 0 0,4 4 1 0 0,-4-4-8 0 0,1-1 1 0 0,0 0 0 0 0,0 0 0 0 0,0 0-1 0 0,0 0 1 0 0,0-1 0 0 0,0 1 0 0 0,1-1-1 0 0,-1 0 1 0 0,0 0 0 0 0,1 0-1 0 0,-1 0 1 0 0,1 0 0 0 0,-1-1 0 0 0,1 0-1 0 0,-1 0 1 0 0,1 0 0 0 0,-1 0 0 0 0,1 0-1 0 0,4-1 1 0 0,6-2 21 0 0,0 0 1 0 0,-1-1-1 0 0,1 0 1 0 0,-1-1-1 0 0,1-1 1 0 0,-1 0-1 0 0,13-9 1 0 0,83-59 132 0 0,-106 71-159 0 0,453-396 263 0 0,-448 392-268 0 0,62-69-2432 0 0,-65 72 1024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7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189 1 5151 0 0,'0'10'164'0'0,"-1"1"0"0"0,-1 0 0 0 0,0-1 0 0 0,0 0 0 0 0,-6 15 0 0 0,-24 52 1431 0 0,13-32-979 0 0,-12 28-44 0 0,-27 76 337 0 0,49-124-708 0 0,2 0 0 0 0,1 0 0 0 0,2 1 0 0 0,-3 26-1 0 0,7-46-127 0 0,0 0-1 0 0,0 1 1 0 0,0-1-1 0 0,1 0 1 0 0,-1 0-1 0 0,2 0 1 0 0,-1 0-1 0 0,3 8 1 0 0,-3-12-35 0 0,0 0 0 0 0,0 0 0 0 0,0-1 0 0 0,0 1 0 0 0,0-1 0 0 0,0 1 0 0 0,0-1 0 0 0,1 1 0 0 0,-1-1 0 0 0,1 0 0 0 0,-1 0 0 0 0,1 1 0 0 0,-1-1 0 0 0,1 0 0 0 0,-1 0 0 0 0,1 0 0 0 0,0-1 0 0 0,0 1 0 0 0,-1 0 0 0 0,1-1 0 0 0,0 1 0 0 0,0-1 0 0 0,0 0 0 0 0,0 1 0 0 0,0-1 0 0 0,-1 0 0 0 0,1 0 0 0 0,0 0 0 0 0,0 0 0 0 0,3-1 0 0 0,4-1 164 0 0,0-1 0 0 0,0 0 0 0 0,-1 0 0 0 0,1 0 1 0 0,-1-1-1 0 0,0-1 0 0 0,0 1 0 0 0,13-11 0 0 0,56-51 933 0 0,-69 59-1016 0 0,41-40 107 0 0,-2-3 0 0 0,-3-1 0 0 0,-1-3-1 0 0,-3-1 1 0 0,39-72 0 0 0,-72 116-339 0 0,-2 0 0 0 0,1 0 1 0 0,-2 0-1 0 0,1 0 0 0 0,-2-1 0 0 0,5-22 1 0 0,-7 34 73 0 0,-1-1 0 0 0,0 0 1 0 0,0 1-1 0 0,0-1 1 0 0,0 1-1 0 0,0-1 0 0 0,0 0 1 0 0,0 1-1 0 0,0-1 1 0 0,0 1-1 0 0,0-1 1 0 0,0 0-1 0 0,0 1 0 0 0,0-1 1 0 0,-1 1-1 0 0,1-1 1 0 0,0 1-1 0 0,0-1 0 0 0,-1 1 1 0 0,1-1-1 0 0,0 1 1 0 0,-1-1-1 0 0,1 1 1 0 0,-1-2-1 0 0,0 2-12 0 0,1 0 0 0 0,-1 0 0 0 0,1 0-1 0 0,-1 0 1 0 0,1 0 0 0 0,-1 0 0 0 0,0 0 0 0 0,1 1 0 0 0,-1-1 0 0 0,1 0-1 0 0,-1 0 1 0 0,1 0 0 0 0,-1 0 0 0 0,1 1 0 0 0,-1-1 0 0 0,1 0 0 0 0,-1 0-1 0 0,1 1 1 0 0,-2 0 0 0 0,-20 22-1383 0 0,19-19 1195 0 0,1 1 0 0 0,-1 0 0 0 0,1 1-1 0 0,0-1 1 0 0,1 0 0 0 0,-1 1 0 0 0,1-1 0 0 0,0 1-1 0 0,0-1 1 0 0,1 1 0 0 0,0 10 0 0 0,2 2-3443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7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430 55 3679 0 0,'13'-9'-355'0'0,"1"-1"1030"0"0,0 2-1 0 0,21-11 0 0 0,-33 18-469 0 0,1-1 0 0 0,0 1 0 0 0,0 0 0 0 0,0 0 0 0 0,0 0 0 0 0,0 1 0 0 0,0-1 0 0 0,0 1 0 0 0,0-1 0 0 0,0 1 0 0 0,0 0 0 0 0,0 0 0 0 0,0 0 0 0 0,0 1 0 0 0,0-1 0 0 0,0 1 0 0 0,0 0 0 0 0,0 0 0 0 0,5 2 0 0 0,-7-2-167 0 0,0-1 1 0 0,0 1-1 0 0,0 0 0 0 0,-1 0 0 0 0,1 0 0 0 0,0 0 0 0 0,0 0 0 0 0,-1 0 0 0 0,1 1 0 0 0,0-1 0 0 0,-1 0 0 0 0,1 0 0 0 0,-1 0 1 0 0,0 1-1 0 0,1-1 0 0 0,-1 0 0 0 0,0 0 0 0 0,0 1 0 0 0,0-1 0 0 0,0 0 0 0 0,0 0 0 0 0,0 1 0 0 0,0-1 0 0 0,0 0 1 0 0,0 1-1 0 0,-1-1 0 0 0,0 2 0 0 0,-13 37 316 0 0,13-38-312 0 0,-25 51 499 0 0,-52 78 1 0 0,-45 44 506 0 0,8-12 93 0 0,54-70-648 0 0,-83 170-1 0 0,141-257-510 0 0,1-2-70 0 0,0 1 0 0 0,0-1 0 0 0,1 1 0 0 0,-1-1 0 0 0,1 1 0 0 0,0 0 0 0 0,-1 8 0 0 0,2-13 68 0 0,0 0 0 0 0,0 0 1 0 0,0-1-1 0 0,0 1 0 0 0,0 0 0 0 0,0 0 1 0 0,0 0-1 0 0,0 0 0 0 0,1-1 1 0 0,-1 1-1 0 0,0 0 0 0 0,0 0 1 0 0,0 0-1 0 0,0 0 0 0 0,0 0 1 0 0,1-1-1 0 0,-1 1 0 0 0,0 0 0 0 0,0 0 1 0 0,0 0-1 0 0,0 0 0 0 0,1 0 1 0 0,-1 0-1 0 0,0 0 0 0 0,0 0 1 0 0,0 0-1 0 0,1 0 0 0 0,-1 0 0 0 0,0 0 1 0 0,0 0-1 0 0,0 0 0 0 0,1 0 1 0 0,-1 0-1 0 0,0 0 0 0 0,0 0 1 0 0,0 0-1 0 0,1 0 0 0 0,-1 0 1 0 0,0 0-1 0 0,0 0 0 0 0,0 0 0 0 0,1 0 1 0 0,-1 0-1 0 0,0 1 0 0 0,0-1 1 0 0,0 0-1 0 0,0 0 0 0 0,0 0 1 0 0,1 0-1 0 0,-1 0 0 0 0,0 0 0 0 0,0 1 1 0 0,0-1-1 0 0,0 0 0 0 0,0 0 1 0 0,0 0-1 0 0,0 1 0 0 0,0-1 1 0 0,1 0-1 0 0,-1 0 0 0 0,0 0 1 0 0,0 0-1 0 0,0 1 0 0 0,0-1 0 0 0,0 0 1 0 0,0 0-1 0 0,0 1 0 0 0,11-15-814 0 0,3-9-439 0 0,20-47 0 0 0,-27 55 947 0 0,10-23-442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3:27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7367 0 0,'-1'1'126'0'0,"0"-1"-1"0"0,0 1 0 0 0,0 0 0 0 0,0-1 0 0 0,1 1 1 0 0,-1 0-1 0 0,0-1 0 0 0,0 1 0 0 0,1 0 1 0 0,-1 0-1 0 0,0 0 0 0 0,1 0 0 0 0,-1-1 0 0 0,1 1 1 0 0,-1 0-1 0 0,1 0 0 0 0,0 0 0 0 0,-1 0 0 0 0,1 0 1 0 0,0 0-1 0 0,-1 1 0 0 0,1-1 0 0 0,0 0 1 0 0,0 0-1 0 0,0 0 0 0 0,0 0 0 0 0,0 1 0 0 0,5 37 2152 0 0,-2-27-2310 0 0,-3-2 201 0 0,10 32 1125 0 0,9 43-760 0 0,-10-48 3 0 0,18 59 322 0 0,-22-77-758 0 0,-1-1 60 0 0,2-1 1 0 0,10 24-1 0 0,15 33 75 0 0,-18-47-165 0 0,23 35 1 0 0,-30-52-256 0 0,2 0 0 0 0,-1-1 1 0 0,1 1-1 0 0,1-2 0 0 0,0 1 0 0 0,15 10 1 0 0,6 0-1138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5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125 461 4543 0 0,'-4'4'305'0'0,"-1"-1"-1"0"0,1 0 0 0 0,-1 0 0 0 0,0 0 0 0 0,-6 3 0 0 0,-20 13 1655 0 0,25-14-1527 0 0,0 1 0 0 0,-1-1 0 0 0,1 0 0 0 0,-1-1 0 0 0,0 0 0 0 0,-13 6 0 0 0,67-34 3570 0 0,-6 2-3708 0 0,288-176 1916 0 0,-270 159-1430 0 0,-34 23-793 0 0,55-36-779 0 0,110-93-1 0 0,-182 138 793 0 0,-3 3 0 0 0,0 0 0 0 0,-1-1 0 0 0,1 0 0 0 0,-1 0 0 0 0,8-10 0 0 0,-32 28-1241 0 0,1 9-952 0 0,8-11 283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6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14 7831 0 0,'-5'-8'332'0'0,"0"2"496"0"0,4 15 1414 0 0,33 647 15 0 0,-34 1-1322 0 0,0-409-377 0 0,25 420-256 0 0,-16-627-440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7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42 232 10135 0 0,'-7'-6'274'0'0,"-1"1"0"0"0,0 0 0 0 0,-10-4 0 0 0,30 25 958 0 0,-4-12-1238 0 0,0 0 0 0 0,0-1-1 0 0,0 0 1 0 0,1 0 0 0 0,-1 0 0 0 0,1-1-1 0 0,-1-1 1 0 0,1 1 0 0 0,0-1-1 0 0,17-1 1 0 0,8-1-30 0 0,50-9 1 0 0,-68 7 37 0 0,281-44 383 0 0,262-32 176 0 0,216 36-14 0 0,2 43-142 0 0,1058-49 70 0 0,-1307 32 866 0 0,1 36-114 0 0,158 49-678 0 0,-673-66-548 0 0,38 4 24 0 0,0-2 1 0 0,59-3 0 0 0,-111-1-25 0 0,0 0 0 0 0,0 0 0 0 0,0 0 0 0 0,1 0 0 0 0,-1 0 0 0 0,0 0 0 0 0,0 0 0 0 0,0 0 0 0 0,0 0 1 0 0,0 0-1 0 0,1 0 0 0 0,-1 0 0 0 0,0 0 0 0 0,0 0 0 0 0,0 0 0 0 0,0 0 0 0 0,0 0 0 0 0,0 0 1 0 0,1 0-1 0 0,-1 0 0 0 0,0 0 0 0 0,0 0 0 0 0,0-1 0 0 0,0 1 0 0 0,0 0 0 0 0,0 0 0 0 0,0 0 0 0 0,1 0 1 0 0,-1 0-1 0 0,0 0 0 0 0,0 0 0 0 0,0 0 0 0 0,0-1 0 0 0,0 1 0 0 0,0 0 0 0 0,0 0 0 0 0,0 0 0 0 0,0 0 1 0 0,0 0-1 0 0,0 0 0 0 0,0-1 0 0 0,0 1 0 0 0,0 0 0 0 0,0 0 0 0 0,0 0 0 0 0,0 0 0 0 0,0 0 1 0 0,0 0-1 0 0,0-1 0 0 0,0 1 0 0 0,0 0 0 0 0,0 0 0 0 0,0 0 0 0 0,0 0 0 0 0,0 0 0 0 0,0 0 0 0 0,0-1 1 0 0,0 1-1 0 0,0 0 0 0 0,0 0 0 0 0,-1 0 0 0 0,1 0 0 0 0,0 0 0 0 0,0 0 0 0 0,0 0 0 0 0,0 0 0 0 0,0-1 1 0 0,0 1-1 0 0,-15-11-220 0 0,-21-10-2489 0 0,23 14 1337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8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22 155 11023 0 0,'-1'0'59'0'0,"0"0"0"0"0,0 0-1 0 0,-1 0 1 0 0,1 0 0 0 0,0 0-1 0 0,0 0 1 0 0,0 1 0 0 0,0-1-1 0 0,-1 0 1 0 0,1 1 0 0 0,0-1-1 0 0,0 1 1 0 0,0-1 0 0 0,0 1-1 0 0,0-1 1 0 0,0 1 0 0 0,0 0-1 0 0,-1 1 1 0 0,2-2-49 0 0,0 1 0 0 0,0-1 0 0 0,0 1 0 0 0,1 0 1 0 0,-1-1-1 0 0,0 1 0 0 0,0-1 0 0 0,0 1 0 0 0,1-1 0 0 0,-1 1 0 0 0,0-1 0 0 0,0 1 0 0 0,1-1 1 0 0,-1 1-1 0 0,0-1 0 0 0,1 0 0 0 0,-1 1 0 0 0,1-1 0 0 0,-1 0 0 0 0,1 1 0 0 0,-1-1 1 0 0,1 0-1 0 0,-1 1 0 0 0,1-1 0 0 0,0 1 0 0 0,44 20 104 0 0,-13-11 38 0 0,0 0 0 0 0,0-2 0 0 0,62 7 0 0 0,104-5 520 0 0,474-33 2204 0 0,-392 7-2266 0 0,870-83 351 0 0,-280 16-172 0 0,701 56-333 0 0,-365 117-82 0 0,-882-71 1146 0 0,-311-51-5762 0 0,-7 23 3030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9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23 14079 0 0,'1'0'19'0'0,"-1"0"-1"0"0,0-1 1 0 0,0 1-1 0 0,0 0 0 0 0,1 0 1 0 0,-1-1-1 0 0,0 1 1 0 0,0 0-1 0 0,0 0 1 0 0,0-1-1 0 0,0 1 0 0 0,1 0 1 0 0,-1 0-1 0 0,0-1 1 0 0,0 1-1 0 0,0 0 1 0 0,0-1-1 0 0,0 1 0 0 0,0 0 1 0 0,0-1-1 0 0,0 1 1 0 0,0 0-1 0 0,0-1 1 0 0,0 1-1 0 0,0 0 1 0 0,0-1-1 0 0,0 1 0 0 0,-1 0 1 0 0,1 0-1 0 0,0-1 1 0 0,0 1-1 0 0,0 0 1 0 0,0 0-1 0 0,0-1 0 0 0,-1 1 1 0 0,1 0-1 0 0,0 0 1 0 0,-1-1-1 0 0,-3-11 821 0 0,9 17-296 0 0,1 4-418 0 0,9 33-108 0 0,-5 8-70 0 0,19 236 39 0 0,-33 292 1059 0 0,-37 2 204 0 0,10-170-735 0 0,27-353-503 0 0,0-4 32 0 0,-5 70-59 0 0,7-112-244 0 0,3-17-293 0 0,2-19-394 0 0,0 0 349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09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15 812 8143 0 0,'-14'7'1401'0'0,"17"-16"1014"0"0,21-18-912 0 0,193-232 118 0 0,-34 37-1270 0 0,-141 177-229 0 0,2 1-1 0 0,81-61 1 0 0,-91 79-28 0 0,-14 10-49 0 0,0 1 0 0 0,1 1 0 0 0,36-18 0 0 0,-39 28-38 0 0,-17 4-132 0 0,-1 0 0 0 0,0 0 0 0 0,1 0 0 0 0,-1 0 0 0 0,1 1-1 0 0,-1-1 1 0 0,1 0 0 0 0,-1 0 0 0 0,0 1 0 0 0,1-1 0 0 0,-1 0 0 0 0,1 0 0 0 0,-1 1 0 0 0,0-1 0 0 0,1 0 0 0 0,-1 1 0 0 0,0-1 0 0 0,0 1 0 0 0,1-1 0 0 0,-1 0 0 0 0,0 1 0 0 0,0-1 0 0 0,0 1 0 0 0,1-1 0 0 0,-1 1 0 0 0,0-1 0 0 0,0 0 0 0 0,0 1 0 0 0,0-1 0 0 0,0 1 0 0 0,0-1 0 0 0,0 1 0 0 0,0-1 0 0 0,0 1 0 0 0,0-1 0 0 0,0 1 0 0 0,0 0 0 0 0,-2 12-4749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0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1445 16095 0 0,'0'0'32'0'0,"-1"0"1"0"0,1-1-1 0 0,-1 1 0 0 0,1 0 0 0 0,-1 0 0 0 0,1 0 0 0 0,-1 0 1 0 0,1-1-1 0 0,-1 1 0 0 0,1 0 0 0 0,-1 0 0 0 0,1-1 0 0 0,-1 1 1 0 0,1 0-1 0 0,-1-1 0 0 0,1 1 0 0 0,0-1 0 0 0,-1 1 0 0 0,1 0 1 0 0,0-1-1 0 0,-1 1 0 0 0,1-1 0 0 0,0 1 0 0 0,0-1 1 0 0,-1 1-1 0 0,1-1 0 0 0,0 1 0 0 0,0-2 0 0 0,2-19 551 0 0,19-26-250 0 0,-17 38-392 0 0,511-959-651 0 0,-342 722 1212 0 0,-107 159 132 0 0,-46 52-3443 0 0,-12 15-2926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0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0 16039 0 0,'-3'1'37'0'0,"1"0"0"0"0,-1 0 0 0 0,1 1 1 0 0,0-1-1 0 0,0 1 0 0 0,0-1 0 0 0,-1 1 0 0 0,1 0 0 0 0,1-1 0 0 0,-1 1 0 0 0,0 0 0 0 0,0 0 0 0 0,1 0 0 0 0,-1 1 0 0 0,1-1 0 0 0,0 0 0 0 0,-1 1 1 0 0,1-1-1 0 0,0 0 0 0 0,1 1 0 0 0,-1-1 0 0 0,-1 5 0 0 0,0 7 160 0 0,0 1 0 0 0,0-1-1 0 0,1 17 1 0 0,0-4-101 0 0,-47 1227-176 0 0,65-715-486 0 0,-3-320-5157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1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1 317 8695 0 0,'1'-3'68'0'0,"1"0"0"0"0,-1 0 0 0 0,1 1 0 0 0,0-1 0 0 0,0 0 0 0 0,0 1 0 0 0,0-1 0 0 0,1 1 0 0 0,-1-1 0 0 0,1 1 0 0 0,0 0 0 0 0,-1 0 0 0 0,1 0 0 0 0,0 1 0 0 0,0-1-1 0 0,5-1 1 0 0,6-2-35 0 0,0 0-1 0 0,23-4 0 0 0,-13 3 76 0 0,65-15 55 0 0,117-12 0 0 0,94 11 103 0 0,362 38 403 0 0,-416-2-575 0 0,855-19 3211 0 0,-212-11-2989 0 0,342 8 147 0 0,-582-69 191 0 0,42-3-496 0 0,-584 71-95 0 0,-52 3 123 0 0,-1 3 0 0 0,77 4 0 0 0,-107 4 5 0 0,-16-2-52 0 0,-14-2 190 0 0,6-1-305 0 0,0 0 0 0 0,0 0-1 0 0,-1 0 1 0 0,1 0 0 0 0,0 0 0 0 0,-1 0-1 0 0,1 0 1 0 0,0 0 0 0 0,0 0 0 0 0,-1 0 0 0 0,1 0-1 0 0,0-1 1 0 0,0 1 0 0 0,-1 0 0 0 0,1 0 0 0 0,0 0-1 0 0,0 0 1 0 0,0-1 0 0 0,-1 1 0 0 0,1 0 0 0 0,0 0-1 0 0,0 0 1 0 0,0-1 0 0 0,0 1 0 0 0,-1 0 0 0 0,1 0-1 0 0,0-1 1 0 0,0 1 0 0 0,0 0 0 0 0,0 0 0 0 0,0-1-1 0 0,0 1 1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49.4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229 154 3391 0 0,'36'-77'1436'0'0,"-2"0"4520"0"0,-54 105-5121 0 0,-16 11 28 0 0,-49 41 0 0 0,48-48-160 0 0,-58 67 1 0 0,76-71-480 0 0,19-27-234 0 0,-1 0 0 0 0,0 0 0 0 0,0 1 1 0 0,1-1-1 0 0,-1 0 0 0 0,1 0 0 0 0,-1 1 1 0 0,1-1-1 0 0,-1 1 0 0 0,1-1 0 0 0,0 0 1 0 0,0 1-1 0 0,-1-1 0 0 0,1 1 0 0 0,0-1 1 0 0,1 1-1 0 0,-1-1 0 0 0,0 0 0 0 0,0 1 1 0 0,1 1-1 0 0,10 1-1463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1.3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13 10423 0 0,'-4'-12'1471'0'0,"3"15"-423"0"0,5 28 128 0 0,-1-9-719 0 0,-2 26-86 0 0,-2 0 0 0 0,-15 87 0 0 0,8-77-27 0 0,-1 71-1 0 0,8-117-425 0 0,3 23-554 0 0,-2-35 560 0 0,1 1 0 0 0,-1-1 0 0 0,0 0 0 0 0,0 0 1 0 0,0 0-1 0 0,1 0 0 0 0,-1 0 0 0 0,0 0 0 0 0,0 0 0 0 0,0 0 1 0 0,1 0-1 0 0,-1 0 0 0 0,0 0 0 0 0,0-1 0 0 0,0 1 1 0 0,0 0-1 0 0,1 0 0 0 0,-1 0 0 0 0,0 0 0 0 0,2-4-1668 0 0,-1 3 1506 0 0,3-4-625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1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3 7279 0 0,'-1'0'106'0'0,"0"-1"0"0"0,1 1 0 0 0,-1 0-1 0 0,1 0 1 0 0,-1-1 0 0 0,0 1 0 0 0,1 0 0 0 0,-1 0-1 0 0,0 0 1 0 0,1 0 0 0 0,-1-1 0 0 0,0 1-1 0 0,0 0 1 0 0,1 0 0 0 0,-1 0 0 0 0,0 1 0 0 0,1-1-1 0 0,-1 0 1 0 0,0 0 0 0 0,1 0 0 0 0,-1 0-1 0 0,0 1 1 0 0,1-1 0 0 0,-1 0 0 0 0,0 1-1 0 0,1-1 1 0 0,-1 0 0 0 0,1 1 0 0 0,-1-1 0 0 0,1 1-1 0 0,-2 0 1 0 0,2 1 103 0 0,0 1-1 0 0,0-1 0 0 0,0 0 1 0 0,0 0-1 0 0,1 1 0 0 0,-1-1 1 0 0,0 0-1 0 0,1 0 1 0 0,0 3-1 0 0,0-2-434 0 0,14 74 577 0 0,-4 1 0 0 0,2 131 0 0 0,2-21-407 0 0,-15-183-632 0 0,-2-11-1580 0 0,1 1 90 0 0,-1-4-1448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2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94 3679 0 0,'-4'-13'-65'0'0,"2"10"941"0"0,1-1 1 0 0,0 1-1 0 0,0-1 0 0 0,0 0 1 0 0,0 0-1 0 0,0 1 0 0 0,0-9 1 0 0,1 12-700 0 0,1-1 0 0 0,-1 0 0 0 0,0 0 0 0 0,0 0 0 0 0,1 0 0 0 0,-1 0 0 0 0,0 1 0 0 0,1-1 0 0 0,-1 0 0 0 0,1 0 1 0 0,-1 0-1 0 0,1 1 0 0 0,-1-1 0 0 0,1 0 0 0 0,-1 1 0 0 0,1-1 0 0 0,0 1 0 0 0,0-1 0 0 0,1 0 0 0 0,16-5-689 0 0,66-4 1629 0 0,104 1-1 0 0,-129 7-800 0 0,-43 2-289 0 0,-8-1-14 0 0,0 0 1 0 0,0 1 0 0 0,0 1-1 0 0,0-1 1 0 0,13 4-1 0 0,-21-4-14 0 0,0 0 0 0 0,1 0-1 0 0,-1 1 1 0 0,0-1 0 0 0,0 0 0 0 0,0 0-1 0 0,0 0 1 0 0,0 1 0 0 0,0-1 0 0 0,0 0-1 0 0,0 0 1 0 0,1 0 0 0 0,-1 1 0 0 0,0-1-1 0 0,0 0 1 0 0,0 0 0 0 0,0 1 0 0 0,0-1-1 0 0,0 0 1 0 0,0 0 0 0 0,0 1 0 0 0,0-1-1 0 0,-1 0 1 0 0,1 0 0 0 0,0 0-1 0 0,0 1 1 0 0,0-1 0 0 0,0 0 0 0 0,0 0-1 0 0,0 0 1 0 0,0 1 0 0 0,0-1 0 0 0,-1 0-1 0 0,1 0 1 0 0,0 0 0 0 0,0 1 0 0 0,0-1-1 0 0,0 0 1 0 0,-1 0 0 0 0,1 0 0 0 0,0 0-1 0 0,0 0 1 0 0,0 0 0 0 0,-1 0 0 0 0,1 1-1 0 0,0-1 1 0 0,0 0 0 0 0,-1 0 0 0 0,1 0-1 0 0,-13 9-78 0 0,12-8 71 0 0,-71 40-9 0 0,-7 4 17 0 0,70-39 2 0 0,1 1-1 0 0,-1 0 1 0 0,1 0-1 0 0,0 0 0 0 0,1 1 1 0 0,-8 9-1 0 0,14-15-130 0 0,0 0-1 0 0,0-1 1 0 0,-1 1 0 0 0,1 0-1 0 0,0 0 1 0 0,0 0-1 0 0,1 0 1 0 0,-1 0-1 0 0,0 0 1 0 0,1 0 0 0 0,-1 0-1 0 0,1 0 1 0 0,-1 0-1 0 0,1 0 1 0 0,0 0 0 0 0,0 0-1 0 0,0 0 1 0 0,0 0-1 0 0,0 0 1 0 0,1 1-1 0 0,-1-1 1 0 0,1 0 0 0 0,-1 0-1 0 0,1 0 1 0 0,0 0-1 0 0,0 0 1 0 0,0-1 0 0 0,0 1-1 0 0,0 0 1 0 0,0 0-1 0 0,0 0 1 0 0,1-1-1 0 0,-1 1 1 0 0,1-1 0 0 0,-1 1-1 0 0,1-1 1 0 0,1 2-1 0 0,9 2-4689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2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11663 0 0,'1'-6'202'0'0,"-1"5"-114"0"0,0 0-1 0 0,0-1 1 0 0,1 1-1 0 0,-1 0 1 0 0,0-1-1 0 0,1 1 1 0 0,-1 0 0 0 0,1 0-1 0 0,-1-1 1 0 0,1 1-1 0 0,0 0 1 0 0,0 0-1 0 0,-1 0 1 0 0,1 0-1 0 0,0 0 1 0 0,0 0 0 0 0,0 0-1 0 0,1-1 1 0 0,1 0 247 0 0,-1 0 1 0 0,1 0 0 0 0,0 0-1 0 0,-1 0 1 0 0,1 1-1 0 0,0-1 1 0 0,4 0 0 0 0,-6 1-326 0 0,0 1-1 0 0,-1 0 1 0 0,1 0 0 0 0,0 0 0 0 0,-1 0-1 0 0,1 0 1 0 0,0 0 0 0 0,0 0 0 0 0,-1 0 0 0 0,1 0-1 0 0,0 0 1 0 0,0 0 0 0 0,-1 0 0 0 0,1 1 0 0 0,0-1-1 0 0,-1 0 1 0 0,1 1 0 0 0,0-1 0 0 0,-1 0 0 0 0,1 1-1 0 0,0-1 1 0 0,-1 1 0 0 0,1-1 0 0 0,-1 1 0 0 0,1-1-1 0 0,-1 1 1 0 0,1-1 0 0 0,-1 1 0 0 0,1 0 0 0 0,-1-1-1 0 0,0 1 1 0 0,1-1 0 0 0,-1 1 0 0 0,0 0-1 0 0,0 0 1 0 0,1-1 0 0 0,-1 1 0 0 0,0 0 0 0 0,0-1-1 0 0,0 2 1 0 0,1 0-105 0 0,-1-1 0 0 0,0 1-1 0 0,0-1 1 0 0,0 1 0 0 0,0-1-1 0 0,0 0 1 0 0,0 1 0 0 0,0-1-1 0 0,-1 1 1 0 0,1-1 0 0 0,0 1 0 0 0,-2 2-1 0 0,-5 8-4658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2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68 2759 0 0,'-8'-2'2745'0'0,"1"-1"-1"0"0,-1 0 0 0 0,-12-6 0 0 0,19 9-2623 0 0,0 0 0 0 0,0-1 0 0 0,-1 0 0 0 0,1 1 0 0 0,0-1-1 0 0,0 0 1 0 0,0 1 0 0 0,0-1 0 0 0,0 0 0 0 0,0 0-1 0 0,0 0 1 0 0,0 0 0 0 0,0 0 0 0 0,1 0 0 0 0,-1 0-1 0 0,0 0 1 0 0,0 0 0 0 0,1 0 0 0 0,-1 0 0 0 0,1-1-1 0 0,-1 1 1 0 0,1 0 0 0 0,0 0 0 0 0,-1-1 0 0 0,1 1 0 0 0,0 0-1 0 0,0-1 1 0 0,0 1 0 0 0,0 0 0 0 0,0 0 0 0 0,0-1-1 0 0,1-1 1 0 0,-1 2-240 0 0,1 0 0 0 0,0 0 0 0 0,-1 0 0 0 0,1 0 0 0 0,0 0-1 0 0,0 1 1 0 0,0-1 0 0 0,0 0 0 0 0,0 0 0 0 0,0 0 0 0 0,0 1 0 0 0,0-1 0 0 0,0 1 0 0 0,0-1-1 0 0,0 1 1 0 0,2-1 0 0 0,-3 1 28 0 0,5-3-1109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3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1 7055 0 0,'-4'5'228'0'0,"-1"1"0"0"0,1 0 0 0 0,-7 12 0 0 0,9-13-239 0 0,-1 0 0 0 0,0 0 0 0 0,0 0 0 0 0,0-1 0 0 0,-1 0 0 0 0,1 1 1 0 0,-1-1-1 0 0,-6 4 0 0 0,-6-3-675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5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144 48 4719 0 0,'-2'-1'97'0'0,"0"0"0"0"0,0 0-1 0 0,1 0 1 0 0,-1 0 0 0 0,0 0 0 0 0,1 0-1 0 0,-1 0 1 0 0,1 0 0 0 0,0-1-1 0 0,-1 1 1 0 0,1-1 0 0 0,0 1-1 0 0,0-1 1 0 0,0 1 0 0 0,0-1-1 0 0,0 0 1 0 0,0 0 0 0 0,0 1-1 0 0,0-1 1 0 0,1 0 0 0 0,-1 0 0 0 0,1 0-1 0 0,0 0 1 0 0,-1 0 0 0 0,1 0-1 0 0,0 1 1 0 0,0-1 0 0 0,0-3-1 0 0,-20 36 2538 0 0,9-14-2489 0 0,-22 26 1 0 0,22-30-952 0 0,0 0 0 0 0,1 1 1 0 0,-8 16-1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8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5 6911 0 0,'0'-1'125'0'0,"-1"1"1"0"0,1-1-1 0 0,0 1 0 0 0,-1 0 0 0 0,1-1 0 0 0,-1 1 0 0 0,1 0 0 0 0,-1 0 0 0 0,1-1 0 0 0,-1 1 0 0 0,1 0 0 0 0,-1 0 0 0 0,1 0 1 0 0,-1-1-1 0 0,1 1 0 0 0,-1 0 0 0 0,1 0 0 0 0,-1 0 0 0 0,1 0 0 0 0,-1 0 0 0 0,1 0 0 0 0,-1 0 0 0 0,1 0 0 0 0,-1 0 0 0 0,1 0 0 0 0,-1 1 1 0 0,1-1-1 0 0,-1 0 0 0 0,1 0 0 0 0,-1 0 0 0 0,1 1 0 0 0,-2-1 0 0 0,5 17 2649 0 0,0-2-3024 0 0,2 32 337 0 0,-2 0-1 0 0,-3 1 0 0 0,-9 80 0 0 0,5-85-595 0 0,4-25-601 0 0,0-18 1024 0 0,0 0-1 0 0,0 1 1 0 0,0-1-1 0 0,0 1 1 0 0,0-1-1 0 0,0 0 1 0 0,0 1-1 0 0,0-1 1 0 0,0 1-1 0 0,0-1 1 0 0,0 1-1 0 0,0-1 1 0 0,1 0-1 0 0,-1 1 1 0 0,0-1-1 0 0,0 0 1 0 0,0 1-1 0 0,1-1 1 0 0,-1 1-1 0 0,0-1 1 0 0,0 0-1 0 0,1 1 1 0 0,-1-1-1 0 0,0 0 1 0 0,1 0-1 0 0,-1 1 1 0 0,0-1-1 0 0,1 0 1 0 0,-1 0-1 0 0,0 1 1 0 0,1-1-1 0 0,-1 0 1 0 0,0 0-1 0 0,1 0 1 0 0,0 0-1 0 0,2-1-537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9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156 161 7631 0 0,'3'-4'152'0'0,"0"0"0"0"0,-1-1 0 0 0,1 1 0 0 0,-1-1 0 0 0,0 0 1 0 0,-1 0-1 0 0,1 1 0 0 0,-1-1 0 0 0,0 0 0 0 0,0 0 0 0 0,-1 0 0 0 0,1 0 0 0 0,-1 0 0 0 0,0 0 0 0 0,-1 0 0 0 0,1 0 0 0 0,-1-1 0 0 0,0 2 0 0 0,0-1 0 0 0,0 0 0 0 0,-1 0 0 0 0,0 0 0 0 0,-3-6 0 0 0,3 8-131 0 0,1 0 1 0 0,-1 1-1 0 0,0-1 0 0 0,1 1 1 0 0,-1-1-1 0 0,-1 1 0 0 0,1 0 1 0 0,0 0-1 0 0,0 0 0 0 0,-1 0 1 0 0,1 0-1 0 0,-1 0 0 0 0,0 1 1 0 0,1-1-1 0 0,-1 1 0 0 0,-4-2 1 0 0,4 2-50 0 0,-1 1-1 0 0,1 0 1 0 0,0-1 0 0 0,-1 1 0 0 0,1 0-1 0 0,0 1 1 0 0,0-1 0 0 0,-1 0 0 0 0,1 1-1 0 0,0 0 1 0 0,0 0 0 0 0,0 0 0 0 0,0 0-1 0 0,0 0 1 0 0,0 1 0 0 0,0-1 0 0 0,0 1-1 0 0,-4 3 1 0 0,2-2 16 0 0,1 1 0 0 0,-1 0 1 0 0,1 0-1 0 0,-1 0 0 0 0,1 1 0 0 0,1-1 1 0 0,-1 1-1 0 0,1 0 0 0 0,-1 0 0 0 0,1 1 1 0 0,1-1-1 0 0,-1 0 0 0 0,1 1 0 0 0,-3 9 1 0 0,5-12 12 0 0,-1 0 1 0 0,1 0 0 0 0,-1-1 0 0 0,1 1 0 0 0,0 0 0 0 0,0 0 0 0 0,1 0 0 0 0,-1-1-1 0 0,1 1 1 0 0,-1 0 0 0 0,1 0 0 0 0,0-1 0 0 0,0 1 0 0 0,0 0 0 0 0,0-1 0 0 0,0 1-1 0 0,1-1 1 0 0,-1 0 0 0 0,1 1 0 0 0,-1-1 0 0 0,1 0 0 0 0,0 0 0 0 0,0 0 0 0 0,0 0-1 0 0,0 0 1 0 0,1 0 0 0 0,-1-1 0 0 0,0 1 0 0 0,1-1 0 0 0,-1 0 0 0 0,1 1-1 0 0,4 0 1 0 0,3 1 33 0 0,1 0-1 0 0,-1-1 0 0 0,1-1 0 0 0,-1 0 1 0 0,1 0-1 0 0,11-1 0 0 0,-11-1 20 0 0,1 2 0 0 0,-1-1 0 0 0,0 1 0 0 0,1 1 0 0 0,18 5 0 0 0,-27-6-39 0 0,0 1-1 0 0,0-1 0 0 0,-1 1 0 0 0,1-1 1 0 0,0 1-1 0 0,-1 0 0 0 0,1 0 0 0 0,-1 0 1 0 0,1 0-1 0 0,-1 1 0 0 0,0-1 0 0 0,0 0 1 0 0,0 1-1 0 0,-1 0 0 0 0,1-1 0 0 0,0 1 0 0 0,-1 0 1 0 0,0 0-1 0 0,0 0 0 0 0,0 0 0 0 0,0 0 1 0 0,0 0-1 0 0,0 0 0 0 0,0 7 0 0 0,-1 5-235 0 0,1 1 0 0 0,-2 0-1 0 0,0-1 1 0 0,-7 30 0 0 0,7-38-289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9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95 10079 0 0,'1'-2'30'0'0,"-1"1"1"0"0,1-1-1 0 0,-1 0 0 0 0,1 0 0 0 0,-1 0 0 0 0,1 0 0 0 0,0 0 0 0 0,0 1 0 0 0,0-1 0 0 0,0 0 0 0 0,0 1 0 0 0,1-1 0 0 0,-1 1 1 0 0,0-1-1 0 0,1 1 0 0 0,-1 0 0 0 0,1-1 0 0 0,-1 1 0 0 0,1 0 0 0 0,0 0 0 0 0,-1 0 0 0 0,3 0 0 0 0,43-25 550 0 0,15 1-580 0 0,-57 23 0 0 0,1 0 0 0 0,-1 1 0 0 0,1 0 0 0 0,-1 0 0 0 0,1 0 0 0 0,0 1 0 0 0,-1 0 0 0 0,1 0 0 0 0,9 2 0 0 0,-14-2-11 0 0,0 0-1 0 0,0 1 0 0 0,0-1 0 0 0,0 1 1 0 0,0 0-1 0 0,0-1 0 0 0,0 1 0 0 0,0 0 1 0 0,-1 0-1 0 0,1-1 0 0 0,0 1 0 0 0,0 0 1 0 0,-1 0-1 0 0,1 0 0 0 0,-1 0 1 0 0,1 0-1 0 0,-1 0 0 0 0,1 0 0 0 0,-1 0 1 0 0,1 0-1 0 0,-1 0 0 0 0,0 0 0 0 0,0 0 1 0 0,1 0-1 0 0,-1 0 0 0 0,0 0 0 0 0,0 1 1 0 0,0-1-1 0 0,0 0 0 0 0,0 0 1 0 0,-1 2-1 0 0,-7 36-451 0 0,7-36 451 0 0,-8 23 25 0 0,-2 1 0 0 0,-23 41 0 0 0,19-41 208 0 0,2 1-1 0 0,-11 31 0 0 0,23-57-155 0 0,0 1 1 0 0,0 0-1 0 0,1 0 1 0 0,-1 0-1 0 0,1 0 1 0 0,-1 0-1 0 0,1 0 1 0 0,0 0-1 0 0,0 0 1 0 0,0 0-1 0 0,1 0 1 0 0,-1 0 0 0 0,1 0-1 0 0,-1 0 1 0 0,1 0-1 0 0,0 0 1 0 0,0 0-1 0 0,1 0 1 0 0,-1 0-1 0 0,3 3 1 0 0,-2-3-7 0 0,1 0 1 0 0,-1-1 0 0 0,1 0-1 0 0,0 1 1 0 0,0-1-1 0 0,0 0 1 0 0,0-1 0 0 0,0 1-1 0 0,1 0 1 0 0,-1-1 0 0 0,0 0-1 0 0,1 0 1 0 0,-1 0-1 0 0,1 0 1 0 0,-1 0 0 0 0,1-1-1 0 0,3 1 1 0 0,4-1-254 0 0,0 1 1 0 0,-1-2-1 0 0,1 1 1 0 0,-1-2-1 0 0,1 1 1 0 0,-1-1-1 0 0,1-1 1 0 0,-1 0-1 0 0,0 0 1 0 0,0-1-1 0 0,0-1 1 0 0,10-6-1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59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12 12319 0 0,'-5'-4'544'0'0,"-1"1"120"0"0,1 0-536 0 0,2 2-128 0 0,2 1 0 0 0,2 1 312 0 0,-2-1 32 0 0,-2 0 8 0 0,0 2 0 0 0,1-1-256 0 0,-1 0-96 0 0,2 1 64 0 0,-1-1-64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0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43 5983 0 0,'-1'-5'-340'0'0,"2"-17"6359"0"0,-1 21-5855 0 0,0 0 0 0 0,0 1 0 0 0,0-1 0 0 0,1 0-1 0 0,-1 0 1 0 0,0 0 0 0 0,0 1 0 0 0,1-1 0 0 0,-1 0 0 0 0,0 1 0 0 0,1-1 0 0 0,-1 0 0 0 0,0 1 0 0 0,1-1 0 0 0,-1 0 0 0 0,1 1 0 0 0,0-1 0 0 0,-1 1 0 0 0,1-1 0 0 0,-1 1 0 0 0,2-1 0 0 0,-2 1-155 0 0,1 0 1 0 0,-1 0 0 0 0,0 0 0 0 0,1 0 0 0 0,-1 0 0 0 0,0 0-1 0 0,1 1 1 0 0,-1-1 0 0 0,0 0 0 0 0,1 0 0 0 0,-1 0 0 0 0,0 1-1 0 0,0-1 1 0 0,1 0 0 0 0,-1 0 0 0 0,0 1 0 0 0,0-1 0 0 0,1 0-1 0 0,-1 1 1 0 0,0-1 0 0 0,0 0 0 0 0,0 1 0 0 0,0-1 0 0 0,1 0-1 0 0,-1 1 1 0 0,0-1 0 0 0,0 0 0 0 0,0 1 0 0 0,0-1 0 0 0,0 1-1 0 0,0-1 1 0 0,0 1 0 0 0,2 14-36 0 0,-2 10 26 0 0,-2 0 0 0 0,0 0 0 0 0,-9 34 0 0 0,7-39 0 0 0,0-1 0 0 0,1 1 0 0 0,1 0 0 0 0,1 0 0 0 0,1 0 0 0 0,3 25 0 0 0,-3-41-45 0 0,1 0 1 0 0,0 1-1 0 0,1-1 0 0 0,-1 0 0 0 0,1 0 1 0 0,4 7-1 0 0,-6-10-92 0 0,1 0 1 0 0,0 1 0 0 0,0-1-1 0 0,0 0 1 0 0,0 0 0 0 0,0 0-1 0 0,0 0 1 0 0,0 0 0 0 0,1 0-1 0 0,-1 0 1 0 0,0 0 0 0 0,1 0-1 0 0,-1 0 1 0 0,0-1-1 0 0,1 1 1 0 0,-1-1 0 0 0,1 1-1 0 0,-1-1 1 0 0,1 0 0 0 0,-1 1-1 0 0,4-1 1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0.5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 28 11807 0 0,'0'-2'45'0'0,"-1"1"-1"0"0,0-1 0 0 0,0 0 0 0 0,0 1 0 0 0,0-1 1 0 0,0 0-1 0 0,-1 1 0 0 0,1-1 0 0 0,0 1 0 0 0,-1 0 1 0 0,1-1-1 0 0,-1 1 0 0 0,1 0 0 0 0,-1 0 0 0 0,0 0 1 0 0,0 0-1 0 0,1 0 0 0 0,-1 0 0 0 0,-3 0 0 0 0,3 1-4 0 0,0 0 0 0 0,0 0 0 0 0,-1 0-1 0 0,1 0 1 0 0,0 0 0 0 0,0 1 0 0 0,0-1 0 0 0,0 1-1 0 0,0 0 1 0 0,0-1 0 0 0,0 1 0 0 0,0 0 0 0 0,0 0-1 0 0,0 0 1 0 0,0 1 0 0 0,0-1 0 0 0,1 0 0 0 0,-3 2-1 0 0,-6 7-103 0 0,0 0 0 0 0,0 1 0 0 0,1 0 0 0 0,0 1 0 0 0,1 0 0 0 0,0 0 0 0 0,1 1 0 0 0,1 0 0 0 0,-8 19 0 0 0,3 1-141 0 0,1 0 0 0 0,-11 61-1 0 0,19-83 231 0 0,1 0-1 0 0,0 0 1 0 0,1 1-1 0 0,0-1 0 0 0,0 0 1 0 0,1 0-1 0 0,1 1 1 0 0,0-1-1 0 0,5 15 0 0 0,-6-22-14 0 0,1-1-1 0 0,-1 1 0 0 0,1 0 1 0 0,0-1-1 0 0,0 1 0 0 0,0-1 1 0 0,1 0-1 0 0,-1 0 0 0 0,1 1 1 0 0,-1-2-1 0 0,1 1 0 0 0,0 0 1 0 0,0-1-1 0 0,1 1 0 0 0,-1-1 1 0 0,0 0-1 0 0,1 0 0 0 0,0 0 1 0 0,-1 0-1 0 0,1-1 0 0 0,0 0 1 0 0,0 1-1 0 0,-1-1 0 0 0,1-1 1 0 0,0 1-1 0 0,0 0 0 0 0,0-1 1 0 0,0 0-1 0 0,6 0 0 0 0,-1-1 33 0 0,-1 0 0 0 0,1-1-1 0 0,-1 1 1 0 0,1-1-1 0 0,-1-1 1 0 0,0 0 0 0 0,9-4-1 0 0,-14 6-3 0 0,-1 0-1 0 0,0 0 0 0 0,1-1 1 0 0,-1 1-1 0 0,0 0 0 0 0,0-1 1 0 0,0 1-1 0 0,0-1 0 0 0,0 0 1 0 0,0 0-1 0 0,-1 1 0 0 0,1-1 1 0 0,0 0-1 0 0,-1-1 0 0 0,0 1 1 0 0,1 0-1 0 0,-1 0 0 0 0,0-1 1 0 0,0 1-1 0 0,0 0 1 0 0,-1-1-1 0 0,1 1 0 0 0,0-1 1 0 0,-1 1-1 0 0,0-1 0 0 0,1 1 1 0 0,-1-1-1 0 0,-1-3 0 0 0,1 5 7 0 0,0-1 0 0 0,0 1-1 0 0,-1-1 1 0 0,1 1 0 0 0,0 0-1 0 0,-1-1 1 0 0,1 1 0 0 0,-1 0-1 0 0,0 0 1 0 0,1-1 0 0 0,-1 1-1 0 0,0 0 1 0 0,0 0 0 0 0,0 0-1 0 0,0 0 1 0 0,0 0 0 0 0,0 0 0 0 0,0 0-1 0 0,0 0 1 0 0,0 0 0 0 0,0 1-1 0 0,-1-1 1 0 0,0 0 0 0 0,-1 0-8 0 0,0 0 1 0 0,1 1-1 0 0,-1-1 1 0 0,0 1-1 0 0,1 0 1 0 0,-1 0-1 0 0,0 0 1 0 0,0 0-1 0 0,1 0 1 0 0,-1 1-1 0 0,-3 0 1 0 0,-2 1-143 0 0,0 1 1 0 0,0 0-1 0 0,1 0 1 0 0,-1 0-1 0 0,1 1 1 0 0,-13 9-1 0 0,11-6-87 0 0,5-5-864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1.1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116 127 6335 0 0,'1'0'47'0'0,"1"0"0"0"0,-1 0 0 0 0,0-1 0 0 0,0 1 0 0 0,1 0 0 0 0,-1 0 0 0 0,0-1-1 0 0,0 1 1 0 0,0-1 0 0 0,0 1 0 0 0,1-1 0 0 0,-1 0 0 0 0,0 1 0 0 0,0-1 0 0 0,1-1 0 0 0,19-12-11 0 0,-8 5 69 0 0,-5 3 164 0 0,0 1 0 0 0,0-2 1 0 0,11-10-1 0 0,-18 15-38 0 0,1 1 0 0 0,-1-1 1 0 0,1 0-1 0 0,-1 0 0 0 0,0 0 0 0 0,0 0 1 0 0,0 0-1 0 0,0 0 0 0 0,0 0 0 0 0,0 0 1 0 0,0 0-1 0 0,-1-1 0 0 0,1 1 0 0 0,-1 0 1 0 0,0 0-1 0 0,1-1 0 0 0,-1 1 0 0 0,0 0 1 0 0,0-1-1 0 0,-1 1 0 0 0,1-3 0 0 0,-1 4-166 0 0,1 1 0 0 0,-1-1 0 0 0,1 0 0 0 0,-1 0 0 0 0,0 1-1 0 0,1-1 1 0 0,-1 0 0 0 0,0 1 0 0 0,1-1 0 0 0,-1 1 0 0 0,0-1-1 0 0,1 1 1 0 0,-1-1 0 0 0,0 1 0 0 0,0 0 0 0 0,0-1 0 0 0,0 1-1 0 0,1 0 1 0 0,-1-1 0 0 0,0 1 0 0 0,0 0 0 0 0,0 0 0 0 0,0 0-1 0 0,0 0 1 0 0,0 0 0 0 0,0 0 0 0 0,1 0 0 0 0,-1 0 0 0 0,0 0 0 0 0,0 1-1 0 0,0-1 1 0 0,0 0 0 0 0,0 0 0 0 0,0 1 0 0 0,-1 0 0 0 0,-32 13 60 0 0,19-6-95 0 0,-62 36-64 0 0,70-40 32 0 0,0 1 0 0 0,0 1 0 0 0,1-1 0 0 0,-1 1 0 0 0,1 0 0 0 0,1 1 0 0 0,-11 13 0 0 0,15-16 5 0 0,-1-1-1 0 0,0 1 1 0 0,1 0-1 0 0,0 0 1 0 0,0-1-1 0 0,0 1 1 0 0,0 0-1 0 0,1 0 1 0 0,-1 0-1 0 0,1 0 1 0 0,0 0-1 0 0,0 0 1 0 0,0 0-1 0 0,1 0 1 0 0,0 0-1 0 0,0 0 1 0 0,0 0-1 0 0,0-1 1 0 0,0 1-1 0 0,1 0 1 0 0,-1-1-1 0 0,1 1 1 0 0,0-1-1 0 0,4 6 1 0 0,6 7 18 0 0,0-1-1 0 0,1-1 1 0 0,27 24 0 0 0,-21-20-15 0 0,-10-10-21 0 0,-1 1-1 0 0,0 0 0 0 0,0 0 1 0 0,0 1-1 0 0,-1 0 0 0 0,-1 0 1 0 0,7 13-1 0 0,-12-20 11 0 0,1 1 0 0 0,-1-1 0 0 0,0 1 0 0 0,0-1 0 0 0,-1 1 0 0 0,1 0 0 0 0,-1-1 0 0 0,1 1-1 0 0,-1 0 1 0 0,-1-1 0 0 0,1 1 0 0 0,0 0 0 0 0,-1-1 0 0 0,0 1 0 0 0,1 0 0 0 0,-1-1 0 0 0,-1 1 0 0 0,1-1 0 0 0,-1 1 0 0 0,1-1 0 0 0,-1 0 0 0 0,0 0 0 0 0,0 0 0 0 0,0 0 0 0 0,-1 0 0 0 0,1 0 0 0 0,-4 3 0 0 0,2-3 11 0 0,1 0 0 0 0,-1 0 0 0 0,0 0 0 0 0,0-1 0 0 0,0 0 0 0 0,0 0 0 0 0,0 0 0 0 0,0 0 0 0 0,0-1 0 0 0,-1 1 0 0 0,1-1 0 0 0,-1 0 0 0 0,-6 0 0 0 0,9 0 18 0 0,1-1 1 0 0,-1 0-1 0 0,0 0 1 0 0,1 0-1 0 0,-1 0 0 0 0,0-1 1 0 0,1 1-1 0 0,-1 0 1 0 0,0-1-1 0 0,1 1 1 0 0,-1-1-1 0 0,1 1 1 0 0,-1-1-1 0 0,1 0 0 0 0,-1 0 1 0 0,1 0-1 0 0,-1 0 1 0 0,1 0-1 0 0,0 0 1 0 0,0 0-1 0 0,-1 0 0 0 0,1 0 1 0 0,0-1-1 0 0,0 1 1 0 0,0 0-1 0 0,0-1 1 0 0,1 1-1 0 0,-1-1 1 0 0,0 1-1 0 0,0-1 0 0 0,1 1 1 0 0,-1-1-1 0 0,1 1 1 0 0,0-1-1 0 0,-1 0 1 0 0,1 1-1 0 0,0-1 0 0 0,0-3 1 0 0,0-1 35 0 0,1-1-1 0 0,0 1 1 0 0,0-1 0 0 0,0 1-1 0 0,1 0 1 0 0,0 0 0 0 0,0-1-1 0 0,1 1 1 0 0,-1 1 0 0 0,1-1-1 0 0,1 0 1 0 0,-1 1 0 0 0,1-1-1 0 0,6-6 1 0 0,8-9-36 0 0,42-36 0 0 0,-56 54-18 0 0,47-38-6 0 0,-37 31 0 0 0,0 0 0 0 0,-1-1 0 0 0,0-1 0 0 0,-1 0 0 0 0,19-23 0 0 0,-23 16-2908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1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18343 0 0,'-7'5'1384'0'0,"7"-3"-864"0"0,2-2-416 0 0,-1 1-104 0 0,0-1 0 0 0,2 1 0 0 0,2 2-128 0 0,1 0-40 0 0,1-2-16 0 0,-1 0 0 0 0,1-1-1528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2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61 4143 0 0,'-3'5'506'0'0,"0"0"0"0"0,0 0 0 0 0,0 1 0 0 0,1 0 0 0 0,-1-1 0 0 0,2 1 0 0 0,-1 0 0 0 0,0 0 0 0 0,1 0 0 0 0,-1 10 0 0 0,-1 5-429 0 0,-2-2 95 0 0,-1 11 146 0 0,-6 45 1 0 0,11-67-229 0 0,1-1-1 0 0,0 1 1 0 0,0 0-1 0 0,1-1 0 0 0,0 1 1 0 0,0-1-1 0 0,0 1 1 0 0,1-1-1 0 0,0 0 1 0 0,1 1-1 0 0,5 9 1 0 0,-8-16-58 0 0,0 0 0 0 0,1 0 0 0 0,-1-1 0 0 0,1 1-1 0 0,-1 0 1 0 0,1-1 0 0 0,-1 1 0 0 0,1 0 0 0 0,0-1 0 0 0,-1 1 0 0 0,1-1 0 0 0,0 1 0 0 0,-1-1 0 0 0,1 1 0 0 0,0-1 0 0 0,0 1 0 0 0,-1-1 0 0 0,1 0 0 0 0,0 1 0 0 0,0-1 0 0 0,0 0 0 0 0,-1 0 0 0 0,1 0 0 0 0,0 0 0 0 0,0 0 0 0 0,2 0 0 0 0,-2 0 20 0 0,1-1 1 0 0,0 1 0 0 0,0-1 0 0 0,0 0-1 0 0,-1 0 1 0 0,1 0 0 0 0,0 0 0 0 0,-1 0-1 0 0,1 0 1 0 0,-1 0 0 0 0,3-3 0 0 0,4-4 154 0 0,-1 0 0 0 0,0-1 1 0 0,7-11-1 0 0,-13 18-162 0 0,10-14 76 0 0,-1-1 0 0 0,-1-1 0 0 0,-1 1 0 0 0,0-1 0 0 0,-1-1-1 0 0,8-33 1 0 0,-14 45-90 0 0,1 0-1 0 0,-1 1 1 0 0,-1-1-1 0 0,1 0 0 0 0,-1 1 1 0 0,-1-1-1 0 0,1 0 1 0 0,-1 1-1 0 0,0-1 0 0 0,0 1 1 0 0,-1-1-1 0 0,0 1 1 0 0,0-1-1 0 0,-1 1 1 0 0,0 0-1 0 0,0 0 0 0 0,0 0 1 0 0,0 1-1 0 0,-1-1 1 0 0,0 1-1 0 0,-1 0 0 0 0,1 0 1 0 0,-8-7-1 0 0,10 10-50 0 0,-1 0-1 0 0,1 1 0 0 0,-1-1 0 0 0,1 0 1 0 0,-1 1-1 0 0,1 0 0 0 0,-1-1 1 0 0,0 1-1 0 0,0 0 0 0 0,0 1 0 0 0,0-1 1 0 0,0 0-1 0 0,0 1 0 0 0,0-1 1 0 0,0 1-1 0 0,0 0 0 0 0,0 0 1 0 0,-4 1-1 0 0,3 0-59 0 0,0 0 0 0 0,0 1 0 0 0,0-1 0 0 0,0 1 0 0 0,0 0 0 0 0,0 0 0 0 0,0 0 1 0 0,0 0-1 0 0,1 1 0 0 0,-1-1 0 0 0,-4 6 0 0 0,2-2-72 0 0,1-1-1 0 0,1 1 1 0 0,-1 0-1 0 0,1 0 1 0 0,0 0-1 0 0,0 1 1 0 0,1-1 0 0 0,0 1-1 0 0,0 0 1 0 0,0 0-1 0 0,1 0 1 0 0,0 0-1 0 0,1 0 1 0 0,-2 13 0 0 0,4-2-2822 0 0,3 0-902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2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 15919 0 0,'-5'-2'352'0'0,"1"2"64"0"0,3 2 24 0 0,1-1 8 0 0,0 0-352 0 0,0 2-96 0 0,0 0 0 0 0,-3 1 0 0 0,2 1-152 0 0,-1 3-40 0 0,1 0-16 0 0,-1-1 0 0 0,2-2-1584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3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15431 0 0,'7'92'1736'0'0,"-10"-11"-1932"0"0,-1 42 3 0 0,10-43-4655 0 0,-1-52-291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4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 95 919 0 0,'0'-1'388'0'0,"0"-1"0"0"0,1 0 0 0 0,-1 1 0 0 0,1-1 0 0 0,0 1-1 0 0,-1-1 1 0 0,1 1 0 0 0,0-1 0 0 0,0 1 0 0 0,0 0-1 0 0,0-1 1 0 0,0 1 0 0 0,0 0 0 0 0,3-3 0 0 0,23-18-431 0 0,-14 12 998 0 0,-10 7-704 0 0,0 1 91 0 0,-1 0 0 0 0,0 0 0 0 0,0 0 0 0 0,0 0 0 0 0,0 0 1 0 0,0-1-1 0 0,3-3 0 0 0,-5 5-308 0 0,0 1 0 0 0,0 0-1 0 0,0 0 1 0 0,0-1 0 0 0,0 1 0 0 0,0 0 0 0 0,0-1-1 0 0,0 1 1 0 0,0 0 0 0 0,0 0 0 0 0,0-1 0 0 0,0 1-1 0 0,0 0 1 0 0,0-1 0 0 0,0 1 0 0 0,0 0 0 0 0,0 0-1 0 0,0-1 1 0 0,-1 1 0 0 0,1 0 0 0 0,0 0 0 0 0,0-1-1 0 0,0 1 1 0 0,0 0 0 0 0,-1 0 0 0 0,1-1 0 0 0,0 1-1 0 0,0 0 1 0 0,-1 0 0 0 0,-15-6 14 0 0,8 5-53 0 0,0 1 0 0 0,0 1 0 0 0,0-1 0 0 0,0 1 0 0 0,1 0-1 0 0,-1 1 1 0 0,0 0 0 0 0,1 0 0 0 0,-1 0 0 0 0,1 1 0 0 0,0 1 0 0 0,-1-1 0 0 0,2 1-1 0 0,-1 0 1 0 0,-9 7 0 0 0,1 1-23 0 0,-1 0 0 0 0,2 1 1 0 0,0 1-1 0 0,0 0 0 0 0,-11 18 0 0 0,17-20 101 0 0,0 0 0 0 0,1 0 1 0 0,1 1-1 0 0,0 0 0 0 0,1 0 0 0 0,0 1 1 0 0,1-1-1 0 0,1 1 0 0 0,0 0 0 0 0,0 0 0 0 0,1 19 1 0 0,1-25-19 0 0,1 0 1 0 0,0 0 0 0 0,0 0 0 0 0,1 0-1 0 0,0 0 1 0 0,1 0 0 0 0,0 0 0 0 0,0-1-1 0 0,0 1 1 0 0,1 0 0 0 0,0-1 0 0 0,1 0-1 0 0,0 0 1 0 0,0 0 0 0 0,0 0 0 0 0,1-1-1 0 0,0 1 1 0 0,0-1 0 0 0,1 0 0 0 0,0-1 0 0 0,7 7-1 0 0,-7-9-26 0 0,-1 0 0 0 0,0 0 0 0 0,1 0 0 0 0,0-1 0 0 0,0 0 0 0 0,0 0 0 0 0,0 0 0 0 0,0-1 0 0 0,0 0 0 0 0,0 0 0 0 0,0 0 0 0 0,1-1 0 0 0,-1 0 0 0 0,0 0 0 0 0,0-1-1 0 0,0 0 1 0 0,11-2 0 0 0,-7 0-183 0 0,0 0 0 0 0,0 0 0 0 0,18-10-1 0 0,-17 6-1145 0 0,0 0 0 0 0,17-13 0 0 0,-17 10-2812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4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43 7775 0 0,'-1'0'60'0'0,"0"1"0"0"0,0-1 0 0 0,0 0 0 0 0,0 1 0 0 0,0-1 0 0 0,0 1 0 0 0,1-1 0 0 0,-1 1 0 0 0,0-1 0 0 0,0 1 0 0 0,1-1 0 0 0,-1 1 0 0 0,0 0 0 0 0,1-1 0 0 0,-1 1 0 0 0,1 0 0 0 0,-1 0 0 0 0,1-1 0 0 0,-1 1 0 0 0,1 0 0 0 0,-1 2 0 0 0,-10 23 744 0 0,8-16-598 0 0,-7 16 475 0 0,-10 46 1 0 0,18-62-598 0 0,0-1 0 0 0,1 1-1 0 0,0 0 1 0 0,0 0 0 0 0,1 0 0 0 0,1 0-1 0 0,-1 0 1 0 0,4 13 0 0 0,-4-22-68 0 0,1 1-1 0 0,-1 0 1 0 0,1 0 0 0 0,-1-1 0 0 0,1 1-1 0 0,0 0 1 0 0,0-1 0 0 0,-1 1-1 0 0,1-1 1 0 0,1 1 0 0 0,-1-1-1 0 0,0 1 1 0 0,0-1 0 0 0,0 0 0 0 0,1 1-1 0 0,-1-1 1 0 0,0 0 0 0 0,1 0-1 0 0,2 2 1 0 0,-2-3 0 0 0,0 1 0 0 0,0-1 0 0 0,-1 0 1 0 0,1 0-1 0 0,0 0 0 0 0,0 0 0 0 0,-1 0 0 0 0,1 0 0 0 0,0 0 0 0 0,0 0 0 0 0,0-1 0 0 0,-1 1 0 0 0,1-1 1 0 0,0 1-1 0 0,-1-1 0 0 0,3-1 0 0 0,3-2 57 0 0,0 0-1 0 0,-1 0 1 0 0,0-1-1 0 0,0 0 1 0 0,0 0 0 0 0,0-1-1 0 0,-1 1 1 0 0,5-7-1 0 0,-3 1 25 0 0,0-1 0 0 0,0 1 0 0 0,-1-1 0 0 0,-1 0 0 0 0,0 0 0 0 0,0-1 0 0 0,-2 1 0 0 0,4-16 0 0 0,-6 22-83 0 0,0 0 0 0 0,0 0-1 0 0,0 0 1 0 0,-1-1 0 0 0,0 1-1 0 0,0 0 1 0 0,0 0 0 0 0,-1 0 0 0 0,0 0-1 0 0,0 0 1 0 0,-1 0 0 0 0,0 0-1 0 0,0 0 1 0 0,0 0 0 0 0,0 0-1 0 0,-1 1 1 0 0,0-1 0 0 0,0 1-1 0 0,-6-7 1 0 0,7 10-16 0 0,0 0 0 0 0,0 0 1 0 0,-1 0-1 0 0,1 1 0 0 0,-1-1 0 0 0,1 0 1 0 0,-1 1-1 0 0,1-1 0 0 0,-1 1 0 0 0,0 0 0 0 0,0 0 1 0 0,0 0-1 0 0,0 0 0 0 0,0 1 0 0 0,0-1 1 0 0,0 1-1 0 0,-4 0 0 0 0,2 0-23 0 0,0 1 1 0 0,-1-1-1 0 0,1 1 1 0 0,0 1-1 0 0,0-1 1 0 0,0 1-1 0 0,0 0 1 0 0,0 0-1 0 0,-6 4 1 0 0,1-1-10 0 0,1 2-1 0 0,0-1 1 0 0,0 1-1 0 0,1 0 1 0 0,0 1-1 0 0,0 0 1 0 0,1 0-1 0 0,0 1 1 0 0,-6 9 0 0 0,11-15-16 0 0,0-1 0 0 0,1 1 1 0 0,-1 0-1 0 0,1 0 1 0 0,-1 0-1 0 0,1 0 0 0 0,0 0 1 0 0,0 1-1 0 0,1-1 1 0 0,-1 0-1 0 0,1 0 0 0 0,0 1 1 0 0,-1-1-1 0 0,1 0 1 0 0,1 0-1 0 0,-1 1 0 0 0,0-1 1 0 0,1 0-1 0 0,0 0 1 0 0,-1 1-1 0 0,1-1 0 0 0,1 0 1 0 0,-1 0-1 0 0,0 0 1 0 0,1 0-1 0 0,-1 0 0 0 0,1-1 1 0 0,0 1-1 0 0,0 0 1 0 0,0-1-1 0 0,0 1 0 0 0,1-1 1 0 0,-1 0-1 0 0,1 0 1 0 0,-1 0-1 0 0,1 0 0 0 0,0 0 1 0 0,0-1-1 0 0,4 3 1 0 0,14 4-4309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5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95 102 10879 0 0,'1'2'164'0'0,"0"1"-1"0"0,0-1 0 0 0,0 1 1 0 0,-1-1-1 0 0,0 1 1 0 0,1-1-1 0 0,-1 1 0 0 0,0 0 1 0 0,0-1-1 0 0,0 1 0 0 0,-1 4 1 0 0,0 4 187 0 0,1 19-78 0 0,-1 0 0 0 0,-1 0 0 0 0,-2-1-1 0 0,-1 1 1 0 0,-2-1 0 0 0,-12 36 0 0 0,18-61-266 0 0,-1 1 0 0 0,-1-1 0 0 0,1 1 1 0 0,-1-1-1 0 0,1 0 0 0 0,-7 7 0 0 0,9-11-4 0 0,-1 1 0 0 0,1-1 0 0 0,-1 0-1 0 0,1 1 1 0 0,-1-1 0 0 0,1 1 0 0 0,-1-1-1 0 0,1 0 1 0 0,-1 1 0 0 0,1-1-1 0 0,-1 0 1 0 0,0 0 0 0 0,1 0 0 0 0,-1 1-1 0 0,0-1 1 0 0,1 0 0 0 0,-1 0 0 0 0,0 0-1 0 0,1 0 1 0 0,-1 0 0 0 0,1 0 0 0 0,-2 0-1 0 0,1-1 2 0 0,0 1 1 0 0,0-1-1 0 0,0 0 0 0 0,0 1 0 0 0,1-1 0 0 0,-1 0 0 0 0,0 0 0 0 0,0 1 0 0 0,0-1 1 0 0,1 0-1 0 0,-1 0 0 0 0,0 0 0 0 0,1 0 0 0 0,-1 0 0 0 0,1 0 0 0 0,-1 0 0 0 0,1 0 0 0 0,-1-1 1 0 0,-1-7 11 0 0,0 1 0 0 0,0 0 0 0 0,0-1 0 0 0,1 1 0 0 0,0-1 0 0 0,1 0 0 0 0,0 1 1 0 0,0-1-1 0 0,3-13 0 0 0,2-4-15 0 0,14-45-1 0 0,-14 55-67 0 0,1 0 0 0 0,14-25 0 0 0,-16 34 43 0 0,0 0 1 0 0,1 0-1 0 0,0 1 1 0 0,0-1-1 0 0,0 1 1 0 0,1 0-1 0 0,10-8 1 0 0,-15 14 19 0 0,0-1-1 0 0,0 0 1 0 0,0 0 0 0 0,0 1-1 0 0,0-1 1 0 0,0 1 0 0 0,0-1 0 0 0,1 1-1 0 0,-1-1 1 0 0,0 1 0 0 0,1 0-1 0 0,-1-1 1 0 0,0 1 0 0 0,0 0 0 0 0,1 0-1 0 0,-1 0 1 0 0,0 0 0 0 0,1 0-1 0 0,-1 0 1 0 0,0 1 0 0 0,1-1-1 0 0,-1 0 1 0 0,0 1 0 0 0,0-1 0 0 0,1 0-1 0 0,-1 1 1 0 0,0 0 0 0 0,0-1-1 0 0,0 1 1 0 0,0 0 0 0 0,0 0-1 0 0,0-1 1 0 0,0 1 0 0 0,0 0 0 0 0,0 0-1 0 0,0 0 1 0 0,0 0 0 0 0,0 0-1 0 0,-1 0 1 0 0,1 1 0 0 0,1 1 0 0 0,2 6 12 0 0,1 0 0 0 0,-2 0 0 0 0,1 1 0 0 0,2 13 0 0 0,-4-16 31 0 0,12 52 167 0 0,-8-31 642 0 0,11 36 0 0 0,-14-57-668 0 0,0 0 0 0 0,0 0 0 0 0,0 0 1 0 0,1 0-1 0 0,0 0 0 0 0,1-1 0 0 0,-1 0 0 0 0,1 0 0 0 0,10 9 1 0 0,-13-12-216 0 0,1-1 0 0 0,0 0 0 0 0,0 0 1 0 0,0 0-1 0 0,0-1 0 0 0,0 1 1 0 0,0-1-1 0 0,1 1 0 0 0,-1-1 0 0 0,0 0 1 0 0,1 0-1 0 0,-1-1 0 0 0,1 1 0 0 0,-1-1 1 0 0,1 0-1 0 0,5 0 0 0 0,-3 0-22 0 0,-1-2 0 0 0,1 1 0 0 0,0 0 0 0 0,-1-1 0 0 0,1 0 0 0 0,-1 0 0 0 0,1-1 0 0 0,-1 0 0 0 0,6-3 0 0 0,4-5 73 0 0,-1 0 1 0 0,0-1-1 0 0,-1-1 0 0 0,0 0 1 0 0,14-20-1 0 0,7-14 106 0 0,51-97 0 0 0,-36 56-467 0 0,-49 87 304 0 0,1 0 0 0 0,-1 0 0 0 0,0 0 0 0 0,1 0 1 0 0,0 0-1 0 0,-1 0 0 0 0,1 0 0 0 0,-1 0 1 0 0,1 0-1 0 0,0 0 0 0 0,0 1 0 0 0,0-1 0 0 0,-1 0 1 0 0,1 0-1 0 0,0 1 0 0 0,0-1 0 0 0,0 1 1 0 0,0-1-1 0 0,0 1 0 0 0,0-1 0 0 0,0 1 0 0 0,0-1 1 0 0,0 1-1 0 0,1 0 0 0 0,-1 0 0 0 0,0 0 1 0 0,0-1-1 0 0,0 1 0 0 0,0 0 0 0 0,0 0 0 0 0,0 1 1 0 0,0-1-1 0 0,1 0 0 0 0,0 1 0 0 0,1 0-16 0 0,-1 1-1 0 0,1 0 0 0 0,-1-1 1 0 0,0 1-1 0 0,1 1 1 0 0,-1-1-1 0 0,0 0 0 0 0,0 0 1 0 0,-1 1-1 0 0,1-1 1 0 0,2 6-1 0 0,6 11 152 0 0,-1 1-1 0 0,0 0 1 0 0,9 37 0 0 0,9 68-1270 0 0,-19-80-2111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5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0 200 6911 0 0,'7'-6'638'0'0,"-1"1"0"0"0,1 0 0 0 0,0 0 0 0 0,1 1 0 0 0,-1 0 0 0 0,1 0-1 0 0,-1 1 1 0 0,11-3 0 0 0,65-15-17 0 0,-71 19-606 0 0,0 0 1 0 0,0 1-1 0 0,-1 1 1 0 0,1 0-1 0 0,0 0 1 0 0,0 1 0 0 0,-1 1-1 0 0,1 0 1 0 0,0 1-1 0 0,-1 0 1 0 0,0 0-1 0 0,16 8 1 0 0,-21-8-11 0 0,-1-1 0 0 0,1 2 0 0 0,-1-1 0 0 0,0 0 0 0 0,0 1 0 0 0,0 0 0 0 0,0 0 0 0 0,-1 1 0 0 0,0-1 0 0 0,0 1 0 0 0,0 0 0 0 0,0 0 0 0 0,-1 0 0 0 0,0 1 0 0 0,0-1 0 0 0,0 1 0 0 0,0 0-1 0 0,-1 0 1 0 0,0 0 0 0 0,-1 0 0 0 0,1 0 0 0 0,-1 0 0 0 0,0 0 0 0 0,0 12 0 0 0,-2-5 14 0 0,-1 1 0 0 0,-5 24 0 0 0,4-27-4 0 0,1-1 0 0 0,0 1 0 0 0,1-1 0 0 0,0 1 0 0 0,1 12 0 0 0,0-23-12 0 0,0 1 0 0 0,0-1 1 0 0,0 1-1 0 0,0-1 0 0 0,0 0 0 0 0,0 1 0 0 0,0-1 0 0 0,0 0 1 0 0,0 1-1 0 0,0-1 0 0 0,0 1 0 0 0,0-1 0 0 0,0 0 1 0 0,1 1-1 0 0,-1-1 0 0 0,0 0 0 0 0,0 1 0 0 0,0-1 1 0 0,1 0-1 0 0,-1 1 0 0 0,0-1 0 0 0,0 0 0 0 0,1 0 1 0 0,-1 1-1 0 0,0-1 0 0 0,0 0 0 0 0,1 0 0 0 0,-1 1 1 0 0,0-1-1 0 0,1 0 0 0 0,-1 0 0 0 0,0 0 0 0 0,1 0 0 0 0,-1 0 1 0 0,1 1-1 0 0,-1-1 0 0 0,0 0 0 0 0,1 0 0 0 0,-1 0 1 0 0,0 0-1 0 0,1 0 0 0 0,-1 0 0 0 0,1 0 0 0 0,-1 0 1 0 0,0 0-1 0 0,1 0 0 0 0,-1-1 0 0 0,0 1 0 0 0,1 0 1 0 0,-1 0-1 0 0,0 0 0 0 0,1 0 0 0 0,-1-1 0 0 0,0 1 1 0 0,1 0-1 0 0,-1 0 0 0 0,0 0 0 0 0,1-1 0 0 0,-1 1 0 0 0,0 0 1 0 0,0-1-1 0 0,1 1 0 0 0,-1-1 0 0 0,21-20 207 0 0,-19 18-179 0 0,35-44 208 0 0,57-98-1 0 0,-63 92-40 0 0,63-80-1 0 0,-91 128-182 0 0,1 1-1 0 0,0 0 1 0 0,0 0-1 0 0,1 0 1 0 0,8-6-1 0 0,-12 10-11 0 0,0-1 0 0 0,-1 1 1 0 0,1 0-1 0 0,0-1 0 0 0,0 1 0 0 0,-1 0 0 0 0,1-1 0 0 0,0 1 0 0 0,0 0 0 0 0,0 0 0 0 0,-1 0 0 0 0,1 0 0 0 0,0 0 0 0 0,0 0 0 0 0,0 0 1 0 0,0 0-1 0 0,-1 0 0 0 0,1 0 0 0 0,0 0 0 0 0,0 0 0 0 0,0 1 0 0 0,-1-1 0 0 0,1 0 0 0 0,0 1 0 0 0,0-1 0 0 0,-1 0 0 0 0,1 1 0 0 0,0-1 1 0 0,-1 1-1 0 0,1-1 0 0 0,-1 1 0 0 0,1 0 0 0 0,0-1 0 0 0,-1 1 0 0 0,1-1 0 0 0,-1 1 0 0 0,1 0 0 0 0,-1 0 0 0 0,0-1 0 0 0,1 1 0 0 0,-1 0 1 0 0,0 0-1 0 0,0-1 0 0 0,1 1 0 0 0,-1 0 0 0 0,0 0 0 0 0,0 0 0 0 0,0-1 0 0 0,0 1 0 0 0,0 1 0 0 0,5 27 292 0 0,-1 0-1 0 0,0 57 0 0 0,0 5 131 0 0,-1-62-216 0 0,11 43-1 0 0,-11-60-162 0 0,1 0-1 0 0,0 0 1 0 0,1 0 0 0 0,0-1-1 0 0,14 22 1 0 0,-10-23 5 0 0,-4-13 112 0 0,-5 1-142 0 0,0 1 0 0 0,0 0 1 0 0,0-1-1 0 0,0 1 0 0 0,0-1 0 0 0,0 1 0 0 0,-1-1 0 0 0,1 1 0 0 0,0 0 0 0 0,-1-1 0 0 0,1 1 0 0 0,-2-3 0 0 0,-8-13 24 0 0,-2 0 0 0 0,1 1 1 0 0,-2 0-1 0 0,0 1 0 0 0,-1 1 0 0 0,0 0 0 0 0,-1 0 1 0 0,-1 2-1 0 0,0 0 0 0 0,-29-16 0 0 0,28 21-256 0 0,17 7 202 0 0,0 0 0 0 0,-1 0-1 0 0,1 0 1 0 0,0 0 0 0 0,0 0-1 0 0,0 0 1 0 0,0 1 0 0 0,0-1-1 0 0,0 0 1 0 0,0 0 0 0 0,0 0-1 0 0,0 0 1 0 0,0 0 0 0 0,-1 0-1 0 0,1 0 1 0 0,0 1 0 0 0,0-1-1 0 0,0 0 1 0 0,0 0 0 0 0,0 0-1 0 0,0 0 1 0 0,0 0 0 0 0,0 0-1 0 0,0 1 1 0 0,0-1 0 0 0,0 0-1 0 0,0 0 1 0 0,0 0 0 0 0,0 0 0 0 0,0 0-1 0 0,0 0 1 0 0,0 1 0 0 0,0-1-1 0 0,1 0 1 0 0,-1 0 0 0 0,0 0-1 0 0,0 0 1 0 0,0 0 0 0 0,0 0-1 0 0,0 0 1 0 0,0 0 0 0 0,0 1-1 0 0,0-1 1 0 0,0 0 0 0 0,0 0-1 0 0,1 0 1 0 0,-1 0 0 0 0,0 0-1 0 0,0 0 1 0 0,0 0 0 0 0,0 0-1 0 0,0 0 1 0 0,0 0 0 0 0,0 0-1 0 0,1 0 1 0 0,1 3-154 0 0,1-1 0 0 0,-1 0 1 0 0,1 0-1 0 0,0 0 0 0 0,0 0 0 0 0,0 0 0 0 0,0-1 0 0 0,5 3 1 0 0,11 1-750 0 0,4-2-30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6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 11543 0 0,'1'-1'67'0'0,"0"1"0"0"0,0-1 1 0 0,0 1-1 0 0,-1 0 0 0 0,1-1 0 0 0,0 1 0 0 0,0 0 0 0 0,0 0 0 0 0,0 0 0 0 0,0 0 0 0 0,0 0 0 0 0,0 0 0 0 0,0 0 0 0 0,0 0 0 0 0,0 0 0 0 0,0 0 0 0 0,0 1 0 0 0,0-1 1 0 0,0 0-1 0 0,0 1 0 0 0,1 0 0 0 0,0 0 106 0 0,-1 1 0 0 0,1 0 0 0 0,-1 0 0 0 0,0 0 0 0 0,1 0 0 0 0,-1 0 0 0 0,0 0 0 0 0,1 4 0 0 0,-2-5-116 0 0,5 13 229 0 0,-1 1-1 0 0,0 0 1 0 0,-1 0 0 0 0,0 0 0 0 0,-1 1 0 0 0,-1-1 0 0 0,-1 27 0 0 0,-17 110-363 0 0,13-126-33 0 0,1 0-112 0 0,-7 34-2747 0 0,11-78-1265 0 0,4-21 2217 0 0,1 16 1557 0 0,1-1-1 0 0,2 1 0 0 0,0 1 1 0 0,13-23-1 0 0,-16 33 388 0 0,2 0 1 0 0,-1 1-1 0 0,1 0 0 0 0,1 0 1 0 0,0 0-1 0 0,0 1 0 0 0,1 1 1 0 0,18-14-1 0 0,-26 21 136 0 0,0 1 0 0 0,0-1 0 0 0,0 1 0 0 0,0 0-1 0 0,0-1 1 0 0,0 1 0 0 0,1 0 0 0 0,-1 0 0 0 0,0 1 0 0 0,0-1 0 0 0,1 0-1 0 0,-1 1 1 0 0,0 0 0 0 0,1-1 0 0 0,-1 1 0 0 0,1 0 0 0 0,-1 0 0 0 0,0 0-1 0 0,1 1 1 0 0,-1-1 0 0 0,0 0 0 0 0,1 1 0 0 0,-1 0 0 0 0,0-1 0 0 0,1 1-1 0 0,-1 0 1 0 0,0 0 0 0 0,0 0 0 0 0,0 1 0 0 0,0-1 0 0 0,0 0 0 0 0,0 1 0 0 0,0 0-1 0 0,-1-1 1 0 0,1 1 0 0 0,0 0 0 0 0,1 2 0 0 0,1 3 303 0 0,0-1-1 0 0,0 1 1 0 0,-1 0 0 0 0,0 0 0 0 0,0 1-1 0 0,-1-1 1 0 0,0 0 0 0 0,0 1 0 0 0,-1 0-1 0 0,1 10 1 0 0,0 2 201 0 0,-2 1 0 0 0,-4 34 0 0 0,3-44-380 0 0,-1-1-1 0 0,0 1 1 0 0,-1-1 0 0 0,0 0 0 0 0,-1 0 0 0 0,0 0 0 0 0,-5 9 0 0 0,9-18-177 0 0,0-1-1 0 0,-1 0 1 0 0,1 1 0 0 0,0-1-1 0 0,0 0 1 0 0,0 0-1 0 0,0 1 1 0 0,-1-1 0 0 0,1 0-1 0 0,0 0 1 0 0,0 1 0 0 0,0-1-1 0 0,-1 0 1 0 0,1 0 0 0 0,0 0-1 0 0,0 1 1 0 0,-1-1 0 0 0,1 0-1 0 0,0 0 1 0 0,-1 0-1 0 0,1 0 1 0 0,0 0 0 0 0,0 1-1 0 0,-1-1 1 0 0,1 0 0 0 0,0 0-1 0 0,-1 0 1 0 0,1 0 0 0 0,0 0-1 0 0,-1 0 1 0 0,1 0 0 0 0,0 0-1 0 0,-1 0 1 0 0,1 0-1 0 0,0 0 1 0 0,-1-1 0 0 0,-8-10 258 0 0,0-18 82 0 0,6 13-327 0 0,2-1 0 0 0,0 1 0 0 0,0-1 1 0 0,2 0-1 0 0,0 1 0 0 0,1-1 1 0 0,1 1-1 0 0,5-18 0 0 0,2-1-358 0 0,2 1-1 0 0,25-55 0 0 0,-33 83 319 0 0,-1-1-1 0 0,1 0 0 0 0,0 1 1 0 0,1 0-1 0 0,0 0 0 0 0,0 0 1 0 0,7-6-1 0 0,-11 10 18 0 0,0 1 1 0 0,0 0-1 0 0,1 0 0 0 0,-1 0 1 0 0,1 0-1 0 0,-1 1 0 0 0,0-1 0 0 0,1 0 1 0 0,0 1-1 0 0,-1-1 0 0 0,1 1 1 0 0,-1-1-1 0 0,1 1 0 0 0,0-1 1 0 0,-1 1-1 0 0,1 0 0 0 0,0 0 0 0 0,-1 0 1 0 0,1 0-1 0 0,-1 0 0 0 0,1 1 1 0 0,0-1-1 0 0,-1 0 0 0 0,1 1 1 0 0,0-1-1 0 0,-1 1 0 0 0,1-1 0 0 0,-1 1 1 0 0,1 0-1 0 0,-1 0 0 0 0,0 0 1 0 0,1 0-1 0 0,-1 0 0 0 0,0 0 0 0 0,1 0 1 0 0,-1 0-1 0 0,0 0 0 0 0,0 1 1 0 0,1 1-1 0 0,3 3 57 0 0,0 1 0 0 0,-1 0-1 0 0,0 1 1 0 0,0-1 0 0 0,-1 1 0 0 0,0 0 0 0 0,3 8-1 0 0,11 61 308 0 0,-10-44-189 0 0,0-1-29 0 0,1 5 204 0 0,19 56-1 0 0,-24-83-299 0 0,1-1-1 0 0,0 0 1 0 0,0-1 0 0 0,1 1-1 0 0,0-1 1 0 0,1 0-1 0 0,0 0 1 0 0,0 0-1 0 0,0-1 1 0 0,1 0 0 0 0,10 8-1 0 0,-15-14-38 0 0,0 1-1 0 0,1 0 0 0 0,-1-1 1 0 0,0 0-1 0 0,1 1 0 0 0,-1-1 1 0 0,1 0-1 0 0,-1 0 0 0 0,1-1 1 0 0,0 1-1 0 0,-1 0 0 0 0,1-1 1 0 0,0 0-1 0 0,-1 1 0 0 0,1-1 1 0 0,0 0-1 0 0,0 0 0 0 0,-1-1 0 0 0,4 0 1 0 0,-3 0 6 0 0,1 0 0 0 0,-1-1 0 0 0,0 1 0 0 0,0-1 1 0 0,0 0-1 0 0,0 0 0 0 0,-1 0 0 0 0,1 0 0 0 0,0 0 0 0 0,-1-1 1 0 0,0 1-1 0 0,1-1 0 0 0,1-3 0 0 0,4-6 50 0 0,-1 0-1 0 0,-1-1 1 0 0,0 1 0 0 0,0-1-1 0 0,-2-1 1 0 0,5-16 0 0 0,0-15 26 0 0,-2-1 1 0 0,2-80-1 0 0,-5 55-103 0 0,-4 66 7 0 0,0 1-1 0 0,1-1 1 0 0,-1 0-1 0 0,1 0 1 0 0,0 1 0 0 0,1-1-1 0 0,-1 0 1 0 0,3-4-1 0 0,-2 7-1 0 0,-1 0 0 0 0,0 1 0 0 0,0-1-1 0 0,1 1 1 0 0,-1 0 0 0 0,0-1-1 0 0,1 1 1 0 0,-1 0 0 0 0,1 0 0 0 0,0 0-1 0 0,-1 0 1 0 0,1 0 0 0 0,0 0 0 0 0,0 0-1 0 0,0 0 1 0 0,0 1 0 0 0,0-1 0 0 0,-1 1-1 0 0,1 0 1 0 0,0-1 0 0 0,0 1-1 0 0,4 0 1 0 0,35 1 350 0 0,78 10 0 0 0,-8 1 44 0 0,-83-10-324 0 0,99 1 86 0 0,-109-4-121 0 0,0 0-1 0 0,0-1 1 0 0,0-1-1 0 0,32-10 1 0 0,-48 13-16 0 0,-1-1 0 0 0,1 0 0 0 0,-1 1-1 0 0,1-1 1 0 0,-1 0 0 0 0,0 0 0 0 0,1 0 0 0 0,-1 0 0 0 0,0 0 0 0 0,2-2 0 0 0,-4-2 117 0 0,-11 4-52 0 0,-5 3-58 0 0,0 0 0 0 0,0 2 0 0 0,0 0 0 0 0,0 1 0 0 0,1 0 0 0 0,-28 14 1 0 0,13-3-76 0 0,0 2 0 0 0,-37 27 0 0 0,57-37 35 0 0,0 1 0 0 0,1 0 0 0 0,0 1-1 0 0,1 0 1 0 0,0 0 0 0 0,0 1 0 0 0,1 1 0 0 0,0-1-1 0 0,-6 15 1 0 0,12-22 19 0 0,0 0 0 0 0,0 0 0 0 0,1 0-1 0 0,0 0 1 0 0,-1 0 0 0 0,2 0 0 0 0,-1 1 0 0 0,0-1-1 0 0,1 0 1 0 0,0 0 0 0 0,0 1 0 0 0,0-1 0 0 0,0 0-1 0 0,1 0 1 0 0,-1 1 0 0 0,1-1 0 0 0,0 0 0 0 0,1 0-1 0 0,-1 0 1 0 0,1 0 0 0 0,0 0 0 0 0,0 0 0 0 0,0-1-1 0 0,0 1 1 0 0,0-1 0 0 0,1 1 0 0 0,0-1 0 0 0,0 0 0 0 0,0 0-1 0 0,0 0 1 0 0,0 0 0 0 0,0 0 0 0 0,5 2 0 0 0,2 1 66 0 0,1 0 1 0 0,0-1 0 0 0,0 0 0 0 0,0-1 0 0 0,1 0 0 0 0,-1-1-1 0 0,1 0 1 0 0,0 0 0 0 0,16 0 0 0 0,-3-1 90 0 0,0-2 1 0 0,0 0 0 0 0,38-6-1 0 0,-47 4-122 0 0,0-2-1 0 0,0 0 1 0 0,23-8-1 0 0,-34 10-56 0 0,0 0 0 0 0,0 0 0 0 0,-1-1 0 0 0,1 1 0 0 0,0-1 0 0 0,-1 0 0 0 0,0 0 0 0 0,1-1 0 0 0,-1 1 0 0 0,0-1 0 0 0,-1 0 0 0 0,1 0 0 0 0,-1 0 0 0 0,4-7 0 0 0,-6 9-23 0 0,0 1-1 0 0,-1-1 1 0 0,1 1-1 0 0,-1-1 1 0 0,0 1-1 0 0,1-1 1 0 0,-1 1-1 0 0,0-1 1 0 0,0 0-1 0 0,0 1 1 0 0,0-1-1 0 0,0 0 1 0 0,0 1-1 0 0,-1-1 1 0 0,1 1-1 0 0,0-1 1 0 0,-1 0-1 0 0,1 1 1 0 0,-1-1-1 0 0,0 1 1 0 0,1 0-1 0 0,-1-1 1 0 0,0 1 0 0 0,0-1-1 0 0,0 1 1 0 0,-2-2-1 0 0,-1-1-248 0 0,0 1-1 0 0,0-1 1 0 0,0 1-1 0 0,0 0 1 0 0,0 1-1 0 0,-1-1 1 0 0,-6-2-1 0 0,-18-7-1693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7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1 372 9583 0 0,'245'-40'4077'0'0,"-177"26"-4006"0"0,-2 1 126 0 0,79-27 0 0 0,-118 31-701 0 0,0-2-1 0 0,-1-1 1 0 0,0-2-1 0 0,-1 0 1 0 0,35-26-1 0 0,-59 39 472 0 0,3-2-275 0 0,0 0-1 0 0,0 0 0 0 0,1 0 0 0 0,-1 0 0 0 0,1 1 0 0 0,8-4 0 0 0,-12 6 294 0 0,0-1 1 0 0,1 1-1 0 0,-1 0 0 0 0,0 0 1 0 0,1 0-1 0 0,-1 0 0 0 0,0 0 1 0 0,1 0-1 0 0,-1 1 0 0 0,0-1 1 0 0,1 0-1 0 0,-1 1 0 0 0,0-1 1 0 0,0 1-1 0 0,1-1 1 0 0,-1 1-1 0 0,0 0 0 0 0,0-1 1 0 0,0 1-1 0 0,0 0 0 0 0,0 0 1 0 0,0 0-1 0 0,0 0 0 0 0,0 0 1 0 0,0 0-1 0 0,0 0 0 0 0,0 0 1 0 0,-1 0-1 0 0,1 0 0 0 0,0 0 1 0 0,0 2-1 0 0,9 18 746 0 0,-1 0-1 0 0,-1 1 1 0 0,-1 0 0 0 0,7 36 0 0 0,6 16 472 0 0,-6-27-499 0 0,-4-12-296 0 0,1 1 1 0 0,2-2 0 0 0,2 1 0 0 0,19 33 0 0 0,-31-66-216 0 0,-4-12-98 0 0,-5-16-6 0 0,5 24-74 0 0,-23-78 265 0 0,9 33-148 0 0,2 0 1 0 0,2-1 0 0 0,-5-52 0 0 0,15 87-115 0 0,0-1 0 0 0,1 0 1 0 0,1 1-1 0 0,0-1 0 0 0,1 0 1 0 0,0 1-1 0 0,1-1 0 0 0,0 1 1 0 0,1 0-1 0 0,1 0 1 0 0,0 0-1 0 0,1 1 0 0 0,0 0 1 0 0,1 0-1 0 0,14-19 0 0 0,-18 27-25 0 0,0 0 1 0 0,0 0-1 0 0,1 1 0 0 0,-1 0 0 0 0,1 0 0 0 0,0 0 0 0 0,0 0 0 0 0,0 0 1 0 0,1 1-1 0 0,-1-1 0 0 0,0 1 0 0 0,1 0 0 0 0,0 1 0 0 0,-1-1 1 0 0,1 1-1 0 0,0 0 0 0 0,0 0 0 0 0,9 0 0 0 0,-10 1-8 0 0,0 0 0 0 0,0 1 0 0 0,0 0-1 0 0,0 0 1 0 0,0 0 0 0 0,0 0 0 0 0,0 1-1 0 0,0-1 1 0 0,-1 1 0 0 0,1 0 0 0 0,0 0 0 0 0,-1 1-1 0 0,0-1 1 0 0,1 1 0 0 0,-1-1 0 0 0,0 1 0 0 0,0 0-1 0 0,-1 0 1 0 0,1 0 0 0 0,-1 1 0 0 0,1-1-1 0 0,3 8 1 0 0,-2-2 1 0 0,0 1 0 0 0,-1-1 0 0 0,0 1 0 0 0,-1 0 0 0 0,0 0 0 0 0,0 0-1 0 0,-1 1 1 0 0,0-1 0 0 0,-1 0 0 0 0,0 0 0 0 0,-1 0 0 0 0,0 1 0 0 0,-1-1 0 0 0,0 0-1 0 0,0 0 1 0 0,-6 14 0 0 0,-2 4-26 0 0,-1-1 0 0 0,-2-1 0 0 0,0 0 0 0 0,-26 38 0 0 0,-35 30 143 0 0,86-99 281 0 0,0 0 1 0 0,0 1-1 0 0,24-4 0 0 0,-19 5-275 0 0,0 0 0 0 0,1 2 0 0 0,-1 0 0 0 0,1 1 0 0 0,0 0 0 0 0,-1 2 0 0 0,0 0 0 0 0,22 6 0 0 0,-31-6-259 0 0,1 0 0 0 0,-1 0 0 0 0,0 1 0 0 0,0 1 0 0 0,0-1 0 0 0,0 1 0 0 0,-1 1-1 0 0,1-1 1 0 0,-1 1 0 0 0,0 1 0 0 0,0-1 0 0 0,-1 1 0 0 0,0 0 0 0 0,0 1 0 0 0,0-1 0 0 0,-1 1 0 0 0,0 0 0 0 0,6 13 0 0 0,-2 2-1268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37.6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81 6191 0 0,'-2'-2'88'0'0,"1"0"0"0"0,-1 1 1 0 0,0-1-1 0 0,1 0 0 0 0,0 0 0 0 0,-1 0 0 0 0,1 0 0 0 0,0 0 0 0 0,0 0 0 0 0,0-1 0 0 0,0 1 0 0 0,1 0 0 0 0,-1-1 0 0 0,1 1 0 0 0,-1 0 0 0 0,1-1 0 0 0,0 1 0 0 0,0 0 0 0 0,0-1 0 0 0,0 1 0 0 0,0-1 0 0 0,1 1 0 0 0,-1 0 1 0 0,1-4-1 0 0,0 4 270 0 0,0 0 0 0 0,0 0 0 0 0,-1 0 1 0 0,1 0-1 0 0,1 0 0 0 0,-1 0 0 0 0,0 0 1 0 0,0 0-1 0 0,3-3 0 0 0,-2 7-35 0 0,0 1 0 0 0,-1-1-1 0 0,1 0 1 0 0,-1 1 0 0 0,0-1-1 0 0,0 1 1 0 0,0 0 0 0 0,1 4-1 0 0,-1 1-11 0 0,0 1-1 0 0,0-1 0 0 0,-1 1 1 0 0,0-1-1 0 0,-1 0 1 0 0,0 1-1 0 0,-3 15 0 0 0,-3 32 974 0 0,-6 180 658 0 0,6-130-1411 0 0,9 278 672 0 0,-12-37-943 0 0,2-231 54 0 0,7 133 0 0 0,3 26-46 0 0,-5-167 18 0 0,11 109 1 0 0,8-15-129 0 0,25 165 644 0 0,-31-292-709 0 0,-2 0 0 0 0,-3 89 0 0 0,-4-91 4 0 0,13 148 109 0 0,-1-4-24 0 0,-6-125-12 0 0,26 130 0 0 0,-15-114-91 0 0,-4-13 55 0 0,-5 0 1 0 0,-3 0-1 0 0,-5 1 0 0 0,-12 104 1 0 0,-4-9 275 0 0,11 197 1 0 0,3 203 261 0 0,-9-369-644 0 0,-41 659 208 0 0,12-137 172 0 0,36-563-370 0 0,3 136 52 0 0,11-59-59 0 0,16 253 77 0 0,23-5 11 0 0,-34-349-121 0 0,32 241 130 0 0,23 273 0 0 0,-38-401-59 0 0,-16-147-74 0 0,13 52 42 0 0,-35-197-1825 0 0,-19-89-728 0 0,-100-731 1655 0 0,90 647 861 0 0,-37-239 0 0 0,25-6 0 0 0,15-215 92 0 0,24 105 331 0 0,6 191-322 0 0,-17 38-101 0 0,5 104 0 0 0,13-47-1413 0 0,-1 249 208 0 0,-4 23 409 0 0,-1 27 744 0 0,22 81 284 0 0,45 163 0 0 0,-33-164-142 0 0,24 101 47 0 0,42 185 277 0 0,-35 7-82 0 0,-29 48-213 0 0,27 322-89 0 0,8-198-43 0 0,28-5-70 0 0,-90-560-392 0 0,14 56 1115 0 0,-3-39-2181 0 0,-12-28 628 0 0,1 0 1 0 0,-1-1 0 0 0,1 1-1 0 0,0-1 1 0 0,4 5 0 0 0,12 4-6134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39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130 391 11519 0 0,'-27'-7'1236'0'0,"-30"-5"-1324"0"0,17 6 3995 0 0,35 5-3893 0 0,5-1-38 0 0,12-3-88 0 0,19-3-31 0 0,1 4 605 0 0,0 1 1 0 0,0 1 0 0 0,0 2 0 0 0,38 5 0 0 0,129 26 1116 0 0,-16-2-1134 0 0,18-11-107 0 0,1-9-1 0 0,236-20 0 0 0,522-7 2435 0 0,-277-17-2179 0 0,-501 21-378 0 0,159-16 256 0 0,131 9 418 0 0,-324 17-705 0 0,148 1-19 0 0,-118 2-106 0 0,126 11-60 0 0,-87-1 13 0 0,-174-8 4 0 0,440-7 221 0 0,462-20 543 0 0,-186 36-56 0 0,280-35 65 0 0,-563 19-618 0 0,-170 26-171 0 0,-1 21 0 0 0,-94-11 0 0 0,218-4 17 0 0,-355-24 19 0 0,110 2-24 0 0,178 9-13 0 0,652 2 1 0 0,-397-56 75 0 0,320 6-17 0 0,-887 33-52 0 0,538-35 94 0 0,-13-1-19 0 0,-261 32-58 0 0,155-5 18 0 0,458-80 291 0 0,-863 83-312 0 0,804-50 113 0 0,-509 42-14 0 0,433-36 813 0 0,-751 47-3873 0 0,-35 4 1721 0 0,0 0 1 0 0,0-1-1 0 0,-1 0 1 0 0,1 0-1 0 0,5-3 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0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14 6415 0 0,'-12'-4'288'0'0,"0"0"56"0"0,0 0-280 0 0,3 2-64 0 0,2 2 0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3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11055 0 0,'6'-1'313'0'0,"1"0"0"0"0,-1 0 0 0 0,0 1 0 0 0,1 0 0 0 0,-1 1 0 0 0,11 1 0 0 0,-2-1-146 0 0,-5-1-34 0 0,0-1 1 0 0,0 0-1 0 0,0-1 1 0 0,0 0-1 0 0,18-6 0 0 0,-18 5 101 0 0,1 0 0 0 0,-1 0 0 0 0,1 1-1 0 0,17-1 1 0 0,-9 5-121 0 0,0 0 0 0 0,0 2 0 0 0,0 0 1 0 0,28 10-1 0 0,7 2 37 0 0,114 19 332 0 0,65 17 97 0 0,-187-38-348 0 0,0-3 0 0 0,1-2-1 0 0,0-2 1 0 0,1-2 0 0 0,70-1-1 0 0,151 1 971 0 0,-118 0-935 0 0,-72 0-248 0 0,0 4-1 0 0,132 33 1 0 0,-127-26 42 0 0,91 6 0 0 0,87-7 121 0 0,-238-14-155 0 0,217-3 185 0 0,29 1 35 0 0,-79 9 84 0 0,117 10-9 0 0,-31-2-183 0 0,-44-4 76 0 0,-60-1-172 0 0,-74-6 8 0 0,161 28-1 0 0,-59 13-50 0 0,134 26 0 0 0,-261-61 6 0 0,1-3-1 0 0,117-1 1 0 0,218-36 208 0 0,67-1 263 0 0,-64 42-330 0 0,77-2-1 0 0,-136-30-100 0 0,33-2 50 0 0,1 28-43 0 0,171 20 12 0 0,-59-52 196 0 0,0 1 0 0 0,-274 26-244 0 0,190-1 44 0 0,-212-10 85 0 0,27 0 221 0 0,942 12-33 0 0,-890-1-256 0 0,350 12 118 0 0,82 39 572 0 0,289 41-1337 0 0,-939-86 533 0 0,501 38 273 0 0,2-47 269 0 0,130-56-276 0 0,92-6-107 0 0,-747 61-91 0 0,89-1 187 0 0,-118 5-200 0 0,0 0 1 0 0,0 1-1 0 0,-1 1 0 0 0,1 0 1 0 0,-1 0-1 0 0,0 2 1 0 0,18 7-1 0 0,-28-10-18 0 0,1 0 0 0 0,-1 0 0 0 0,1 1 0 0 0,-1 0 0 0 0,0-1 0 0 0,0 1 0 0 0,0 0 0 0 0,0 1 0 0 0,-1-1 0 0 0,1 0 0 0 0,-1 1 0 0 0,0-1 0 0 0,0 1 0 0 0,0 0 0 0 0,-1 0 0 0 0,3 6 0 0 0,-2-4 0 0 0,-1 1 0 0 0,0-1 0 0 0,0 0 0 0 0,0 0 0 0 0,-1 1 0 0 0,0-1 0 0 0,0 1 0 0 0,-1-1 0 0 0,1 0 0 0 0,-3 8 0 0 0,-6 12 0 0 0,-1 1 0 0 0,-1-2 0 0 0,-27 47 0 0 0,5-11 0 0 0,-29 76 0 0 0,44-90 0 0 0,-8 31 0 0 0,-3 8 0 0 0,1-2 0 0 0,1 1 0 0 0,-2 5 0 0 0,-4 26 60 0 0,4-9 19 0 0,1 1 1 0 0,3 0 0 0 0,7-35-55 0 0,8-34 23 0 0,-8 43-25 0 0,8-39 19 0 0,-9 45-16 0 0,10-44 43 0 0,-15 65 4 0 0,1 3 13 0 0,14-66-17 0 0,-1 6-50 0 0,-38 242 258 0 0,38-205-213 0 0,6-44 3 0 0,-3 47 10 0 0,4-45 3 0 0,-2 47 0 0 0,4-49 1 0 0,-1 41 6 0 0,1-43 1 0 0,-1 45 0 0 0,1-42-3 0 0,-3 149 62 0 0,5 114 152 0 0,3-112-217 0 0,39 397 324 0 0,-2-85-62 0 0,2 115 95 0 0,-3-78-222 0 0,-21-59-52 0 0,12 191 242 0 0,3 232 70 0 0,-23-420-133 0 0,23-2-19 0 0,-15-246-286 0 0,10 711 305 0 0,-13-536-64 0 0,-10-372-280 0 0,2 9 0 0 0,-1-17-17 0 0,-5-30-74 0 0,0-1-385 0 0,8 20-151 0 0,-7-19-174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8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45 901 7831 0 0,'-5'-3'-277'0'0,"0"0"659"0"0,1 0 0 0 0,-1 0-1 0 0,1 0 1 0 0,0 0 0 0 0,0-1-1 0 0,-4-4 1 0 0,7 7-272 0 0,1 0 0 0 0,-1 1 0 0 0,1-1-1 0 0,-1 0 1 0 0,1 0 0 0 0,-1 0 0 0 0,1 0 0 0 0,0 0 0 0 0,-1 0 0 0 0,1 0 0 0 0,0 0 0 0 0,0 0 0 0 0,0 0 0 0 0,0 0 0 0 0,0 0-1 0 0,0 0 1 0 0,0-1 0 0 0,0 1 0 0 0,0 0 0 0 0,1 0 0 0 0,-1 0 0 0 0,0 0 0 0 0,1 0 0 0 0,-1 0 0 0 0,0 1 0 0 0,1-1 0 0 0,-1 0-1 0 0,1 0 1 0 0,0 0 0 0 0,-1 0 0 0 0,1 0 0 0 0,0 1 0 0 0,-1-1 0 0 0,1 0 0 0 0,0 1 0 0 0,0-1 0 0 0,0 0 0 0 0,1 0 0 0 0,5-4-29 0 0,0 0 1 0 0,0 1-1 0 0,1-1 1 0 0,0 2-1 0 0,-1-1 1 0 0,14-3 0 0 0,55-12 77 0 0,-48 12-73 0 0,399-89 953 0 0,390-97 955 0 0,351-164-1833 0 0,-1167 357-161 0 0,66-22-42 0 0,0-4 1 0 0,84-45-1 0 0,-142 64 105 0 0,-9 4-956 0 0,-16 3-3586 0 0,-7 5-1155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9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1120 20 13391 0 0,'-1'-1'51'0'0,"0"-1"0"0"0,0 1 0 0 0,0 0 0 0 0,1-1 0 0 0,-1 1 0 0 0,0 0-1 0 0,-1 0 1 0 0,1 0 0 0 0,0 0 0 0 0,0 0 0 0 0,0 0 0 0 0,-1 0 0 0 0,1 1 0 0 0,0-1-1 0 0,-1 0 1 0 0,1 1 0 0 0,0-1 0 0 0,-1 1 0 0 0,1-1 0 0 0,-1 1 0 0 0,1 0-1 0 0,-1 0 1 0 0,1-1 0 0 0,-1 1 0 0 0,1 0 0 0 0,-1 0 0 0 0,1 1 0 0 0,-1-1 0 0 0,-2 1-1 0 0,-2 1-106 0 0,0 1-1 0 0,0-1 1 0 0,1 2-1 0 0,-1-1 1 0 0,1 1 0 0 0,-6 4-1 0 0,-7 5-12 0 0,-62 42-352 0 0,-83 78 1 0 0,-64 77-109 0 0,183-168 417 0 0,20-19 98 0 0,-205 202-351 0 0,19 17 615 0 0,204-234-179 0 0,-19 27 106 0 0,24-33-143 0 0,0-1-1 0 0,0 1 1 0 0,0 0-1 0 0,1 0 1 0 0,-1 0-1 0 0,0-1 1 0 0,1 1 0 0 0,-1 0-1 0 0,1 0 1 0 0,0 0-1 0 0,-1 0 1 0 0,1 0-1 0 0,0 0 1 0 0,0 0 0 0 0,0 0-1 0 0,1 3 1 0 0,0-4-5 0 0,-1 0-1 0 0,1 0 1 0 0,-1 0 0 0 0,1-1 0 0 0,-1 1 0 0 0,1 0 0 0 0,0 0 0 0 0,0-1 0 0 0,-1 1 0 0 0,1 0 0 0 0,0-1-1 0 0,0 1 1 0 0,0-1 0 0 0,0 1 0 0 0,0-1 0 0 0,-1 1 0 0 0,1-1 0 0 0,0 1 0 0 0,0-1 0 0 0,0 0 0 0 0,0 0-1 0 0,0 0 1 0 0,2 1 0 0 0,27-1 377 0 0,-23 0-307 0 0,48-3 391 0 0,0-2 0 0 0,104-25 0 0 0,104-46 348 0 0,-183 51-604 0 0,75-23 39 0 0,232-67 122 0 0,-276 88-333 0 0,175-20 1 0 0,-260 46-30 0 0,-18 1-30 0 0,-1 0 1 0 0,0-1-1 0 0,1 0 0 0 0,-1 0 1 0 0,14-4-1 0 0,-21 4 7 0 0,0 1 0 0 0,0 0-1 0 0,0-1 1 0 0,0 1-1 0 0,0 0 1 0 0,0-1 0 0 0,0 1-1 0 0,0 0 1 0 0,0 0 0 0 0,-1-1-1 0 0,1 1 1 0 0,0 0 0 0 0,0 0-1 0 0,0-1 1 0 0,0 1 0 0 0,-1 0-1 0 0,1 0 1 0 0,0-1 0 0 0,0 1-1 0 0,0 0 1 0 0,-1 0-1 0 0,1 0 1 0 0,0-1 0 0 0,0 1-1 0 0,-1 0 1 0 0,1 0 0 0 0,0 0-1 0 0,0 0 1 0 0,-1 0 0 0 0,1 0-1 0 0,0 0 1 0 0,-1-1 0 0 0,1 1-1 0 0,0 0 1 0 0,-1 0 0 0 0,1 0-1 0 0,-1 0 1 0 0,-14-6 215 0 0,-73-24 1086 0 0,-72-28-256 0 0,112 38-924 0 0,-352-158 28 0 0,314 130-87 0 0,-142-108 0 0 0,223 153-62 0 0,3 2-15 0 0,1-1-1 0 0,-1 1 0 0 0,0 0 1 0 0,1 0-1 0 0,-1-1 0 0 0,1 1 1 0 0,-1-1-1 0 0,1 1 0 0 0,0-1 1 0 0,-1 1-1 0 0,1-1 0 0 0,0 0 1 0 0,-1-3-1 0 0,3 5-149 0 0,1-1 1 0 0,-1 1 0 0 0,0-1-1 0 0,1 1 1 0 0,-1-1-1 0 0,1 1 1 0 0,-1 0-1 0 0,1 0 1 0 0,-1 0-1 0 0,1 0 1 0 0,-1 0 0 0 0,1 0-1 0 0,-1 0 1 0 0,1 1-1 0 0,-1-1 1 0 0,2 1-1 0 0,1-1-796 0 0,23 2-5659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9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65 5407 0 0,'-12'-26'240'0'0,"3"6"48"0"0,-1 1-224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49.7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10279 0 0,'2'1'48'0'0,"0"0"0"0"0,0 0 0 0 0,-1 0 0 0 0,1 0 0 0 0,-1 0-1 0 0,1 0 1 0 0,-1 0 0 0 0,1 1 0 0 0,-1-1 0 0 0,1 1 0 0 0,-1-1-1 0 0,0 1 1 0 0,0-1 0 0 0,0 1 0 0 0,0 0 0 0 0,0 0 0 0 0,0-1-1 0 0,-1 1 1 0 0,2 4 0 0 0,0 4 36 0 0,0 0 0 0 0,-1 0 1 0 0,-1 14-1 0 0,2 6 376 0 0,2 41 238 0 0,-2-24 36 0 0,-7 294 1215 0 0,1-248-1396 0 0,-4 116 371 0 0,7-115-824 0 0,2-54-42 0 0,0-27-77 0 0,-1-1-32 0 0,1-1-1 0 0,0 1 1 0 0,1-1-1 0 0,0 1 0 0 0,1-1 1 0 0,0 0-1 0 0,0 0 1 0 0,7 13-1 0 0,-10-23 26 0 0,1 0-1 0 0,-1 0 1 0 0,0 0 0 0 0,1 0-1 0 0,-1-1 1 0 0,1 1 0 0 0,-1 0-1 0 0,1 0 1 0 0,0 0 0 0 0,-1-1-1 0 0,1 1 1 0 0,0 0 0 0 0,0-1-1 0 0,-1 1 1 0 0,1-1 0 0 0,0 1-1 0 0,0-1 1 0 0,0 1 0 0 0,0-1-1 0 0,0 1 1 0 0,0-1 0 0 0,-1 0-1 0 0,1 0 1 0 0,2 1-1 0 0,-3-2-7 0 0,1 1 0 0 0,0-1-1 0 0,0 1 1 0 0,-1-1-1 0 0,1 1 1 0 0,0-1-1 0 0,-1 1 1 0 0,1-1 0 0 0,0 0-1 0 0,-1 0 1 0 0,1 1-1 0 0,-1-1 1 0 0,1 0-1 0 0,-1 0 1 0 0,0 0 0 0 0,1 1-1 0 0,-1-1 1 0 0,0 0-1 0 0,1-2 1 0 0,1-6-103 0 0,0-1 0 0 0,0 0 0 0 0,0-11 0 0 0,0-117-704 0 0,-6 45-3352 0 0,0 39 43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0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0 167 11631 0 0,'5'-6'184'0'0,"1"-1"-1"0"0,-1 1 0 0 0,1 0 1 0 0,0 1-1 0 0,1-1 0 0 0,-1 1 1 0 0,1 0-1 0 0,0 1 0 0 0,14-7 1 0 0,7-2 327 0 0,39-11 0 0 0,-50 18-300 0 0,37-11 563 0 0,101-20 1 0 0,-133 33-663 0 0,0 2 0 0 0,0 0 0 0 0,0 1 0 0 0,0 1 0 0 0,0 2 0 0 0,0 0 0 0 0,39 9 0 0 0,-55-10-102 0 0,0 1-1 0 0,-1 0 1 0 0,1 1-1 0 0,-1-1 1 0 0,0 1-1 0 0,1 0 1 0 0,-1 0-1 0 0,-1 0 1 0 0,1 1-1 0 0,0 0 1 0 0,-1 0-1 0 0,0 0 1 0 0,0 0-1 0 0,0 1 0 0 0,6 9 1 0 0,-8-10-24 0 0,0-1-1 0 0,-1 1 1 0 0,1 0-1 0 0,-1 0 1 0 0,0 0 0 0 0,0 0-1 0 0,-1 0 1 0 0,1 0 0 0 0,-1 0-1 0 0,0 0 1 0 0,0 0-1 0 0,0 1 1 0 0,-1-1 0 0 0,1 0-1 0 0,-1 0 1 0 0,0 0 0 0 0,0 0-1 0 0,0 0 1 0 0,-1-1-1 0 0,1 1 1 0 0,-1 0 0 0 0,0 0-1 0 0,-4 5 1 0 0,-2 2-49 0 0,0-1 0 0 0,-1 0 0 0 0,0 0 0 0 0,0 0 1 0 0,-1-1-1 0 0,-16 10 0 0 0,-71 43-209 0 0,73-48 209 0 0,-276 156-257 0 0,297-168 319 0 0,-3 2 1 0 0,0-1 1 0 0,0 1-1 0 0,0 0 0 0 0,0 1 1 0 0,-7 8-1 0 0,12-12-2 0 0,1 0 0 0 0,-1 0 0 0 0,0 0 0 0 0,1 0 1 0 0,-1 0-1 0 0,0 0 0 0 0,1 0 0 0 0,0 0 0 0 0,-1 0 0 0 0,1 0 0 0 0,0 0 0 0 0,-1 1 0 0 0,1-1 1 0 0,0 0-1 0 0,0 0 0 0 0,0 0 0 0 0,0 1 0 0 0,0-1 0 0 0,0 0 0 0 0,0 0 0 0 0,1 0 0 0 0,-1 1 1 0 0,0-1-1 0 0,1 0 0 0 0,-1 0 0 0 0,1 0 0 0 0,-1 0 0 0 0,1 0 0 0 0,-1 0 0 0 0,1 0 1 0 0,0 0-1 0 0,-1 0 0 0 0,1 0 0 0 0,0 0 0 0 0,0 0 0 0 0,0-1 0 0 0,0 1 0 0 0,0 0 0 0 0,2 1 1 0 0,5 4-35 0 0,1-1 1 0 0,-1 1 0 0 0,1-1 0 0 0,1-1-1 0 0,-1 0 1 0 0,1 0 0 0 0,19 4 0 0 0,78 10-19 0 0,-44-9 218 0 0,125 34 355 0 0,-167-37-417 0 0,0 1-1 0 0,-1 1 1 0 0,0 1-1 0 0,-1 1 1 0 0,1 1 0 0 0,29 22-1 0 0,-47-31-83 0 0,0-1 0 0 0,0 1 0 0 0,0-1 0 0 0,0 1 0 0 0,0 0 0 0 0,-1 0 0 0 0,1 0 0 0 0,0 0 0 0 0,-1 0 0 0 0,0 0 0 0 0,1 1 0 0 0,-1-1 1 0 0,0 0-1 0 0,0 1 0 0 0,-1-1 0 0 0,1 0 0 0 0,0 1 0 0 0,-1-1 0 0 0,1 1 0 0 0,-1-1 0 0 0,0 4 0 0 0,0-3-3 0 0,-1-1 0 0 0,0 1 0 0 0,0-1 0 0 0,0 0 0 0 0,0 1 0 0 0,-1-1 0 0 0,1 0 0 0 0,0 0 1 0 0,-1 0-1 0 0,0 0 0 0 0,1 0 0 0 0,-1 0 0 0 0,0 0 0 0 0,0 0 0 0 0,0-1 0 0 0,0 1 0 0 0,-1-1 0 0 0,1 0 0 0 0,0 1 0 0 0,-5 0 1 0 0,-21 10 152 0 0,-1-2 0 0 0,-1-1 0 0 0,0-1 0 0 0,0-2 1 0 0,-39 3-1 0 0,7 1-19 0 0,-8 2 32 0 0,-1 1 38 0 0,-1-2 0 0 0,-75 0 0 0 0,147-11-222 0 0,0 0 0 0 0,0 0 0 0 0,0 0 0 0 0,0-1 1 0 0,0 1-1 0 0,0 0 0 0 0,1 0 0 0 0,-1 0 1 0 0,0 0-1 0 0,0 0 0 0 0,0 0 0 0 0,0 0 1 0 0,0 0-1 0 0,0 0 0 0 0,0 0 0 0 0,0 0 1 0 0,0 0-1 0 0,0 0 0 0 0,0 0 0 0 0,0 0 0 0 0,0-1 1 0 0,0 1-1 0 0,0 0 0 0 0,0 0 0 0 0,0 0 1 0 0,0 0-1 0 0,0 0 0 0 0,0 0 0 0 0,0 0 1 0 0,0 0-1 0 0,0 0 0 0 0,0 0 0 0 0,0 0 1 0 0,0 0-1 0 0,0 0 0 0 0,0-1 0 0 0,-1 1 1 0 0,1 0-1 0 0,0 0 0 0 0,0 0 0 0 0,0 0 0 0 0,0 0 1 0 0,0 0-1 0 0,0 0 0 0 0,0 0 0 0 0,0 0 1 0 0,0 0-1 0 0,0 0 0 0 0,0 0 0 0 0,0 0 1 0 0,0 0-1 0 0,0 0 0 0 0,0 0 0 0 0,-1 0 1 0 0,1 0-1 0 0,0 0 0 0 0,0 0 0 0 0,0 0 0 0 0,0 0 1 0 0,0 0-1 0 0,10-7-219 0 0,14-6-727 0 0,39-15-2315 0 0,-21 7-2322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0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385 0 12895 0 0,'-87'130'1857'0'0,"-15"24"-866"0"0,53-68-179 0 0,-69 173 0 0 0,109-224-486 0 0,-7 52-148 0 0,15-84-167 0 0,0 0 0 0 0,0 0 0 0 0,1 1 0 0 0,0-1 1 0 0,-1 0-1 0 0,1 0 0 0 0,0 0 0 0 0,1 0 0 0 0,0 6 0 0 0,0-1 5 0 0,1 6 13 0 0,1 1 0 0 0,6 16 0 0 0,-8-25-6 0 0,2 0 0 0 0,-1 0 0 0 0,1-1 0 0 0,0 1 0 0 0,0-1 0 0 0,1 1 0 0 0,-1-1 0 0 0,1 0 0 0 0,0 0 0 0 0,6 4 0 0 0,-5-4 21 0 0,2 0 0 0 0,-1-1 0 0 0,0 0 1 0 0,1 0-1 0 0,0 0 0 0 0,0-1 0 0 0,0 0 1 0 0,0 0-1 0 0,1-1 0 0 0,-1 0 0 0 0,10 1 0 0 0,-6-1 6 0 0,0-2 0 0 0,0 1 0 0 0,0-2 0 0 0,0 1-1 0 0,0-2 1 0 0,0 1 0 0 0,12-4 0 0 0,3-4 37 0 0,0 0 1 0 0,0-2-1 0 0,-1-1 0 0 0,-1-1 1 0 0,33-22-1 0 0,-32 18-234 0 0,-1-1 0 0 0,41-40 1 0 0,-51 44-933 0 0,-2-1 1 0 0,0 0 0 0 0,11-18 0 0 0,-9 8-4553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0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0 482 12383 0 0,'2'1'87'0'0,"-1"-1"0"0"0,0 1 1 0 0,0-1-1 0 0,0 1 0 0 0,0 0 0 0 0,0-1 0 0 0,0 1 0 0 0,0 0 0 0 0,0 0 0 0 0,-1 0 0 0 0,1-1 0 0 0,0 1 1 0 0,0 0-1 0 0,-1 0 0 0 0,1 0 0 0 0,0 2 0 0 0,10 19-289 0 0,-10-20 355 0 0,1 1 259 0 0,5 16 132 0 0,19 57 28 0 0,-16-41-36 0 0,-5-16-398 0 0,0-2 37 0 0,-1 0 1 0 0,2 24-1 0 0,3 19 112 0 0,-7-45-31 0 0,1 2-107 0 0,0 7-107 0 0,-2-12-9 0 0,1 1-1 0 0,0-1 0 0 0,1 0 1 0 0,8 22-1 0 0,0-14 99 0 0,-11-19-125 0 0,1-1 1 0 0,-1 1-1 0 0,1-1 1 0 0,-1 0-1 0 0,1 1 1 0 0,-1-1-1 0 0,1 0 1 0 0,-1 0-1 0 0,1 1 1 0 0,-1-1-1 0 0,1 0 1 0 0,-1 0-1 0 0,1 0 1 0 0,-1 0-1 0 0,1 0 1 0 0,0 0-1 0 0,-1 0 0 0 0,1 0 1 0 0,-1 0-1 0 0,1 0 1 0 0,-1 0-1 0 0,2 0 1 0 0,0-1 18 0 0,0 0 1 0 0,0-1-1 0 0,0 1 1 0 0,0-1-1 0 0,0 1 1 0 0,-1-1-1 0 0,1 0 0 0 0,0 1 1 0 0,-1-1-1 0 0,1 0 1 0 0,-1 0-1 0 0,0 0 1 0 0,1 0-1 0 0,0-3 1 0 0,8-15 158 0 0,0-1 0 0 0,-2-1 0 0 0,0 1 0 0 0,-2-2 1 0 0,0 1-1 0 0,3-32 0 0 0,-2-3 99 0 0,-2-79 1 0 0,-21-83-256 0 0,8 153-127 0 0,3 0 0 0 0,4-80 1 0 0,2 136 60 0 0,-1 4 1 0 0,0 0 1 0 0,1 0 0 0 0,0 0 0 0 0,0 0-1 0 0,0 0 1 0 0,1 0 0 0 0,3-9 0 0 0,-5 15 31 0 0,0 0 1 0 0,0 0 0 0 0,0 0 0 0 0,0-1 0 0 0,1 1 0 0 0,-1 0 0 0 0,0 0 0 0 0,0 0 0 0 0,0 0 0 0 0,0-1 0 0 0,0 1 0 0 0,1 0 0 0 0,-1 0-1 0 0,0 0 1 0 0,0 0 0 0 0,0 0 0 0 0,1 0 0 0 0,-1 0 0 0 0,0 0 0 0 0,0-1 0 0 0,0 1 0 0 0,1 0 0 0 0,-1 0 0 0 0,0 0 0 0 0,0 0 0 0 0,1 0-1 0 0,-1 0 1 0 0,0 0 0 0 0,0 0 0 0 0,0 0 0 0 0,1 0 0 0 0,-1 0 0 0 0,0 1 0 0 0,0-1 0 0 0,0 0 0 0 0,1 0 0 0 0,-1 0 0 0 0,0 0 0 0 0,0 0-1 0 0,0 0 1 0 0,1 0 0 0 0,-1 0 0 0 0,0 1 0 0 0,11 11-64 0 0,7 19 6 0 0,-17-29 50 0 0,18 37-84 0 0,9 26 80 0 0,10 30 48 0 0,-6-6 130 0 0,-19-52 36 0 0,14 39 2 0 0,-14-38-17 0 0,24 73-6 0 0,-30-93-156 0 0,15 54 76 0 0,-6-17-75 0 0,-16-53-15 0 0,1-1-1 0 0,-1 1 1 0 0,0 0 0 0 0,1 0-1 0 0,-1 0 1 0 0,0 0 0 0 0,0-1-1 0 0,0 1 1 0 0,0 0 0 0 0,-1 0-1 0 0,1 0 1 0 0,-1 3 0 0 0,0-5 1 0 0,1 1 0 0 0,0 0 0 0 0,-1 0 0 0 0,1-1 0 0 0,-1 1 1 0 0,0 0-1 0 0,1-1 0 0 0,-1 1 0 0 0,1 0 0 0 0,-1-1 0 0 0,0 1 1 0 0,0-1-1 0 0,1 1 0 0 0,-1-1 0 0 0,0 0 0 0 0,0 1 0 0 0,1-1 1 0 0,-3 1-1 0 0,-1 0 29 0 0,0-1 0 0 0,0 0 1 0 0,0 0-1 0 0,-1 0 0 0 0,1 0 0 0 0,0 0 1 0 0,-7-2-1 0 0,1 0-2 0 0,-88-9 341 0 0,0 5 1 0 0,-100 5-1 0 0,195 1-413 0 0,-20 2 41 0 0,22-2-34 0 0,0 1-1 0 0,0-1 0 0 0,0 0 0 0 0,0 0 0 0 0,0 0 0 0 0,0 1 1 0 0,0-1-1 0 0,0 0 0 0 0,0 1 0 0 0,0-1 0 0 0,0 1 0 0 0,0-1 0 0 0,1 1 1 0 0,-1-1-1 0 0,0 1 0 0 0,0 0 0 0 0,-1 1 0 0 0,3-2-5 0 0,-1 1 0 0 0,0-1 0 0 0,0 1 0 0 0,1-1 0 0 0,-1 1 0 0 0,0 0-1 0 0,1-1 1 0 0,-1 1 0 0 0,0-1 0 0 0,1 1 0 0 0,-1-1 0 0 0,1 0 0 0 0,-1 1 0 0 0,0-1 0 0 0,1 1-1 0 0,-1-1 1 0 0,1 0 0 0 0,0 1 0 0 0,-1-1 0 0 0,1 0 0 0 0,-1 0 0 0 0,1 1 0 0 0,-1-1 0 0 0,1 0-1 0 0,0 0 1 0 0,-1 0 0 0 0,1 0 0 0 0,0 0 0 0 0,-1 0 0 0 0,1 0 0 0 0,0 0 0 0 0,23 4-1083 0 0,-3-5 201 0 0,0-1 0 0 0,-1 0 0 0 0,1-2 0 0 0,-1 0 1 0 0,25-9-1 0 0,6-4-989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1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623 1 12383 0 0,'-30'25'1219'0'0,"-52"48"36"0"0,-200 254 1180 0 0,246-279-2195 0 0,3 1 1 0 0,1 2-1 0 0,3 1 1 0 0,2 2 0 0 0,-20 58-1 0 0,39-82 22 0 0,-5 43-114 0 0,9-55-55 0 0,10-2-12 0 0,18 49-14 0 0,-23-62-63 0 0,1 0-1 0 0,-1-1 1 0 0,1 1 0 0 0,0 0-1 0 0,0-1 1 0 0,0 1 0 0 0,1-1-1 0 0,-1 1 1 0 0,0-1 0 0 0,1 0 0 0 0,-1 0-1 0 0,1 0 1 0 0,0-1 0 0 0,0 1-1 0 0,0 0 1 0 0,0-1 0 0 0,0 0-1 0 0,5 2 1 0 0,1-2 11 0 0,-1 1 0 0 0,1-1 0 0 0,-1-1 0 0 0,18 0 0 0 0,-17 0 0 0 0,15-2-15 0 0,1-1 0 0 0,-1 0 0 0 0,0-2 0 0 0,-1-1 0 0 0,0-1 1 0 0,0-1-1 0 0,32-16 0 0 0,3-5-992 0 0,84-59 0 0 0,-30 2-2413 0 0,-82 60 1462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1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432 27 12527 0 0,'3'-5'287'0'0,"-2"3"-216"0"0,0 1 0 0 0,0-1 0 0 0,0 0 0 0 0,1 1 0 0 0,-1-1 0 0 0,0 1 0 0 0,1 0 0 0 0,-1-1 0 0 0,0 1 0 0 0,1 0 0 0 0,0 0 0 0 0,-1 0 0 0 0,1 0 0 0 0,2-1 0 0 0,-3 3 12 0 0,-1 0 0 0 0,1 1-1 0 0,-1-1 1 0 0,1 0 0 0 0,-1 0 0 0 0,1 1-1 0 0,-1-1 1 0 0,0 0 0 0 0,0 1-1 0 0,0-1 1 0 0,0 3 0 0 0,1-2 72 0 0,0 8 250 0 0,0-5-296 0 0,-1-1 0 0 0,0 1 0 0 0,0-1 0 0 0,0 1 0 0 0,-1-1 0 0 0,1 1 0 0 0,-1-1 0 0 0,0 0 0 0 0,-2 5 0 0 0,-10 53 71 0 0,0-26-20 0 0,-25 50-11 0 0,-54 88-1 0 0,-36 20-27 0 0,94-149-250 0 0,-1-1 0 0 0,-47 44 0 0 0,81-87 110 0 0,1 0 0 0 0,-1 0 1 0 0,0 0-1 0 0,0 0 0 0 0,1-1 1 0 0,-1 1-1 0 0,0 0 0 0 0,0-1 1 0 0,0 1-1 0 0,0 0 0 0 0,0-1 1 0 0,0 1-1 0 0,0-1 0 0 0,0 1 1 0 0,0-1-1 0 0,0 0 0 0 0,0 1 1 0 0,-1-1-1 0 0,-1 0 0 0 0,3 0 19 0 0,0-1-1 0 0,-1 1 1 0 0,1-1 0 0 0,0 0-1 0 0,-1 1 1 0 0,1-1-1 0 0,0 0 1 0 0,0 1 0 0 0,0-1-1 0 0,-1 0 1 0 0,1 1-1 0 0,0-1 1 0 0,0 0 0 0 0,0 1-1 0 0,0-1 1 0 0,0 0-1 0 0,0 1 1 0 0,1-1 0 0 0,-1 0-1 0 0,0 1 1 0 0,0-1-1 0 0,1-1 1 0 0,1-7 103 0 0,1 0-1 0 0,0-1 1 0 0,5-8 0 0 0,6-4 201 0 0,0-1-1 0 0,2 2 1 0 0,0 0 0 0 0,2 1 0 0 0,0 0 0 0 0,40-32 0 0 0,-9 14-196 0 0,100-57-1 0 0,-58 46-123 0 0,2 4 0 0 0,2 5 0 0 0,132-39 0 0 0,-222 78 15 0 0,8-4-19 0 0,0 2 1 0 0,0-1-1 0 0,0 2 1 0 0,0-1-1 0 0,0 2 1 0 0,1 0-1 0 0,22 1 1 0 0,-36 0 13 0 0,1 0 1 0 0,-1 0-1 0 0,1 0 1 0 0,-1 0 0 0 0,1 0-1 0 0,-1 0 1 0 0,1 0-1 0 0,-1 0 1 0 0,1 0-1 0 0,-1 0 1 0 0,1 0-1 0 0,-1 1 1 0 0,1-1-1 0 0,-1 0 1 0 0,1 0-1 0 0,-1 0 1 0 0,1 1-1 0 0,-1-1 1 0 0,0 0-1 0 0,1 1 1 0 0,-1-1 0 0 0,1 0-1 0 0,-1 1 1 0 0,0-1-1 0 0,1 1 1 0 0,-1-1-1 0 0,0 1 1 0 0,0-1-1 0 0,1 0 1 0 0,-1 1-1 0 0,0-1 1 0 0,0 1-1 0 0,0-1 1 0 0,1 1-1 0 0,-1-1 1 0 0,0 1-1 0 0,0 0 1 0 0,0 0-1 0 0,-1 0-86 0 0,1 0 0 0 0,-1 0 0 0 0,0 0 0 0 0,1 1 0 0 0,-1-1 0 0 0,0 0 0 0 0,0 0 0 0 0,0 0 0 0 0,0-1 0 0 0,0 1 0 0 0,0 0 0 0 0,0 0-1 0 0,0 0 1 0 0,0-1 0 0 0,-3 2 0 0 0,-19 9-1528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1.4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13823 0 0,'35'12'608'0'0,"-8"-2"128"0"0,0-1-584 0 0,-5-1-152 0 0,-8-2 0 0 0,-1-1 0 0 0,3 2 664 0 0,12 4 104 0 0,16 6 16 0 0,14 5 8 0 0,10 3-600 0 0,-1 0-112 0 0,-7-4-80 0 0,-15-3-7416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2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91 18167 0 0,'-8'40'1421'0'0,"3"-16"-1148"0"0,-3 39 1 0 0,-2 147-866 0 0,21 241-1 0 0,-3-359-1834 0 0,-1-30 173 0 0,-7-39 285 0 0,0-23 1914 0 0,0 0 0 0 0,0 1 0 0 0,0-1 1 0 0,0 0-1 0 0,0 0 0 0 0,0 0 0 0 0,0 1 0 0 0,-1-1 0 0 0,1 0 0 0 0,0 0 1 0 0,0 0-1 0 0,0 0 0 0 0,0 1 0 0 0,0-1 0 0 0,0 0 0 0 0,0 0 0 0 0,0 0 0 0 0,0 0 1 0 0,-1 1-1 0 0,1-1 0 0 0,0 0 0 0 0,0 0 0 0 0,0 0 0 0 0,0 0 0 0 0,0 0 1 0 0,-1 0-1 0 0,1 1 0 0 0,0-1 0 0 0,0 0 0 0 0,0 0 0 0 0,0 0 0 0 0,-1 0 0 0 0,1 0 1 0 0,0 0-1 0 0,0 0 0 0 0,0 0 0 0 0,-1 0 0 0 0,1 0 0 0 0,0 0 0 0 0,0 0 1 0 0,-2-1-199 0 0,0-1 0 0 0,0 1 0 0 0,1-1 0 0 0,-1 1 0 0 0,0-1 0 0 0,1 0 0 0 0,0 0 0 0 0,-3-3 0 0 0,2 2 440 0 0,-23-34 509 0 0,1-1 0 0 0,2-1 0 0 0,2-1 0 0 0,1-1 0 0 0,-19-66 0 0 0,27 68-107 0 0,1 0 1 0 0,2-1-1 0 0,2 0 0 0 0,2 0 0 0 0,1 0 1 0 0,5-57-1 0 0,0 71-547 0 0,1 1 0 0 0,1 0 0 0 0,1 0 0 0 0,2 1 1 0 0,0 0-1 0 0,2 0 0 0 0,0 0 0 0 0,17-27 0 0 0,-21 41-56 0 0,1 1 0 0 0,1-1 1 0 0,-1 1-1 0 0,2 0 0 0 0,-1 1 0 0 0,1-1 0 0 0,1 2 0 0 0,-1-1 0 0 0,1 1 0 0 0,0 0 1 0 0,1 1-1 0 0,0 0 0 0 0,0 1 0 0 0,0 0 0 0 0,1 0 0 0 0,-1 1 0 0 0,1 1 1 0 0,0 0-1 0 0,0 0 0 0 0,18-1 0 0 0,-13 3 92 0 0,1 0 0 0 0,0 2 0 0 0,0 0 0 0 0,-1 1 0 0 0,1 1 0 0 0,0 0 1 0 0,-1 1-1 0 0,0 1 0 0 0,0 0 0 0 0,-1 2 0 0 0,1-1 0 0 0,-1 2 0 0 0,26 17 0 0 0,-36-21-19 0 0,-1 0 0 0 0,1 0 0 0 0,-1 0-1 0 0,0 1 1 0 0,0 0 0 0 0,0-1 0 0 0,-1 2-1 0 0,0-1 1 0 0,0 0 0 0 0,0 0 0 0 0,-1 1-1 0 0,4 9 1 0 0,-5-12-35 0 0,-1 1 0 0 0,1 0-1 0 0,-1-1 1 0 0,0 1 0 0 0,0 0-1 0 0,0-1 1 0 0,0 1 0 0 0,-1 5 0 0 0,-1 1-9 0 0,2-2-14 0 0,-2 1 1 0 0,1-1-1 0 0,-1 0 1 0 0,0 0-1 0 0,-1 0 0 0 0,0 0 1 0 0,0 0-1 0 0,0 0 0 0 0,-1-1 1 0 0,-1 1-1 0 0,-5 7 1 0 0,-5 1-41 0 0,0 0-1 0 0,0-1 1 0 0,-1-1 0 0 0,-1-1 0 0 0,-1 0 0 0 0,0-1 0 0 0,-33 16 0 0 0,4-6-40 0 0,-1-2 0 0 0,-53 14 0 0 0,89-30 81 0 0,-29 6 19 0 0,150-32 556 0 0,-50 17-465 0 0,1 2-1 0 0,-1 2 0 0 0,1 4 0 0 0,98 15 1 0 0,-121-11 3 0 0,-1 2-1 0 0,1 1 1 0 0,-2 2 0 0 0,0 2 0 0 0,0 0 0 0 0,-1 3 0 0 0,-1 1 0 0 0,48 34 0 0 0,-61-35 3 0 0,0 0-1 0 0,22 28 1 0 0,-28-22 29 0 0,-14-23-147 0 0,9 18 15 0 0,12 36-1 0 0,-19-48-19 0 0,-1 0 0 0 0,0 0 0 0 0,0 0 0 0 0,0 0 1 0 0,-1 0-1 0 0,1 1 0 0 0,-1-1 0 0 0,-1 0 0 0 0,0 0 0 0 0,1 0 0 0 0,-2 0 0 0 0,1 0 0 0 0,-1 0 0 0 0,-3 8 0 0 0,1-7-5 0 0,0 0-1 0 0,0-1 1 0 0,0 0-1 0 0,-1 0 1 0 0,0 0-1 0 0,0-1 1 0 0,0 1-1 0 0,-1-1 1 0 0,0 0-1 0 0,0-1 1 0 0,-8 5-1 0 0,-12 6-30 0 0,-1-1 0 0 0,-1-1-1 0 0,0-1 1 0 0,-47 12 0 0 0,-120 18 167 0 0,144-33 146 0 0,0-3 0 0 0,-96 0 0 0 0,127-6-232 0 0,-1-2-1 0 0,0 0 1 0 0,1-2 0 0 0,-1 0 0 0 0,1-1-1 0 0,0-1 1 0 0,0-1 0 0 0,1 0 0 0 0,-33-19-1 0 0,48 24-78 0 0,1 0 0 0 0,0-1-1 0 0,0 1 1 0 0,0 0-1 0 0,0-1 1 0 0,0 0 0 0 0,0 0-1 0 0,1 0 1 0 0,0 0-1 0 0,-1 0 1 0 0,1 0 0 0 0,0 0-1 0 0,0-1 1 0 0,1 1-1 0 0,-1-1 1 0 0,0-4 0 0 0,1 6 9 0 0,1 0 0 0 0,0-1 0 0 0,0 1 0 0 0,0 0 0 0 0,0-1 0 0 0,1 1 1 0 0,-1-1-1 0 0,0 1 0 0 0,1 0 0 0 0,0 0 0 0 0,0-1 0 0 0,-1 1 0 0 0,1 0 1 0 0,1 0-1 0 0,-1 0 0 0 0,0 0 0 0 0,0 0 0 0 0,1 0 0 0 0,-1 0 1 0 0,1 0-1 0 0,0 0 0 0 0,-1 1 0 0 0,1-1 0 0 0,0 1 0 0 0,0-1 0 0 0,4-1 1 0 0,3-2-16 0 0,1 0 0 0 0,-1 1 0 0 0,1 0 0 0 0,0 0 0 0 0,0 1 0 0 0,1 0 1 0 0,-1 1-1 0 0,0 0 0 0 0,1 1 0 0 0,0 0 0 0 0,-1 1 0 0 0,18 1 1 0 0,13 3 73 0 0,75 18 1 0 0,-106-20-2 0 0,200 53 883 0 0,-114-28-158 0 0,194 30 1 0 0,-259-53-681 0 0,1-3 1 0 0,0 0 0 0 0,0-2 0 0 0,0-1 0 0 0,0-2 0 0 0,0-1 0 0 0,-1-1 0 0 0,0-2-1 0 0,0-1 1 0 0,38-17 0 0 0,-40 12 22 0 0,0 0 0 0 0,-1-2-1 0 0,0-2 1 0 0,-2 0 0 0 0,0-2 0 0 0,-1 0 0 0 0,25-28-1 0 0,-38 35-24 0 0,-1 0 0 0 0,0-1 0 0 0,-1-1 0 0 0,0 0 0 0 0,-1 0 0 0 0,-1-1-1 0 0,-1 0 1 0 0,0 0 0 0 0,-1-1 0 0 0,0 0 0 0 0,-2 0 0 0 0,0 0 0 0 0,-1 0 0 0 0,2-28-1 0 0,-5 21-22 0 0,-1 0 0 0 0,-1 0-1 0 0,-1 0 1 0 0,-2 0-1 0 0,0 0 1 0 0,-1 1-1 0 0,-1 0 1 0 0,-11-24 0 0 0,9 28-54 0 0,0 0 1 0 0,-2 1 0 0 0,0 0-1 0 0,0 0 1 0 0,-2 1-1 0 0,0 1 1 0 0,-1 0 0 0 0,-1 1-1 0 0,-25-20 1 0 0,34 30-1 0 0,-1 0-1 0 0,0 1 1 0 0,0 0-1 0 0,-1 0 1 0 0,1 1-1 0 0,-1 0 1 0 0,0 0-1 0 0,0 0 1 0 0,0 1-1 0 0,0 1 1 0 0,-16-2-1 0 0,12 3 8 0 0,1 0 0 0 0,-1 1 0 0 0,1 0-1 0 0,-1 1 1 0 0,1 1 0 0 0,0-1 0 0 0,-19 9 0 0 0,4 0-3 0 0,1 2 1 0 0,1 1-1 0 0,0 1 1 0 0,1 1 0 0 0,1 1-1 0 0,-26 25 1 0 0,23-17-99 0 0,1 1 0 0 0,1 2 1 0 0,1 0-1 0 0,2 1 0 0 0,0 2 1 0 0,3 0-1 0 0,0 0 0 0 0,2 2 1 0 0,1 0-1 0 0,2 0 0 0 0,-15 68 1 0 0,25-73-973 0 0,4 38-311 0 0,-2-64 1307 0 0,0-1 0 0 0,0 0-1 0 0,0 0 1 0 0,0 1 0 0 0,0-1 0 0 0,0 0-1 0 0,0 1 1 0 0,0-1 0 0 0,1 0-1 0 0,-1 1 1 0 0,0-1 0 0 0,1 0 0 0 0,-1 0-1 0 0,1 1 1 0 0,0-1 0 0 0,-1 0-1 0 0,1 0 1 0 0,1 2 0 0 0,2 3-228 0 0,-2-3 199 0 0,-1 0 0 0 0,1 0 0 0 0,0 0 0 0 0,0 0 0 0 0,1-1 0 0 0,-1 1-1 0 0,1 0 1 0 0,-1-1 0 0 0,1 0 0 0 0,0 1 0 0 0,0-1 0 0 0,0 0 0 0 0,0 0 0 0 0,0-1 0 0 0,0 1 0 0 0,0-1 0 0 0,1 0 0 0 0,-1 1 0 0 0,6 0 0 0 0,0-2-96 0 0,1-1 0 0 0,0 0 0 0 0,-1 0 0 0 0,1 0 0 0 0,-1-2 0 0 0,1 1 0 0 0,-1-1 0 0 0,0 0 0 0 0,16-8 1 0 0,8-7-441 0 0,36-24 0 0 0,-63 38 562 0 0,240-169-2288 0 0,31-20 1016 0 0,111-74 1905 0 0,-341 228-369 0 0,-14 10 95 0 0,1 2 1 0 0,74-44 0 0 0,-100 68-111 0 0,-1-1 0 0 0,0 1-1 0 0,1 0 1 0 0,12-2 0 0 0,-18 4-116 0 0,-1 1-1 0 0,1 0 1 0 0,-1-1 0 0 0,1 1-1 0 0,0 0 1 0 0,-1 0-1 0 0,1 0 1 0 0,-1 0 0 0 0,1 0-1 0 0,-1 1 1 0 0,1-1-1 0 0,0 0 1 0 0,-1 1 0 0 0,1-1-1 0 0,-1 1 1 0 0,0-1-1 0 0,1 1 1 0 0,-1 0 0 0 0,1 0-1 0 0,-1 0 1 0 0,0 0-1 0 0,0 0 1 0 0,1 0 0 0 0,-1 0-1 0 0,0 0 1 0 0,0 0-1 0 0,0 0 1 0 0,0 1 0 0 0,1 1-1 0 0,-1 4 213 0 0,1 0 1 0 0,-1 0-1 0 0,0 1 0 0 0,-1-1 0 0 0,0 0 0 0 0,0 1 0 0 0,0-1 0 0 0,-3 10 1 0 0,3-13-255 0 0,-7 27 776 0 0,-84 215 968 0 0,-50 44-566 0 0,-2 3-623 0 0,24 0-458 0 0,98-220-325 0 0,17-60 76 0 0,5-19-1604 0 0,4-97 635 0 0,-4-1 1 0 0,-18-139-1 0 0,-50-205-2272 0 0,26 196 2249 0 0,34 202 807 0 0,23 92 6422 0 0,-15-39-4928 0 0,8 14-185 0 0,25 50-37 0 0,-16-34-54 0 0,150 241 1596 0 0,-1-37-1498 0 0,-139-203-1310 0 0,2 0-1 0 0,1-2 1 0 0,2-2-1 0 0,54 41 1 0 0,-72-61-349 0 0,0-1 0 0 0,1 0 0 0 0,31 12 0 0 0,-3-9-1475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8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227 141 3679 0 0,'-8'2'110'0'0,"0"0"-1"0"0,0 1 0 0 0,0 0 1 0 0,0 0-1 0 0,0 1 0 0 0,1 0 1 0 0,0 0-1 0 0,-1 0 0 0 0,2 1 1 0 0,-1 0-1 0 0,0 1 0 0 0,1 0 1 0 0,-6 7-1 0 0,-3 3 36 0 0,2 1-1 0 0,0 0 1 0 0,1 1-1 0 0,0 1 1 0 0,2 0 0 0 0,-13 32-1 0 0,18-36 2 0 0,1-1-1 0 0,0 0 1 0 0,1 1-1 0 0,1 0 1 0 0,0-1 0 0 0,1 1-1 0 0,1 0 1 0 0,0 0-1 0 0,1 0 1 0 0,5 25-1 0 0,0-16 86 0 0,1 0-1 0 0,1 0 1 0 0,1 0-1 0 0,1-2 0 0 0,0 1 1 0 0,27 39-1 0 0,-16-33 27 0 0,0-1 0 0 0,2-1 0 0 0,51 47-1 0 0,-50-57-97 0 0,-7-5-115 0 0,7 5 24 0 0,0-1-1 0 0,41 19 1 0 0,-48-29 6 0 0,-1 0 1 0 0,0 0-1 0 0,1-2 1 0 0,0 0-1 0 0,0-1 1 0 0,1-1-1 0 0,-1 0 1 0 0,0-2-1 0 0,1 1 1 0 0,-1-2-1 0 0,0-1 1 0 0,0 0 0 0 0,1-1-1 0 0,-1-1 1 0 0,-1 0-1 0 0,1-1 1 0 0,-1-1-1 0 0,0-1 1 0 0,0 0-1 0 0,-1-1 1 0 0,1-1-1 0 0,-2 0 1 0 0,0-1-1 0 0,0-1 1 0 0,0 0-1 0 0,-2-1 1 0 0,1 0-1 0 0,13-19 1 0 0,-5 4 208 0 0,-2-1 0 0 0,-1-1 1 0 0,-1-1-1 0 0,-2-1 0 0 0,20-52 0 0 0,-12 12 200 0 0,22-111-1 0 0,-41 160-435 0 0,-1 1 1 0 0,0-1-1 0 0,-2 0 0 0 0,0 0 0 0 0,-1 0 1 0 0,-2 0-1 0 0,-7-40 0 0 0,7 53-49 0 0,-1-1 1 0 0,0 1-1 0 0,0 0 0 0 0,-1 0 0 0 0,0 0 0 0 0,-1 0 0 0 0,0 1 0 0 0,0-1 0 0 0,-1 1 0 0 0,0 0 0 0 0,0 1 0 0 0,-1 0 0 0 0,0 0 0 0 0,0 0 1 0 0,-1 1-1 0 0,0 0 0 0 0,0 1 0 0 0,0-1 0 0 0,-17-7 0 0 0,7 7-39 0 0,0 0-1 0 0,0 1 1 0 0,0 1 0 0 0,0 1-1 0 0,-1 0 1 0 0,1 1 0 0 0,-30 1-1 0 0,18 2-41 0 0,0 2 0 0 0,1 0 0 0 0,0 2 0 0 0,-30 10-1 0 0,40-9 35 0 0,1 1-1 0 0,0 1 1 0 0,0 1 0 0 0,1 0-1 0 0,0 1 1 0 0,1 1-1 0 0,0 1 1 0 0,0 0-1 0 0,2 1 1 0 0,-18 19-1 0 0,11-7-135 0 0,1 0-1 0 0,1 1 1 0 0,1 1-1 0 0,1 0 1 0 0,-19 45-1 0 0,30-59-31 0 0,1 0 1 0 0,0 1-1 0 0,1 0 1 0 0,-4 26-1 0 0,5 4-555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9.1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32 11287 0 0,'-2'-3'80'0'0,"1"1"24"0"0,-1 0 0 0 0,1 0 0 0 0,-1 0 0 0 0,1-1 0 0 0,0 1 0 0 0,0 0 0 0 0,0-1 0 0 0,0 1 0 0 0,1-1 0 0 0,-2-3 0 0 0,4 6-43 0 0,0 1-1 0 0,0-1 1 0 0,0 0-1 0 0,0 1 1 0 0,0-1-1 0 0,0 1 1 0 0,0 0-1 0 0,0 0 1 0 0,0 0-1 0 0,-1 0 1 0 0,1 0-1 0 0,3 2 1 0 0,4 6-54 0 0,0 0-1 0 0,0 0 1 0 0,-1 1 0 0 0,0 0-1 0 0,0 0 1 0 0,-1 1 0 0 0,-1 0-1 0 0,0 1 1 0 0,7 17 0 0 0,1 9 18 0 0,16 65 0 0 0,-23-67-18 0 0,-1 0-1 0 0,-1 1 0 0 0,-2 0 1 0 0,-3 46-1 0 0,-22 147 26 0 0,20-216-24 0 0,0-1-192 0 0,0 0-1 0 0,1 0 0 0 0,0 0 1 0 0,1 0-1 0 0,0 0 0 0 0,1 0 1 0 0,5 25-1 0 0,0-23-4154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9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648 1 13215 0 0,'-31'25'1448'0'0,"28"-23"-1448"0"0,-44 54 158 0 0,2 2-1 0 0,-49 84 0 0 0,-20 76-198 0 0,58-105-11 0 0,-107 162 1 0 0,157-267 53 0 0,-24 32-69 0 0,28-37 48 0 0,-1-1-1 0 0,1 1 1 0 0,-1-1 0 0 0,1 0-1 0 0,-1 0 1 0 0,0 0 0 0 0,0 0-1 0 0,0 0 1 0 0,0-1 0 0 0,0 1-1 0 0,-4 1 1 0 0,6-3 6 0 0,1 0 1 0 0,-1 0-1 0 0,0 1 1 0 0,1-1-1 0 0,-1 0 1 0 0,0 0-1 0 0,1 0 1 0 0,-1 0-1 0 0,0 0 0 0 0,1 0 1 0 0,-1 0-1 0 0,0 0 1 0 0,1 0-1 0 0,-1-1 1 0 0,0 1-1 0 0,1 0 1 0 0,-1 0-1 0 0,0 0 1 0 0,1-1-1 0 0,-1 1 0 0 0,1 0 1 0 0,-1-1-1 0 0,1 1 1 0 0,-1-1-1 0 0,1 1 1 0 0,-1 0-1 0 0,1-1 1 0 0,-1 1-1 0 0,1-1 0 0 0,-1 1 1 0 0,1-1-1 0 0,0 0 1 0 0,-1 1-1 0 0,1-1 1 0 0,0 1-1 0 0,-1-1 1 0 0,1 0-1 0 0,0 1 1 0 0,0-1-1 0 0,0 0 0 0 0,0 1 1 0 0,-1-1-1 0 0,1 0 1 0 0,0 1-1 0 0,0-1 1 0 0,0 0-1 0 0,1 1 1 0 0,-1-1-1 0 0,0 0 1 0 0,0 1-1 0 0,0-1 0 0 0,0 1 1 0 0,1-2-1 0 0,11-38-671 0 0,-12 38 645 0 0,14-32-423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9.5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10479 0 0,'1'-1'70'0'0,"0"1"0"0"0,-1-1 0 0 0,1 0 0 0 0,0 1 1 0 0,0-1-1 0 0,0 1 0 0 0,0-1 0 0 0,0 1 0 0 0,0-1 0 0 0,0 1 0 0 0,0 0 0 0 0,0-1 0 0 0,0 1 0 0 0,0 0 0 0 0,0 0 0 0 0,0 0 0 0 0,0 0 0 0 0,0 0 0 0 0,0 0 0 0 0,0 0 0 0 0,1 0 0 0 0,1 1 64 0 0,-1 0 0 0 0,1 0 0 0 0,-1 0 1 0 0,1 0-1 0 0,-1 0 0 0 0,0 0 0 0 0,1 1 0 0 0,2 1 0 0 0,3 5 257 0 0,1 0-1 0 0,14 17 1 0 0,-21-22-379 0 0,108 154 656 0 0,-49-64-489 0 0,-35-57-250 0 0,2-1 0 0 0,1-1 0 0 0,61 54 0 0 0,-65-72-1234 0 0,-14-12 539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6:59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24 255 9183 0 0,'-7'2'80'0'0,"-6"3"235"0"0,13-5-300 0 0,0 0 1 0 0,-1 0 0 0 0,1 0-1 0 0,0 0 1 0 0,0 1 0 0 0,0-1 0 0 0,-1 0-1 0 0,1 0 1 0 0,0 0 0 0 0,0 0-1 0 0,0 1 1 0 0,0-1 0 0 0,-1 0 0 0 0,1 0-1 0 0,0 0 1 0 0,0 1 0 0 0,0-1-1 0 0,0 0 1 0 0,0 0 0 0 0,0 1 0 0 0,0-1-1 0 0,0 0 1 0 0,-1 0 0 0 0,1 1-1 0 0,0-1 1 0 0,0 0 0 0 0,0 0 0 0 0,0 1-1 0 0,0-1 1 0 0,0 0 0 0 0,0 0-1 0 0,1 0 1 0 0,-1 1 0 0 0,0-1 0 0 0,0 1-1 0 0,1 1 22 0 0,1 1-1 0 0,0-1 1 0 0,0 0-1 0 0,0 1 1 0 0,0-1 0 0 0,0 0-1 0 0,0 0 1 0 0,1 0-1 0 0,-1-1 1 0 0,1 1-1 0 0,-1 0 1 0 0,1-1-1 0 0,0 0 1 0 0,-1 0-1 0 0,1 1 1 0 0,0-2-1 0 0,0 1 1 0 0,0 0-1 0 0,0 0 1 0 0,5-1-1 0 0,6 2 221 0 0,1 0-1 0 0,26-2 0 0 0,17-4 568 0 0,0-2 0 0 0,79-20 1 0 0,111-44 1069 0 0,-94 19-792 0 0,141-42-232 0 0,-268 85-1290 0 0,-1-1 0 0 0,48-23 0 0 0,-61 25-99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7:01.1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83 123 8863 0 0,'-12'-1'287'0'0,"6"0"-174"0"0,-1 0 1 0 0,1 1-1 0 0,0 0 1 0 0,-1 0 0 0 0,-6 2-1 0 0,11-2 43 0 0,0 0 0 0 0,1 0-1 0 0,-1 1 1 0 0,1-1 0 0 0,-1 1-1 0 0,1 0 1 0 0,0-1-1 0 0,-1 1 1 0 0,1 0 0 0 0,0 0-1 0 0,-1 0 1 0 0,1 0 0 0 0,0 0-1 0 0,0 0 1 0 0,-2 1 0 0 0,3-1-113 0 0,0-1 0 0 0,0 1 1 0 0,-1 0-1 0 0,1-1 0 0 0,0 1 0 0 0,0-1 1 0 0,0 1-1 0 0,0 0 0 0 0,0-1 1 0 0,0 1-1 0 0,0-1 0 0 0,0 1 1 0 0,0 0-1 0 0,0-1 0 0 0,0 1 1 0 0,1-1-1 0 0,-1 1 0 0 0,0 0 1 0 0,0-1-1 0 0,0 1 0 0 0,1-1 1 0 0,-1 1-1 0 0,0-1 0 0 0,1 1 1 0 0,0 0-1 0 0,2 2 11 0 0,0 0 0 0 0,0 0 0 0 0,1 0 0 0 0,0 0 0 0 0,-1-1 0 0 0,1 1 0 0 0,0-1 0 0 0,7 3 0 0 0,14 3 90 0 0,1 0-1 0 0,-1-2 1 0 0,1 0-1 0 0,0-2 1 0 0,0-1-1 0 0,1-2 1 0 0,-1 0-1 0 0,1-1 1 0 0,43-7 0 0 0,2-6 316 0 0,-1-2 1 0 0,87-30-1 0 0,-135 37-631 0 0,0 0 1 0 0,0-2-1 0 0,0 0 0 0 0,-1-1 0 0 0,-1-2 0 0 0,0 0 1 0 0,-1-1-1 0 0,20-18 0 0 0,-25 17-372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7:02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1229 75 9215 0 0,'-2'-10'558'0'0,"-5"-24"1806"0"0,7 32-2302 0 0,-1 0 0 0 0,1 0 0 0 0,0 0 1 0 0,0 0-1 0 0,0 0 0 0 0,0 0 0 0 0,1 0 0 0 0,-1 0 0 0 0,1 0 0 0 0,-1 1 0 0 0,1-1 0 0 0,-1 0 0 0 0,1 0 1 0 0,1-2-1 0 0,-4 10-33 0 0,-1-1 1 0 0,1 1-1 0 0,-1-1 1 0 0,-1 0-1 0 0,-4 6 1 0 0,0-3 139 0 0,0 1 0 0 0,0 0 0 0 0,0 0 0 0 0,2 1 1 0 0,-1 0-1 0 0,1 0 0 0 0,0 1 0 0 0,1 0 0 0 0,0 0 0 0 0,1 0 0 0 0,0 0 0 0 0,-3 19 1 0 0,-39 350 273 0 0,11-61-228 0 0,-56 180 52 0 0,-39 280 706 0 0,-42 305 221 0 0,37-104 419 0 0,84-623-1022 0 0,9-79-221 0 0,-2 39-212 0 0,-42 406 276 0 0,73-511-320 0 0,-27 269 284 0 0,30-414-287 0 0,-27 89 1 0 0,-33 59 334 0 0,-10 43-83 0 0,67-210-30 0 0,-11 80 1 0 0,23-118-296 0 0,1 0-12 0 0,6-21-117 0 0,28-51-2405 0 0,-12 21 1144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9.5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5759 0 0,'-1'0'40'0'0,"0"0"0"0"0,1 1-1 0 0,-1-1 1 0 0,0 1 0 0 0,1-1-1 0 0,-1 1 1 0 0,0-1-1 0 0,1 1 1 0 0,-1-1 0 0 0,1 1-1 0 0,-1 0 1 0 0,0-1 0 0 0,1 1-1 0 0,0 0 1 0 0,-1 0-1 0 0,1-1 1 0 0,-1 1 0 0 0,1 0-1 0 0,0 0 1 0 0,0 0 0 0 0,-1-1-1 0 0,1 1 1 0 0,0 0 0 0 0,0 0-1 0 0,0 0 1 0 0,0 1-1 0 0,-3 32-57 0 0,3-26 116 0 0,-11 60 403 0 0,0 3 178 0 0,11-63-622 0 0,-1-1-1 0 0,1 1 0 0 0,1-1 1 0 0,-1 1-1 0 0,1-1 1 0 0,1 0-1 0 0,1 9 1 0 0,-1-12-40 0 0,0 0 0 0 0,0 0 0 0 0,0-1 0 0 0,0 1 1 0 0,1 0-1 0 0,0-1 0 0 0,-1 0 0 0 0,1 1 0 0 0,0-1 0 0 0,1 0 1 0 0,-1-1-1 0 0,0 1 0 0 0,1-1 0 0 0,-1 1 0 0 0,1-1 0 0 0,0 0 1 0 0,0 0-1 0 0,0 0 0 0 0,0-1 0 0 0,8 2 0 0 0,7 2 11 0 0,1-2-1 0 0,0 0 1 0 0,25 0 0 0 0,-22-1 5 0 0,14 0 20 0 0,0 1-40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6.1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30 455 0 0,'25'-9'844'0'0,"-23"9"-656"0"0,-1-1-1 0 0,0 1 0 0 0,0-1 1 0 0,0 0-1 0 0,0 1 0 0 0,0-1 1 0 0,0 0-1 0 0,0 0 0 0 0,0 0 1 0 0,0 0-1 0 0,0 1 0 0 0,0-1 1 0 0,0 0-1 0 0,0-1 0 0 0,-1 1 1 0 0,1 0-1 0 0,0-2 0 0 0,-1 3-138 0 0,0 0-1 0 0,0 0 1 0 0,0 0-1 0 0,0-1 1 0 0,0 1-1 0 0,0 0 1 0 0,0 0-1 0 0,0 0 1 0 0,0 0 0 0 0,0 0-1 0 0,0-1 1 0 0,0 1-1 0 0,0 0 1 0 0,0 0-1 0 0,0 0 1 0 0,0 0-1 0 0,0 0 1 0 0,0-1-1 0 0,-1 1 1 0 0,1 0-1 0 0,0 0 1 0 0,0 0-1 0 0,0 0 1 0 0,0 0-1 0 0,0 0 1 0 0,0 0-1 0 0,-1 0 1 0 0,1-1-1 0 0,0 1 1 0 0,0 0-1 0 0,0 0 1 0 0,0 0-1 0 0,0 0 1 0 0,-1 0-1 0 0,1 0 1 0 0,0 0-1 0 0,0 0 1 0 0,0 0-1 0 0,0 0 1 0 0,-1 0-1 0 0,1 0 1 0 0,-10 4 1008 0 0,-6 8-72 0 0,-3 53 3725 0 0,19-64-4679 0 0,0-1 1 0 0,1 1 0 0 0,-1 0 0 0 0,0-1 0 0 0,1 1 0 0 0,-1 0-1 0 0,0-1 1 0 0,1 1 0 0 0,-1-1 0 0 0,1 1 0 0 0,-1-1 0 0 0,1 1 0 0 0,-1-1-1 0 0,1 1 1 0 0,0-1 0 0 0,-1 1 0 0 0,1-1 0 0 0,0 0 0 0 0,-1 1-1 0 0,1-1 1 0 0,0 0 0 0 0,-1 0 0 0 0,1 1 0 0 0,0-1 0 0 0,-1 0-1 0 0,2 0 1 0 0,21 7 58 0 0,44-1 202 0 0,0-2 0 0 0,83-6 0 0 0,6 0 45 0 0,-156 2-337 0 0,110 0 62 0 0,-92-1-47 0 0,-1-1 1 0 0,0-1-1 0 0,0 0 0 0 0,22-8 1 0 0,-11-3 115 0 0,-27 13-119 0 0,0 0-1 0 0,0 0 1 0 0,0 0 0 0 0,0 0-1 0 0,0 0 1 0 0,0 0 0 0 0,0 0-1 0 0,0 0 1 0 0,-1-1-1 0 0,1 1 1 0 0,0 0 0 0 0,-1 0-1 0 0,1-1 1 0 0,-1 1-1 0 0,1 0 1 0 0,-1-1 0 0 0,0 1-1 0 0,1-3 1 0 0,-9-6-1707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6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437 43 4631 0 0,'-6'0'59'0'0,"1"1"-1"0"0,-1 0 0 0 0,0 0 1 0 0,1 1-1 0 0,0 0 0 0 0,-1 0 1 0 0,1 0-1 0 0,0 0 0 0 0,-6 4 1 0 0,-43 31 237 0 0,51-35-248 0 0,-10 7 24 0 0,-3 2 285 0 0,0 1 0 0 0,1 0 0 0 0,0 1 0 0 0,1 0 0 0 0,-12 16 0 0 0,23-25-259 0 0,1 0 0 0 0,-1-1 0 0 0,1 1-1 0 0,0 0 1 0 0,0 0 0 0 0,0 0-1 0 0,1 0 1 0 0,-1 0 0 0 0,1 0-1 0 0,0 1 1 0 0,0-1 0 0 0,0 0-1 0 0,1 1 1 0 0,0-1 0 0 0,0 1-1 0 0,0-1 1 0 0,0 0 0 0 0,1 1-1 0 0,-1-1 1 0 0,1 0 0 0 0,0 1 0 0 0,0-1-1 0 0,1 0 1 0 0,-1 0 0 0 0,1 0-1 0 0,0 0 1 0 0,5 7 0 0 0,-1-3-28 0 0,0-1 0 0 0,0 0 1 0 0,1 0-1 0 0,0 0 1 0 0,0-1-1 0 0,1 0 0 0 0,0 0 1 0 0,0-1-1 0 0,0 0 0 0 0,1 0 1 0 0,16 6-1 0 0,-3-3-48 0 0,0-1 1 0 0,0 0-1 0 0,42 5 0 0 0,-59-11 2 0 0,0 0 0 0 0,1-1 0 0 0,-1 0 0 0 0,0 0 0 0 0,0 0 0 0 0,0 0-1 0 0,0-1 1 0 0,0 0 0 0 0,0 0 0 0 0,0-1 0 0 0,0 1 0 0 0,0-1 0 0 0,0 0 0 0 0,-1 0 0 0 0,1-1 0 0 0,-1 1 0 0 0,5-4 0 0 0,-3 1 134 0 0,-1 0 0 0 0,0-1 0 0 0,0 0 1 0 0,0 0-1 0 0,-1 0 0 0 0,0 0 1 0 0,0-1-1 0 0,0 0 0 0 0,-1 0 1 0 0,5-13-1 0 0,-5 8-50 0 0,0 0 0 0 0,0 0 0 0 0,-1 0 0 0 0,-1 0 0 0 0,0 0 1 0 0,0 0-1 0 0,-3-17 0 0 0,0 3-51 0 0,-2 0 0 0 0,-9-34 0 0 0,11 53-36 0 0,0 0 1 0 0,-1 0-1 0 0,0 0 1 0 0,0 0-1 0 0,0 0 1 0 0,-1 1-1 0 0,0 0 1 0 0,0-1-1 0 0,0 1 1 0 0,-1 1-1 0 0,-6-7 1 0 0,8 10 18 0 0,0-1 1 0 0,-1 0 0 0 0,1 1 0 0 0,-1 0-1 0 0,1 0 1 0 0,-1 0 0 0 0,0 0 0 0 0,0 1 0 0 0,0-1-1 0 0,0 1 1 0 0,0 0 0 0 0,0 0 0 0 0,0 1-1 0 0,0-1 1 0 0,0 1 0 0 0,-1 0 0 0 0,1 0 0 0 0,0 0-1 0 0,0 1 1 0 0,0-1 0 0 0,-6 3 0 0 0,-1 0 9 0 0,0 1 1 0 0,0 0 0 0 0,0 1 0 0 0,1 0-1 0 0,-1 1 1 0 0,2 0 0 0 0,-17 13-1 0 0,-58 60-81 0 0,50-45-27 0 0,6-8-89 0 0,-65 68-350 0 0,77-76 239 0 0,0 1 0 0 0,2 0 1 0 0,-17 30-1 0 0,28-44-222 0 0,0 0 0 0 0,1 0 0 0 0,0 0 0 0 0,0 0 0 0 0,0 0 0 0 0,1 0 0 0 0,0 0 0 0 0,-2 11 0 0 0,6 11-3887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8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3 4143 0 0,'0'0'20'0'0,"0"-1"-1"0"0,-1 1 1 0 0,1 0-1 0 0,0 0 0 0 0,0 0 1 0 0,0 0-1 0 0,-1-1 0 0 0,1 1 1 0 0,0 0-1 0 0,0 0 0 0 0,-1 0 1 0 0,1 0-1 0 0,0 0 1 0 0,0 0-1 0 0,-1 0 0 0 0,1 0 1 0 0,0 0-1 0 0,0 0 0 0 0,-1 0 1 0 0,1 0-1 0 0,0 0 1 0 0,-1 0-1 0 0,1 0 0 0 0,0 0 1 0 0,0 0-1 0 0,-1 0 0 0 0,1 0 1 0 0,0 0-1 0 0,0 0 0 0 0,-1 0 1 0 0,1 0-1 0 0,0 0 1 0 0,0 1-1 0 0,-1-1 0 0 0,1 0 1 0 0,0 0-1 0 0,0 0 0 0 0,0 0 1 0 0,-1 1-1 0 0,-7 13 1446 0 0,-2 19 591 0 0,-1 21-1705 0 0,-5 96 0 0 0,12 57 868 0 0,2-41-765 0 0,-2-117-1870 0 0,4-47 833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8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5 207 7831 0 0,'-1'-2'74'0'0,"0"-1"-1"0"0,0 0 1 0 0,0 1-1 0 0,1-1 0 0 0,0 1 1 0 0,-1-1-1 0 0,1 0 1 0 0,0 1-1 0 0,1-6 0 0 0,-1 6-31 0 0,1 1-1 0 0,0-1 0 0 0,-1 1 0 0 0,1-1 0 0 0,0 0 0 0 0,0 1 0 0 0,0 0 0 0 0,1-1 1 0 0,-1 1-1 0 0,0 0 0 0 0,0-1 0 0 0,1 1 0 0 0,-1 0 0 0 0,1 0 0 0 0,1-1 0 0 0,40-24 71 0 0,2 3-1 0 0,0 1 0 0 0,88-28 1 0 0,-120 45-122 0 0,7-2-32 0 0,36-9 0 0 0,-52 15 38 0 0,1 0 0 0 0,0 1 0 0 0,-1-1 0 0 0,1 1 0 0 0,0 0 0 0 0,0 0 0 0 0,0 0 0 0 0,-1 1 0 0 0,1 0 0 0 0,0 0 0 0 0,-1 0 0 0 0,1 0 0 0 0,7 4 0 0 0,-11-5 7 0 0,1 1 0 0 0,-1 0-1 0 0,1 0 1 0 0,-1 0-1 0 0,0 1 1 0 0,1-1 0 0 0,-1 0-1 0 0,0 0 1 0 0,0 1 0 0 0,0-1-1 0 0,0 1 1 0 0,0-1-1 0 0,0 1 1 0 0,0-1 0 0 0,0 1-1 0 0,-1 0 1 0 0,1-1 0 0 0,-1 1-1 0 0,1 2 1 0 0,0 0 9 0 0,-1-1 1 0 0,0 1-1 0 0,0 0 0 0 0,0-1 1 0 0,-1 1-1 0 0,1-1 0 0 0,-1 0 1 0 0,0 1-1 0 0,-2 4 0 0 0,-1 3 40 0 0,-2 0-1 0 0,1-1 0 0 0,-1 1 0 0 0,-14 17 0 0 0,-105 112 967 0 0,99-113-900 0 0,19-21-126 0 0,-20 23 130 0 0,26-27-137 0 0,-1 0-1 0 0,1 0 1 0 0,-1 0 0 0 0,1 0-1 0 0,0 0 1 0 0,-1 0-1 0 0,1 0 1 0 0,0 1 0 0 0,1-1-1 0 0,-1 0 1 0 0,-1 5 0 0 0,14-17-1944 0 0,-4 2-1372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8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81 295 8983 0 0,'0'2'51'0'0,"0"1"-1"0"0,0-1 1 0 0,0 0-1 0 0,1 0 1 0 0,0 0-1 0 0,-1 0 1 0 0,1 0-1 0 0,0-1 1 0 0,0 1-1 0 0,0 0 1 0 0,0 0 0 0 0,0 0-1 0 0,0-1 1 0 0,0 1-1 0 0,1 0 1 0 0,-1-1-1 0 0,0 1 1 0 0,1-1-1 0 0,0 0 1 0 0,-1 0-1 0 0,1 1 1 0 0,0-1-1 0 0,-1 0 1 0 0,1 0-1 0 0,0 0 1 0 0,0-1-1 0 0,0 1 1 0 0,0 0-1 0 0,0-1 1 0 0,0 1-1 0 0,0-1 1 0 0,0 0-1 0 0,0 0 1 0 0,0 0-1 0 0,0 0 1 0 0,0 0-1 0 0,1 0 1 0 0,-1 0-1 0 0,0-1 1 0 0,0 1-1 0 0,0-1 1 0 0,0 1-1 0 0,0-1 1 0 0,-1 0-1 0 0,1 0 1 0 0,0 0-1 0 0,0 0 1 0 0,0 0-1 0 0,-1 0 1 0 0,1 0-1 0 0,2-3 1 0 0,2-3-7 0 0,-1 0-1 0 0,1-1 1 0 0,-1 0-1 0 0,-1 0 1 0 0,0 0 0 0 0,0 0-1 0 0,0-1 1 0 0,-1 0-1 0 0,0 0 1 0 0,-1 1 0 0 0,2-18-1 0 0,-1 4 152 0 0,-1 0 1 0 0,-1-1-1 0 0,-3-38 0 0 0,2 53-78 0 0,-1 0 1 0 0,-1-1-1 0 0,0 1 1 0 0,0 0-1 0 0,-5-12 1 0 0,6 19-105 0 0,1 0 1 0 0,0 0-1 0 0,-1-1 1 0 0,1 1 0 0 0,-1 0-1 0 0,0 0 1 0 0,1 0 0 0 0,-1 0-1 0 0,0 0 1 0 0,0 0-1 0 0,0 0 1 0 0,1 0 0 0 0,-1 0-1 0 0,0 0 1 0 0,0 0-1 0 0,-1 1 1 0 0,1-1 0 0 0,0 0-1 0 0,0 1 1 0 0,0-1 0 0 0,0 1-1 0 0,0-1 1 0 0,-1 1-1 0 0,1 0 1 0 0,0-1 0 0 0,-1 1-1 0 0,1 0 1 0 0,0 0-1 0 0,0 0 1 0 0,-1 0 0 0 0,1 0-1 0 0,0 0 1 0 0,-1 0 0 0 0,1 0-1 0 0,0 1 1 0 0,0-1-1 0 0,-1 0 1 0 0,1 1 0 0 0,0-1-1 0 0,0 1 1 0 0,0-1-1 0 0,0 1 1 0 0,-1 0 0 0 0,0 1-1 0 0,-12 9-177 0 0,0 0-1 0 0,0 2 0 0 0,1-1 1 0 0,1 2-1 0 0,0 0 0 0 0,1 0 1 0 0,1 1-1 0 0,0 0 0 0 0,1 1 1 0 0,0 0-1 0 0,-11 34 0 0 0,19-47 107 0 0,-1 0-1 0 0,2 1 1 0 0,-1-1-1 0 0,0 0 1 0 0,1 1-1 0 0,-1-1 1 0 0,1 1-1 0 0,0-1 1 0 0,0 0-1 0 0,0 1 1 0 0,1-1-1 0 0,-1 1 1 0 0,1-1-1 0 0,0 0 1 0 0,0 0-1 0 0,1 4 1 0 0,0-5-18 0 0,-1 0 0 0 0,0 0 1 0 0,0-1-1 0 0,1 1 1 0 0,-1-1-1 0 0,1 1 0 0 0,0-1 1 0 0,-1 1-1 0 0,1-1 1 0 0,0 0-1 0 0,0 1 1 0 0,0-1-1 0 0,0 0 0 0 0,0-1 1 0 0,0 1-1 0 0,0 0 1 0 0,0 0-1 0 0,0-1 0 0 0,0 1 1 0 0,1-1-1 0 0,-1 0 1 0 0,0 0-1 0 0,0 0 1 0 0,0 0-1 0 0,4 0 0 0 0,0-1-164 0 0,1 1 0 0 0,-1-1 0 0 0,1 0 0 0 0,-1-1-1 0 0,1 1 1 0 0,8-5 0 0 0,3-4-343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9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22 149 3223 0 0,'6'30'2237'0'0,"-2"1"-1"0"0,2 37 0 0 0,-2-9-1954 0 0,-2-41-162 0 0,0-12-36 0 0,-1 0-1 0 0,-1 0 1 0 0,1 0 0 0 0,-2 11 0 0 0,1-17-75 0 0,0 1 0 0 0,0-1 0 0 0,0 0 0 0 0,0 0 0 0 0,0 0-1 0 0,0 0 1 0 0,0 0 0 0 0,0 0 0 0 0,0 0 0 0 0,0 0 0 0 0,0 0 0 0 0,0 1 0 0 0,0-1 0 0 0,0 0 0 0 0,0 0 0 0 0,0 0 0 0 0,0 0 0 0 0,0 0 0 0 0,0 0 0 0 0,0 0 0 0 0,0 0 0 0 0,-1 0 0 0 0,1 0 0 0 0,0 0 0 0 0,0 0 0 0 0,0 0 0 0 0,0 1 0 0 0,0-1 0 0 0,0 0 0 0 0,0 0 0 0 0,0 0 0 0 0,0 0 0 0 0,0 0 0 0 0,-1 0 0 0 0,1 0 0 0 0,0 0 0 0 0,0 0 0 0 0,0 0 0 0 0,0 0-1 0 0,0 0 1 0 0,0 0 0 0 0,0 0 0 0 0,0 0 0 0 0,0 0 0 0 0,-1 0 0 0 0,1 0 0 0 0,0 0 0 0 0,0 0 0 0 0,0-1 0 0 0,0 1 0 0 0,0 0 0 0 0,0 0 0 0 0,0 0 0 0 0,0 0 0 0 0,0 0 0 0 0,0 0 0 0 0,0 0 0 0 0,0 0 0 0 0,-1 0 0 0 0,1 0 0 0 0,0 0 0 0 0,0 0 0 0 0,-7-9 508 0 0,-4-12 50 0 0,5 1-583 0 0,0 0 0 0 0,2-1 0 0 0,0 1-1 0 0,2-1 1 0 0,0 0 0 0 0,1 0 0 0 0,2 0 0 0 0,2-25 0 0 0,-2 38-41 0 0,1-1 0 0 0,0 1 1 0 0,1-1-1 0 0,0 1 0 0 0,0 0 1 0 0,1-1-1 0 0,0 2 1 0 0,0-1-1 0 0,9-11 0 0 0,-9 14 52 0 0,1 0-1 0 0,0 0 0 0 0,0 0 1 0 0,1 0-1 0 0,-1 1 0 0 0,1 0 1 0 0,0 0-1 0 0,0 0 1 0 0,1 1-1 0 0,-1 0 0 0 0,1 1 1 0 0,-1-1-1 0 0,10-1 0 0 0,-8 2 31 0 0,0 0 0 0 0,0 1-1 0 0,0 0 1 0 0,1 0 0 0 0,-1 1-1 0 0,0 0 1 0 0,1 0-1 0 0,-1 1 1 0 0,0 0 0 0 0,12 4-1 0 0,-16-4-16 0 0,-2 0 1 0 0,1 0-1 0 0,0 0 0 0 0,0 1 0 0 0,0-1 0 0 0,0 1 0 0 0,-1 0 1 0 0,1-1-1 0 0,-1 1 0 0 0,1 1 0 0 0,-1-1 0 0 0,0 0 0 0 0,0 0 1 0 0,0 1-1 0 0,0 0 0 0 0,0-1 0 0 0,-1 1 0 0 0,1 0 0 0 0,-1 0 1 0 0,0-1-1 0 0,0 1 0 0 0,0 0 0 0 0,0 0 0 0 0,0 1 0 0 0,0-1 1 0 0,-1 0-1 0 0,0 0 0 0 0,1 0 0 0 0,-1 0 0 0 0,-1 5 0 0 0,1 0 18 0 0,-1 0-1 0 0,-1 0 0 0 0,0 0 1 0 0,0 0-1 0 0,0-1 0 0 0,-1 1 1 0 0,0 0-1 0 0,0-1 0 0 0,-7 11 0 0 0,-4 4 210 0 0,-28 32-1 0 0,25-34-109 0 0,-20 31-1 0 0,37-51-122 0 0,0 1 0 0 0,0-1 0 0 0,1 0 1 0 0,-1 1-1 0 0,0-1 0 0 0,0 0 0 0 0,0 1 0 0 0,0-1 0 0 0,0 0 0 0 0,1 0 1 0 0,-1 1-1 0 0,0-1 0 0 0,0 0 0 0 0,0 0 0 0 0,1 1 0 0 0,-1-1 0 0 0,0 0 1 0 0,0 0-1 0 0,1 0 0 0 0,-1 0 0 0 0,0 1 0 0 0,1-1 0 0 0,-1 0 1 0 0,0 0-1 0 0,1 0 0 0 0,-1 0 0 0 0,0 0 0 0 0,1 0 0 0 0,-1 0 0 0 0,0 0 1 0 0,0 0-1 0 0,1 0 0 0 0,-1 0 0 0 0,0 0 0 0 0,1 0 0 0 0,-1 0 0 0 0,0 0 1 0 0,1 0-1 0 0,-1 0 0 0 0,1 0 0 0 0,21 0 32 0 0,-18 0-39 0 0,21 1 22 0 0,51 10 0 0 0,-57-7-175 0 0,1-1 1 0 0,0-1 0 0 0,0 0-1 0 0,28-3 1 0 0,-44 1-311 0 0,0-1 0 0 0,-1 1 0 0 0,1-1 0 0 0,0 0 0 0 0,-1-1 0 0 0,1 1 0 0 0,4-3 0 0 0,8-6-3299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9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6271 0 0,'3'-32'680'0'0,"7"55"1748"0"0,-4 9-1870 0 0,-1 0-1 0 0,-2-1 1 0 0,0 38 0 0 0,1 22-106 0 0,-3-84-436 0 0,-1 5-47 0 0,1 0 0 0 0,1 0 0 0 0,0 0 0 0 0,1 0 1 0 0,0 0-1 0 0,0 0 0 0 0,2-1 0 0 0,10 22 1 0 0,-11-28-1477 0 0,-8-16 852 0 0,-8-17 447 0 0,-16-28-224 0 0,21 38 240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9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1 143 6447 0 0,'0'-2'159'0'0,"0"0"-1"0"0,0-1 1 0 0,0 1-1 0 0,1 0 1 0 0,-1 0-1 0 0,1 0 1 0 0,-1 0-1 0 0,1 0 1 0 0,0 0-1 0 0,0-1 1 0 0,0 2-1 0 0,0-1 1 0 0,0 0-1 0 0,0 0 1 0 0,0 0-1 0 0,1 0 1 0 0,2-2-1 0 0,1 0 530 0 0,0 0 0 0 0,0 1 0 0 0,1 0 0 0 0,10-5 0 0 0,-3 1-1146 0 0,-12 7 445 0 0,75-41-405 0 0,-45 21-2971 0 0,-14 6-258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29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193 0 6623 0 0,'-32'59'852'0'0,"15"-31"-290"0"0,-22 56 0 0 0,35-75-521 0 0,1 0 1 0 0,1 0 0 0 0,0 0-1 0 0,0 0 1 0 0,0 0-1 0 0,1 1 1 0 0,1-1 0 0 0,0 0-1 0 0,0 0 1 0 0,1 1-1 0 0,1 9 1 0 0,-1-15-32 0 0,0 0-1 0 0,0 0 1 0 0,1 0 0 0 0,-1 0-1 0 0,1 0 1 0 0,0 0 0 0 0,0 0 0 0 0,0-1-1 0 0,1 1 1 0 0,-1-1 0 0 0,1 0-1 0 0,0 1 1 0 0,-1-1 0 0 0,5 2-1 0 0,1 1 171 0 0,1 0 0 0 0,0-1 0 0 0,0 0 0 0 0,12 4-1 0 0,8 5 869 0 0,-28-14-1011 0 0,0 1 0 0 0,0-1 0 0 0,0 1 0 0 0,0 0 0 0 0,0 0 0 0 0,0-1 0 0 0,0 1 1 0 0,0 0-1 0 0,0 0 0 0 0,-1 0 0 0 0,1 0 0 0 0,0 0 0 0 0,0 0 0 0 0,-1 0 0 0 0,1 1 0 0 0,-1-1 0 0 0,1 0 0 0 0,-1 0 0 0 0,1 0 0 0 0,-1 1 0 0 0,0-1 0 0 0,0 0 0 0 0,1 0 1 0 0,-1 1-1 0 0,0-1 0 0 0,0 0 0 0 0,0 1 0 0 0,-1-1 0 0 0,1 0 0 0 0,0 0 0 0 0,0 1 0 0 0,-1-1 0 0 0,1 0 0 0 0,0 0 0 0 0,-1 0 0 0 0,0 1 0 0 0,1-1 0 0 0,-1 0 1 0 0,0 1-1 0 0,-4 6-11 0 0,0 0 0 0 0,-1 0 0 0 0,0 0 0 0 0,-7 7 0 0 0,10-12-11 0 0,-110 108-429 0 0,60-61-640 0 0,35-32 479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38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10 6415 0 0,'-182'4'5994'0'0,"468"-17"-5862"0"0,-79 22-121 0 0,-42 0-12 0 0,-131-9 146 0 0,52-7 0 0 0,-35 0-3066 0 0,-43 5 2012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39.4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11 2303 0 0,'-7'-3'297'0'0,"0"1"-1"0"0,0 1 1 0 0,0-1-1 0 0,0 1 1 0 0,0 0-1 0 0,-1 1 1 0 0,1 0-1 0 0,0 0 1 0 0,0 1-1 0 0,0-1 1 0 0,0 1-1 0 0,-10 3 1 0 0,12-2-284 0 0,-1 0 0 0 0,1 1 0 0 0,0-1 0 0 0,0 1 0 0 0,0 0 0 0 0,0 0 0 0 0,1 1 1 0 0,-1-1-1 0 0,1 1 0 0 0,0 0 0 0 0,0 0 0 0 0,0 0 0 0 0,1 1 0 0 0,-1-1 0 0 0,-4 11 0 0 0,0 1-4 0 0,0 1-1 0 0,2 0 0 0 0,0 0 0 0 0,1 1 0 0 0,1-1 1 0 0,-3 26-1 0 0,4-18 151 0 0,2 0 1 0 0,0 0 0 0 0,2 0 0 0 0,4 27-1 0 0,-2-39-108 0 0,0-1 0 0 0,0 1-1 0 0,1-1 1 0 0,1 0 0 0 0,0 0-1 0 0,1-1 1 0 0,0 0 0 0 0,1 0-1 0 0,0 0 1 0 0,1-1 0 0 0,0 1-1 0 0,0-2 1 0 0,1 0 0 0 0,0 0-1 0 0,1 0 1 0 0,0-1 0 0 0,0 0-1 0 0,1-1 1 0 0,0-1 0 0 0,0 1-1 0 0,1-2 1 0 0,0 0 0 0 0,0 0-1 0 0,0-1 1 0 0,0 0 0 0 0,1-1-1 0 0,-1-1 1 0 0,1 0 0 0 0,0 0-1 0 0,0-1 1 0 0,0-1 0 0 0,16-2-1 0 0,-22 1-21 0 0,0 0 1 0 0,0 0-1 0 0,-1-1 0 0 0,1 0 0 0 0,0-1 0 0 0,-1 1 0 0 0,1-1 0 0 0,-1 0 1 0 0,0-1-1 0 0,0 0 0 0 0,0 0 0 0 0,0 0 0 0 0,-1 0 0 0 0,8-8 0 0 0,-7 4 121 0 0,0 0-1 0 0,0 0 1 0 0,-1-1-1 0 0,0 0 1 0 0,0 0-1 0 0,-1 0 1 0 0,0 0-1 0 0,-1 0 1 0 0,3-13 0 0 0,-1-3 102 0 0,-1 1 1 0 0,-2-1 0 0 0,0 0 0 0 0,-2 0 0 0 0,0 0-1 0 0,-2 1 1 0 0,-6-34 0 0 0,5 42-227 0 0,-1 0 1 0 0,0 0-1 0 0,-1 1 0 0 0,-1-1 1 0 0,0 1-1 0 0,-1 1 0 0 0,-1-1 1 0 0,-18-25-1 0 0,22 35 8 0 0,0 0 1 0 0,-1-1 0 0 0,1 2-1 0 0,-1-1 1 0 0,-1 1-1 0 0,1-1 1 0 0,0 1-1 0 0,-1 1 1 0 0,0-1 0 0 0,0 1-1 0 0,0 0 1 0 0,0 0-1 0 0,-1 1 1 0 0,1 0-1 0 0,-1 0 1 0 0,1 0 0 0 0,-1 1-1 0 0,0 0 1 0 0,0 1-1 0 0,1-1 1 0 0,-1 1-1 0 0,0 0 1 0 0,-11 2 0 0 0,1 2-159 0 0,1 1 1 0 0,-1 0 0 0 0,1 1-1 0 0,0 1 1 0 0,0 0 0 0 0,1 1-1 0 0,0 1 1 0 0,1 0 0 0 0,-18 15-1 0 0,-4 4-408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2.3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18 13903 0 0,'-4'-2'266'0'0,"-1"-1"-41"0"0,-1 0 1 0 0,0 1 0 0 0,0 0 0 0 0,-7-2 0 0 0,12 3-218 0 0,0 1 0 0 0,0 0 0 0 0,0 0 0 0 0,0 0 1 0 0,0-1-1 0 0,0 1 0 0 0,0 0 0 0 0,0 0 0 0 0,0 0 0 0 0,1 0 1 0 0,-1 1-1 0 0,0-1 0 0 0,0 0 0 0 0,0 0 0 0 0,0 1 1 0 0,0-1-1 0 0,0 0 0 0 0,0 1 0 0 0,0-1 0 0 0,1 1 1 0 0,-1-1-1 0 0,0 1 0 0 0,0-1 0 0 0,1 1 0 0 0,-1-1 1 0 0,0 1-1 0 0,0 0 0 0 0,1 0 0 0 0,-1-1 0 0 0,1 1 1 0 0,-1 0-1 0 0,1 0 0 0 0,-1 0 0 0 0,1-1 0 0 0,-1 3 1 0 0,-12 51 116 0 0,2 0 1 0 0,3 1 0 0 0,-2 60 0 0 0,7-70-89 0 0,-43 1191 525 0 0,56-831-243 0 0,-1-165-1136 0 0,-9-174-1390 0 0,-1-60 1440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3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0 219 6447 0 0,'12'-7'262'0'0,"0"1"-1"0"0,0 0 0 0 0,0 1 0 0 0,0 1 0 0 0,1-1 0 0 0,0 2 0 0 0,0 0 0 0 0,0 1 0 0 0,15-2 0 0 0,17-3 882 0 0,720-114 1944 0 0,12 75-2160 0 0,-55 70-164 0 0,-54 0 292 0 0,-7-27 207 0 0,-554 0-1039 0 0,249-3 1124 0 0,-325 6-1161 0 0,-4 0 30 0 0,0 2-1 0 0,0 0 1 0 0,0 2 0 0 0,26 6 0 0 0,-33-6-157 0 0,-6-2 10 0 0,0 1-1 0 0,0 1 1 0 0,18 7-1 0 0,21 7 79 0 0,-40-14-56 0 0,1 4-35 0 0,41 25-30 0 0,-52-32-18 0 0,0 1 0 0 0,-1 0 0 0 0,1-1 0 0 0,0 1 0 0 0,-1 1 0 0 0,0-1 0 0 0,3 3 0 0 0,33 33 19 0 0,-23-18 26 0 0,-8-8-24 0 0,-1 0 0 0 0,0 0-1 0 0,-1 0 1 0 0,-1 1 0 0 0,0 0 0 0 0,-1 0-1 0 0,0 0 1 0 0,2 18 0 0 0,-6 49 125 0 0,0-43-36 0 0,6 58-1 0 0,34 358-120 0 0,-25 3 5 0 0,-5-120 15 0 0,-2-198 45 0 0,-3 283 1100 0 0,-10-346-595 0 0,4-68-393 0 0,-2-7-289 0 0,-3-11-2821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3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46 325 13703 0 0,'-8'-6'281'0'0,"5"4"-188"0"0,0 0 0 0 0,-1 0 0 0 0,1 0 0 0 0,0-1 0 0 0,0 1-1 0 0,1-1 1 0 0,-1 0 0 0 0,1 0 0 0 0,-1 0 0 0 0,1 0 0 0 0,0 0-1 0 0,-2-4 1 0 0,4 4-30 0 0,0 1 0 0 0,0-1 0 0 0,0 1 0 0 0,1-1 0 0 0,-1 1-1 0 0,1-1 1 0 0,0 1 0 0 0,0 0 0 0 0,0-1 0 0 0,0 1 0 0 0,0 0-1 0 0,2-3 1 0 0,18-26 957 0 0,-19 28-986 0 0,7-8 17 0 0,1 0 1 0 0,0 1-1 0 0,1 0 1 0 0,1 0-1 0 0,-1 1 1 0 0,1 1-1 0 0,1 0 1 0 0,0 0-1 0 0,0 2 1 0 0,19-8-1 0 0,11-2 48 0 0,0 2 1 0 0,49-8-1 0 0,19 2 259 0 0,202-11 0 0 0,118 26 466 0 0,-349 6-659 0 0,2171 58 2406 0 0,-1679-38-1449 0 0,416 36-139 0 0,-925-52-935 0 0,16 6-36 0 0,-15 2-55 0 0,-54-10-186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4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207 578 8207 0 0,'-29'4'558'0'0,"-52"16"0"0"0,74-18-388 0 0,-4 2 169 0 0,-1 0 0 0 0,0-1 0 0 0,0-1 0 0 0,0 0 0 0 0,-17 1 0 0 0,29-3-320 0 0,0 0 0 0 0,0-1 0 0 0,0 1 0 0 0,-1 0 0 0 0,1 0 0 0 0,0 0 0 0 0,0 0 0 0 0,0-1 0 0 0,0 1-1 0 0,0 0 1 0 0,0 0 0 0 0,-1 0 0 0 0,1-1 0 0 0,0 1 0 0 0,0 0 0 0 0,0 0 0 0 0,0 0 0 0 0,0-1 0 0 0,0 1-1 0 0,0 0 1 0 0,0 0 0 0 0,0 0 0 0 0,0-1 0 0 0,0 1 0 0 0,0 0 0 0 0,0 0 0 0 0,0 0 0 0 0,0-1 0 0 0,0 1 0 0 0,0 0-1 0 0,1 0 1 0 0,-1 0 0 0 0,0-1 0 0 0,0 1 0 0 0,0 0 0 0 0,0 0 0 0 0,0 0 0 0 0,0 0 0 0 0,1-1 0 0 0,-1 1 0 0 0,0 0-1 0 0,0 0 1 0 0,0 0 0 0 0,0 0 0 0 0,1 0 0 0 0,-1-1 0 0 0,0 1 0 0 0,0 0 0 0 0,0 0 0 0 0,1 0 0 0 0,9-11 287 0 0,25-17 386 0 0,65-40 0 0 0,-30 21-329 0 0,75-49 196 0 0,297-145 0 0 0,-417 229-604 0 0,154-65 521 0 0,-158 69-782 0 0,1 2-1 0 0,0 0 1 0 0,0 2-1 0 0,0 0 1 0 0,0 2-1 0 0,36-1 1 0 0,-43 4-1100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4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0 222 10623 0 0,'15'-4'149'0'0,"-1"0"0"0"0,1 0-1 0 0,0 2 1 0 0,1 0 0 0 0,-1 0-1 0 0,0 2 1 0 0,22 1 0 0 0,5-1 37 0 0,1483-60 2461 0 0,-291-47 1036 0 0,-1230 106-3662 0 0,316-33 1199 0 0,-258 31-1049 0 0,0 3-1 0 0,-1 3 1 0 0,74 12 0 0 0,1 13-161 0 0,-88-15-71 0 0,-11-3-225 0 0,143 47-3644 0 0,-160-48 2431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5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0 818 15055 0 0,'2'-2'340'0'0,"91"-76"1017"0"0,-38 34-1079 0 0,134-117 258 0 0,176-144 521 0 0,-102 95-1449 0 0,-252 200 392 0 0,-3 3 0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5.5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1389 12695 0 0,'1'-3'155'0'0,"0"-1"0"0"0,1 1-1 0 0,-1 0 1 0 0,1 0 0 0 0,0 0-1 0 0,0 0 1 0 0,0 0 0 0 0,3-2-1 0 0,231-341-183 0 0,-157 223-119 0 0,376-546-1747 0 0,-358 514 462 0 0,-59 89 354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5.8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16583 0 0,'0'0'57'0'0,"-1"0"-1"0"0,1 0 0 0 0,-1 0 1 0 0,1 0-1 0 0,-1 0 1 0 0,1 0-1 0 0,-1 0 0 0 0,1 1 1 0 0,-1-1-1 0 0,1 0 0 0 0,0 0 1 0 0,-1 0-1 0 0,1 1 1 0 0,-1-1-1 0 0,1 0 0 0 0,-1 0 1 0 0,1 1-1 0 0,0-1 0 0 0,-1 0 1 0 0,1 1-1 0 0,0-1 1 0 0,-1 1-1 0 0,1-1 0 0 0,0 0 1 0 0,0 1-1 0 0,-1-1 0 0 0,1 1 1 0 0,0-1-1 0 0,0 1 1 0 0,0-1-1 0 0,0 0 0 0 0,0 1 1 0 0,-1-1-1 0 0,1 1 0 0 0,0-1 1 0 0,0 2-1 0 0,3 21 379 0 0,-2-12 119 0 0,34 569 616 0 0,-25-369-1183 0 0,6 509-194 0 0,-17-410-5662 0 0,0-216-471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4:18.0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34 209 2303 0 0,'-12'3'-1062'0'0,"-9"5"9180"0"0,36-11-6750 0 0,-1-2-1333 0 0,1-1 1 0 0,-1-1-1 0 0,0 0 0 0 0,-1 0 0 0 0,24-18 0 0 0,-23 14-2 0 0,1 2 0 0 0,0-1 0 0 0,1 2 0 0 0,17-7 0 0 0,-27 13 66 0 0,0 0-1 0 0,0 1 0 0 0,1 0 1 0 0,-1 0-1 0 0,0 1 0 0 0,1-1 1 0 0,-1 1-1 0 0,0 1 0 0 0,1-1 1 0 0,8 3-1 0 0,5 2 400 0 0,36 14 1 0 0,-37-12-143 0 0,38 10 0 0 0,-18-11-137 0 0,0-2 1 0 0,1-2 0 0 0,-1-1-1 0 0,0-2 1 0 0,68-10-1 0 0,190-56 177 0 0,-193 35-360 0 0,51-11 35 0 0,-137 39-66 0 0,1 2 1 0 0,0 0-1 0 0,-1 1 0 0 0,1 1 1 0 0,0 0-1 0 0,30 6 0 0 0,83 22 31 0 0,-56-10 14 0 0,110 10 0 0 0,-170-26-72 0 0,-11-1-21 0 0,0 0-1 0 0,0-1 0 0 0,0 1 0 0 0,0-1 0 0 0,-1 0 0 0 0,1 0 1 0 0,0-1-1 0 0,0 1 0 0 0,7-3 0 0 0,-11 2-11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5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43 2303 0 0,'-4'-42'15208'0'0,"-1"63"-15208"0"0,-9 31 0 0 0,0-4 0 0 0,-1 13-102 0 0,-15 69-19 0 0,26-109-69 0 0,2 0 1 0 0,0-1-1 0 0,1 1 1 0 0,3 28 0 0 0,5-17-4619 0 0,-1-19-158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5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14279 0 0,'-7'13'632'0'0,"2"-1"136"0"0,0 3-616 0 0,2-1-152 0 0,2-2 0 0 0,2-3 0 0 0,-1 5 104 0 0,-1 7-8 0 0,-1 10 0 0 0,1 10 0 0 0,1 5-264 0 0,1-3-56 0 0,1-5-16 0 0,0-10 0 0 0,1-5-672 0 0,-2-8-136 0 0,2-6-24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5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27 374 7135 0 0,'3'-36'214'0'0,"-2"18"-82"0"0,0 1 1 0 0,2-1 0 0 0,4-18-1 0 0,0 14 170 0 0,0 0 0 0 0,2 0 0 0 0,1 1 0 0 0,16-27 0 0 0,-20 37-139 0 0,1 1-1 0 0,1 1 0 0 0,-1-1 1 0 0,1 1-1 0 0,1 0 1 0 0,0 1-1 0 0,0 0 0 0 0,0 1 1 0 0,1-1-1 0 0,12-5 0 0 0,-19 11-77 0 0,1 0-1 0 0,-1 1 0 0 0,1 0 1 0 0,-1-1-1 0 0,1 1 0 0 0,0 0 0 0 0,0 1 1 0 0,-1-1-1 0 0,1 1 0 0 0,0-1 1 0 0,0 1-1 0 0,0 0 0 0 0,0 1 0 0 0,-1-1 1 0 0,1 1-1 0 0,0 0 0 0 0,0 0 1 0 0,-1 0-1 0 0,1 0 0 0 0,-1 0 1 0 0,1 1-1 0 0,-1 0 0 0 0,1-1 0 0 0,-1 1 1 0 0,3 3-1 0 0,-3-3-44 0 0,-1 0 1 0 0,0 1-1 0 0,0-1 0 0 0,0 1 0 0 0,0-1 1 0 0,0 1-1 0 0,0 0 0 0 0,-1 0 1 0 0,0 0-1 0 0,1 0 0 0 0,-1 0 0 0 0,0 0 1 0 0,0 0-1 0 0,-1 0 0 0 0,1 0 0 0 0,-1 1 1 0 0,1-1-1 0 0,-1 0 0 0 0,0 0 1 0 0,0 1-1 0 0,-1-1 0 0 0,1 0 0 0 0,-1 0 1 0 0,1 0-1 0 0,-1 0 0 0 0,0 1 0 0 0,0-1 1 0 0,0 0-1 0 0,-3 4 0 0 0,-4 8 158 0 0,-1 0 0 0 0,0-1 0 0 0,-1-1 0 0 0,0 0-1 0 0,-13 12 1 0 0,-1-1 269 0 0,-40 31-1 0 0,52-47-271 0 0,0 0-1 0 0,0 0 1 0 0,0-1-1 0 0,-16 6 1 0 0,25-11-135 0 0,0-1 1 0 0,0 1 0 0 0,0-1 0 0 0,0 0 0 0 0,0-1 0 0 0,0 1 0 0 0,0 0-1 0 0,0-1 1 0 0,0 0 0 0 0,0 1 0 0 0,0-1 0 0 0,-1 0 0 0 0,1-1 0 0 0,0 1-1 0 0,0-1 1 0 0,0 1 0 0 0,0-1 0 0 0,0 0 0 0 0,0 0 0 0 0,0 0 0 0 0,0 0-1 0 0,0-1 1 0 0,1 1 0 0 0,-1-1 0 0 0,-3-2 0 0 0,6 3-107 0 0,0 1-1 0 0,-1-1 1 0 0,1 1 0 0 0,0-1 0 0 0,-1 1 0 0 0,1-1-1 0 0,0 1 1 0 0,0-1 0 0 0,-1 1 0 0 0,1-1-1 0 0,0 1 1 0 0,0-1 0 0 0,0 0 0 0 0,0 1 0 0 0,0-1-1 0 0,0 1 1 0 0,0-1 0 0 0,0 0 0 0 0,0 1-1 0 0,0-1 1 0 0,0 1 0 0 0,0-1 0 0 0,1 1 0 0 0,-1-1-1 0 0,0 1 1 0 0,0-1 0 0 0,1 0 0 0 0,-1 1-1 0 0,0-1 1 0 0,1 1 0 0 0,-1 0 0 0 0,0-1 0 0 0,1 1-1 0 0,-1-1 1 0 0,1 1 0 0 0,-1-1 0 0 0,0 1-1 0 0,2-1 1 0 0,5-5-1018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5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18919 0 0,'1'1'416'0'0,"-2"-1"80"0"0,0 0 16 0 0,-2 0 32 0 0,3 1-440 0 0,-1 1-104 0 0,-1-1 0 0 0,1 0 0 0 0,-3 3 176 0 0,1 1 16 0 0,1 0 0 0 0,0 3 0 0 0,2 0-1280 0 0,2-1-248 0 0,0 1-48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6.1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11975 0 0,'-10'11'528'0'0,"2"-3"112"0"0,1-2-512 0 0,1 1-128 0 0,2-3 0 0 0,-5 7 4008 0 0,4-3-1768 0 0,-3 2 8 0 0,3 0-2664 0 0,1-2-528 0 0,2-2-112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6.7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2 12063 0 0,'0'0'24'0'0,"0"0"-1"0"0,-1 0 0 0 0,1 0 0 0 0,0 0 0 0 0,0 0 0 0 0,0-1 1 0 0,0 1-1 0 0,0 0 0 0 0,0 0 0 0 0,0 0 0 0 0,0 0 1 0 0,-1 0-1 0 0,1 0 0 0 0,0 0 0 0 0,0 0 0 0 0,0 0 1 0 0,0 0-1 0 0,0 0 0 0 0,-1-1 0 0 0,1 1 0 0 0,0 0 0 0 0,0 0 1 0 0,0 0-1 0 0,0 0 0 0 0,0 0 0 0 0,-1 0 0 0 0,1 0 1 0 0,0 0-1 0 0,0 0 0 0 0,0 1 0 0 0,0-1 0 0 0,0 0 1 0 0,-1 0-1 0 0,1 0 0 0 0,0 0 0 0 0,0 0 0 0 0,0 0 1 0 0,0 0-1 0 0,0 0 0 0 0,0 0 0 0 0,-1 0 0 0 0,1 0 0 0 0,0 0 1 0 0,0 1-1 0 0,0-1 0 0 0,0 0 0 0 0,0 0 0 0 0,0 0 1 0 0,0 0-1 0 0,0 0 0 0 0,0 0 0 0 0,-1 1 0 0 0,-1 12 140 0 0,1 14-453 0 0,1 67-781 0 0,-5-1 1 0 0,-18 94-1 0 0,2-8 2765 0 0,18-144-1772 0 0,3-22-60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7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222 389 7367 0 0,'8'-6'4995'0'0,"7"-11"-4382"0"0,-4 1-615 0 0,0 0 0 0 0,-2-1 0 0 0,0-1 0 0 0,-1 1 1 0 0,-1-1-1 0 0,0-1 0 0 0,5-28 0 0 0,-10 39 47 0 0,-1 0 0 0 0,0 0-1 0 0,0 0 1 0 0,-1 0 0 0 0,0 0 0 0 0,-1 0 0 0 0,0 0 0 0 0,0 0 0 0 0,0 0 0 0 0,-1 1 0 0 0,0-1 0 0 0,-1 0 0 0 0,0 1 0 0 0,0-1 0 0 0,-1 1 0 0 0,0 0 0 0 0,0 0-1 0 0,0 0 1 0 0,-1 1 0 0 0,-11-12 0 0 0,14 15-22 0 0,-1 1-1 0 0,1-1 0 0 0,-1 1 0 0 0,0 0 0 0 0,0 0 1 0 0,0 0-1 0 0,0 0 0 0 0,-1 1 0 0 0,1-1 1 0 0,0 1-1 0 0,-1 0 0 0 0,1 0 0 0 0,-1 0 0 0 0,1 0 1 0 0,-1 0-1 0 0,1 1 0 0 0,-1 0 0 0 0,-4 0 1 0 0,2 1-32 0 0,1-1 1 0 0,-1 2 0 0 0,1-1 0 0 0,0 1-1 0 0,0 0 1 0 0,-1 0 0 0 0,1 0 0 0 0,0 1-1 0 0,0 0 1 0 0,-7 6 0 0 0,-1 1-49 0 0,1 1 1 0 0,0 0-1 0 0,1 1 0 0 0,0 1 1 0 0,1 0-1 0 0,1 0 1 0 0,-10 17-1 0 0,18-28 50 0 0,-9 16-33 0 0,-13 32 0 0 0,22-46 49 0 0,-1 0 1 0 0,1 0-1 0 0,0 0 0 0 0,0 0 1 0 0,0 1-1 0 0,1-1 1 0 0,-1 0-1 0 0,1 1 1 0 0,0-1-1 0 0,0 0 1 0 0,1 1-1 0 0,-1-1 1 0 0,1 0-1 0 0,2 7 1 0 0,-2-9-1 0 0,0-1 1 0 0,0 1-1 0 0,0-1 1 0 0,1 1-1 0 0,-1-1 1 0 0,1 1 0 0 0,-1-1-1 0 0,1 0 1 0 0,-1 0-1 0 0,1 0 1 0 0,0 0 0 0 0,-1 0-1 0 0,1 0 1 0 0,0-1-1 0 0,0 1 1 0 0,0 0-1 0 0,0-1 1 0 0,0 0 0 0 0,-1 1-1 0 0,1-1 1 0 0,0 0-1 0 0,0 0 1 0 0,4 0-1 0 0,4 0 51 0 0,0-1-1 0 0,0 0 0 0 0,11-2 0 0 0,-7 0 6 0 0,2-1 87 0 0,0 1 1 0 0,0 1 0 0 0,1 0-1 0 0,21 1 1 0 0,-33 2-111 0 0,0-1 0 0 0,-1 1 0 0 0,1 0 0 0 0,-1 0 0 0 0,1 0 1 0 0,-1 0-1 0 0,1 1 0 0 0,-1 0 0 0 0,0 0 0 0 0,0 0 0 0 0,0 1 0 0 0,0-1 0 0 0,0 1 0 0 0,0 0 1 0 0,-1 0-1 0 0,0 0 0 0 0,1 0 0 0 0,-1 1 0 0 0,0 0 0 0 0,3 5 0 0 0,-1 0-6 0 0,0 1-1 0 0,0 0 0 0 0,-2 1 1 0 0,1-1-1 0 0,-1 1 0 0 0,0 0 0 0 0,-1-1 1 0 0,-1 1-1 0 0,0 0 0 0 0,0 0 1 0 0,-1 0-1 0 0,-2 20 0 0 0,0-13-261 0 0,-1 0-1 0 0,0 0 0 0 0,-1 0 0 0 0,-2 0 1 0 0,0-1-1 0 0,-15 33 0 0 0,11-36-1629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7.6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79 16903 0 0,'0'-1'39'0'0,"0"0"-1"0"0,1 0 0 0 0,-1 0 0 0 0,0 1 1 0 0,1-1-1 0 0,-1 0 0 0 0,1 1 1 0 0,-1-1-1 0 0,1 0 0 0 0,-1 1 0 0 0,1-1 1 0 0,0 0-1 0 0,-1 1 0 0 0,1-1 1 0 0,0 1-1 0 0,0-1 0 0 0,-1 1 0 0 0,1 0 1 0 0,0-1-1 0 0,1 1 0 0 0,23-14 891 0 0,-18 11-814 0 0,5-5-183 0 0,1 1-1 0 0,1 1 0 0 0,-1 0 1 0 0,1 1-1 0 0,0 1 0 0 0,0 0 1 0 0,27-4-1 0 0,-40 8 13 0 0,1 0 0 0 0,-1 0 0 0 0,0 0 0 0 0,1-1 0 0 0,-1 2 0 0 0,0-1 0 0 0,0 0 0 0 0,1 0-1 0 0,-1 0 1 0 0,0 1 0 0 0,1-1 0 0 0,-1 0 0 0 0,0 1 0 0 0,0-1 0 0 0,0 1 0 0 0,1 0 0 0 0,-1-1 0 0 0,0 1 0 0 0,0 0 0 0 0,0 0 0 0 0,0 0 0 0 0,0-1 0 0 0,0 1 0 0 0,-1 0 0 0 0,3 2 0 0 0,-3-1-57 0 0,1 0 0 0 0,-1 0 0 0 0,1 1 0 0 0,-1-1 0 0 0,0 0 0 0 0,0 0 0 0 0,0 0 0 0 0,0 0 0 0 0,0 0 0 0 0,0 0 0 0 0,0 1 0 0 0,-1-1 0 0 0,1 0 0 0 0,-2 2 0 0 0,-2 9-450 0 0,-2 1 0 0 0,0-2 0 0 0,-12 21 0 0 0,17-31 536 0 0,-69 107-1997 0 0,-17 30 633 0 0,40-43 3900 0 0,46-94-2349 0 0,0 0 0 0 0,0 0 0 0 0,0 1 0 0 0,1-1 0 0 0,-1 0 0 0 0,0 0 0 0 0,1 0 0 0 0,0 1 0 0 0,0-1 0 0 0,-1 0 0 0 0,1 0 0 0 0,1 1 0 0 0,-1-1 0 0 0,0 0 0 0 0,0 0 0 0 0,1 1 0 0 0,-1-1 0 0 0,1 0 0 0 0,0 0 0 0 0,0 0 0 0 0,0 0 0 0 0,1 2 0 0 0,0-2-90 0 0,0 0 0 0 0,0 0-1 0 0,0-1 1 0 0,0 1-1 0 0,0-1 1 0 0,0 1-1 0 0,0-1 1 0 0,0 0-1 0 0,1 0 1 0 0,-1 0 0 0 0,0 0-1 0 0,1-1 1 0 0,-1 1-1 0 0,1-1 1 0 0,-1 1-1 0 0,1-1 1 0 0,-1 0-1 0 0,1 0 1 0 0,3 0 0 0 0,16-2 3 0 0,0-1 1 0 0,0 0-1 0 0,0-2 1 0 0,0-1 0 0 0,-1-1-1 0 0,0 0 1 0 0,0-2 0 0 0,32-18-1 0 0,-49 25-268 0 0,0 0-1 0 0,0 0 1 0 0,-1-1 0 0 0,1 1-1 0 0,-1-1 1 0 0,6-6-1 0 0,-5 3-1364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7.9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 10591 0 0,'-6'12'11429'0'0,"15"-14"-13162"0"0,1-7-2196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8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16351 0 0,'-1'0'89'0'0,"0"1"-1"0"0,-1-1 0 0 0,1 1 0 0 0,0-1 1 0 0,0 1-1 0 0,-1 0 0 0 0,1-1 1 0 0,0 1-1 0 0,0 0 0 0 0,0 0 1 0 0,0 0-1 0 0,0 0 0 0 0,0 0 1 0 0,0 0-1 0 0,0 0 0 0 0,1 0 0 0 0,-1 0 1 0 0,0 0-1 0 0,1 1 0 0 0,-1-1 1 0 0,0 0-1 0 0,1 0 0 0 0,0 1 1 0 0,-1-1-1 0 0,1 0 0 0 0,0 1 1 0 0,-1 2-1 0 0,0 5 19 0 0,1 1 0 0 0,-1 0 0 0 0,2 10 0 0 0,0-2-136 0 0,-12 248-510 0 0,-1-152-2332 0 0,11-110 1319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8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1 17015 0 0,'-1'0'100'0'0,"0"0"-1"0"0,1 0 1 0 0,-1 1-1 0 0,0-1 1 0 0,1 0-1 0 0,-1 1 0 0 0,0-1 1 0 0,0 1-1 0 0,1-1 1 0 0,-1 1-1 0 0,1-1 1 0 0,-1 1-1 0 0,0-1 1 0 0,1 1-1 0 0,-1-1 0 0 0,0 2 1 0 0,-17 26-1860 0 0,8-11 644 0 0,-23 25-1926 0 0,17-23 1856 0 0,1 2 0 0 0,-20 33 1 0 0,31-47 1244 0 0,1 0 0 0 0,0 1 0 0 0,0-1 0 0 0,0 1 0 0 0,1 0 1 0 0,0 0-1 0 0,1 0 0 0 0,0 0 0 0 0,0 0 0 0 0,1 0 0 0 0,0 0 0 0 0,1 10 0 0 0,0-14 34 0 0,0 0 0 0 0,0 0 0 0 0,0 1 0 0 0,1-1-1 0 0,-1-1 1 0 0,1 1 0 0 0,0 0 0 0 0,0 0 0 0 0,0-1-1 0 0,1 1 1 0 0,0-1 0 0 0,-1 1 0 0 0,1-1 0 0 0,0 0-1 0 0,0 0 1 0 0,1-1 0 0 0,-1 1 0 0 0,1-1 0 0 0,-1 1-1 0 0,1-1 1 0 0,0 0 0 0 0,0 0 0 0 0,0-1 0 0 0,0 1-1 0 0,0-1 1 0 0,0 0 0 0 0,0 0 0 0 0,5 0 0 0 0,-1 1 70 0 0,0-1 1 0 0,-1-1-1 0 0,1 1 1 0 0,0-1-1 0 0,0-1 1 0 0,0 1-1 0 0,0-1 1 0 0,-1-1-1 0 0,1 1 1 0 0,-1-1-1 0 0,1-1 1 0 0,-1 1-1 0 0,1-1 1 0 0,9-6-1 0 0,-13 6-49 0 0,0 1-1 0 0,1-1 1 0 0,-2-1-1 0 0,1 1 1 0 0,0-1-1 0 0,-1 1 1 0 0,1-1-1 0 0,-1 0 1 0 0,0 0-1 0 0,-1-1 1 0 0,1 1-1 0 0,2-5 0 0 0,-5 7-83 0 0,1 0-1 0 0,-1-1 0 0 0,1 1 0 0 0,-1 0 0 0 0,0 0 0 0 0,1 0 0 0 0,-1 0 1 0 0,0-1-1 0 0,-1 1 0 0 0,1 0 0 0 0,0 0 0 0 0,0 0 0 0 0,-1 0 0 0 0,0-1 1 0 0,1 1-1 0 0,-1 0 0 0 0,0 0 0 0 0,0 0 0 0 0,0 0 0 0 0,0 1 0 0 0,0-1 1 0 0,-1 0-1 0 0,1 0 0 0 0,0 1 0 0 0,-1-1 0 0 0,1 0 0 0 0,-1 1 0 0 0,0 0 0 0 0,-3-3 1 0 0,-2-1-15 0 0,-1 0 1 0 0,0 1 0 0 0,0 0-1 0 0,0 0 1 0 0,-1 1 0 0 0,1 0-1 0 0,-1 0 1 0 0,0 1 0 0 0,0 0-1 0 0,0 1 1 0 0,0 0 0 0 0,-13 0-1 0 0,15 1-80 0 0,-1 0-1 0 0,1 0 1 0 0,0 1-1 0 0,0 0 0 0 0,-1 1 1 0 0,1-1-1 0 0,0 2 1 0 0,0-1-1 0 0,1 1 1 0 0,-1 0-1 0 0,0 0 0 0 0,1 0 1 0 0,0 1-1 0 0,0 0 1 0 0,-10 9-1 0 0,2 6-1123 0 0,13-9-2854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9.1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236 57 10679 0 0,'-37'-23'1367'0'0,"31"19"-1204"0"0,0 0 1 0 0,0 0-1 0 0,0 0 0 0 0,-1 1 1 0 0,1 0-1 0 0,-1 0 0 0 0,0 1 1 0 0,0-1-1 0 0,-10 0 0 0 0,15 2-90 0 0,0 1 0 0 0,1 0 0 0 0,-1 0 0 0 0,0 0 0 0 0,0 0 0 0 0,0 0 0 0 0,0 1 0 0 0,0-1 0 0 0,1 1 0 0 0,-1-1 0 0 0,0 1 0 0 0,0 0 0 0 0,-2 1 0 0 0,4-2-45 0 0,-1 0 0 0 0,1 1 0 0 0,-1-1 1 0 0,1 1-1 0 0,-1-1 0 0 0,1 1 0 0 0,-1-1 0 0 0,1 1 0 0 0,0 0 1 0 0,-1-1-1 0 0,1 1 0 0 0,0-1 0 0 0,-1 1 0 0 0,1 0 1 0 0,0-1-1 0 0,0 1 0 0 0,-1 0 0 0 0,1-1 0 0 0,0 1 0 0 0,0 0 1 0 0,0 0-1 0 0,0-1 0 0 0,0 1 0 0 0,0 0 0 0 0,0-1 1 0 0,0 1-1 0 0,1 0 0 0 0,-1-1 0 0 0,0 1 0 0 0,0 0 1 0 0,0-1-1 0 0,1 1 0 0 0,-1 0 0 0 0,1 0 0 0 0,0 1 516 0 0,9 8-385 0 0,49 51 134 0 0,-22-20-203 0 0,-20-18-34 0 0,14 30-62 0 0,-28-46-29 0 0,0-1 0 0 0,0 1 0 0 0,-1 0 0 0 0,0 0 0 0 0,0 0 0 0 0,-1 0 0 0 0,0 0 0 0 0,0 0 0 0 0,0 0 0 0 0,-1 0-1 0 0,0 1 1 0 0,-1-1 0 0 0,1 0 0 0 0,-2 0 0 0 0,1 0 0 0 0,-4 11 0 0 0,0-3-70 0 0,-2 0-1 0 0,1-1 1 0 0,-2 0 0 0 0,0 0 0 0 0,-17 22-1 0 0,13-20 492 0 0,-1 0-1 0 0,0 0 1 0 0,-2-2-1 0 0,1 0 1 0 0,-2 0-1 0 0,0-1 1 0 0,0-1-1 0 0,-21 11 1 0 0,35-22-247 0 0,0 0 0 0 0,1 0 1 0 0,-1 0-1 0 0,0-1 1 0 0,0 1-1 0 0,0 0 0 0 0,0-1 1 0 0,-1 0-1 0 0,1 1 1 0 0,0-1-1 0 0,0 0 1 0 0,0 0-1 0 0,0 0 0 0 0,-4-1 1 0 0,6 1-80 0 0,-1-1-1 0 0,0 1 1 0 0,0-1 0 0 0,1 1 0 0 0,-1-1-1 0 0,0 0 1 0 0,0 1 0 0 0,1-1 0 0 0,-1 0-1 0 0,1 1 1 0 0,-1-1 0 0 0,1 0 0 0 0,-1 0-1 0 0,1 0 1 0 0,-1 0 0 0 0,1 1 0 0 0,0-1-1 0 0,-1 0 1 0 0,1 0 0 0 0,0 0 0 0 0,0 0-1 0 0,0 0 1 0 0,0 0 0 0 0,0 0 0 0 0,0 0-1 0 0,0 0 1 0 0,0 0 0 0 0,0 0 0 0 0,0 1-1 0 0,0-1 1 0 0,1 0 0 0 0,-1 0 0 0 0,0 0-1 0 0,1-1 1 0 0,2-9 98 0 0,1 0 1 0 0,0 1-1 0 0,0-1 0 0 0,1 1 0 0 0,1 0 1 0 0,11-17-1 0 0,49-55-33 0 0,-53 67-110 0 0,47-53-304 0 0,4 2 0 0 0,84-67 0 0 0,-140 127 153 0 0,-5 3-44 0 0,0 0 1 0 0,0 0-1 0 0,1 1 0 0 0,-1-1 0 0 0,1 1 1 0 0,7-3-1 0 0,-11 5 41 0 0,0 0 0 0 0,1 1 1 0 0,-1-1-1 0 0,0 1 1 0 0,0-1-1 0 0,0 1 0 0 0,0-1 1 0 0,0 0-1 0 0,0 1 0 0 0,0-1 1 0 0,0 1-1 0 0,0-1 0 0 0,0 0 1 0 0,0 1-1 0 0,0-1 0 0 0,0 1 1 0 0,0-1-1 0 0,0 1 0 0 0,0-1 1 0 0,0 0-1 0 0,-1 1 0 0 0,1-1 1 0 0,0 1-1 0 0,0-1 0 0 0,0 0 1 0 0,-1 1-1 0 0,1 0 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9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 7367 0 0,'-29'18'16240'0'0,"25"-16"-15968"0"0,-2-1-768 0 0,3-1-152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09.7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22 237 13823 0 0,'-3'5'520'0'0,"0"-1"-353"0"0,1 2 1 0 0,-1-1 0 0 0,1 0 0 0 0,-1 1 0 0 0,2-1 0 0 0,-1 1 0 0 0,-1 5-1 0 0,6 13 4030 0 0,0-13-3893 0 0,0 1-302 0 0,-2-6-20 0 0,0-1 0 0 0,1 1 1 0 0,-1-1-1 0 0,1 1 0 0 0,0-1 0 0 0,1 0 1 0 0,4 8-1 0 0,14 27-107 0 0,-20-38 111 0 0,0-1 0 0 0,-1 1 0 0 0,1-1 0 0 0,0 1 0 0 0,0-1 0 0 0,0 0 0 0 0,0 1 0 0 0,1-1 0 0 0,-1 0 0 0 0,2 2 0 0 0,26 24-147 0 0,-21-21-6 0 0,4-2 13 0 0,35 9 56 0 0,-46-12 94 0 0,0-1 0 0 0,0 0 0 0 0,0 1 0 0 0,0-1 0 0 0,1 0 0 0 0,-1 1 0 0 0,0-1 0 0 0,0 0 0 0 0,0 0 0 0 0,0 0 0 0 0,0 0 0 0 0,0 0 0 0 0,0 0 0 0 0,0-1 0 0 0,0 1 0 0 0,2-1 0 0 0,7-2 18 0 0,0 0 0 0 0,-1-1 0 0 0,1 0-1 0 0,-1-1 1 0 0,0 0 0 0 0,0-1 0 0 0,-1 0 0 0 0,0 0 0 0 0,0 0-1 0 0,9-10 1 0 0,-8 5 41 0 0,-1-1 0 0 0,0 1 1 0 0,0-2-1 0 0,-1 1 0 0 0,-1-1 0 0 0,0 0 0 0 0,0 0 0 0 0,-2-1 0 0 0,1 1 0 0 0,-2-1 0 0 0,0 0 1 0 0,-1 0-1 0 0,1-17 0 0 0,-2 20-46 0 0,-1 0 0 0 0,0 0 0 0 0,-1 0 0 0 0,0 0 0 0 0,-1 0 1 0 0,0 1-1 0 0,-1-1 0 0 0,0 1 0 0 0,-1-1 0 0 0,0 1 0 0 0,0 0 0 0 0,-1 0 1 0 0,0 1-1 0 0,-1-1 0 0 0,0 1 0 0 0,-1 0 0 0 0,-13-13 0 0 0,16 18-37 0 0,1 1 0 0 0,-1-1 0 0 0,0 1 0 0 0,-1 0 0 0 0,1 1 0 0 0,0-1 0 0 0,-1 1 0 0 0,0 0 0 0 0,1 0 0 0 0,-1 0 0 0 0,0 0 0 0 0,0 1 0 0 0,0 0 0 0 0,0 0 0 0 0,0 0 0 0 0,0 1 0 0 0,-1 0 0 0 0,1 0 0 0 0,0 0 0 0 0,0 1 0 0 0,0-1 0 0 0,-9 3 0 0 0,8-1-41 0 0,0 1 0 0 0,-1 0 0 0 0,1 0 0 0 0,0 0 0 0 0,0 0 0 0 0,1 1 0 0 0,-1 0 0 0 0,1 0 1 0 0,0 1-1 0 0,0 0 0 0 0,0 0 0 0 0,0 0 0 0 0,1 0 0 0 0,0 1 0 0 0,0-1 0 0 0,-5 11 0 0 0,3-2-236 0 0,0 0 1 0 0,1 0-1 0 0,0 0 0 0 0,1 0 0 0 0,1 1 0 0 0,1 0 1 0 0,0 0-1 0 0,0-1 0 0 0,2 18 0 0 0,0-27-1383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10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 5983 0 0,'-15'-7'13536'0'0,"11"3"-12912"0"0,0 0-560 0 0,0-1-64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10.4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1 228 20991 0 0,'4'-2'2344'0'0,"19"-14"-2384"0"0,59-41 83 0 0,41-27-423 0 0,-98 70 302 0 0,0 0 0 0 0,0 2 1 0 0,34-12-1 0 0,-58 23 63 0 0,1 1 0 0 0,-1-1 0 0 0,1 1 0 0 0,0-1-1 0 0,-1 1 1 0 0,1-1 0 0 0,0 1 0 0 0,-1 0 0 0 0,1 0 0 0 0,0 0-1 0 0,-1 0 1 0 0,1 0 0 0 0,0 0 0 0 0,-1 0 0 0 0,1 1 0 0 0,-1-1-1 0 0,1 0 1 0 0,3 2 0 0 0,-5-1-10 0 0,1 0-1 0 0,-1 0 1 0 0,1 0-1 0 0,-1 0 0 0 0,1 1 1 0 0,-1-1-1 0 0,0 0 1 0 0,1 0-1 0 0,-1 0 1 0 0,0 0-1 0 0,0 1 1 0 0,0-1-1 0 0,0 0 1 0 0,0 0-1 0 0,0 0 1 0 0,0 0-1 0 0,0 1 1 0 0,-1-1-1 0 0,1 0 1 0 0,0 0-1 0 0,-1 0 1 0 0,1 0-1 0 0,-1 0 1 0 0,1 0-1 0 0,-1 0 1 0 0,1 0-1 0 0,-2 2 1 0 0,-86 153-1648 0 0,15-29 914 0 0,62-104 784 0 0,1 0 1 0 0,0 0 0 0 0,-9 41-1 0 0,18-61 68 0 0,0 1-1 0 0,0 0 0 0 0,0 0 0 0 0,1 0 1 0 0,0 0-1 0 0,0 6 0 0 0,0-1 42 0 0,0-2 265 0 0,3 1-40 0 0,10 25-21 0 0,-10-25-2 0 0,4-2-22 0 0,24 18-96 0 0,-23-18-39 0 0,4-2-10 0 0,2 2-112 0 0,-3-1 19 0 0,0-1 0 0 0,0-1 0 0 0,14 3 0 0 0,-13-2-10 0 0,38 6 267 0 0,-37-7-270 0 0,41 3 134 0 0,-40-5-187 0 0,-6 1 4 0 0,0-2-1 0 0,1 1 1 0 0,-1-1 0 0 0,14-2 0 0 0,35-2-28 0 0,-36 3-41 0 0,35-6-1166 0 0,-9-3-4182 0 0,-12 1-1827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0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93 3223 0 0,'24'-32'9628'0'0,"4"5"-8620"0"0,-29 27-1019 0 0,1-1-1 0 0,0 1 1 0 0,0 0 0 0 0,0-1-1 0 0,-1 1 1 0 0,1 0-1 0 0,0-1 1 0 0,0 1-1 0 0,-1 0 1 0 0,1-1 0 0 0,0 1-1 0 0,0 0 1 0 0,-1 0-1 0 0,1-1 1 0 0,0 1-1 0 0,-1 0 1 0 0,1 0 0 0 0,-1 0-1 0 0,1 0 1 0 0,0-1-1 0 0,-1 1 1 0 0,1 0 0 0 0,-1 0-1 0 0,1 0 1 0 0,0 0-1 0 0,-1 0 1 0 0,1 0-1 0 0,-1 0 1 0 0,1 0 0 0 0,0 0-1 0 0,-1 0 1 0 0,0 0-1 0 0,-15-1-319 0 0,4 2 456 0 0,0-1 1 0 0,0 2-1 0 0,0 0 0 0 0,1 0 0 0 0,-1 1 0 0 0,1 1 0 0 0,0 0 1 0 0,-1 0-1 0 0,2 1 0 0 0,-1 0 0 0 0,-12 9 0 0 0,17-10-40 0 0,-1 1 0 0 0,1 0-1 0 0,1-1 1 0 0,-1 2 0 0 0,1-1 0 0 0,0 1-1 0 0,0 0 1 0 0,0 0 0 0 0,1 0 0 0 0,0 0-1 0 0,0 1 1 0 0,1 0 0 0 0,0 0 0 0 0,0 0-1 0 0,0 0 1 0 0,1 0 0 0 0,0 1 0 0 0,-1 13-1 0 0,3-14-31 0 0,0 1 1 0 0,1 0-1 0 0,0-1 0 0 0,0 1 0 0 0,1 0 0 0 0,0-1 1 0 0,0 0-1 0 0,1 1 0 0 0,0-1 0 0 0,0 0 0 0 0,1-1 1 0 0,-1 1-1 0 0,2 0 0 0 0,6 8 0 0 0,-3-6 24 0 0,-1 0 0 0 0,2 0-1 0 0,-1-1 1 0 0,1 0 0 0 0,0 0-1 0 0,1-1 1 0 0,0-1 0 0 0,18 11-1 0 0,-22-15-399 0 0,-1 1 0 0 0,1-1 0 0 0,0-1 0 0 0,-1 1 0 0 0,1-1 0 0 0,0 1 0 0 0,0-2 0 0 0,0 1 0 0 0,0-1 0 0 0,0 0 0 0 0,0 0 0 0 0,0 0 0 0 0,11-3 0 0 0,-7-1-294 0 0,0 1-1 0 0,0-1 0 0 0,-1-1 0 0 0,1 0 1 0 0,-1 0-1 0 0,-1-1 0 0 0,10-7 0 0 0,16-14-449 0 0,-3-1 0 0 0,0-1-1 0 0,34-32 5577 0 0,-60 75-3148 0 0,1-1 0 0 0,0 1 0 0 0,12 16 0 0 0,-17-29-1320 0 0,1 1 1 0 0,0-1-1 0 0,-1 1 1 0 0,1-1-1 0 0,0 0 1 0 0,0 0-1 0 0,0 0 1 0 0,0 0-1 0 0,0 0 0 0 0,0 0 1 0 0,0 0-1 0 0,1-1 1 0 0,-1 1-1 0 0,0-1 1 0 0,0 1-1 0 0,0-1 1 0 0,1 0-1 0 0,-1 0 0 0 0,0 0 1 0 0,0 0-1 0 0,1-1 1 0 0,-1 1-1 0 0,0 0 1 0 0,0-1-1 0 0,0 0 1 0 0,0 1-1 0 0,0-1 0 0 0,0 0 1 0 0,0 0-1 0 0,3-2 1 0 0,3-2 43 0 0,-1 1-1 0 0,1-2 1 0 0,-1 1 0 0 0,0-1 0 0 0,-1 0 0 0 0,8-9 0 0 0,-2 2 189 0 0,-2-1 0 0 0,0-1 1 0 0,0 1-1 0 0,13-31 0 0 0,-19 38-292 0 0,-1-1 0 0 0,0 0 0 0 0,-1 0 0 0 0,0 1 0 0 0,0-1 0 0 0,-1-1-1 0 0,1 1 1 0 0,-2 0 0 0 0,1 0 0 0 0,-1 0 0 0 0,-1 0 0 0 0,-1-13 0 0 0,2 19 27 0 0,-1 1 1 0 0,1-1 0 0 0,0 0 0 0 0,-1 1 0 0 0,1-1-1 0 0,-1 0 1 0 0,0 1 0 0 0,1-1 0 0 0,-1 1-1 0 0,0-1 1 0 0,0 1 0 0 0,0 0 0 0 0,0-1 0 0 0,0 1-1 0 0,0 0 1 0 0,0 0 0 0 0,-1 0 0 0 0,1-1 0 0 0,0 1-1 0 0,-1 0 1 0 0,1 1 0 0 0,0-1 0 0 0,-1 0-1 0 0,1 0 1 0 0,-1 1 0 0 0,0-1 0 0 0,1 1 0 0 0,-1-1-1 0 0,1 1 1 0 0,-1-1 0 0 0,0 1 0 0 0,1 0 0 0 0,-1 0-1 0 0,0 0 1 0 0,0 0 0 0 0,1 0 0 0 0,-1 1 0 0 0,0-1-1 0 0,1 0 1 0 0,-1 1 0 0 0,1-1 0 0 0,-1 1-1 0 0,0-1 1 0 0,-2 2 0 0 0,-2 1-4 0 0,0 1 0 0 0,0-1 0 0 0,0 1-1 0 0,0 0 1 0 0,0 0 0 0 0,1 1 0 0 0,0-1 0 0 0,0 1-1 0 0,-7 9 1 0 0,6-4-30 0 0,-1 1 0 0 0,1-1 0 0 0,1 2 0 0 0,0-1 0 0 0,0 0 0 0 0,1 1-1 0 0,-3 19 1 0 0,5-25-28 0 0,1 0 0 0 0,0-1 0 0 0,1 1 0 0 0,-1 0 0 0 0,1 0 0 0 0,0 0 0 0 0,1 0 0 0 0,-1 0-1 0 0,1 0 1 0 0,0 0 0 0 0,1-1 0 0 0,-1 1 0 0 0,1 0 0 0 0,0-1 0 0 0,1 1 0 0 0,-1-1 0 0 0,7 9 0 0 0,-7-12-88 0 0,0 1 0 0 0,0-1 1 0 0,0 0-1 0 0,0 0 1 0 0,1-1-1 0 0,-1 1 1 0 0,1 0-1 0 0,-1-1 1 0 0,1 1-1 0 0,0-1 0 0 0,0 0 1 0 0,-1 0-1 0 0,1 0 1 0 0,0 0-1 0 0,0-1 1 0 0,0 1-1 0 0,4 0 1 0 0,7-1-851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1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1 231 4607 0 0,'13'12'5367'0'0,"-3"6"-3543"0"0,2 19-1067 0 0,-12-36-633 0 0,7 54 415 0 0,-7-45-427 0 0,1 0-1 0 0,0-1 1 0 0,1 1 0 0 0,0 0-1 0 0,0-1 1 0 0,6 14-1 0 0,-8-22-109 0 0,0 0 0 0 0,0-1-1 0 0,1 1 1 0 0,-1-1-1 0 0,0 1 1 0 0,0-1 0 0 0,1 1-1 0 0,-1-1 1 0 0,0 1 0 0 0,1-1-1 0 0,-1 1 1 0 0,1-1 0 0 0,-1 0-1 0 0,0 1 1 0 0,1-1-1 0 0,-1 0 1 0 0,1 1 0 0 0,-1-1-1 0 0,1 0 1 0 0,-1 1 0 0 0,1-1-1 0 0,-1 0 1 0 0,1 0 0 0 0,-1 0-1 0 0,1 0 1 0 0,0 1 0 0 0,-1-1-1 0 0,1 0 1 0 0,0-1 5 0 0,0 1 0 0 0,0 0-1 0 0,0-1 1 0 0,0 1 0 0 0,-1-1 0 0 0,1 1 0 0 0,0-1 0 0 0,0 0 0 0 0,-1 1-1 0 0,1-1 1 0 0,0 0 0 0 0,-1 1 0 0 0,1-1 0 0 0,-1 0 0 0 0,1-1 0 0 0,17-37 204 0 0,-17 35-197 0 0,25-84 102 0 0,-19 61-61 0 0,1 0 0 0 0,19-43 0 0 0,-26 69-56 0 0,-1 0 0 0 0,0 0 0 0 0,1 0 0 0 0,-1 0 0 0 0,1 0 0 0 0,0 0-1 0 0,-1 0 1 0 0,1 1 0 0 0,0-1 0 0 0,-1 0 0 0 0,1 0 0 0 0,0 0 0 0 0,0 1 0 0 0,0-1 0 0 0,0 0-1 0 0,0 1 1 0 0,0-1 0 0 0,0 1 0 0 0,0-1 0 0 0,0 1 0 0 0,0 0 0 0 0,0-1 0 0 0,0 1-1 0 0,0 0 1 0 0,1-1 0 0 0,0 2-3 0 0,0-1-1 0 0,-1 1 1 0 0,1-1 0 0 0,0 1-1 0 0,-1-1 1 0 0,1 1 0 0 0,-1 0-1 0 0,1 0 1 0 0,-1-1-1 0 0,1 1 1 0 0,-1 0 0 0 0,0 1-1 0 0,0-1 1 0 0,2 2 0 0 0,4 5-19 0 0,-1 0 1 0 0,0 0 0 0 0,0 1 0 0 0,5 11 0 0 0,19 51 72 0 0,5 11 266 0 0,-31-75-240 0 0,0 1-1 0 0,1-1 1 0 0,0 0-1 0 0,0 0 1 0 0,1 0-1 0 0,0-1 1 0 0,11 10 0 0 0,-16-15-61 0 0,0 0 1 0 0,0 0 0 0 0,0 0 0 0 0,0 0-1 0 0,1-1 1 0 0,-1 1 0 0 0,0 0-1 0 0,1-1 1 0 0,-1 1 0 0 0,0-1 0 0 0,1 0-1 0 0,-1 1 1 0 0,0-1 0 0 0,1 0 0 0 0,-1 0-1 0 0,1 0 1 0 0,-1 0 0 0 0,1 0-1 0 0,-1 0 1 0 0,0 0 0 0 0,1 0 0 0 0,1-1-1 0 0,-1 0 10 0 0,0 0-1 0 0,0 0 1 0 0,0-1-1 0 0,0 1 1 0 0,0 0-1 0 0,0-1 1 0 0,-1 0-1 0 0,1 1 1 0 0,-1-1-1 0 0,1 0 0 0 0,-1 0 1 0 0,3-3-1 0 0,2-7 96 0 0,-1 1 0 0 0,0-2 0 0 0,7-23 0 0 0,-11 30-85 0 0,28-134 280 0 0,-11 38-810 0 0,-17 101 417 0 0,-1-1-1 0 0,0 1 1 0 0,0 0 0 0 0,1-1-1 0 0,-1 1 1 0 0,1 0-1 0 0,-1-1 1 0 0,1 1-1 0 0,0 0 1 0 0,-1 0 0 0 0,1 0-1 0 0,0 0 1 0 0,0 0-1 0 0,0 0 1 0 0,0 0-1 0 0,2-2 1 0 0,-3 3 22 0 0,1 0 1 0 0,0-1-1 0 0,0 1 0 0 0,0 0 0 0 0,-1 0 1 0 0,1 0-1 0 0,0 0 0 0 0,0-1 1 0 0,0 1-1 0 0,-1 0 0 0 0,1 1 0 0 0,0-1 1 0 0,0 0-1 0 0,0 0 0 0 0,0 0 1 0 0,-1 0-1 0 0,1 1 0 0 0,0-1 0 0 0,0 0 1 0 0,1 1-1 0 0,4 3-154 0 0,0 0 0 0 0,0 1 0 0 0,-1 0 0 0 0,1 0 0 0 0,5 6 0 0 0,4 5 399 0 0,-5-8 32 0 0,0 1 0 0 0,-1 0 0 0 0,0 1 0 0 0,-1 0 0 0 0,0 1 1 0 0,-1-1-1 0 0,12 23 0 0 0,-9-9 369 0 0,0 1-1 0 0,10 48 1 0 0,-19-70-620 0 0,8 33-1399 0 0,-7-24 515 0 0,-6-16 351 0 0,-16-37-4176 0 0,-46-68-1 0 0,24 48 3882 0 0,5-8 12054 0 0,70 71-10088 0 0,-23-2-667 0 0,30 0 215 0 0,67-10-1 0 0,-72 5-628 0 0,1 1 0 0 0,50 2 0 0 0,-82 3-29 0 0,1-1 0 0 0,-1 1 1 0 0,1 0-1 0 0,-1 0 0 0 0,1 0 0 0 0,-1 0 0 0 0,0 1 0 0 0,1 0 0 0 0,-1 0 0 0 0,0 0 0 0 0,0 0 1 0 0,-1 1-1 0 0,1 0 0 0 0,6 5 0 0 0,-6-4-4 0 0,0 1-1 0 0,0 1 1 0 0,0-1-1 0 0,0 1 1 0 0,-1-1 0 0 0,0 1-1 0 0,0 0 1 0 0,-1 0 0 0 0,3 8-1 0 0,1 10-14 0 0,-2 1 0 0 0,0-1-1 0 0,-2 1 1 0 0,0 32 0 0 0,-2-43 19 0 0,1 4 11 0 0,-1-3 21 0 0,0 1 0 0 0,2-1 0 0 0,5 28-1 0 0,-7-43-27 0 0,0 0-1 0 0,0 0 1 0 0,0 0-1 0 0,0 1 1 0 0,0-1-1 0 0,0 0 1 0 0,0 0-1 0 0,0 0 0 0 0,0 1 1 0 0,1-1-1 0 0,-1 0 1 0 0,0 0-1 0 0,0 0 1 0 0,0 0-1 0 0,0 0 1 0 0,0 0-1 0 0,1 1 1 0 0,-1-1-1 0 0,0 0 1 0 0,0 0-1 0 0,0 0 1 0 0,0 0-1 0 0,1 0 1 0 0,-1 0-1 0 0,0 0 1 0 0,0 0-1 0 0,0 0 0 0 0,1 0 1 0 0,-1 0-1 0 0,0 0 1 0 0,0 0-1 0 0,0 0 1 0 0,1 0-1 0 0,-1 0 1 0 0,0 0-1 0 0,0 0 1 0 0,0 0-1 0 0,0 0 1 0 0,1 0-1 0 0,-1 0 1 0 0,0 0-1 0 0,0 0 1 0 0,0 0-1 0 0,0 0 0 0 0,1-1 1 0 0,-1 1-1 0 0,0 0 1 0 0,0 0-1 0 0,0 0 1 0 0,0 0-1 0 0,0 0 1 0 0,1-1-1 0 0,-1 1 1 0 0,0 0-1 0 0,0 0 1 0 0,0 0-1 0 0,0 0 1 0 0,0-1-1 0 0,0 1 1 0 0,0 0-1 0 0,0 0 1 0 0,0 0-1 0 0,0 0 0 0 0,0-1 1 0 0,0 1-1 0 0,0 0 1 0 0,0 0-1 0 0,0 0 1 0 0,0-1-1 0 0,8-14 24 0 0,8-35-168 0 0,-2-2 1 0 0,8-52-1 0 0,-14 57-24 0 0,2 1 1 0 0,32-88-1 0 0,-42 132 167 0 0,1 1 0 0 0,-1-1 0 0 0,1 0 0 0 0,0 1 0 0 0,-1-1 0 0 0,1 1 0 0 0,0-1 0 0 0,0 1 0 0 0,0-1 0 0 0,0 1 0 0 0,1 0 0 0 0,-1 0 0 0 0,0-1 0 0 0,0 1 0 0 0,1 0 0 0 0,-1 0 0 0 0,1 0 0 0 0,-1 0 0 0 0,1 0 0 0 0,-1 1 0 0 0,4-2 0 0 0,-4 2 0 0 0,1 1 0 0 0,0-1 0 0 0,-1 0 0 0 0,1 1 0 0 0,-1-1 0 0 0,1 1 0 0 0,-1 0 0 0 0,1 0 0 0 0,-1-1 0 0 0,1 1 0 0 0,-1 0 0 0 0,0 0 0 0 0,1 0 0 0 0,-1 1 0 0 0,0-1 0 0 0,0 0 0 0 0,0 0 0 0 0,0 1 0 0 0,0-1 0 0 0,0 0 0 0 0,0 1 0 0 0,0 1 0 0 0,23 40 248 0 0,-1 1 0 0 0,-3 1 0 0 0,-2 1 0 0 0,17 66 0 0 0,-31-101-171 0 0,-2 0 0 0 0,1-1 0 0 0,-1 1 0 0 0,-1 0 0 0 0,0 15 0 0 0,-1-24-47 0 0,0 0 0 0 0,0-1 0 0 0,0 1 0 0 0,0 0 0 0 0,-1 0 0 0 0,1 0 0 0 0,-1-1 0 0 0,1 1 1 0 0,-1 0-1 0 0,0-1 0 0 0,0 1 0 0 0,0 0 0 0 0,0-1 0 0 0,0 1 0 0 0,0-1 0 0 0,-2 3 0 0 0,1-3 7 0 0,1 0 1 0 0,-1-1-1 0 0,0 1 0 0 0,1 0 0 0 0,-1 0 0 0 0,0-1 0 0 0,0 1 0 0 0,0-1 0 0 0,1 0 0 0 0,-1 0 0 0 0,0 1 0 0 0,0-1 1 0 0,0 0-1 0 0,0 0 0 0 0,0-1 0 0 0,0 1 0 0 0,1 0 0 0 0,-1-1 0 0 0,0 1 0 0 0,-2-1 0 0 0,-1-1-26 0 0,0 0-1 0 0,-1 0 1 0 0,1 0 0 0 0,0-1-1 0 0,0 0 1 0 0,0 0-1 0 0,0 0 1 0 0,1 0 0 0 0,-1-1-1 0 0,1 1 1 0 0,-7-9-1 0 0,9 10-108 0 0,1 0-1 0 0,0 1 1 0 0,0-1-1 0 0,0 0 1 0 0,0 1-1 0 0,0-1 1 0 0,0 0-1 0 0,0 0 1 0 0,0 0-1 0 0,1 0 1 0 0,-1 0-1 0 0,1 0 1 0 0,0 0-1 0 0,-1 0 0 0 0,1 0 1 0 0,0 0-1 0 0,0 0 1 0 0,0 0-1 0 0,1-1 1 0 0,-1 1-1 0 0,0 0 1 0 0,1 0-1 0 0,-1 0 1 0 0,1 0-1 0 0,0 0 1 0 0,0 1-1 0 0,-1-1 1 0 0,1 0-1 0 0,0 0 0 0 0,1 0 1 0 0,-1 1-1 0 0,0-1 1 0 0,0 1-1 0 0,1-1 1 0 0,1-1-1 0 0,9-8-1617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1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8751 0 0,'14'35'7276'0'0,"-3"2"-4177"0"0,6 79-4331 0 0,-13-79 2161 0 0,4 51-1723 0 0,-7-65 308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2.4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8 403 15631 0 0,'-2'8'280'0'0,"0"-1"0"0"0,0 1 1 0 0,1-1-1 0 0,1 1 0 0 0,-1 0 0 0 0,1 0 0 0 0,2 11 0 0 0,11 56 5 0 0,-7-48-360 0 0,-4-18-33 0 0,-2-4-42 0 0,0-1 1 0 0,1 0-1 0 0,0 0 1 0 0,0-1-1 0 0,0 1 1 0 0,0 0-1 0 0,1 0 0 0 0,0 0 1 0 0,0-1-1 0 0,0 1 1 0 0,3 4-1 0 0,-5-8 98 0 0,1 0-1 0 0,-1 0 0 0 0,0 0 1 0 0,1 0-1 0 0,-1 1 0 0 0,0-2 1 0 0,1 1-1 0 0,-1 0 0 0 0,0 0 0 0 0,0 0 1 0 0,1 0-1 0 0,-1 0 0 0 0,0 0 1 0 0,0 0-1 0 0,1 0 0 0 0,-1 0 1 0 0,0 0-1 0 0,0 0 0 0 0,1-1 1 0 0,-1 1-1 0 0,0 0 0 0 0,0 0 1 0 0,1 0-1 0 0,-1-1 0 0 0,0 1 1 0 0,0 0-1 0 0,0 0 0 0 0,1 0 1 0 0,-1-1-1 0 0,0 1 0 0 0,0 0 1 0 0,0-1-1 0 0,0 1 0 0 0,0 0 1 0 0,0 0-1 0 0,0-1 0 0 0,1 1 1 0 0,-1 0-1 0 0,0 0 0 0 0,0-1 0 0 0,0 1 1 0 0,0 0-1 0 0,0-1 0 0 0,0 1 1 0 0,0 0-1 0 0,-1 0 0 0 0,1-1 1 0 0,3-16-1272 0 0,2-120-2227 0 0,-6 93 4339 0 0,3 0 0 0 0,1 1-1 0 0,14-63 1 0 0,-17 104-777 0 0,0 0-1 0 0,1 0 0 0 0,-1 0 1 0 0,1 0-1 0 0,0 1 0 0 0,0-1 1 0 0,-1 0-1 0 0,1 0 0 0 0,0 0 1 0 0,1 1-1 0 0,-1-1 0 0 0,0 0 1 0 0,0 1-1 0 0,1-1 0 0 0,-1 1 1 0 0,4-3-1 0 0,-5 4-11 0 0,1 0 0 0 0,-1 0-1 0 0,1-1 1 0 0,0 1 0 0 0,-1 0-1 0 0,1 0 1 0 0,0 0 0 0 0,-1 0 0 0 0,1 0-1 0 0,-1 0 1 0 0,1 0 0 0 0,0 0-1 0 0,-1 0 1 0 0,1 0 0 0 0,0 1 0 0 0,-1-1-1 0 0,1 0 1 0 0,-1 0 0 0 0,1 1-1 0 0,0-1 1 0 0,15 17-117 0 0,-4 4 71 0 0,0 0 1 0 0,-2 1-1 0 0,-1 1 1 0 0,12 43-1 0 0,11 27 583 0 0,-27-81-290 0 0,1 0 1 0 0,0 0-1 0 0,1 0 0 0 0,0-1 0 0 0,11 12 0 0 0,-16-20-124 0 0,0 0 0 0 0,1 0 0 0 0,0 0 0 0 0,0-1 0 0 0,0 1 0 0 0,0-1 0 0 0,0 0 0 0 0,0 0 0 0 0,0 0 0 0 0,1 0 0 0 0,-1-1 0 0 0,1 1 0 0 0,-1-1 0 0 0,1 0 0 0 0,-1 0 0 0 0,6 1 0 0 0,-6-2-47 0 0,0-1 1 0 0,1 1-1 0 0,-1 0 1 0 0,0-1-1 0 0,0 1 1 0 0,0-1-1 0 0,1 0 1 0 0,-1 0-1 0 0,0-1 1 0 0,0 1-1 0 0,0 0 1 0 0,-1-1-1 0 0,1 0 0 0 0,0 0 1 0 0,0 0-1 0 0,-1 0 1 0 0,1 0-1 0 0,3-5 1 0 0,4-5 34 0 0,-1 0-1 0 0,0 0 1 0 0,0-2 0 0 0,-1 1-1 0 0,-1-1 1 0 0,-1 0 0 0 0,7-18-1 0 0,-2-2 11 0 0,14-70-1 0 0,-12-13-47 0 0,-10 74-38 0 0,12-53 1 0 0,-15 93-35 0 0,1 1 0 0 0,-1-1-1 0 0,1 1 1 0 0,0 0 0 0 0,-1-1-1 0 0,1 1 1 0 0,0 0 0 0 0,1 0-1 0 0,-1-1 1 0 0,0 1 0 0 0,1 0-1 0 0,-1 0 1 0 0,1 0 0 0 0,0 1-1 0 0,3-4 1 0 0,-3 4 1 0 0,0 0 0 0 0,-1 1 1 0 0,1-1-1 0 0,0 1 0 0 0,0-1 1 0 0,0 1-1 0 0,0 0 0 0 0,0-1 0 0 0,0 1 1 0 0,0 0-1 0 0,0 1 0 0 0,-1-1 0 0 0,1 0 1 0 0,0 0-1 0 0,0 1 0 0 0,0-1 1 0 0,0 1-1 0 0,0 0 0 0 0,-1-1 0 0 0,4 3 1 0 0,48 22 349 0 0,-11-5 63 0 0,44 15-1 0 0,-73-30-333 0 0,1-1 0 0 0,1-1-1 0 0,-1 0 1 0 0,0-1 0 0 0,1 0-1 0 0,-1-1 1 0 0,22-2 0 0 0,-12-4 31 0 0,-18 2 31 0 0,-17 2-57 0 0,2 2-62 0 0,0 0 0 0 0,0 0 0 0 0,1 1-1 0 0,-1 0 1 0 0,0 1 0 0 0,1 0 0 0 0,0 0 0 0 0,0 1 0 0 0,-12 6-1 0 0,1 2-48 0 0,1 1-1 0 0,-28 23 0 0 0,36-27 18 0 0,1 0-1 0 0,0 0 0 0 0,0 2 1 0 0,1-1-1 0 0,0 1 0 0 0,1 0 1 0 0,0 0-1 0 0,1 1 0 0 0,0 0 1 0 0,1 0-1 0 0,-7 24 1 0 0,10-28 25 0 0,0 0 0 0 0,1 0 0 0 0,0 1 0 0 0,1-1 0 0 0,0 0 1 0 0,0 0-1 0 0,1 0 0 0 0,0 1 0 0 0,0-1 0 0 0,1 0 0 0 0,0 0 1 0 0,0 0-1 0 0,1-1 0 0 0,0 1 0 0 0,0-1 0 0 0,1 1 1 0 0,0-1-1 0 0,0 0 0 0 0,1 0 0 0 0,6 7 0 0 0,-4-6 2 0 0,0-1 0 0 0,1 0 0 0 0,0 0 0 0 0,1-1 0 0 0,-1 0 0 0 0,1-1 0 0 0,0 0 0 0 0,1 0 0 0 0,16 6 0 0 0,-21-10-16 0 0,0 1-1 0 0,0-1 1 0 0,0 0 0 0 0,0 0-1 0 0,1-1 1 0 0,-1 1 0 0 0,0-1-1 0 0,1 0 1 0 0,6-2 0 0 0,-9 2-23 0 0,1-1 1 0 0,-1 0 0 0 0,0 0 0 0 0,0-1-1 0 0,0 1 1 0 0,0 0 0 0 0,0-1 0 0 0,0 0-1 0 0,-1 0 1 0 0,1 0 0 0 0,0 0 0 0 0,-1 0-1 0 0,0 0 1 0 0,1-1 0 0 0,-1 1-1 0 0,2-4 1 0 0,-3 5-72 0 0,0-1-1 0 0,0 0 0 0 0,0 0 1 0 0,0 0-1 0 0,0 0 0 0 0,0 0 1 0 0,0 0-1 0 0,-1 0 1 0 0,1-1-1 0 0,-1 1 0 0 0,0 0 1 0 0,0 0-1 0 0,1 0 0 0 0,-1-1 1 0 0,-1 1-1 0 0,1 0 0 0 0,0 0 1 0 0,-1-3-1 0 0,0 1-495 0 0,-1-1-1 0 0,0 1 0 0 0,0-1 1 0 0,0 1-1 0 0,0 0 0 0 0,-1 0 1 0 0,-3-6-1 0 0,-11-10-4934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5:42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67 199 5063 0 0,'-22'7'177'0'0,"15"-5"-89"0"0,0 1 0 0 0,0 0 0 0 0,-15 10 1790 0 0,21-12-1654 0 0,1-1 0 0 0,0 1 0 0 0,0-1 0 0 0,0 1 0 0 0,0 0 0 0 0,-1-1-1 0 0,1 1 1 0 0,0-1 0 0 0,0 1 0 0 0,0-1 0 0 0,0 1 0 0 0,0-1 0 0 0,1 1 0 0 0,-1 0-1 0 0,0-1 1 0 0,0 1 0 0 0,0-1 0 0 0,0 1 0 0 0,1 0 0 0 0,5 13 1226 0 0,-4-10-1390 0 0,1 0 1 0 0,-1 0-1 0 0,1 0 0 0 0,0 0 1 0 0,1-1-1 0 0,-1 1 0 0 0,1-1 1 0 0,-1 0-1 0 0,1 0 0 0 0,0 0 1 0 0,0-1-1 0 0,9 5 0 0 0,-6-4 95 0 0,0-1 0 0 0,0 0 0 0 0,1 0 0 0 0,-1 0 0 0 0,1-1 0 0 0,0 0 0 0 0,10 0 0 0 0,1-2 120 0 0,0-1-1 0 0,0 0 1 0 0,-1-1 0 0 0,0-1 0 0 0,34-12 0 0 0,-31 8-705 0 0,-1-1-1 0 0,0-1 1 0 0,0 0 0 0 0,-1-2-1 0 0,-1 0 1 0 0,0-1 0 0 0,-1-1-1 0 0,0-1 1 0 0,-1 0 0 0 0,0-1-1 0 0,-2 0 1 0 0,0-2-1 0 0,23-35 1 0 0,-28 36 83 0 0,-7 12 330 0 0,0 0-1 0 0,1 0 0 0 0,0 0 0 0 0,0 0 0 0 0,0 1 1 0 0,1-1-1 0 0,0 1 0 0 0,6-6 0 0 0,-10 10 101 0 0,1 0 0 0 0,-1 0 0 0 0,1 0-1 0 0,0 0 1 0 0,-1 0 0 0 0,1 0 0 0 0,-1 1-1 0 0,1-1 1 0 0,-1 0 0 0 0,1 0 0 0 0,-1 1-1 0 0,1-1 1 0 0,-1 0 0 0 0,1 1 0 0 0,-1-1 0 0 0,1 0-1 0 0,-1 1 1 0 0,0-1 0 0 0,1 1 0 0 0,-1-1-1 0 0,0 0 1 0 0,1 1 0 0 0,-1-1 0 0 0,0 1-1 0 0,1-1 1 0 0,-1 1 0 0 0,0-1 0 0 0,0 1-1 0 0,0 0 1 0 0,0-1 0 0 0,1 2 0 0 0,7 20 630 0 0,-7-20-584 0 0,21 72 1880 0 0,-22-70-1521 0 0,3 10-37 0 0,2 17-245 0 0,-1 1 1 0 0,-2-1-1 0 0,-1 1 1 0 0,-4 33-1 0 0,-8-4-63 0 0,10-55-84 0 0,-1 0-1 0 0,0 1 1 0 0,-1-1 0 0 0,1 0 0 0 0,-1 0 0 0 0,0-1-1 0 0,-6 9 1 0 0,9-14-39 0 0,0 0 1 0 0,0 1-1 0 0,0-1 0 0 0,-1 1 0 0 0,1-1 1 0 0,0 0-1 0 0,0 1 0 0 0,-1-1 0 0 0,1 0 1 0 0,0 1-1 0 0,-1-1 0 0 0,1 0 0 0 0,0 0 0 0 0,-1 1 1 0 0,1-1-1 0 0,0 0 0 0 0,-1 0 0 0 0,1 0 1 0 0,0 1-1 0 0,-1-1 0 0 0,1 0 0 0 0,-1 0 1 0 0,1 0-1 0 0,0 0 0 0 0,-1 0 0 0 0,1 0 1 0 0,-1 0-1 0 0,1 0 0 0 0,0 0 0 0 0,-1 0 0 0 0,1 0 1 0 0,-1 0-1 0 0,1 0 0 0 0,-1 0 0 0 0,1 0 1 0 0,-1-1-1 0 0,-6-15 628 0 0,5-23 339 0 0,3 33-980 0 0,0 0-1 0 0,0 0 0 0 0,1 0 1 0 0,0 0-1 0 0,0 0 1 0 0,1 0-1 0 0,0 1 1 0 0,0-1-1 0 0,0 1 0 0 0,0 0 1 0 0,1 0-1 0 0,0 0 1 0 0,0 0-1 0 0,0 1 0 0 0,1-1 1 0 0,0 1-1 0 0,-1 0 1 0 0,2 1-1 0 0,-1-1 1 0 0,0 1-1 0 0,0 0 0 0 0,1 0 1 0 0,0 1-1 0 0,0 0 1 0 0,-1 0-1 0 0,1 0 0 0 0,1 0 1 0 0,-1 1-1 0 0,0 0 1 0 0,0 1-1 0 0,0-1 1 0 0,0 1-1 0 0,1 0 0 0 0,-1 1 1 0 0,0-1-1 0 0,0 1 1 0 0,0 0-1 0 0,0 1 0 0 0,0 0 1 0 0,0 0-1 0 0,0 0 1 0 0,6 4-1 0 0,8 4-1095 0 0,-3 1-346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4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36 2303 0 0,'-11'-7'3672'0'0,"-28"-10"-2814"0"0,28 14-675 0 0,-1 0 0 0 0,1 1 0 0 0,-1 0 0 0 0,0 1 0 0 0,0 0 0 0 0,0 1 0 0 0,0 1 0 0 0,1 0 0 0 0,-17 3 0 0 0,18-2-43 0 0,0 0 0 0 0,1 1 0 0 0,-1 0 0 0 0,1 0 0 0 0,-1 1 0 0 0,1 0 0 0 0,0 1 0 0 0,1 0 0 0 0,-1 1 0 0 0,1 0 0 0 0,-10 9 0 0 0,17-14-140 0 0,0 0 0 0 0,0-1 0 0 0,0 1 0 0 0,1 0 0 0 0,-1 0 0 0 0,0 0 0 0 0,1 0 0 0 0,-1 0 0 0 0,1 0 0 0 0,-1 0-1 0 0,1 0 1 0 0,0 0 0 0 0,-1 0 0 0 0,1 0 0 0 0,0 0 0 0 0,0 0 0 0 0,-1 0 0 0 0,1 1 0 0 0,0-1 0 0 0,0 0 0 0 0,0 0 0 0 0,1 0 0 0 0,-1 0-1 0 0,0 0 1 0 0,0 0 0 0 0,1 0 0 0 0,-1 1 0 0 0,0-1 0 0 0,1 0 0 0 0,-1 0 0 0 0,1 0 0 0 0,-1 0 0 0 0,1-1 0 0 0,0 1 0 0 0,-1 0 0 0 0,2 1-1 0 0,3 4 1 0 0,1-1-1 0 0,-1 0 0 0 0,1 0 0 0 0,11 6 0 0 0,-3-1 0 0 0,88 65 300 0 0,31 25 72 0 0,-129-97-369 0 0,0 1 1 0 0,-1-1-1 0 0,1 1 1 0 0,-1 0-1 0 0,0-1 0 0 0,0 2 1 0 0,0-1-1 0 0,0 0 1 0 0,-1 1-1 0 0,0-1 1 0 0,0 1-1 0 0,0-1 1 0 0,0 1-1 0 0,-1 0 1 0 0,2 9-1 0 0,-3-9 10 0 0,0-1 0 0 0,0 1 0 0 0,0 0 0 0 0,-1 0 0 0 0,0 0 0 0 0,0-1 0 0 0,0 1 0 0 0,-1 0 0 0 0,0-1 0 0 0,1 1 0 0 0,-2-1 0 0 0,1 0 0 0 0,0 0-1 0 0,-1 0 1 0 0,0 0 0 0 0,-5 6 0 0 0,-2 2 66 0 0,-1-1-1 0 0,-17 15 0 0 0,24-22-8 0 0,0-1 0 0 0,0 0-1 0 0,0 0 1 0 0,-1-1 0 0 0,1 1-1 0 0,-1-1 1 0 0,0 0 0 0 0,0 0-1 0 0,0 0 1 0 0,0-1 0 0 0,-7 2-1 0 0,11-3-22 0 0,0 0 0 0 0,0 0 0 0 0,0 0 0 0 0,0 0 0 0 0,0 0-1 0 0,-1-1 1 0 0,1 1 0 0 0,0 0 0 0 0,0-1 0 0 0,0 1 0 0 0,0 0-1 0 0,0-1 1 0 0,0 1 0 0 0,0-1 0 0 0,0 1 0 0 0,0-1 0 0 0,1 0 0 0 0,-1 1-1 0 0,0-1 1 0 0,0 0 0 0 0,0 0 0 0 0,-1-1 0 0 0,1 0 29 0 0,0-1 0 0 0,0 1 1 0 0,-1-1-1 0 0,2 1 0 0 0,-1-1 0 0 0,0 0 1 0 0,0 1-1 0 0,1-1 0 0 0,-1-3 0 0 0,0-4 138 0 0,1 0-1 0 0,0-1 1 0 0,4-19 0 0 0,4-8 277 0 0,16-48 0 0 0,-14 56 62 0 0,-1-1 0 0 0,9-60 0 0 0,-18 67-518 0 0,-1 22-177 0 0,1 0 0 0 0,0 0 0 0 0,-1 0 0 0 0,1 0 0 0 0,0-1 0 0 0,0 1 0 0 0,1 0 0 0 0,-1 0 0 0 0,0 0-1 0 0,1 0 1 0 0,-1 0 0 0 0,1 0 0 0 0,-1 0 0 0 0,1 0 0 0 0,0 0 0 0 0,0 0 0 0 0,0 1 0 0 0,0-1 0 0 0,0 0 0 0 0,1 0 0 0 0,-1 1 0 0 0,0-1 0 0 0,1 1-1 0 0,-1-1 1 0 0,3 0 0 0 0,4-4-1665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5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78 108 6335 0 0,'-6'17'300'0'0,"2"0"0"0"0,0-1 0 0 0,1 2 0 0 0,0-1 0 0 0,1 26 0 0 0,2-21-35 0 0,-1 16 291 0 0,7 51 0 0 0,-4-78-439 0 0,-1-1 1 0 0,2 0-1 0 0,-1 0 0 0 0,1 0 1 0 0,1 0-1 0 0,0 0 1 0 0,0 0-1 0 0,1-1 1 0 0,11 17-1 0 0,-14-24-78 0 0,-1 1 0 0 0,1-1 0 0 0,0 0 0 0 0,0 0 0 0 0,0 0 0 0 0,0 0 0 0 0,0-1 0 0 0,1 1 0 0 0,-1-1 0 0 0,0 1 1 0 0,1-1-1 0 0,-1 0 0 0 0,1 1 0 0 0,0-1 0 0 0,-1-1 0 0 0,1 1 0 0 0,0 0 0 0 0,-1-1 0 0 0,1 1 0 0 0,0-1 0 0 0,0 0 0 0 0,0 0 0 0 0,-1 0 0 0 0,1 0 0 0 0,0 0 0 0 0,0-1 0 0 0,2 0 0 0 0,-1-1 18 0 0,-1 1-1 0 0,0-1 1 0 0,0 1 0 0 0,0-1-1 0 0,0 0 1 0 0,0 0-1 0 0,0-1 1 0 0,0 1-1 0 0,-1-1 1 0 0,1 1 0 0 0,-1-1-1 0 0,1 0 1 0 0,-1 0-1 0 0,0 0 1 0 0,0 0-1 0 0,-1 0 1 0 0,1 0 0 0 0,-1-1-1 0 0,1 1 1 0 0,0-6-1 0 0,4-14 100 0 0,-2 0 1 0 0,0-1-1 0 0,-2 1 0 0 0,0-1 0 0 0,-2 0 0 0 0,-1 1 0 0 0,0-1 1 0 0,-2 1-1 0 0,-1-1 0 0 0,0 1 0 0 0,-2 0 0 0 0,-1 0 0 0 0,-1 1 1 0 0,0 0-1 0 0,-13-22 0 0 0,17 37-150 0 0,0 1 1 0 0,-1 0-1 0 0,0 0 1 0 0,0 0 0 0 0,0 1-1 0 0,0 0 1 0 0,-1 0-1 0 0,0 0 1 0 0,0 0-1 0 0,-1 1 1 0 0,-7-4-1 0 0,12 6-13 0 0,-1 1-1 0 0,1 0 1 0 0,-1 0-1 0 0,0 0 1 0 0,1 0-1 0 0,-1 1 1 0 0,0-1-1 0 0,1 1 1 0 0,-1-1-1 0 0,0 1 0 0 0,0 0 1 0 0,0 0-1 0 0,1 0 1 0 0,-1 1-1 0 0,0-1 1 0 0,1 1-1 0 0,-1-1 1 0 0,0 1-1 0 0,1 0 1 0 0,-1 0-1 0 0,0 0 1 0 0,1 0-1 0 0,0 1 1 0 0,-1-1-1 0 0,1 1 1 0 0,0-1-1 0 0,-1 1 1 0 0,1 0-1 0 0,0 0 1 0 0,0 0-1 0 0,1 0 1 0 0,-1 0-1 0 0,-2 3 1 0 0,1 1-132 0 0,0-1 1 0 0,0 1 0 0 0,0 0 0 0 0,0-1 0 0 0,1 2 0 0 0,0-1-1 0 0,1 0 1 0 0,-1 0 0 0 0,1 0 0 0 0,0 1 0 0 0,1-1 0 0 0,-1 1-1 0 0,1-1 1 0 0,1 0 0 0 0,1 11 0 0 0,1 6-565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6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522 110 5295 0 0,'-2'-3'217'0'0,"0"-1"-1"0"0,0 1 1 0 0,0 1-1 0 0,-1-1 1 0 0,1 0-1 0 0,-1 1 1 0 0,0-1-1 0 0,0 1 1 0 0,0 0-1 0 0,0 0 0 0 0,-4-2 1 0 0,-42-19 383 0 0,19 10-286 0 0,17 6-223 0 0,-1 1 0 0 0,1 0-1 0 0,-1 1 1 0 0,0 1 0 0 0,0 0-1 0 0,0 1 1 0 0,-25-2-1 0 0,31 5-37 0 0,0 0 0 0 0,0 1-1 0 0,1-1 1 0 0,-1 2 0 0 0,0-1 0 0 0,0 1-1 0 0,1 0 1 0 0,0 1 0 0 0,-1-1-1 0 0,1 2 1 0 0,0-1 0 0 0,0 1-1 0 0,0 0 1 0 0,1 0 0 0 0,-12 11-1 0 0,14-11-24 0 0,0 0-1 0 0,1 0 1 0 0,0 1-1 0 0,0-1 1 0 0,0 1-1 0 0,0 0 1 0 0,1 0-1 0 0,0 0 1 0 0,0 0-1 0 0,0 0 1 0 0,0 1-1 0 0,1-1 1 0 0,0 0-1 0 0,0 1 1 0 0,1-1-1 0 0,-1 1 1 0 0,1 0-1 0 0,0-1 1 0 0,1 1-1 0 0,-1-1 1 0 0,3 9-1 0 0,0 3-33 0 0,2-1 0 0 0,-1 0 0 0 0,2 0 0 0 0,0 0-1 0 0,15 26 1 0 0,-7-19 12 0 0,19 23 1 0 0,-18-28 40 0 0,-2 2 1 0 0,13 21-1 0 0,-18-22-51 0 0,0 0-1 0 0,-1 0 1 0 0,-1 1 0 0 0,0 0-1 0 0,-2 0 1 0 0,0 0-1 0 0,-2 1 1 0 0,0-1 0 0 0,-1 1-1 0 0,-1-1 1 0 0,-1 1 0 0 0,-1-1-1 0 0,0 1 1 0 0,-8 25-1 0 0,6-30 41 0 0,-1 1 0 0 0,0-1 0 0 0,-2-1 0 0 0,1 1 1 0 0,-2-1-1 0 0,0 0 0 0 0,-1-1 0 0 0,-1 0 0 0 0,0 0 0 0 0,0-1 0 0 0,-1 0 0 0 0,-1-1 0 0 0,0-1 0 0 0,-1 0 0 0 0,0 0 0 0 0,-1-1 0 0 0,-26 14 0 0 0,37-22 23 0 0,1-1 1 0 0,-1 0 0 0 0,1 1 0 0 0,-1-1-1 0 0,0 0 1 0 0,1-1 0 0 0,-1 1 0 0 0,0 0-1 0 0,0-1 1 0 0,0 0 0 0 0,1 0 0 0 0,-1 1-1 0 0,0-1 1 0 0,0-1 0 0 0,0 1 0 0 0,1 0 0 0 0,-1-1-1 0 0,0 0 1 0 0,0 1 0 0 0,1-1 0 0 0,-5-2-1 0 0,5 1 12 0 0,-1 0 0 0 0,1 0 0 0 0,0 0 1 0 0,0 0-1 0 0,0-1 0 0 0,0 1 0 0 0,0-1 0 0 0,1 1 0 0 0,-1-1 0 0 0,1 1 0 0 0,0-1 0 0 0,-1 0 0 0 0,1 0 0 0 0,1 0 0 0 0,-1 0 0 0 0,0 0 0 0 0,1 0 0 0 0,-1 0 1 0 0,1-5-1 0 0,0-3-29 0 0,0 0 1 0 0,1 0-1 0 0,0 0 1 0 0,1 0-1 0 0,0 0 0 0 0,0 1 1 0 0,1-1-1 0 0,1 1 1 0 0,0 0-1 0 0,9-17 1 0 0,6-6-97 0 0,40-53 0 0 0,-40 61 57 0 0,238-293-25 0 0,-155 220 255 0 0,-32 31-112 0 0,-70 67-129 0 0,0 0-1 0 0,0 0 1 0 0,0 0 0 0 0,0 0-1 0 0,0 0 1 0 0,0 0-1 0 0,0 0 1 0 0,0 0-1 0 0,0 0 1 0 0,0 0 0 0 0,0 0-1 0 0,0 0 1 0 0,0 0-1 0 0,1 0 1 0 0,-1 0-1 0 0,0 0 1 0 0,0-1 0 0 0,0 1-1 0 0,0 0 1 0 0,0 0-1 0 0,0 0 1 0 0,0 0-1 0 0,0 0 1 0 0,0 0-1 0 0,0 0 1 0 0,1 0 0 0 0,-1 0-1 0 0,0 0 1 0 0,0 0-1 0 0,0 0 1 0 0,0 0-1 0 0,0 1 1 0 0,0-1 0 0 0,0 0-1 0 0,0 0 1 0 0,0 0-1 0 0,1 0 1 0 0,-1 0-1 0 0,0 0 1 0 0,0 0 0 0 0,0 0-1 0 0,0 0 1 0 0,0 0-1 0 0,0 0 1 0 0,0 0-1 0 0,0 0 1 0 0,0 0 0 0 0,0 0-1 0 0,0 1 1 0 0,0-1-1 0 0,0 0 1 0 0,0 0-1 0 0,0 0 1 0 0,0 0 0 0 0,0 0-1 0 0,0 0 1 0 0,0 0-1 0 0,0 0 1 0 0,0 0-1 0 0,0 1 1 0 0,0-1 0 0 0,0 0-1 0 0,0 0 1 0 0,0 0-1 0 0,1 10-1107 0 0,0-1 234 0 0,2-4 60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7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127 179 2303 0 0,'-38'41'924'0'0,"31"-33"824"0"0,1 1 0 0 0,0 0 0 0 0,-5 12 0 0 0,-3 6-741 0 0,-19 56-1 0 0,30-73-902 0 0,1-1 0 0 0,0 0 0 0 0,0 1 0 0 0,1 0 0 0 0,0-1 0 0 0,0 1 0 0 0,1 0 0 0 0,0 0 0 0 0,1-1-1 0 0,3 13 1 0 0,-4-18-83 0 0,1-1 0 0 0,0 0 0 0 0,0 1 1 0 0,1-1-1 0 0,-1 0 0 0 0,1 0 0 0 0,-1 0 0 0 0,1 0 0 0 0,0 0 0 0 0,0 0 0 0 0,1 0 0 0 0,-1-1 0 0 0,0 1 0 0 0,1-1 0 0 0,0 1 0 0 0,-1-1 0 0 0,1 0 0 0 0,0 0 0 0 0,0-1 0 0 0,0 1 1 0 0,1 0-1 0 0,-1-1 0 0 0,0 0 0 0 0,0 0 0 0 0,1 0 0 0 0,-1 0 0 0 0,1 0 0 0 0,-1-1 0 0 0,1 1 0 0 0,-1-1 0 0 0,1 0 0 0 0,-1 0 0 0 0,1-1 0 0 0,6 0 0 0 0,0-1 2 0 0,0 0-1 0 0,0-1 1 0 0,-1 0-1 0 0,1-1 1 0 0,-1 0-1 0 0,1 0 0 0 0,-1-1 1 0 0,0 0-1 0 0,-1 0 1 0 0,16-13-1 0 0,-11 5 46 0 0,1 0-1 0 0,-2-1 0 0 0,1 0 0 0 0,-2-1 1 0 0,0 0-1 0 0,-1-1 0 0 0,-1 0 0 0 0,0 0 1 0 0,10-28-1 0 0,-15 33 51 0 0,-1 0 0 0 0,0-1 0 0 0,-1 1 0 0 0,0 0 0 0 0,-1-1 0 0 0,-1 0 0 0 0,1 1 0 0 0,-2-1 0 0 0,0 1 0 0 0,0-1 0 0 0,-1 1 0 0 0,0 0 0 0 0,-1-1 0 0 0,0 1 0 0 0,-1 0 0 0 0,-8-16 0 0 0,6 16-69 0 0,0 0 0 0 0,0 1 0 0 0,-1 0 0 0 0,0 0 0 0 0,-1 1 0 0 0,0 0-1 0 0,-1 0 1 0 0,-15-12 0 0 0,21 19-69 0 0,0 0-1 0 0,1 0 0 0 0,-1 0 1 0 0,0 1-1 0 0,0-1 1 0 0,0 1-1 0 0,0 0 0 0 0,-1-1 1 0 0,1 1-1 0 0,0 1 0 0 0,-1-1 1 0 0,1 0-1 0 0,0 1 0 0 0,-1 0 1 0 0,1 0-1 0 0,0 0 0 0 0,-1 0 1 0 0,1 0-1 0 0,-1 1 1 0 0,1-1-1 0 0,0 1 0 0 0,0 0 1 0 0,-1 0-1 0 0,1 0 0 0 0,0 0 1 0 0,0 1-1 0 0,0-1 0 0 0,0 1 1 0 0,0 0-1 0 0,0 0 0 0 0,1 0 1 0 0,-1 0-1 0 0,1 1 1 0 0,-1-1-1 0 0,-2 4 0 0 0,2-2-87 0 0,0 0 0 0 0,0 0 0 0 0,1 0 1 0 0,0 0-1 0 0,-1 0 0 0 0,1 1 0 0 0,1-1 0 0 0,-1 1 0 0 0,1-1 0 0 0,0 1 0 0 0,0-1 0 0 0,0 1 0 0 0,0 0 0 0 0,1 0 0 0 0,0-1 0 0 0,0 1 0 0 0,0 0 0 0 0,0 0 0 0 0,1-1 1 0 0,1 6-1 0 0,6 16-5114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7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0 6911 0 0,'-11'21'608'0'0,"0"-3"-480"0"0,3-4-128 0 0,4-3 0 0 0,1-2 1984 0 0,1 5 384 0 0,-5 13 64 0 0,-6 12 24 0 0,0 16-1840 0 0,3 6-360 0 0,6-5-80 0 0,5-9-16 0 0,4-8-1664 0 0,2-9-344 0 0,1-6-64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 1375 0 0,'-36'85'8036'0'0,"-3"42"-5948"0"0,37-121-1958 0 0,-15 61 12 0 0,4 2 1 0 0,3-1 0 0 0,2 1-1 0 0,4 129 1 0 0,1-95-2092 0 0,1-73 323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8.1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515 0 6191 0 0,'-55'250'5401'0'0,"-5"21"-3680"0"0,41-158-1187 0 0,-37 188 466 0 0,53-288-1194 0 0,-2 0-1 0 0,1 0 0 0 0,-1-1 1 0 0,-1 1-1 0 0,0-1 0 0 0,-1-1 1 0 0,0 1-1 0 0,-14 16 0 0 0,2-2 493 0 0,1 1 0 0 0,-22 48 0 0 0,-21 64 509 0 0,19-40-614 0 0,32-76-42 0 0,-55 131 2180 0 0,59-127-1134 0 0,6-27-1220 0 0,0 0 0 0 0,0 1 0 0 0,0-1 0 0 0,0 1-1 0 0,0-1 1 0 0,0 0 0 0 0,0 1 0 0 0,0-1 0 0 0,1 0 0 0 0,-1 1 0 0 0,0-1 0 0 0,0 0 0 0 0,0 0 0 0 0,0 1 0 0 0,0-1-1 0 0,1 0 1 0 0,-1 1 0 0 0,0-1 0 0 0,0 0 0 0 0,1 0 0 0 0,-1 1 0 0 0,0-1 0 0 0,0 0 0 0 0,1 0 0 0 0,-1 1-1 0 0,1-1-240 0 0,0 0-1 0 0,0 0 1 0 0,0 0 0 0 0,-1 0-1 0 0,1 0 1 0 0,0 0-1 0 0,0-1 1 0 0,-1 1-1 0 0,1 0 1 0 0,0 0-1 0 0,0 0 1 0 0,-1-1-1 0 0,1 1 1 0 0,0 0-1 0 0,0-1 1 0 0,0 0-1 0 0,13-9-5555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7.2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379 0 1839 0 0,'0'0'83'0'0,"-18"7"4872"0"0,-290 101-1614 0 0,303-107-3219 0 0,1 1 0 0 0,0-1 0 0 0,0 1-1 0 0,0 0 1 0 0,0 0 0 0 0,0 0 0 0 0,0 0 0 0 0,1 1 0 0 0,-6 4 0 0 0,8-6-93 0 0,0 0 0 0 0,1 0 1 0 0,-1 0-1 0 0,0 0 1 0 0,1 0-1 0 0,-1 1 1 0 0,1-1-1 0 0,-1 0 0 0 0,1 0 1 0 0,-1 0-1 0 0,1 1 1 0 0,0-1-1 0 0,0 0 0 0 0,0 1 1 0 0,0-1-1 0 0,0 0 1 0 0,0 1-1 0 0,0-1 0 0 0,0 0 1 0 0,0 0-1 0 0,0 1 1 0 0,1-1-1 0 0,-1 0 0 0 0,0 0 1 0 0,1 1-1 0 0,0-1 1 0 0,-1 0-1 0 0,1 0 0 0 0,-1 0 1 0 0,1 0-1 0 0,0 0 1 0 0,0 0-1 0 0,0 0 1 0 0,0 0-1 0 0,1 1 0 0 0,16 17-22 0 0,1-2-1 0 0,0-1 1 0 0,1 0-1 0 0,31 17 1 0 0,-29-19-1 0 0,-1 0 0 0 0,-1 1 1 0 0,0 1-1 0 0,21 24 0 0 0,-36-35-4 0 0,-1 1 1 0 0,0 0-1 0 0,0 0 0 0 0,-1 0 0 0 0,0 0 0 0 0,0 0 0 0 0,-1 1 0 0 0,1 0 1 0 0,-1-1-1 0 0,-1 1 0 0 0,1 0 0 0 0,-1 0 0 0 0,0 0 0 0 0,-1 0 0 0 0,0 0 1 0 0,0 0-1 0 0,0 0 0 0 0,-1 0 0 0 0,0 0 0 0 0,0 0 0 0 0,-5 12 0 0 0,-2 5 2 0 0,-2-1-1 0 0,0 0 1 0 0,-2 0-1 0 0,-23 35 0 0 0,24-41 16 0 0,-1-1 0 0 0,-17 18-1 0 0,24-28-9 0 0,-1-1 0 0 0,1 0 0 0 0,-1 0 0 0 0,-1 0 0 0 0,1-1 0 0 0,0 1 0 0 0,-1-2-1 0 0,-12 6 1 0 0,17-8 4 0 0,1-1 0 0 0,0 1 1 0 0,0-1-1 0 0,0 1 0 0 0,-1-1 0 0 0,1 0 0 0 0,0 0 0 0 0,0 0 0 0 0,-1 0 0 0 0,1 0 0 0 0,0 0 0 0 0,0 0 0 0 0,-1 0 0 0 0,1 0 0 0 0,0 0 1 0 0,0-1-1 0 0,-1 1 0 0 0,1-1 0 0 0,0 1 0 0 0,0-1 0 0 0,0 1 0 0 0,0-1 0 0 0,0 0 0 0 0,0 1 0 0 0,0-1 0 0 0,-1-1 0 0 0,0 0 30 0 0,1 0-1 0 0,-1 0 1 0 0,1 0-1 0 0,0-1 1 0 0,0 1-1 0 0,0 0 1 0 0,0-1-1 0 0,1 1 1 0 0,-1-1-1 0 0,0 1 1 0 0,1-1-1 0 0,0-2 1 0 0,-1-7 129 0 0,1 0 1 0 0,1 0-1 0 0,0 0 1 0 0,4-16-1 0 0,3-5-84 0 0,1 0 0 0 0,25-53 0 0 0,38-58 196 0 0,6-14-136 0 0,-50 100-108 0 0,40-62 0 0 0,-68 119-63 0 0,0 1 0 0 0,0-1 0 0 0,1 1-1 0 0,-1 0 1 0 0,1-1 0 0 0,-1 1 0 0 0,0 0 0 0 0,1-1-1 0 0,-1 1 1 0 0,1 0 0 0 0,-1 0 0 0 0,1 0-1 0 0,-1-1 1 0 0,0 1 0 0 0,1 0 0 0 0,-1 0 0 0 0,1 0-1 0 0,-1 0 1 0 0,1 0 0 0 0,-1 0 0 0 0,1 0 0 0 0,-1 0-1 0 0,1 0 1 0 0,-1 0 0 0 0,1 0 0 0 0,-1 0-1 0 0,1 0 1 0 0,0 1 0 0 0,14 5-1118 0 0,-12-5 961 0 0,4 3-626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8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431 10 6703 0 0,'-1'-1'37'0'0,"0"1"-1"0"0,0-1 0 0 0,1 0 1 0 0,-1 1-1 0 0,0-1 0 0 0,0 0 1 0 0,0 1-1 0 0,0-1 0 0 0,0 1 1 0 0,0-1-1 0 0,0 1 0 0 0,0 0 0 0 0,0 0 1 0 0,0-1-1 0 0,-1 1 0 0 0,1 0 1 0 0,0 0-1 0 0,0 0 0 0 0,0 0 1 0 0,0 0-1 0 0,0 0 0 0 0,0 0 1 0 0,0 1-1 0 0,0-1 0 0 0,0 0 0 0 0,-1 1 1 0 0,0-1-1 0 0,-34 11 454 0 0,35-11-477 0 0,-39 14 120 0 0,0 2 0 0 0,0 2-1 0 0,2 2 1 0 0,0 1-1 0 0,2 2 1 0 0,-44 35-1 0 0,75-54 16 0 0,0 0-1 0 0,1 0 0 0 0,-1 1 0 0 0,1-1 0 0 0,-6 10 1 0 0,9-13-103 0 0,1 0 1 0 0,-1 0 0 0 0,1 0 0 0 0,-1 0-1 0 0,1 1 1 0 0,0-1 0 0 0,-1 0 0 0 0,1 1-1 0 0,0-1 1 0 0,0 0 0 0 0,0 0 0 0 0,0 1 0 0 0,0-1-1 0 0,0 0 1 0 0,0 1 0 0 0,0-1 0 0 0,0 0-1 0 0,1 1 1 0 0,-1-1 0 0 0,0 0 0 0 0,1 0-1 0 0,-1 0 1 0 0,1 1 0 0 0,0-1 0 0 0,-1 0-1 0 0,1 0 1 0 0,0 0 0 0 0,0 0 0 0 0,0 0-1 0 0,0 0 1 0 0,-1 0 0 0 0,3 1 0 0 0,16 13 148 0 0,0 0 1 0 0,40 22 0 0 0,-33-22-104 0 0,33 26 0 0 0,-48-32-76 0 0,0 0 0 0 0,0 1 0 0 0,-1 1-1 0 0,-1 0 1 0 0,1 0 0 0 0,-2 1 0 0 0,12 19-1 0 0,-16-24-14 0 0,-1 1 0 0 0,0-1-1 0 0,-1 1 1 0 0,0 0-1 0 0,0-1 1 0 0,0 1 0 0 0,-1 0-1 0 0,0 0 1 0 0,0 0 0 0 0,-1 0-1 0 0,0 0 1 0 0,-1 0-1 0 0,0 0 1 0 0,0 0 0 0 0,-3 11-1 0 0,-5 6 3 0 0,0 0-1 0 0,-2-1 0 0 0,0 0 0 0 0,-2-1 0 0 0,-1 0 1 0 0,0-1-1 0 0,-2 0 0 0 0,-1-1 0 0 0,-35 35 0 0 0,42-48 24 0 0,1 1-1 0 0,-1-2 1 0 0,-21 13 0 0 0,28-17-6 0 0,-1-1 1 0 0,0-1 0 0 0,1 1-1 0 0,-1 0 1 0 0,0-1 0 0 0,0 0-1 0 0,0 0 1 0 0,0 0 0 0 0,0 0-1 0 0,0-1 1 0 0,-1 0 0 0 0,1 0 0 0 0,0 0-1 0 0,0 0 1 0 0,-6-1 0 0 0,8 0 16 0 0,1 0 1 0 0,0 1-1 0 0,0-1 1 0 0,0 0-1 0 0,0 0 1 0 0,0 1-1 0 0,0-1 1 0 0,0 0 0 0 0,0 0-1 0 0,0 0 1 0 0,1 0-1 0 0,-1 0 1 0 0,0 0-1 0 0,1 0 1 0 0,-1-1-1 0 0,0 1 1 0 0,1 0 0 0 0,0 0-1 0 0,-1-1 1 0 0,1 1-1 0 0,0 0 1 0 0,-1 0-1 0 0,1-1 1 0 0,0 1-1 0 0,0 0 1 0 0,0-1-1 0 0,0 1 1 0 0,0 0 0 0 0,1-2-1 0 0,-1-5 128 0 0,1 0-1 0 0,1 0 1 0 0,3-11-1 0 0,8-22 137 0 0,2 0 0 0 0,2 2 0 0 0,38-65-1 0 0,83-104-330 0 0,-98 150 170 0 0,40-66-52 0 0,-67 100-76 0 0,-1 0 1 0 0,-1-1 0 0 0,11-37-1 0 0,-20 56-34 0 0,-1 0-1 0 0,0-1 1 0 0,0 1-1 0 0,0 0 1 0 0,-1 0 0 0 0,0-1-1 0 0,0 1 1 0 0,0 0-1 0 0,-1-1 1 0 0,0 1-1 0 0,-2-7 1 0 0,2 11 8 0 0,0 0 0 0 0,0 0 0 0 0,0 0 0 0 0,0 0 1 0 0,0 0-1 0 0,0 0 0 0 0,-1 0 0 0 0,1 0 0 0 0,0 1 0 0 0,-1-1 0 0 0,0 0 1 0 0,1 1-1 0 0,-1-1 0 0 0,0 1 0 0 0,0 0 0 0 0,0 0 0 0 0,0 0 0 0 0,0 0 1 0 0,0 0-1 0 0,0 0 0 0 0,0 0 0 0 0,0 0 0 0 0,0 1 0 0 0,-1-1 0 0 0,1 1 0 0 0,0 0 1 0 0,0 0-1 0 0,-1-1 0 0 0,1 2 0 0 0,0-1 0 0 0,-1 0 0 0 0,1 0 0 0 0,-4 2 1 0 0,-31 8-1818 0 0,18-2-3062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9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46 12383 0 0,'-11'-7'894'0'0,"19"7"-408"0"0,11 0-599 0 0,15-5-404 0 0,1-1 0 0 0,40-13 0 0 0,-42 10-183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9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6791 0 0,'13'13'296'0'0,"-2"-2"72"0"0,0 1-296 0 0,-3-3-72 0 0,-1-2 0 0 0,-3-1 0 0 0,3 0 360 0 0,5 8 56 0 0,8 7 16 0 0,7 6 0 0 0,4 4-224 0 0,4-1-48 0 0,-1-3 0 0 0,-3-5-8 0 0,0-4-232 0 0,-2-3-48 0 0,0-4 0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49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3335 0 0,'16'2'144'0'0,"-4"1"40"0"0,-1 1-184 0 0,-1 0 0 0 0,-2-1 0 0 0,-3 1 0 0 0,3 0 336 0 0,4 4 32 0 0,10 2 8 0 0,6 6 0 0 0,5 1-200 0 0,3 3-40 0 0,0-1-8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7855 0 0,'4'3'168'0'0,"3"1"40"0"0,1 3 8 0 0,0-2 8 0 0,-2-1-224 0 0,-1 0 0 0 0,2 1 0 0 0,5 4 0 0 0,8 4 128 0 0,4 6-32 0 0,7 2 0 0 0,3 1-2480 0 0,1 0-496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 9239 0 0,'-3'0'200'0'0,"2"1"48"0"0,-2 2 8 0 0,3 1 0 0 0,2 1-256 0 0,-1 1 0 0 0,0-1 0 0 0,2 6 0 0 0,1 6 0 0 0,3 8 0 0 0,5 4-80 0 0,5 2-2632 0 0,4 2-520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2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444 85 5671 0 0,'9'-13'656'0'0,"-8"12"-563"0"0,0-1-1 0 0,0 1 0 0 0,-1 0 1 0 0,1 0-1 0 0,0-1 0 0 0,0 1 1 0 0,-1-1-1 0 0,1 1 0 0 0,-1-1 0 0 0,1 1 1 0 0,-1-2-1 0 0,0 2-82 0 0,0 0 0 0 0,-1 0-1 0 0,1 0 1 0 0,0 0 0 0 0,-1 0-1 0 0,1 0 1 0 0,-1 1 0 0 0,1-1-1 0 0,-1 0 1 0 0,1 0 0 0 0,-1 0-1 0 0,0 1 1 0 0,1-1 0 0 0,-1 0 0 0 0,0 1-1 0 0,0-1 1 0 0,1 0 0 0 0,-1 1-1 0 0,0-1 1 0 0,0 1 0 0 0,0 0-1 0 0,-1-1 1 0 0,-10-4 126 0 0,1 0-1 0 0,-1 1 1 0 0,0 0 0 0 0,0 1 0 0 0,-1 1-1 0 0,1 0 1 0 0,0 0 0 0 0,-1 2-1 0 0,-21 0 1 0 0,-2 2 317 0 0,1 2 0 0 0,-41 10 0 0 0,75-14-439 0 0,-22 5 186 0 0,-36 13-1 0 0,53-16-156 0 0,0 1-1 0 0,1-1 0 0 0,-1 1 0 0 0,1 0 0 0 0,0 1 1 0 0,-1-1-1 0 0,1 1 0 0 0,1 0 0 0 0,-1 0 1 0 0,1 1-1 0 0,-6 6 0 0 0,9-10-26 0 0,0 0-1 0 0,1 0 1 0 0,-1 0-1 0 0,1 0 1 0 0,-1 0 0 0 0,1 0-1 0 0,0 0 1 0 0,-1 1 0 0 0,1-1-1 0 0,0 0 1 0 0,0 0-1 0 0,0 0 1 0 0,-1 0 0 0 0,1 0-1 0 0,1 1 1 0 0,-1-1 0 0 0,0 0-1 0 0,0 0 1 0 0,0 0-1 0 0,1 0 1 0 0,-1 1 0 0 0,1 1-10 0 0,1-1 1 0 0,-1 1-1 0 0,0-1 1 0 0,1 0 0 0 0,-1 0-1 0 0,1 1 1 0 0,0-1-1 0 0,3 3 1 0 0,4 2-18 0 0,0 0 0 0 0,1-1 1 0 0,12 7-1 0 0,-20-12 20 0 0,31 17-76 0 0,7 4 78 0 0,55 39 0 0 0,-85-53-69 0 0,0 0 0 0 0,0 0 1 0 0,-1 1-1 0 0,0 1 0 0 0,0-1 0 0 0,-1 1 0 0 0,-1 1 0 0 0,0 0 1 0 0,0 0-1 0 0,5 13 0 0 0,-10-20 17 0 0,0 1 1 0 0,-1 0-1 0 0,0 0 0 0 0,0 0 1 0 0,0 0-1 0 0,-1 0 0 0 0,1 0 0 0 0,-1 0 1 0 0,0 0-1 0 0,-1 0 0 0 0,1 0 1 0 0,-1 0-1 0 0,0 0 0 0 0,0 0 1 0 0,-4 7-1 0 0,4-8 129 0 0,0-1 1 0 0,-1 0-1 0 0,0 0 1 0 0,0 0-1 0 0,1 0 1 0 0,-2-1-1 0 0,1 1 1 0 0,0-1 0 0 0,0 1-1 0 0,-1-1 1 0 0,1 0-1 0 0,-1 1 1 0 0,0-1-1 0 0,0-1 1 0 0,0 1-1 0 0,0 0 1 0 0,0-1-1 0 0,0 1 1 0 0,0-1-1 0 0,-1 0 1 0 0,1 0-1 0 0,0-1 1 0 0,-6 2-1 0 0,7-2-21 0 0,0 0-1 0 0,0 0 1 0 0,0 0-1 0 0,0-1 1 0 0,0 1-1 0 0,0-1 1 0 0,0 1-1 0 0,0-1 1 0 0,0 0-1 0 0,0 1 1 0 0,0-1 0 0 0,0 0-1 0 0,1 0 1 0 0,-1 0-1 0 0,0-1 1 0 0,1 1-1 0 0,-1 0 1 0 0,1-1-1 0 0,-1 1 1 0 0,1-1-1 0 0,0 1 1 0 0,-1-1-1 0 0,1 0 1 0 0,0 1-1 0 0,0-1 1 0 0,0 0-1 0 0,0 0 1 0 0,1 0-1 0 0,-1 0 1 0 0,0 0-1 0 0,1 1 1 0 0,0-1-1 0 0,-1-3 1 0 0,-1-2 21 0 0,1 0 0 0 0,1 0 1 0 0,-1 0-1 0 0,1-1 0 0 0,0 1 0 0 0,0 0 1 0 0,1 0-1 0 0,2-9 0 0 0,8-16 350 0 0,1 0 0 0 0,28-52 1 0 0,-19 42 44 0 0,-7 16-402 0 0,1 0 0 0 0,1 1 1 0 0,1 0-1 0 0,2 2 0 0 0,0 0 1 0 0,2 1-1 0 0,37-32 0 0 0,-44 44-2719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8:12.5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280 326 9727 0 0,'0'2'74'0'0,"-1"1"0"0"0,1-1 0 0 0,0 1 0 0 0,0-1 0 0 0,0 1 0 0 0,0-1 0 0 0,1 0 0 0 0,-1 1 0 0 0,1-1 0 0 0,-1 1 0 0 0,1-1 0 0 0,0 0 0 0 0,0 0 0 0 0,0 1 0 0 0,0-1 0 0 0,2 2-1 0 0,1 0 81 0 0,-1 0 0 0 0,2-1 0 0 0,-1 1-1 0 0,0-1 1 0 0,1 0 0 0 0,4 3-1 0 0,-4-3-11 0 0,-1-1-83 0 0,0 1-1 0 0,0 0 1 0 0,1-1 0 0 0,-1 0 0 0 0,1 0-1 0 0,-1-1 1 0 0,1 1 0 0 0,0-1 0 0 0,0 0-1 0 0,-1 0 1 0 0,1 0 0 0 0,0-1-1 0 0,0 0 1 0 0,0 0 0 0 0,0 0 0 0 0,0 0-1 0 0,0-1 1 0 0,0 0 0 0 0,0 0 0 0 0,-1 0-1 0 0,1-1 1 0 0,0 1 0 0 0,-1-1-1 0 0,1 0 1 0 0,-1 0 0 0 0,1-1 0 0 0,-1 0-1 0 0,0 1 1 0 0,0-1 0 0 0,-1-1 0 0 0,1 1-1 0 0,0 0 1 0 0,-1-1 0 0 0,0 0-1 0 0,0 0 1 0 0,0 0 0 0 0,0 0 0 0 0,-1 0-1 0 0,0-1 1 0 0,0 1 0 0 0,0-1 0 0 0,3-8-1 0 0,-2 0 99 0 0,1 0 0 0 0,-2-1 0 0 0,0 1 0 0 0,0 0-1 0 0,-1 0 1 0 0,-1-1 0 0 0,-1 1 0 0 0,1-1 0 0 0,-2 1-1 0 0,0 0 1 0 0,-1 0 0 0 0,0 0 0 0 0,-1 0 0 0 0,-6-15-1 0 0,7 21-110 0 0,-1-1 0 0 0,0 0 0 0 0,0 1 0 0 0,-1 0 0 0 0,0 0 0 0 0,0 0 0 0 0,-1 1 0 0 0,0 0 0 0 0,0 0 0 0 0,0 0 0 0 0,-1 1 0 0 0,1 0 0 0 0,-1 0 0 0 0,-1 1 0 0 0,1-1 0 0 0,-1 2 0 0 0,1-1 0 0 0,-1 1 0 0 0,0 0 0 0 0,-1 1 0 0 0,1 0 0 0 0,0 0 0 0 0,-11 0 0 0 0,8 1-38 0 0,0 1 1 0 0,0 1-1 0 0,0 0 0 0 0,0 1 0 0 0,0 0 0 0 0,1 0 0 0 0,-1 1 0 0 0,1 1 0 0 0,-1 0 1 0 0,1 0-1 0 0,-18 11 0 0 0,14-6-25 0 0,0 0-1 0 0,1 1 1 0 0,0 0-1 0 0,0 1 1 0 0,1 1 0 0 0,1 0-1 0 0,-13 16 1 0 0,15-15-14 0 0,0 1 0 0 0,1-1 1 0 0,1 2-1 0 0,0-1 0 0 0,1 1 0 0 0,0 0 1 0 0,-4 23-1 0 0,7-27-104 0 0,1 0 1 0 0,1 0 0 0 0,0 1-1 0 0,0-1 1 0 0,1 0 0 0 0,1 0-1 0 0,0 0 1 0 0,0 0-1 0 0,1 0 1 0 0,1 0 0 0 0,5 16-1 0 0,11 13-1253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6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 10135 0 0,'-8'-2'1030'0'0,"14"7"652"0"0,15 5 582 0 0,-11-8-2585 0 0,0 0 0 0 0,0-1 0 0 0,0 0 0 0 0,1 0-1 0 0,-1-1 1 0 0,0-1 0 0 0,20-2 0 0 0,-10-1-4278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6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3223 0 0,'10'12'6104'0'0,"-5"-8"-4024"0"0,3 2-1480 0 0,3-1-304 0 0,1-2-56 0 0,3-2-16 0 0,0-2-320 0 0,2-4-72 0 0,2-2-16 0 0,0-3-4768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6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6479 0 0,'6'11'288'0'0,"0"-6"56"0"0,-2 1-280 0 0,0-2-64 0 0,-2 0 0 0 0,1-3 0 0 0,-2 1 272 0 0,6 0 40 0 0,3 4 8 0 0,2 0 0 0 0,4 1-400 0 0,1-1-80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6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7487 0 0,'53'40'2689'0'0,"-43"-31"-2450"0"0,1 0 0 0 0,-1-1-1 0 0,2-1 1 0 0,-1 1 0 0 0,1-2-1 0 0,0 0 1 0 0,1 0 0 0 0,20 6 0 0 0,13-6-3609 0 0,-22-5-474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0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 11919 0 0,'2'2'107'0'0,"5"6"463"0"0,1-1 1 0 0,0 0-1 0 0,1 0 0 0 0,0 0 0 0 0,10 5 0 0 0,-13-8-529 0 0,1-1 1 0 0,-1 0-1 0 0,1-1 0 0 0,0 1 0 0 0,0-1 0 0 0,0-1 0 0 0,1 1 1 0 0,-1-1-1 0 0,0 0 0 0 0,0-1 0 0 0,1 0 0 0 0,-1 0 1 0 0,1-1-1 0 0,-1 1 0 0 0,0-2 0 0 0,9-1 0 0 0,-8 0-560 0 0,0 0-1 0 0,0 0 1 0 0,-1-1 0 0 0,1 0-1 0 0,11-8 1 0 0,-10 5-1150 0 0,0 0 0 0 0,-1 0 1 0 0,-1-1-1 0 0,10-12 0 0 0,-11 14 1092 0 0,-2-1 488 0 0,2 1-1 0 0,-1-1 0 0 0,0 1 0 0 0,1 0 1 0 0,0 1-1 0 0,8-6 0 0 0,-11 10 165 0 0,-1 0 0 0 0,0 0 0 0 0,1 0 0 0 0,-1 0 0 0 0,0 0 0 0 0,1 1-1 0 0,-1-1 1 0 0,1 1 0 0 0,-1-1 0 0 0,1 1 0 0 0,-1 0 0 0 0,1 0 0 0 0,-1 0 0 0 0,1 1-1 0 0,0-1 1 0 0,-1 0 0 0 0,0 1 0 0 0,1 0 0 0 0,-1 0 0 0 0,1 0 0 0 0,-1 0-1 0 0,0 0 1 0 0,0 0 0 0 0,4 2 0 0 0,22 15 70 0 0,32 27 1 0 0,-44-31 147 0 0,0-1 1 0 0,1-1-1 0 0,1-1 1 0 0,0-1-1 0 0,0 0 1 0 0,28 10-1 0 0,-22-13-433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8895 0 0,'5'4'132'0'0,"-1"0"0"0"0,0 0 0 0 0,0 1 0 0 0,0 0-1 0 0,-1-1 1 0 0,1 1 0 0 0,-1 0 0 0 0,0 1 0 0 0,4 9-1 0 0,3 4 441 0 0,11 15 98 0 0,1 0-1 0 0,38 43 1 0 0,-51-67-735 0 0,1 0-1 0 0,0 0 0 0 0,0-1 0 0 0,1 0 1 0 0,0-1-1 0 0,1 0 0 0 0,0-1 0 0 0,0 0 1 0 0,0-1-1 0 0,24 8 0 0 0,-10-8-1078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0 11399 0 0,'-2'52'1077'0'0,"2"-1"-1"0"0,2 0 0 0 0,13 66 1 0 0,-13-103-754 0 0,2 0-1 0 0,0 0 1 0 0,0 0 0 0 0,1 0 0 0 0,10 17 0 0 0,-11-23-409 0 0,1-1 0 0 0,-1 0-1 0 0,1 0 1 0 0,1 0 0 0 0,-1-1-1 0 0,1 0 1 0 0,0 0 0 0 0,1 0-1 0 0,0-1 1 0 0,10 8 0 0 0,10 0-928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 4143 0 0,'-3'16'-286'0'0,"-8"36"2494"0"0,2 3 4613 0 0,3-11-5699 0 0,1-17-132 0 0,1 1 0 0 0,1 0 0 0 0,1 0 0 0 0,5 53 0 0 0,-2-74-955 0 0,1 0 0 0 0,-1 0 0 0 0,1 0 0 0 0,1 0 0 0 0,-1 0 0 0 0,1 0-1 0 0,1 0 1 0 0,-1-1 0 0 0,9 12 0 0 0,-7-13-245 0 0,-1 0 0 0 0,1-1-1 0 0,0 0 1 0 0,0 0 0 0 0,0 0 0 0 0,0 0-1 0 0,1-1 1 0 0,-1 0 0 0 0,1 0-1 0 0,0 0 1 0 0,0-1 0 0 0,0 0 0 0 0,7 1-1 0 0,5 1-2009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07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3679 0 0,'-1'9'328'0'0,"1"-2"-264"0"0,0-3-64 0 0,-1 1 0 0 0,1 2 656 0 0,0 6 112 0 0,-2 14 32 0 0,1 21 0 0 0,0 10-232 0 0,1 6-48 0 0,0 2-8 0 0,-2-4 0 0 0,1-4 144 0 0,0-6 24 0 0,2-5 8 0 0,3-4-3592 0 0,3-7-712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3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3679 0 0,'-2'4'80'0'0,"9"8"16"0"0,3 3 8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5063 0 0,'3'4'448'0'0,"0"0"-352"0"0,-2-2-96 0 0,2 1 0 0 0,-1 0 392 0 0,2 2 64 0 0,3 3 16 0 0,5 7 0 0 0,6 3-248 0 0,5 6-56 0 0,6 3-8 0 0,4-2-3328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0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10591 0 0,'0'0'944'0'0,"1"0"-752"0"0,-1 1-192 0 0,3 0 0 0 0,-1 2 576 0 0,3 1 72 0 0,1 3 24 0 0,5 4 0 0 0,5 6-576 0 0,7 6-96 0 0,5 5 0 0 0,5 2-3880 0 0,3 0-720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2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663 177 14855 0 0,'-9'-3'283'0'0,"-1"1"0"0"0,1-2 0 0 0,0 1 0 0 0,0-1-1 0 0,0-1 1 0 0,1 1 0 0 0,-1-2 0 0 0,1 1 0 0 0,0-1 0 0 0,0 0-1 0 0,-7-9 1 0 0,0 2-117 0 0,-2-1-111 0 0,0 1 0 0 0,0 1 0 0 0,-1 0 0 0 0,0 1 0 0 0,-27-11-1 0 0,36 18-95 0 0,0 1 0 0 0,-1 1 0 0 0,1-1 0 0 0,0 2 0 0 0,-1-1 0 0 0,0 1-1 0 0,1 1 1 0 0,-1-1 0 0 0,1 2 0 0 0,-1-1 0 0 0,1 1 0 0 0,-1 1 0 0 0,1 0-1 0 0,-13 4 1 0 0,7-1-121 0 0,0 2 0 0 0,1-1-1 0 0,0 2 1 0 0,0 0-1 0 0,1 0 1 0 0,0 2 0 0 0,-13 11-1 0 0,5-2-379 0 0,0 2-1 0 0,-34 46 1 0 0,52-63 526 0 0,-1 0 0 0 0,1 1 0 0 0,0 0 0 0 0,0 0 1 0 0,1 0-1 0 0,0 0 0 0 0,0 0 0 0 0,0 1 0 0 0,0-1 1 0 0,1 1-1 0 0,-2 9 0 0 0,3-11 62 0 0,1 0 0 0 0,-1 0-1 0 0,1 0 1 0 0,0 0 0 0 0,0 0 0 0 0,0 0 0 0 0,0 0-1 0 0,1-1 1 0 0,-1 1 0 0 0,1 0 0 0 0,0-1-1 0 0,0 1 1 0 0,0-1 0 0 0,1 0 0 0 0,-1 0 0 0 0,1 0-1 0 0,4 4 1 0 0,5 5 22 0 0,-4-3-8 0 0,1-1 0 0 0,0 0-1 0 0,14 9 1 0 0,37 26-43 0 0,38 18-105 0 0,-36-23-32 0 0,-31-17-9 0 0,31 23-6 0 0,-33-22-87 0 0,21 24-365 0 0,-30-23-158 0 0,-13-14 495 0 0,-1-1-287 0 0,-1 0 1 0 0,0 0-1 0 0,0 0 1 0 0,0 1 0 0 0,-1-1-1 0 0,-1 1 1 0 0,6 18-1 0 0,-4 13-3615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2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409 867 2759 0 0,'-95'126'126'0'0,"89"-118"-69"0"0,-14 18 1 0 0,12-22 32 0 0,-1-4 325 0 0,-7 3 2497 0 0,-1-1 0 0 0,-29-1 0 0 0,33-2-1956 0 0,1 0-1 0 0,-1 0 1 0 0,1-1-1 0 0,-19-6 1 0 0,25 6-809 0 0,0 0 1 0 0,0-1-1 0 0,0 1 0 0 0,0-1 1 0 0,1 0-1 0 0,-1 0 0 0 0,1-1 1 0 0,0 0-1 0 0,0 0 0 0 0,0 0 1 0 0,0 0-1 0 0,1-1 0 0 0,0 0 1 0 0,0 0-1 0 0,0 0 0 0 0,0 0 1 0 0,1-1-1 0 0,0 1 0 0 0,0-1 1 0 0,1 0-1 0 0,-1 0 1 0 0,1 0-1 0 0,-1-7 0 0 0,1-2-16 0 0,0 0 1 0 0,1 0-1 0 0,1 0 0 0 0,0 0 1 0 0,1 0-1 0 0,1 0 0 0 0,6-27 1 0 0,4 0 12 0 0,23-57 0 0 0,-5 32-183 0 0,3 1 0 0 0,3 2 1 0 0,2 1-1 0 0,4 2 0 0 0,2 2 1 0 0,81-84-1 0 0,-101 117-253 0 0,1 2 0 0 0,36-27 0 0 0,-61 51 268 0 0,0 0 1 0 0,0 0-1 0 0,0 1 0 0 0,0-1 0 0 0,0 0 0 0 0,0 1 1 0 0,0-1-1 0 0,0 0 0 0 0,0 1 0 0 0,0-1 0 0 0,0 0 1 0 0,0 1-1 0 0,0-1 0 0 0,0 0 0 0 0,0 0 0 0 0,0 1 1 0 0,0-1-1 0 0,1 0 0 0 0,-1 1 0 0 0,0-1 0 0 0,0 0 1 0 0,0 0-1 0 0,0 1 0 0 0,1-1 0 0 0,-1 0 0 0 0,0 0 1 0 0,0 1-1 0 0,0-1 0 0 0,1 0 0 0 0,-1 0 1 0 0,0 0-1 0 0,0 0 0 0 0,1 1 0 0 0,-1-1 0 0 0,0 0 1 0 0,1 0-1 0 0,-1 0 0 0 0,0 0 0 0 0,0 0 0 0 0,1 0 1 0 0,-1 0-1 0 0,0 0 0 0 0,1 0 0 0 0,-1 0 0 0 0,0 0 1 0 0,1 0-1 0 0,-1 0 0 0 0,0 0 0 0 0,1 0 0 0 0,-1 0 1 0 0,0 0-1 0 0,0 0 0 0 0,1 0 0 0 0,-1 0 0 0 0,0 0 1 0 0,1-1-1 0 0,-1 1 0 0 0,0 0 0 0 0,0 0 0 0 0,1 0 1 0 0,-1-1-1 0 0,0 1 0 0 0,0 0 0 0 0,0 0 0 0 0,1 0 1 0 0,-1-1-1 0 0,0 1 0 0 0,0-1 0 0 0,-6 31-1926 0 0,4-24 1317 0 0,-2 15-818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2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214 621 14743 0 0,'-1'3'242'0'0,"0"0"-1"0"0,0 1 0 0 0,0-1 1 0 0,1 1-1 0 0,0-1 0 0 0,-1 1 1 0 0,1-1-1 0 0,1 1 0 0 0,-1-1 1 0 0,0 1-1 0 0,1-1 0 0 0,0 1 1 0 0,0-1-1 0 0,0 1 0 0 0,0-1 1 0 0,0 0-1 0 0,1 0 0 0 0,1 4 1 0 0,-1-3-147 0 0,0 0 0 0 0,1 0 0 0 0,-1 0 0 0 0,1-1 0 0 0,0 1 0 0 0,0-1 0 0 0,0 1 1 0 0,0-1-1 0 0,1 0 0 0 0,-1 0 0 0 0,1 0 0 0 0,0-1 0 0 0,0 1 0 0 0,0-1 1 0 0,8 3-1 0 0,-9-4-90 0 0,-1-1-1 0 0,1 1 1 0 0,0-1 0 0 0,0 0 0 0 0,0 0 0 0 0,0 0 0 0 0,0 0 0 0 0,0 0 0 0 0,0-1 0 0 0,0 1 0 0 0,0-1 0 0 0,-1 0-1 0 0,1 0 1 0 0,0 0 0 0 0,0 0 0 0 0,-1 0 0 0 0,1-1 0 0 0,-1 1 0 0 0,1-1 0 0 0,-1 0 0 0 0,0 1 0 0 0,0-1 0 0 0,1 0-1 0 0,-1-1 1 0 0,0 1 0 0 0,1-3 0 0 0,4-4 6 0 0,-1 0 1 0 0,0 0-1 0 0,-1-1 0 0 0,0 0 1 0 0,-1 0-1 0 0,0-1 0 0 0,-1 1 0 0 0,1-1 1 0 0,-2 0-1 0 0,0 0 0 0 0,0 0 0 0 0,-1 0 1 0 0,-1-20-1 0 0,-1-2 22 0 0,-1 0-1 0 0,-2 0 1 0 0,-11-43-1 0 0,6 38 28 0 0,-2 2 1 0 0,-1-1-1 0 0,-19-37 0 0 0,21 55-20 0 0,0 0-1 0 0,-1 0 0 0 0,-1 1 0 0 0,-1 0 1 0 0,0 1-1 0 0,-32-29 0 0 0,41 42-30 0 0,0 0 0 0 0,-1 1 0 0 0,1 0 0 0 0,-1 0 0 0 0,0 0 0 0 0,0 0 0 0 0,0 1 1 0 0,-1 0-1 0 0,1 0 0 0 0,0 0 0 0 0,-1 1 0 0 0,1 0 0 0 0,-1 0 0 0 0,0 0 0 0 0,1 1 0 0 0,-1 0 0 0 0,-7 0 0 0 0,8 1-13 0 0,1 0 1 0 0,-1 0-1 0 0,1 0 1 0 0,-1 1-1 0 0,1-1 1 0 0,0 1-1 0 0,0 0 1 0 0,0 0-1 0 0,0 1 1 0 0,0-1-1 0 0,0 1 1 0 0,1 0-1 0 0,-1 0 1 0 0,1 0-1 0 0,0 1 1 0 0,0-1-1 0 0,0 1 1 0 0,0 0-1 0 0,0-1 1 0 0,1 1-1 0 0,-4 8 0 0 0,2-2-30 0 0,1 0 0 0 0,0 1 0 0 0,0-1 0 0 0,0 1 0 0 0,2 0-1 0 0,-1 0 1 0 0,1 0 0 0 0,1 0 0 0 0,0 0 0 0 0,1-1-1 0 0,0 1 1 0 0,0 0 0 0 0,1 0 0 0 0,6 18 0 0 0,0-7-69 0 0,0 1 1 0 0,2-2-1 0 0,0 1 1 0 0,1-2-1 0 0,19 28 1 0 0,-13-31-229 0 0,33 24-12 0 0,-48-39 296 0 0,-1-1-1 0 0,1 1 0 0 0,0-1 1 0 0,0 1-1 0 0,0-1 0 0 0,0 0 1 0 0,1 0-1 0 0,-1 0 0 0 0,0 0 1 0 0,0 0-1 0 0,3 0 0 0 0,55 19-1481 0 0,-44-15-410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3.0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0 15199 0 0,'-10'3'1352'0'0,"-1"-3"-1080"0"0,1 1-272 0 0,-4 3 6040 0 0,8-2-5616 0 0,1 0-232 0 0,1 1-40 0 0,4 0-16 0 0,1 1-952 0 0,4-2-192 0 0,5 4-40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3.3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0 10591 0 0,'-11'6'944'0'0,"0"-4"-752"0"0,-21 8 10832 0 0,25-8-10320 0 0,-1 1-448 0 0,1 1-96 0 0,5-2-8 0 0,6 0-968 0 0,4-2-192 0 0,4-2-40 0 0,6-3-4736 0 0,3 0-944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3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659 138 12895 0 0,'-79'-16'5138'0'0,"6"-1"-3886"0"0,-1 4 1 0 0,-91-4-1 0 0,125 16-890 0 0,-43 5-1 0 0,70-2-265 0 0,-1 0-1 0 0,1 0 1 0 0,-1 1-1 0 0,1 1 1 0 0,0 0-1 0 0,-23 12 1 0 0,34-15-90 0 0,0 0 0 0 0,1 0 0 0 0,-1 0 0 0 0,0 0 1 0 0,1 1-1 0 0,-1-1 0 0 0,0 1 0 0 0,1-1 0 0 0,0 1 1 0 0,-1-1-1 0 0,1 1 0 0 0,0 0 0 0 0,0-1 0 0 0,0 1 0 0 0,0 0 1 0 0,0 0-1 0 0,0 0 0 0 0,0 0 0 0 0,1 0 0 0 0,-1 0 0 0 0,1 0 1 0 0,-1 0-1 0 0,1 0 0 0 0,0 0 0 0 0,0 1 0 0 0,0-1 0 0 0,0 0 1 0 0,0 0-1 0 0,0 0 0 0 0,1 0 0 0 0,-1 0 0 0 0,2 3 1 0 0,2 6-86 0 0,0-1 0 0 0,1 0 0 0 0,0 1 0 0 0,14 17 0 0 0,-8-11-50 0 0,47 79-626 0 0,46 103 0 0 0,-87-160 559 0 0,-1 0 0 0 0,-2 2 0 0 0,-2-1 0 0 0,-2 2 0 0 0,9 79 1 0 0,-17-102 134 0 0,-2 0 0 0 0,-1 0-1 0 0,0-1 1 0 0,-1 1 0 0 0,-9 34 0 0 0,9-43 124 0 0,-1-1 0 0 0,-1 0-1 0 0,1 1 1 0 0,-1-1-1 0 0,-1 0 1 0 0,0-1-1 0 0,0 1 1 0 0,-1-1-1 0 0,0 0 1 0 0,0-1-1 0 0,-1 1 1 0 0,-13 11-1 0 0,19-18 2 0 0,-1 0 1 0 0,1 0-1 0 0,-1 1 0 0 0,0-1 0 0 0,1 0 0 0 0,-1 0 1 0 0,0-1-1 0 0,0 1 0 0 0,0 0 0 0 0,0 0 1 0 0,0-1-1 0 0,0 1 0 0 0,0-1 0 0 0,0 0 0 0 0,0 0 1 0 0,0 0-1 0 0,0 0 0 0 0,0 0 0 0 0,-2 0 0 0 0,3-1-12 0 0,0 1 1 0 0,-1-1-1 0 0,1 0 0 0 0,0 0 0 0 0,0 0 0 0 0,-1 0 0 0 0,1 0 0 0 0,0 0 0 0 0,0 0 0 0 0,0 0 0 0 0,0-1 1 0 0,0 1-1 0 0,1 0 0 0 0,-1 0 0 0 0,0-1 0 0 0,1 1 0 0 0,-1-1 0 0 0,1 1 0 0 0,-1-1 0 0 0,1 1 0 0 0,-1-1 0 0 0,1 1 1 0 0,0-1-1 0 0,0 1 0 0 0,0-3 0 0 0,-1-14 295 0 0,1 0 1 0 0,0 0-1 0 0,1 0 1 0 0,1 0-1 0 0,1 0 1 0 0,1 0-1 0 0,8-24 1 0 0,52-118 505 0 0,95-122-2291 0 0,-23 46 1169 0 0,-113 189-50 0 0,37-69-601 0 0,-51 102-51 0 0,-1 1 0 0 0,2 0 0 0 0,0 1 0 0 0,0 0 0 0 0,1 1 1 0 0,14-12-1 0 0,-9 13-1904 0 0,-1 4-2668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14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1 919 0 0,'42'104'80'0'0,"-28"-56"6515"0"0,-5 28-3251 0 0,-5-33-2412 0 0,10 88 809 0 0,26 162 2119 0 0,-37-277-3262 0 0,1-1 0 0 0,1 1 0 0 0,14 29 1872 0 0,-7-43-2199 0 0,42 5-23 0 0,-52-8-225 0 0,0 1 1 0 0,0 0-1 0 0,1 0 0 0 0,-1-1 1 0 0,0 0-1 0 0,0 1 0 0 0,1-1 1 0 0,-1 0-1 0 0,0 0 0 0 0,0 0 1 0 0,0 0-1 0 0,0-1 0 0 0,0 1 1 0 0,-1 0-1 0 0,1-1 0 0 0,0 1 1 0 0,1-3-1 0 0,19-29 427 0 0,-17 24-318 0 0,7-12 110 0 0,-2 0-1 0 0,0 0 0 0 0,-2-1 0 0 0,0-1 0 0 0,-2 1 0 0 0,0-1 0 0 0,-2 0 0 0 0,0-1 0 0 0,-2 1 0 0 0,0-1 0 0 0,-2 1 0 0 0,-1-1 0 0 0,0 1 1 0 0,-2-1-1 0 0,0 1 0 0 0,-2 0 0 0 0,-1 0 0 0 0,0 1 0 0 0,-2-1 0 0 0,-15-29 0 0 0,21 46-208 0 0,-1 0-1 0 0,0 0 1 0 0,0 1-1 0 0,-1 0 1 0 0,0-1-1 0 0,0 1 0 0 0,0 0 1 0 0,0 1-1 0 0,-1-1 1 0 0,0 1-1 0 0,0 0 1 0 0,0 0-1 0 0,0 1 1 0 0,-8-5-1 0 0,7 6-78 0 0,1 1-1 0 0,0-1 1 0 0,-1 1-1 0 0,1 0 1 0 0,-1 0-1 0 0,1 0 1 0 0,-1 1-1 0 0,0 0 0 0 0,1 0 1 0 0,-1 0-1 0 0,0 1 1 0 0,1 0-1 0 0,-1 0 1 0 0,1 0-1 0 0,-1 1 1 0 0,-7 3-1 0 0,3-1-477 0 0,1 1 0 0 0,-1-1 0 0 0,1 2 0 0 0,0-1 0 0 0,-13 11 0 0 0,-8 15-1332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0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484 57 4143 0 0,'3'-16'525'0'0,"-4"-23"7082"0"0,1 39-7584 0 0,0 0 0 0 0,0 0 0 0 0,0 0 0 0 0,0 0 1 0 0,0 0-1 0 0,0 0 0 0 0,0 0 0 0 0,0 0 0 0 0,0 0 0 0 0,0 0 0 0 0,0 0 0 0 0,0 0 0 0 0,-1-1 0 0 0,1 1 0 0 0,0 0 0 0 0,0 0 0 0 0,0 0 0 0 0,0 0 0 0 0,0 0 0 0 0,0 0 0 0 0,0 0 0 0 0,0 0 0 0 0,0 0 0 0 0,0 0 0 0 0,0 0 0 0 0,0 0 1 0 0,-1 0-1 0 0,1 0 0 0 0,0 0 0 0 0,0 0 0 0 0,0 0 0 0 0,0 0 0 0 0,0 0 0 0 0,0 0 0 0 0,0 0 0 0 0,0 0 0 0 0,0 0 0 0 0,0 0 0 0 0,0 0 0 0 0,-1 0 0 0 0,1 0 0 0 0,0 0 0 0 0,0 0 0 0 0,0 0 0 0 0,0 0 0 0 0,0 0 0 0 0,0 0 0 0 0,0 0 0 0 0,0 1 1 0 0,0-1-1 0 0,0 0 0 0 0,0 0 0 0 0,0 0 0 0 0,0 0 0 0 0,0 0 0 0 0,0 0 0 0 0,0 0 0 0 0,-1 0 0 0 0,1 0 0 0 0,0 0 0 0 0,0 0 0 0 0,0 0 0 0 0,0 1 0 0 0,0-1 0 0 0,-6 9 513 0 0,-6 12-344 0 0,-119 395-4 0 0,97-299-174 0 0,6-15 39 0 0,-95 303 520 0 0,-11-17 633 0 0,131-378-1188 0 0,0 1 0 0 0,0-1 1 0 0,-1 15-1 0 0,4 0-4771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1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0 6911 0 0,'-4'2'213'0'0,"0"1"0"0"0,1-1-1 0 0,-1 1 1 0 0,1 0-1 0 0,0 0 1 0 0,0 0 0 0 0,0 0-1 0 0,0 0 1 0 0,0 1-1 0 0,1-1 1 0 0,0 1-1 0 0,0 0 1 0 0,0 0 0 0 0,0 0-1 0 0,0 0 1 0 0,1 0-1 0 0,-2 6 1 0 0,-14 63 583 0 0,4 1-1 0 0,-5 100 1 0 0,15 151 742 0 0,3-301-1568 0 0,0-10-48 0 0,0 1 0 0 0,1 0 0 0 0,1-1 0 0 0,0 1 0 0 0,1-1 0 0 0,5 18 0 0 0,-8-32 51 0 0,0 1-1 0 0,0-1 0 0 0,0 1 1 0 0,0-1-1 0 0,0 0 0 0 0,1 1 1 0 0,-1-1-1 0 0,0 1 0 0 0,0-1 1 0 0,0 0-1 0 0,0 1 0 0 0,0-1 1 0 0,1 0-1 0 0,-1 1 0 0 0,0-1 1 0 0,0 0-1 0 0,1 1 0 0 0,-1-1 1 0 0,0 0-1 0 0,1 0 0 0 0,-1 1 1 0 0,0-1-1 0 0,1 0 1 0 0,-1 0-1 0 0,0 0 0 0 0,1 1 1 0 0,-1-1-1 0 0,0 0 0 0 0,1 0 1 0 0,-1 0-1 0 0,0 0 0 0 0,1 0 1 0 0,-1 0-1 0 0,1 0 0 0 0,-1 0 1 0 0,0 0-1 0 0,1 0 0 0 0,-1 0 1 0 0,1 0-1 0 0,-1 0 0 0 0,0 0 1 0 0,1 0-1 0 0,-1 0 0 0 0,1 0 1 0 0,-1 0-1 0 0,0-1 0 0 0,1 1 1 0 0,-1 0-1 0 0,0 0 0 0 0,1 0 1 0 0,-1-1-1 0 0,0 1 0 0 0,1 0 1 0 0,-1-1-1 0 0,0 1 1 0 0,0 0-1 0 0,1 0 0 0 0,-1-1 1 0 0,0 1-1 0 0,0 0 0 0 0,0-1 1 0 0,1 1-1 0 0,-1-1 0 0 0,0 1 1 0 0,0-1-1 0 0,6-8-683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1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90 14855 0 0,'-3'3'131'0'0,"0"0"0"0"0,0 1-1 0 0,1-1 1 0 0,-1 0 0 0 0,1 1-1 0 0,0-1 1 0 0,0 1 0 0 0,0 0-1 0 0,0 0 1 0 0,0 0 0 0 0,1 0-1 0 0,0 0 1 0 0,-1 7 0 0 0,-1 4-41 0 0,2 1 1 0 0,0 22 0 0 0,1-14 231 0 0,3 81-686 0 0,31 205-1 0 0,-29-278-2 0 0,-3-19 153 0 0,-1-9 48 0 0,0 1 0 0 0,0 0 0 0 0,-1-1 0 0 0,1 1 0 0 0,-1 0 0 0 0,0-1 0 0 0,0 1 0 0 0,-1 0 0 0 0,1 0 0 0 0,-3 8 0 0 0,2-12 145 0 0,1-1-1 0 0,0 1 1 0 0,-1-1-1 0 0,1 1 1 0 0,-1-1-1 0 0,1 1 1 0 0,-1-1-1 0 0,1 1 1 0 0,-1-1-1 0 0,0 0 1 0 0,1 1-1 0 0,-1-1 1 0 0,1 1-1 0 0,-1-1 1 0 0,0 0-1 0 0,1 0 1 0 0,-1 0-1 0 0,0 1 1 0 0,1-1-1 0 0,-1 0 1 0 0,0 0-1 0 0,1 0 1 0 0,-1 0-1 0 0,0 0 1 0 0,0 0-1 0 0,1 0 1 0 0,-1 0-1 0 0,0 0 1 0 0,1-1-1 0 0,-1 1 1 0 0,0 0-1 0 0,1 0 1 0 0,-1 0-1 0 0,0-1 1 0 0,1 1-1 0 0,-1-1 1 0 0,1 1-1 0 0,-1 0 1 0 0,0-1-1 0 0,1 1 1 0 0,-1-1-1 0 0,-3-2 29 0 0,1 1-1 0 0,0-1 0 0 0,0 1 0 0 0,0-1 0 0 0,-4-6 0 0 0,-2-5 75 0 0,1 0 1 0 0,1-1-1 0 0,0 0 1 0 0,1 0-1 0 0,1 0 1 0 0,0-1 0 0 0,1 0-1 0 0,1 0 1 0 0,-1-18-1 0 0,1 2-3 0 0,2-1 0 0 0,1 1 1 0 0,7-53-1 0 0,-3 60-119 0 0,1 0 0 0 0,1 0 1 0 0,1 1-1 0 0,1 0 1 0 0,1 0-1 0 0,1 1 1 0 0,1 0-1 0 0,1 1 0 0 0,22-30 1 0 0,-25 41-54 0 0,0 0-1 0 0,1 0 1 0 0,1 1 0 0 0,-1 0 0 0 0,1 1-1 0 0,1 0 1 0 0,22-12 0 0 0,-24 16-4 0 0,0 0 1 0 0,0 1 0 0 0,1 0 0 0 0,-1 1 0 0 0,1 0-1 0 0,0 1 1 0 0,0 0 0 0 0,0 0 0 0 0,0 2 0 0 0,23 0-1 0 0,-10 3-72 0 0,-19-3 36 0 0,9 9-100 0 0,43 31 212 0 0,-54-37 36 0 0,0-1-1 0 0,0 0 0 0 0,-1 1 0 0 0,1-1 0 0 0,-1 1 1 0 0,0 0-1 0 0,0 0 0 0 0,0 0 0 0 0,0 0 0 0 0,0 0 0 0 0,-1 0 1 0 0,0 1-1 0 0,1-1 0 0 0,-1 1 0 0 0,0-1 0 0 0,-1 1 1 0 0,1-1-1 0 0,0 1 0 0 0,-1-1 0 0 0,0 1 0 0 0,0-1 1 0 0,0 1-1 0 0,0 0 0 0 0,-2 4 0 0 0,0 1 136 0 0,-1 0 0 0 0,1 0 0 0 0,-2-1 0 0 0,1 1 0 0 0,-2-1 0 0 0,1 0 0 0 0,-7 8 0 0 0,-2 3 344 0 0,-2 0-1 0 0,0-1 1 0 0,-1 0 0 0 0,-1-2 0 0 0,0 0 0 0 0,-2-1 0 0 0,1 0 0 0 0,-36 19 0 0 0,39-25-348 0 0,-1-2 0 0 0,1 0 1 0 0,-1 0-1 0 0,0-2 0 0 0,0 0 1 0 0,-1-1-1 0 0,1 0 0 0 0,-1-2 1 0 0,0 0-1 0 0,0 0 0 0 0,0-2 1 0 0,-31-3-1 0 0,66-4-2920 0 0,-2 5 1351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3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672 65 3223 0 0,'-71'-32'8421'0'0,"53"25"-8264"0"0,0 1 1 0 0,0 1-1 0 0,-1 0 1 0 0,0 1-1 0 0,0 2 0 0 0,0 0 1 0 0,-25 0-1 0 0,-9 4 225 0 0,-95 15 0 0 0,126-13-206 0 0,1 1-1 0 0,-1 1 1 0 0,1 1-1 0 0,0 1 1 0 0,1 1-1 0 0,0 1 1 0 0,-19 12-1 0 0,35-19-114 0 0,1-1-1 0 0,-1 1 0 0 0,1-1 1 0 0,0 1-1 0 0,0 0 1 0 0,0 0-1 0 0,0 1 0 0 0,0-1 1 0 0,-3 7-1 0 0,5-8-41 0 0,1-1 0 0 0,-1 1 0 0 0,0 0 0 0 0,1-1 0 0 0,0 1 1 0 0,-1 0-1 0 0,1 0 0 0 0,0 0 0 0 0,0-1 0 0 0,0 1 0 0 0,0 0 0 0 0,0 0 0 0 0,0 0 0 0 0,0-1 0 0 0,1 1 0 0 0,-1 0 0 0 0,1 0 0 0 0,-1-1 0 0 0,1 1 0 0 0,0 0 0 0 0,0-1 0 0 0,0 1 0 0 0,0-1 0 0 0,2 4 0 0 0,21 21-113 0 0,2 0 0 0 0,1-2 0 0 0,48 35-1 0 0,-51-41 59 0 0,41 31 15 0 0,-44-32-22 0 0,54 47 32 0 0,-52-45 5 0 0,-12-9-6 0 0,0 1 0 0 0,-1-1 1 0 0,12 16-1 0 0,18 24 1 0 0,-3 9 22 0 0,-32-49 8 0 0,0-1 0 0 0,-1 2-1 0 0,0-1 1 0 0,-1 0 0 0 0,0 1 0 0 0,-1-1-1 0 0,0 1 1 0 0,0 0 0 0 0,-1 0 0 0 0,-1 0 0 0 0,0 0-1 0 0,-2 18 1 0 0,0-22 73 0 0,1 1 0 0 0,-1-1 0 0 0,-1 0 0 0 0,1 0 0 0 0,-1 0 1 0 0,0 0-1 0 0,-1 0 0 0 0,0-1 0 0 0,0 0 0 0 0,0 1 0 0 0,-1-1 0 0 0,0-1 0 0 0,0 1 0 0 0,0-1 0 0 0,-1 0 0 0 0,0 0 0 0 0,0-1 0 0 0,0 1 0 0 0,-8 3 0 0 0,4-3 1 0 0,0-1-1 0 0,0 0 0 0 0,-1 0 0 0 0,0-1 1 0 0,0-1-1 0 0,0 0 0 0 0,0 0 1 0 0,0-1-1 0 0,0 0 0 0 0,0-1 1 0 0,0-1-1 0 0,0 0 0 0 0,0 0 1 0 0,0-1-1 0 0,0 0 0 0 0,0-1 0 0 0,0 0 1 0 0,1-1-1 0 0,-1 0 0 0 0,1 0 1 0 0,0-1-1 0 0,0-1 0 0 0,1 0 1 0 0,0 0-1 0 0,-11-10 0 0 0,16 12-76 0 0,1 1 0 0 0,1-1-1 0 0,-1 0 1 0 0,1 0 0 0 0,-1-1-1 0 0,1 1 1 0 0,0 0 0 0 0,1-1 0 0 0,-1 1-1 0 0,1-1 1 0 0,0 0 0 0 0,0 1-1 0 0,0-1 1 0 0,1 0 0 0 0,0 0 0 0 0,0 1-1 0 0,0-1 1 0 0,0 0 0 0 0,1 0-1 0 0,0 1 1 0 0,0-1 0 0 0,0 0 0 0 0,2-5-1 0 0,4-9-15 0 0,1 0-1 0 0,0 0 0 0 0,1 1 0 0 0,13-19 1 0 0,50-70-274 0 0,4 2 1 0 0,5 4 0 0 0,118-114-1 0 0,-190 207 236 0 0,11-13-93 0 0,1 1 0 0 0,0 1 1 0 0,35-22-1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5.0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605 253 2759 0 0,'-14'-12'8757'0'0,"-3"-14"-6707"0"0,2 2-2274 0 0,9 18 173 0 0,0 1 1 0 0,0 0-1 0 0,0 0 0 0 0,0 1 1 0 0,-1 0-1 0 0,1 0 1 0 0,-1 0-1 0 0,0 1 0 0 0,0 0 1 0 0,0 1-1 0 0,-1-1 0 0 0,1 1 1 0 0,-1 1-1 0 0,1-1 1 0 0,-1 1-1 0 0,-8 0 0 0 0,-7 0 57 0 0,0 2 0 0 0,0 0-1 0 0,0 1 1 0 0,-24 6 0 0 0,9 1 227 0 0,0 2 1 0 0,1 2-1 0 0,0 1 0 0 0,1 2 1 0 0,-45 26-1 0 0,79-41-157 0 0,0 0-1 0 0,0 0 1 0 0,1 0 0 0 0,-1 0-1 0 0,0 0 1 0 0,0 1 0 0 0,1-1-1 0 0,-1 1 1 0 0,1-1 0 0 0,-1 1-1 0 0,1-1 1 0 0,0 1 0 0 0,-1 0-1 0 0,1-1 1 0 0,0 1-1 0 0,-1 4 1 0 0,2-5-44 0 0,0 1-1 0 0,0 0 0 0 0,0-1 1 0 0,1 1-1 0 0,-1-1 1 0 0,1 1-1 0 0,-1-1 1 0 0,1 1-1 0 0,0-1 1 0 0,0 0-1 0 0,-1 1 0 0 0,1-1 1 0 0,0 0-1 0 0,0 0 1 0 0,0 1-1 0 0,0-1 1 0 0,1 0-1 0 0,-1 0 0 0 0,0 0 1 0 0,0 0-1 0 0,1 0 1 0 0,2 1-1 0 0,4 4-107 0 0,1 0 0 0 0,-1 0-1 0 0,16 7 1 0 0,-11-7 26 0 0,0 1-1 0 0,19 15 1 0 0,39 27-140 0 0,-5 2 172 0 0,20 19-3 0 0,-16-6-87 0 0,-43-38-27 0 0,23 30-1 0 0,-28-28-22 0 0,18 30-96 0 0,-24-30-39 0 0,-7-7 142 0 0,0 0 0 0 0,-2 1 0 0 0,0 0-1 0 0,4 26 1 0 0,-10-39 124 0 0,0 0 0 0 0,0 0 0 0 0,-1 0 0 0 0,0 0 0 0 0,-1 0 0 0 0,-3 17-1 0 0,3-21 79 0 0,-1 0-1 0 0,0 0 1 0 0,0 0-1 0 0,0 0 1 0 0,0 0-1 0 0,-1-1 1 0 0,0 1-1 0 0,0-1 1 0 0,0 0-1 0 0,0 0 1 0 0,-1 0-1 0 0,1 0 1 0 0,-6 4-1 0 0,5-5 84 0 0,0 0 0 0 0,-1 0 0 0 0,1 0 0 0 0,0 0 0 0 0,-1-1-1 0 0,0 0 1 0 0,1 0 0 0 0,-1 0 0 0 0,0 0 0 0 0,0-1 0 0 0,0 0 0 0 0,0 0-1 0 0,-1 0 1 0 0,1-1 0 0 0,0 1 0 0 0,-6-2 0 0 0,5 1 27 0 0,0-2 0 0 0,-1 1 1 0 0,1-1-1 0 0,0 0 0 0 0,0 0 0 0 0,0-1 1 0 0,0 1-1 0 0,1-1 0 0 0,-1-1 1 0 0,1 1-1 0 0,-8-7 0 0 0,3 1-4 0 0,0-1 0 0 0,0 0-1 0 0,1 0 1 0 0,1-1 0 0 0,0 0 0 0 0,0-1-1 0 0,1 0 1 0 0,1 0 0 0 0,0 0 0 0 0,1-1-1 0 0,-6-18 1 0 0,8 16-156 0 0,0 0 0 0 0,1 0-1 0 0,1 0 1 0 0,0 0 0 0 0,2 0 0 0 0,-1 0 0 0 0,2 0-1 0 0,0 0 1 0 0,1 0 0 0 0,0 1 0 0 0,1-1-1 0 0,10-23 1 0 0,7-10-87 0 0,3 1 1 0 0,38-56-1 0 0,-36 62-47 0 0,32-50-104 0 0,5 4 0 0 0,121-132-1 0 0,-146 181-189 0 0,-12 15-4486 0 0,-9 8-923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5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0 19375 0 0,'-13'0'864'0'0,"2"0"168"0"0,0 0-824 0 0,3 0-208 0 0,4 2 0 0 0,3-2 0 0 0,-2 1 248 0 0,-1-1 8 0 0,-3 3 0 0 0,-1-2 0 0 0,0 3-416 0 0,0-1-88 0 0,4 1-8 0 0,3-2-8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5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7 21047 0 0,'-16'4'928'0'0,"4"-3"200"0"0,1 1-904 0 0,4-2-224 0 0,3-2 0 0 0,3 1 0 0 0,1-2-552 0 0,-1 1-160 0 0,1-4-32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7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729 169 919 0 0,'-20'-24'10955'0'0,"2"-2"-7026"0"0,12 16-3460 0 0,-1 0 1 0 0,0 0 0 0 0,-1 1 0 0 0,-10-9-1 0 0,11 11-285 0 0,-2 1 0 0 0,1 0 0 0 0,-1 1-1 0 0,0 0 1 0 0,0 0 0 0 0,0 1 0 0 0,-1 0 0 0 0,0 0-1 0 0,-11-2 1 0 0,5 3-217 0 0,-1 0 0 0 0,1 1 0 0 0,0 1-1 0 0,-1 1 1 0 0,-19 1 0 0 0,0 4-461 0 0,0 1 0 0 0,0 2-1 0 0,1 1 1 0 0,-51 21 0 0 0,64-22 265 0 0,-1 1 1 0 0,2 1-1 0 0,-1 1 0 0 0,1 0 0 0 0,1 2 1 0 0,-30 24-1 0 0,49-36 248 0 0,-1 1 0 0 0,1 0 0 0 0,-1-1 0 0 0,1 1 0 0 0,-1 0 0 0 0,1 0 0 0 0,0 0 0 0 0,0 0 0 0 0,0 0 0 0 0,0 0 0 0 0,0 0 0 0 0,1 0 0 0 0,-1 0 0 0 0,0 0 0 0 0,1 1 0 0 0,0-1-1 0 0,0 0 1 0 0,-1 0 0 0 0,1 1 0 0 0,0-1 0 0 0,1 0 0 0 0,-1 0 0 0 0,0 1 0 0 0,1-1 0 0 0,0 2 0 0 0,0-1 112 0 0,7 7-10 0 0,1 2-81 0 0,-3-4-4 0 0,1 0 0 0 0,0 0 0 0 0,0-1 0 0 0,9 8 0 0 0,41 36-28 0 0,28 20 3 0 0,-3-9 289 0 0,-47-37 149 0 0,36 28 37 0 0,-36-28-133 0 0,32 26-590 0 0,-37-27-255 0 0,26 25-55 0 0,-32-25 55 0 0,15 22 277 0 0,-23-23 119 0 0,8 22 28 0 0,-22-43 63 0 0,-1 0 0 0 0,0 0-1 0 0,-1-1 1 0 0,1 1 0 0 0,0 0-1 0 0,0 0 1 0 0,-1 0 0 0 0,1 0-1 0 0,-1 3 1 0 0,2 8-2 0 0,0-1 0 0 0,-1 1 0 0 0,-1 22 0 0 0,-1-29 22 0 0,0-1 0 0 0,0 1 0 0 0,0-1 0 0 0,0 1 0 0 0,-1-1 0 0 0,0 0 0 0 0,0 0 0 0 0,0 0 0 0 0,-1 0-1 0 0,1 0 1 0 0,-1 0 0 0 0,-1 0 0 0 0,-5 6 0 0 0,2-4 154 0 0,-1-1-1 0 0,1 0 1 0 0,-1 0 0 0 0,-1 0-1 0 0,1-1 1 0 0,-1-1-1 0 0,0 1 1 0 0,0-1-1 0 0,0-1 1 0 0,0 0 0 0 0,-1 0-1 0 0,1-1 1 0 0,-1 0-1 0 0,0 0 1 0 0,0-1-1 0 0,0-1 1 0 0,1 0 0 0 0,-1 0-1 0 0,0-1 1 0 0,0 0-1 0 0,0 0 1 0 0,1-1-1 0 0,-1-1 1 0 0,-13-4 0 0 0,15 4-90 0 0,0 0 0 0 0,1-1 0 0 0,-1 0 0 0 0,0 0 1 0 0,1 0-1 0 0,0-1 0 0 0,0 0 0 0 0,1-1 1 0 0,-1 1-1 0 0,1-1 0 0 0,0-1 0 0 0,1 1 1 0 0,-1-1-1 0 0,1 0 0 0 0,1 0 0 0 0,-1 0 0 0 0,1-1 1 0 0,1 0-1 0 0,-1 0 0 0 0,1 0 0 0 0,1 0 1 0 0,-1 0-1 0 0,1 0 0 0 0,1-1 0 0 0,0 1 0 0 0,0-1 1 0 0,0 1-1 0 0,2-13 0 0 0,1 4-86 0 0,1 0 1 0 0,0 0-1 0 0,2 1 0 0 0,0-1 1 0 0,1 1-1 0 0,0 1 0 0 0,1-1 1 0 0,11-16-1 0 0,9-12-86 0 0,45-55-1 0 0,240-260-543 0 0,-309 356 572 0 0,0 1 1 0 0,0-1-1 0 0,1 0 0 0 0,-1 1 0 0 0,7-4 0 0 0,-10 6 44 0 0,0 0 0 0 0,0 0 0 0 0,1-1 0 0 0,-1 1 0 0 0,0 0 0 0 0,1 0 0 0 0,-1 0 0 0 0,0 0 0 0 0,0 0 0 0 0,1 0 0 0 0,-1 0 0 0 0,0 0 0 0 0,1 0 0 0 0,-1 0 0 0 0,0 0-1 0 0,1 0 1 0 0,-1 0 0 0 0,0 0 0 0 0,1 0 0 0 0,-1 0 0 0 0,0 0 0 0 0,0 0 0 0 0,1 1 0 0 0,-1-1 0 0 0,0 0 0 0 0,0 0 0 0 0,1 0 0 0 0,-1 0 0 0 0,0 1 0 0 0,1-1-1 0 0,-1 1-34 0 0,0 0-1 0 0,1 0 0 0 0,-1 0 0 0 0,0 0 1 0 0,0 0-1 0 0,1 0 0 0 0,-1 0 0 0 0,0 0 1 0 0,0 0-1 0 0,0 0 0 0 0,-1 0 0 0 0,1 1 0 0 0,0-1 1 0 0,-1 1-1 0 0,-13 61-3990 0 0,9-34 2135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7.5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59 472 15287 0 0,'0'8'698'0'0,"-1"36"234"0"0,1-36-873 0 0,0-6-4 0 0,0 1-1 0 0,0-1 1 0 0,0 1 0 0 0,0 0 0 0 0,1-1-1 0 0,-1 1 1 0 0,1-1 0 0 0,-1 1-1 0 0,1-1 1 0 0,0 0 0 0 0,3 6 1558 0 0,4 1-894 0 0,25 28-342 0 0,-24-28-149 0 0,23-4 62 0 0,-29-4-283 0 0,0-1 0 0 0,-1 1 1 0 0,1 0-1 0 0,0-1 0 0 0,-1 0 0 0 0,1 1 0 0 0,0-1 0 0 0,-1 0 1 0 0,1 0-1 0 0,0-1 0 0 0,0 1 0 0 0,-1 0 0 0 0,1-1 0 0 0,0 0 1 0 0,-1 0-1 0 0,1 0 0 0 0,-1 0 0 0 0,1 0 0 0 0,-1 0 0 0 0,0 0 1 0 0,1-1-1 0 0,2-2 0 0 0,2-2 17 0 0,0-2-1 0 0,-1 1 1 0 0,1-1 0 0 0,-1 1-1 0 0,-1-2 1 0 0,0 1 0 0 0,0-1-1 0 0,-1 0 1 0 0,0 0-1 0 0,0 0 1 0 0,-1 0 0 0 0,0-1-1 0 0,0 1 1 0 0,0-13 0 0 0,1-5 143 0 0,-1-1 1 0 0,-1 0 0 0 0,-4-50-1 0 0,0 52 126 0 0,-2 1 1 0 0,-1-1-1 0 0,0 0 0 0 0,-15-37 1 0 0,16 51-183 0 0,0 1 0 0 0,-1 0 0 0 0,-1 1 0 0 0,0-1 1 0 0,0 1-1 0 0,-1 0 0 0 0,0 1 0 0 0,-1 0 0 0 0,0 0 1 0 0,0 0-1 0 0,-1 1 0 0 0,-11-8 0 0 0,17 14-104 0 0,1 1 0 0 0,-1-1 0 0 0,0 0 0 0 0,0 1 0 0 0,0 0-1 0 0,0 0 1 0 0,0 0 0 0 0,0 0 0 0 0,0 0 0 0 0,-1 1 0 0 0,1-1 0 0 0,0 1 0 0 0,0 0-1 0 0,-1 0 1 0 0,1 0 0 0 0,0 0 0 0 0,0 1 0 0 0,0-1 0 0 0,0 1 0 0 0,-1 0 0 0 0,1 0 0 0 0,0 0-1 0 0,0 0 1 0 0,0 1 0 0 0,1-1 0 0 0,-1 1 0 0 0,0 0 0 0 0,0-1 0 0 0,1 1 0 0 0,-3 3-1 0 0,0-1-263 0 0,0 1-1 0 0,1 0 1 0 0,-1 0-1 0 0,1 1 1 0 0,-7 10-1 0 0,7-8-1019 0 0,1-1 1 0 0,-1 1-1 0 0,1 0 0 0 0,-2 11 0 0 0,-2 24-6115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6:59:58.3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244 111 5527 0 0,'-9'-5'597'0'0,"0"-1"0"0"0,1 0-1 0 0,0 0 1 0 0,0-1-1 0 0,1 0 1 0 0,-9-10-1 0 0,9 9-260 0 0,-1-1 0 0 0,-1 2 0 0 0,1-1 0 0 0,-17-10 0 0 0,24 17-200 0 0,-1 0 0 0 0,1 1 0 0 0,-1-1 0 0 0,0 0 0 0 0,1 0 0 0 0,-1 1 0 0 0,0-1 0 0 0,0 1 0 0 0,0 0 0 0 0,1-1 0 0 0,-1 1 0 0 0,0 0 0 0 0,0 0 0 0 0,0 0 0 0 0,0 0 0 0 0,1 0 0 0 0,-1 1 0 0 0,0-1 0 0 0,0 1 0 0 0,0-1 0 0 0,-2 2 0 0 0,1-1 44 0 0,1 1-1 0 0,-1 0 1 0 0,0 0-1 0 0,1 0 0 0 0,-1 1 1 0 0,1-1-1 0 0,0 0 1 0 0,-1 1-1 0 0,1 0 0 0 0,0-1 1 0 0,-1 4-1 0 0,-3 6 115 0 0,0 0 0 0 0,1 0 0 0 0,1 0 0 0 0,0 0-1 0 0,-3 15 1 0 0,0 15-201 0 0,1 1 0 0 0,2 0 0 0 0,2 0 0 0 0,5 53 0 0 0,2-38-74 0 0,3-1 0 0 0,24 93 0 0 0,-24-123-91 0 0,1 0 0 0 0,2-1 0 0 0,1-1 0 0 0,24 41 0 0 0,-24-49-2341 0 0,19 23 0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4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854 2 21047 0 0,'-2'0'177'0'0,"1"-1"-1"0"0,-1 1 1 0 0,1 0-1 0 0,-1 0 1 0 0,0 0 0 0 0,1-1-1 0 0,-1 2 1 0 0,0-1-1 0 0,1 0 1 0 0,-1 0 0 0 0,1 0-1 0 0,-1 1 1 0 0,1-1-1 0 0,-1 1 1 0 0,0-1-1 0 0,1 1 1 0 0,-1 0 0 0 0,1 0-1 0 0,0-1 1 0 0,-1 1-1 0 0,-1 2 1 0 0,0 0 66 0 0,0 1-1 0 0,1 0 1 0 0,-1-1 0 0 0,1 1 0 0 0,0 0 0 0 0,-2 7 0 0 0,-1 0-236 0 0,-86 195-1899 0 0,14-28 355 0 0,-498 989-864 0 0,565-1149 2475 0 0,1 1 0 0 0,1 0 1 0 0,0 0-1 0 0,-7 30 1 0 0,15-45-267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5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7 734 13071 0 0,'0'0'26'0'0,"0"0"0"0"0,-1 0-1 0 0,1 0 1 0 0,0 0 0 0 0,0 0-1 0 0,0 0 1 0 0,0 0 0 0 0,0 0-1 0 0,0 0 1 0 0,0 1 0 0 0,-1-1-1 0 0,1 0 1 0 0,0 0 0 0 0,0 0-1 0 0,0 0 1 0 0,0 0 0 0 0,0 0 0 0 0,-1 0-1 0 0,1 0 1 0 0,0 0 0 0 0,0 0-1 0 0,0 0 1 0 0,0 0 0 0 0,0 0-1 0 0,-1 0 1 0 0,1 0 0 0 0,0 0-1 0 0,0-1 1 0 0,0 1 0 0 0,0 0-1 0 0,0 0 1 0 0,-1 0 0 0 0,1 0-1 0 0,0 0 1 0 0,0 0 0 0 0,0 0-1 0 0,0 0 1 0 0,0 0 0 0 0,0 0-1 0 0,0-1 1 0 0,0 1 0 0 0,-1 0 0 0 0,1 0-1 0 0,0 0 1 0 0,0 0 0 0 0,0 0-1 0 0,0 0 1 0 0,0-1 0 0 0,0 1-1 0 0,0 0 1 0 0,1-11 196 0 0,8-12 47 0 0,-9 22-187 0 0,38-89 1214 0 0,205-420 2255 0 0,-230 488-4559 0 0,1 0 1 0 0,23-28 0 0 0,-31 48 1181 0 0,-4 10 42 0 0,-4 16 132 0 0,1-22-322 0 0,-19 163 175 0 0,-69 451-330 0 0,88-609 133 0 0,0-1 3 0 0,1 0 0 0 0,-1-1 0 0 0,-1 1 0 0 0,1-1 0 0 0,-1 1 1 0 0,0-1-1 0 0,0 0 0 0 0,-1 1 0 0 0,-4 5 0 0 0,7-11 1 0 0,0 1 0 0 0,0-1 0 0 0,0 0 0 0 0,-1 0 0 0 0,1 0 0 0 0,0 1 0 0 0,0-1 0 0 0,0 0 0 0 0,-1 0 0 0 0,1 0 0 0 0,0 0 0 0 0,0 0 0 0 0,-1 1 0 0 0,1-1 0 0 0,0 0 0 0 0,0 0 0 0 0,-1 0 0 0 0,1 0 0 0 0,0 0 0 0 0,-1 0 0 0 0,1 0 0 0 0,0 0 0 0 0,0 0 0 0 0,-1 0 0 0 0,1 0 0 0 0,0 0 0 0 0,-1 0 0 0 0,1 0 0 0 0,0 0 0 0 0,0-1 0 0 0,-1 1 0 0 0,1 0 0 0 0,0 0 0 0 0,-1 0 0 0 0,-8-11 85 0 0,-5-16-122 0 0,13 24 34 0 0,1 3-13 0 0,-4-8-6 0 0,1 0 1 0 0,0 0 0 0 0,-4-17 0 0 0,6 23 61 0 0,1 0-1 0 0,0 1 1 0 0,0-1 0 0 0,-1 0 0 0 0,1 1 0 0 0,0-1 0 0 0,1 0 0 0 0,-1 1 0 0 0,0-1 0 0 0,0 1 0 0 0,1-1 0 0 0,-1 0 0 0 0,1 1-1 0 0,-1-1 1 0 0,1 1 0 0 0,0-1 0 0 0,-1 1 0 0 0,1 0 0 0 0,0-1 0 0 0,0 1 0 0 0,0 0 0 0 0,0-1 0 0 0,0 1 0 0 0,1 0-1 0 0,-1 0 1 0 0,0 0 0 0 0,3-2 0 0 0,-3 2-380 0 0,2 1 266 0 0,0 0-1 0 0,0 0 1 0 0,1 0-1 0 0,-1-1 1 0 0,0 0-1 0 0,0 1 1 0 0,0-1-1 0 0,2-2 1 0 0,3 0-1 0 0,0 2 152 0 0,6 0 161 0 0,64-1 308 0 0,-11 0-178 0 0,7 1-54 0 0,1 1-174 0 0,-12-1-58 0 0,-29 0-87 0 0,-25 1-136 0 0,31 0-837 0 0,-33 1-747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5.9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93 8751 0 0,'-18'-18'9706'0'0,"17"15"-8816"0"0,3-6 2414 0 0,10 0-5228 0 0,-3 5 1924 0 0,1 1 0 0 0,0-1 0 0 0,19-2 0 0 0,-4 1 0 0 0,21 0 14 0 0,254-20-901 0 0,-295 24 305 0 0,0 1 0 0 0,0 0 0 0 0,0 0 1 0 0,0 1-1 0 0,0-1 0 0 0,0 1 0 0 0,7 2 0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05T17:00:06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15 230 15087 0 0,'0'0'73'0'0,"-1"0"-1"0"0,1 0 1 0 0,-1 0 0 0 0,1 0-1 0 0,-1 0 1 0 0,1 0-1 0 0,-1 0 1 0 0,1 0 0 0 0,-1 0-1 0 0,1 0 1 0 0,-1 1-1 0 0,1-1 1 0 0,-1 0 0 0 0,1 0-1 0 0,-1 1 1 0 0,1-1-1 0 0,0 0 1 0 0,-1 0 0 0 0,1 1-1 0 0,-1-1 1 0 0,1 0-1 0 0,0 1 1 0 0,-1-1-1 0 0,1 1 1 0 0,0-1 0 0 0,0 0-1 0 0,-1 1 1 0 0,1-1-1 0 0,0 1 1 0 0,0-1 0 0 0,0 1-1 0 0,-1-1 1 0 0,1 1-1 0 0,0-1 1 0 0,0 1 0 0 0,0-1-1 0 0,0 1 1 0 0,0 0-1 0 0,4 31 1399 0 0,-2-23-1355 0 0,45 207-576 0 0,16 91-444 0 0,-39-87 610 0 0,-24-184 294 0 0,1-25 5 0 0,-1-8-1 0 0,0 0 0 0 0,0 0-1 0 0,0 0 1 0 0,0-1 0 0 0,0 1 0 0 0,0 0-1 0 0,-1 0 1 0 0,1-1 0 0 0,-1 1-1 0 0,0 0 1 0 0,0-1 0 0 0,-2 4 0 0 0,3-6-2 0 0,0 1 1 0 0,0-1-1 0 0,0 0 1 0 0,-1 1-1 0 0,1-1 1 0 0,0 0-1 0 0,0 0 1 0 0,-1 1-1 0 0,1-1 1 0 0,0 0 0 0 0,0 0-1 0 0,-1 1 1 0 0,1-1-1 0 0,0 0 1 0 0,-1 0-1 0 0,1 0 1 0 0,-1 1-1 0 0,1-1 1 0 0,0 0-1 0 0,-1 0 1 0 0,1 0 0 0 0,0 0-1 0 0,-1 0 1 0 0,1 0-1 0 0,-1 0 1 0 0,1 0-1 0 0,0 0 1 0 0,-1 0-1 0 0,1 0 1 0 0,0 0 0 0 0,-1 0-1 0 0,1 0 1 0 0,-1 0-1 0 0,1 0 1 0 0,0-1-1 0 0,-1 1 1 0 0,1 0-1 0 0,0 0 1 0 0,-1 0-1 0 0,1 0 1 0 0,0-1 0 0 0,-1 1-1 0 0,1 0 1 0 0,0-1-1 0 0,0 1 1 0 0,-1 0-1 0 0,1 0 1 0 0,0-1-1 0 0,0 1 1 0 0,-1 0-1 0 0,1-1 1 0 0,0 1 0 0 0,0 0-1 0 0,0-1 1 0 0,0 1-1 0 0,0-1 1 0 0,-1 0-1 0 0,-10-22 21 0 0,-5-31-309 0 0,3-2 0 0 0,-8-62 1 0 0,10 51-20 0 0,-29-223-1541 0 0,36 226 1426 0 0,2 0 0 0 0,10-101 0 0 0,-6 148 426 0 0,0 0-1 0 0,2 0 0 0 0,0 0 0 0 0,12-29 0 0 0,-13 40 30 0 0,0-1 0 0 0,0 1 0 0 0,1 0 0 0 0,0 0 0 0 0,0 0 0 0 0,0 0 0 0 0,1 1 0 0 0,0 0 0 0 0,0 0 0 0 0,0 0 0 0 0,1 1 0 0 0,-1-1 0 0 0,11-5 0 0 0,-3 6 157 0 0,21-3 24 0 0,-16 7 102 0 0,21 5 46 0 0,-19 1 10 0 0,19 14 0 0 0,-19-7-12 0 0,19 18-2 0 0,-20-12 0 0 0,15 23-28 0 0,-19-20-118 0 0,9 24-57 0 0,-15-23-12 0 0,-5-4-38 0 0,4 40 1 0 0,-7-49-69 0 0,-1-1 0 0 0,0 1 0 0 0,0 0 0 0 0,-2 0 1 0 0,1 0-1 0 0,-1 0 0 0 0,-5 13 0 0 0,0-5 102 0 0,-1 0-1 0 0,-1-1 1 0 0,0-1-1 0 0,-2 0 1 0 0,0 0-1 0 0,0-1 1 0 0,-1 0-1 0 0,-23 20 0 0 0,25-26-7 0 0,0 0-1 0 0,0-1 1 0 0,-1 0-1 0 0,0-1 1 0 0,0 0-1 0 0,-1-1 1 0 0,0 0-1 0 0,0-1 1 0 0,0-1-1 0 0,-1 1 0 0 0,0-2 1 0 0,1 0-1 0 0,-20 2 1 0 0,31-5-220 0 0,-11 0 170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1A714F-BF35-4E42-9B91-512777AD1389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0DFB7A-82E2-4D15-A5D6-62E7770567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525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vscode-file://vscode-app/c:/Users/cesardl/AppData/Local/Programs/Microsoft%20VS%20Code%20Insiders/a2860d1c31/resources/app/out/vs/code/electron-browser/workbench/workbench.html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0DFB7A-82E2-4D15-A5D6-62E7770567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246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System Architecture Overview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Shows all layers: external MCP clients → HTTP transport → MCP tool surface → multi-agent orchestration (hub-and-spoke) → session/state management → profile storage → Azure OpenAI backend.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Request Lifecycle &amp; Agent Handoff Sequence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Traces the full conversation flow: new user request →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routes to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email/profile collection over multiple turns → PROFILE_READY marker emitted → subsequent requests route to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AdvisorAgent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personalized advice.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Class &amp; Component Diagram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Maps the code structure: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Program.cs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as composition root wiring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AgentSessionManager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UserProfileAgent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SessionResetEvaluator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ConversationRunContext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interface/implementation pairs for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ISessionStore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IUserProfileStore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key DTOs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SessionData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UserProfileDto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ConversationRunSnapshot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 architectural patterns captured: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Hub-and-spoke handoffs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all routing through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OrchestratorAgent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no direct agent-to-agent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PROFILE_READY: gate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text marker in conversation history controls advisor access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Stateless agents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AgentSession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holds all state; agents are recreated per request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Manual 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Program.cs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the composition root, no DI container for agents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 deduplication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BuildMessageSignature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()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prevents duplicates when merging workflow outputs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0DFB7A-82E2-4D15-A5D6-62E77705670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3900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0DFB7A-82E2-4D15-A5D6-62E7770567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859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A7B0E-89A7-3E98-21C6-1276C465F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FA9EDC-863F-F48F-9D80-9CF61BF62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62459-35E3-CF76-9EBA-EB9BA927D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89806-F513-AE53-D6E1-3FDF6E0747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DFB7A-82E2-4D15-A5D6-62E77705670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0864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54225-A6CD-7FEC-7119-719547030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28EF4A-FCB6-F775-C357-6A19DB39A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C697C-3977-BA2F-600E-BDB1E16AC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0A5F2-01A4-AED4-0A50-FD66C06C7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DFB7A-82E2-4D15-A5D6-62E77705670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62030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0DFB7A-82E2-4D15-A5D6-62E77705670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989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47C8C-E219-27D1-C1D7-ED0D5CC141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6C3E83-FA7B-5021-D998-BC00BA1FEC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3DB75-62B7-C4BB-4472-0AA5713DF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F0554-60ED-839B-014F-F41F4E93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DF8CC-52EE-2228-7428-EECB0699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85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06BAE-8D39-C749-64D1-1074664E5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8D9D9-71D3-04F5-42C9-77A083992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B0311-8FD9-6834-EE91-2647D9921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E0A0EE-0057-C093-13F3-F81DB6B52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783D7-4BB1-B219-20F9-0857740F7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495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5F99A-4178-1EE6-D0E6-A9FD75888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983128-06F7-37F9-EDEB-4220739E7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1A886-DB04-F241-5C51-E776A4D2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BF52B-870B-B257-4D41-0930D6F91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5C1C93-8748-BA99-1FC7-91584D625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47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DA651-EBE6-8E6F-D18E-659B16CC5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BA221-EF29-01DF-1B9C-D6CEC99051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AA0F4-A451-9E80-8E32-E1BB2337E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1FD454-1362-BD09-3954-68127DDCF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401913-3452-B9F7-7FE8-8A7309401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0AB9A-089D-6C8F-F41E-AFF7AE5C9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815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45858-0339-566D-92BA-41D23E01F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2205D-9A0F-C218-B8BE-D538F410D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8F26B8-680C-4D8A-1648-B3F2F5F435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75798A-8F84-9B8F-A2DC-45DFCF98C7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D1744F-6B2D-D4FB-0A93-BA1F9B6A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DF5670-E63B-30D9-1C88-401A78E6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33D7D5-16C6-77E5-AD21-60E6ECE71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1135AC-D4D2-AF6D-CA48-5550542AD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539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8EA71-9314-1AB4-52F7-63EA7526D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AAACD1-3AA1-8FA2-C54E-A11BB5E09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3D4C6D-08CB-CC29-14AA-18F2CF9DF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6E31CC-EE13-D9DF-1CA5-5B16C95BE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957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72CCA3-2495-3F94-2E06-4108DA246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DA8A41-7620-2CBF-3577-8C8B32C31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27D33-C777-673F-64A7-AE4970EA0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384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79A3B-2B87-D908-6106-D4A2F60E4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794DE-13EE-28F9-6C3E-E68D3B8A42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57118F-8F2C-A752-6DFE-58A583E74A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F27EE5-758F-69BA-FD91-6680E7BD2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4E6F0C-7187-4275-2759-6BBA51D6F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502E9C-1E91-2963-FCD7-9931F9A0F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30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0004-C88C-3655-9873-8C808523F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EA7BF5-252C-C30F-75AD-B74D728914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012E7D-0964-ECA4-A4FE-69AD531D37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5E6F0E-C03D-6C9B-F3D3-16CBE793C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D7716-1AB5-DA7F-D8DB-3B817386C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BEBF7-FC02-9692-F474-897518E3E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266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2CF80-A359-DC2C-1CD6-A80D04D8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4B8712-2D3E-A5ED-4AF9-71135C3C7C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3F273-8BCD-33DB-BB77-D95F8DE9B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396D-1605-A7EB-6FCC-3061BABB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EA650-960D-43DF-0A2A-5C2471F2F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55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351820-D167-8AFA-5815-47BBD02415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63DF5-F288-CAE1-818B-0225E2739C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FF7905-0775-2891-7A22-E5232EA08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21C98-A39F-8DBC-38E1-4542964E9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04557-AA18-2FC4-BD06-632E4A24B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4395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4262D-F39E-46F0-CAC6-8343EA512A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EDCCDE-9E68-7BCB-CF24-B093DD6E54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E35426-0A59-018F-B510-04455994C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4217F1-9E0B-4E72-32E9-F854533D8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8446C-7D71-FE37-11E7-6CE4DBB48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55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6EE3-C095-7596-6F8A-2F49A5083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0DEA7-64E5-9CFC-CE24-5B7D087C82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8C71F-1DE3-FA56-9BDF-AA826A6A5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0FA5A-780F-40FF-93C9-1C4365D6F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E46B7-801D-EC23-0B61-AA9AF8E2D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5886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7C23E-63CE-BECC-0883-EC74AF25E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E7BF6F-ED3E-5CE6-954D-13ED5A52D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49AD4-E5FC-92DF-BE94-1592F764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4D221-590E-C155-3D6A-2CE0B3369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01E1D-2DCA-95F0-A6EF-1059133D7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3657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C51A-18E8-6B7A-8912-1B8351ADE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3ABCB-F052-4B15-7D6B-D94FCC3FCC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31AFC5-7384-D4D2-35FC-D8D018408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62F985-1CA5-AEB2-65A1-55AA2F2F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0642B2-4B28-B96C-15F7-7D860AD26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EE4A16-52F5-B565-3015-C7707A390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866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DBF4E-2693-D6A2-9038-F8F4C602C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949B-DF8B-C027-141D-4C8DB56755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E93244-0DBB-FDAD-C14C-DD94B5A3B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60D440-C8F0-EC39-C3EC-E1D72CC908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43CB70-61EC-5953-1714-F2F57CFDE8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5CDF0D-47DD-B2BD-C7B4-34EF9F74A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205797-A9F7-9F3A-F95A-72A87E98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FDDCF2-96FF-39AA-9FF9-95B93E5DF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0947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60878-DCEE-6C9B-BFF6-21B648634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9C3149-E762-E666-6EDD-AA8279839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2A598-6AB2-219B-C197-F1BFF6E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F81EA7-E9C4-494C-F8D4-BC3B22C3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8069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974ECA-7F2B-AA6B-3416-405F9A88F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9FE26C-449C-5418-B52B-3F9009BBF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B1732-8F91-5186-641C-1E435F855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179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F58E-E585-0FF0-936A-BD16767B8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D2F2B-8EE0-3113-FAFA-D5922F2EA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C6ACC7-613E-A080-903C-CDE80FA449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78855A-6157-6ACD-5209-F5B73879E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2503B3-C214-88B4-208B-95B32702C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35F925-C040-95F3-9953-5E4755698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313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9BE11-2520-4626-958A-B53036065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78268B-CD54-1F94-CD5C-7947FBA77E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C895B-8464-E5E4-5730-BF8615D480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47ECAC-4266-AF79-DA1B-E4031817B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2FA4C-451E-1E2C-6624-245033E60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0B374-9554-6434-9D0B-6432238C0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3465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5948B-5954-C124-62A0-DD187A54B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75EE7-A39E-D719-717D-2871EFAC6F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0C459-2AEC-F88D-2338-84F4B1A32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49546-778E-CB24-2AC3-1B1F82FE1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85CE52-B1F9-DAD3-90E6-DBC06DF12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9187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BEA94C-28F8-2E07-8A3E-C4C9837D99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B24781-A457-393A-2F58-BD67DC2E6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CB45D-FC83-BCDA-2DE1-7B369AF76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723B7-1B19-3FD9-0591-927B92612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9CE88-3934-0379-5D45-ADA7A1CC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859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EA64C8-CADB-1F69-B11B-4377CD63C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FDC0F-0188-8020-16C7-099FEDF36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05B44-63B8-7A05-0431-7DDA3BCAF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83453-60AB-4626-89EB-96A2AA0EDEDF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25F4EB-50D0-F047-5EAA-0F8C8533F9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65EC0-7784-5F0A-3345-CB53CE2182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6FB0F0-3C94-4749-8E34-073394617E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649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E03BF8-41D7-9261-E855-6A589E102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D4355-6C0A-AA61-82B7-BFAC92430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C2F7B-2351-2589-7D83-795119B1DC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59E584-2760-4C57-9636-642081DAE9ED}" type="datetimeFigureOut">
              <a:rPr lang="en-US" smtClean="0"/>
              <a:t>4/5/2026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DF6B70-27D1-65CB-CA98-497DB67C1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1C121-1606-8119-33B4-3052954C32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E6F9CD-4646-44BA-A662-EC241BFE8C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019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1" Type="http://schemas.openxmlformats.org/officeDocument/2006/relationships/customXml" Target="../ink/ink10.xml"/><Relationship Id="rId170" Type="http://schemas.openxmlformats.org/officeDocument/2006/relationships/image" Target="../media/image84.png"/><Relationship Id="rId268" Type="http://schemas.openxmlformats.org/officeDocument/2006/relationships/image" Target="../media/image133.png"/><Relationship Id="rId475" Type="http://schemas.openxmlformats.org/officeDocument/2006/relationships/customXml" Target="../ink/ink237.xml"/><Relationship Id="rId682" Type="http://schemas.openxmlformats.org/officeDocument/2006/relationships/image" Target="../media/image340.png"/><Relationship Id="rId128" Type="http://schemas.openxmlformats.org/officeDocument/2006/relationships/image" Target="../media/image63.png"/><Relationship Id="rId335" Type="http://schemas.openxmlformats.org/officeDocument/2006/relationships/customXml" Target="../ink/ink167.xml"/><Relationship Id="rId542" Type="http://schemas.openxmlformats.org/officeDocument/2006/relationships/image" Target="../media/image270.png"/><Relationship Id="rId987" Type="http://schemas.openxmlformats.org/officeDocument/2006/relationships/image" Target="../media/image492.png"/><Relationship Id="rId402" Type="http://schemas.openxmlformats.org/officeDocument/2006/relationships/image" Target="../media/image200.png"/><Relationship Id="rId847" Type="http://schemas.openxmlformats.org/officeDocument/2006/relationships/customXml" Target="../ink/ink423.xml"/><Relationship Id="rId1032" Type="http://schemas.openxmlformats.org/officeDocument/2006/relationships/image" Target="../media/image514.png"/><Relationship Id="rId707" Type="http://schemas.openxmlformats.org/officeDocument/2006/relationships/customXml" Target="../ink/ink353.xml"/><Relationship Id="rId914" Type="http://schemas.openxmlformats.org/officeDocument/2006/relationships/image" Target="../media/image456.png"/><Relationship Id="rId43" Type="http://schemas.openxmlformats.org/officeDocument/2006/relationships/customXml" Target="../ink/ink21.xml"/><Relationship Id="rId192" Type="http://schemas.openxmlformats.org/officeDocument/2006/relationships/image" Target="../media/image95.png"/><Relationship Id="rId497" Type="http://schemas.openxmlformats.org/officeDocument/2006/relationships/customXml" Target="../ink/ink248.xml"/><Relationship Id="rId357" Type="http://schemas.openxmlformats.org/officeDocument/2006/relationships/customXml" Target="../ink/ink178.xml"/><Relationship Id="rId217" Type="http://schemas.openxmlformats.org/officeDocument/2006/relationships/customXml" Target="../ink/ink108.xml"/><Relationship Id="rId564" Type="http://schemas.openxmlformats.org/officeDocument/2006/relationships/image" Target="../media/image281.png"/><Relationship Id="rId771" Type="http://schemas.openxmlformats.org/officeDocument/2006/relationships/customXml" Target="../ink/ink385.xml"/><Relationship Id="rId869" Type="http://schemas.openxmlformats.org/officeDocument/2006/relationships/customXml" Target="../ink/ink434.xml"/><Relationship Id="rId424" Type="http://schemas.openxmlformats.org/officeDocument/2006/relationships/image" Target="../media/image211.png"/><Relationship Id="rId631" Type="http://schemas.openxmlformats.org/officeDocument/2006/relationships/customXml" Target="../ink/ink315.xml"/><Relationship Id="rId729" Type="http://schemas.openxmlformats.org/officeDocument/2006/relationships/customXml" Target="../ink/ink364.xml"/><Relationship Id="rId1054" Type="http://schemas.openxmlformats.org/officeDocument/2006/relationships/image" Target="../media/image525.png"/><Relationship Id="rId936" Type="http://schemas.openxmlformats.org/officeDocument/2006/relationships/image" Target="../media/image467.png"/><Relationship Id="rId1121" Type="http://schemas.openxmlformats.org/officeDocument/2006/relationships/customXml" Target="../ink/ink561.xml"/><Relationship Id="rId65" Type="http://schemas.openxmlformats.org/officeDocument/2006/relationships/customXml" Target="../ink/ink32.xml"/><Relationship Id="rId281" Type="http://schemas.openxmlformats.org/officeDocument/2006/relationships/customXml" Target="../ink/ink140.xml"/><Relationship Id="rId141" Type="http://schemas.openxmlformats.org/officeDocument/2006/relationships/customXml" Target="../ink/ink70.xml"/><Relationship Id="rId379" Type="http://schemas.openxmlformats.org/officeDocument/2006/relationships/customXml" Target="../ink/ink189.xml"/><Relationship Id="rId586" Type="http://schemas.openxmlformats.org/officeDocument/2006/relationships/image" Target="../media/image292.png"/><Relationship Id="rId793" Type="http://schemas.openxmlformats.org/officeDocument/2006/relationships/customXml" Target="../ink/ink396.xml"/><Relationship Id="rId7" Type="http://schemas.openxmlformats.org/officeDocument/2006/relationships/customXml" Target="../ink/ink3.xml"/><Relationship Id="rId239" Type="http://schemas.openxmlformats.org/officeDocument/2006/relationships/customXml" Target="../ink/ink119.xml"/><Relationship Id="rId446" Type="http://schemas.openxmlformats.org/officeDocument/2006/relationships/image" Target="../media/image222.png"/><Relationship Id="rId653" Type="http://schemas.openxmlformats.org/officeDocument/2006/relationships/customXml" Target="../ink/ink326.xml"/><Relationship Id="rId1076" Type="http://schemas.openxmlformats.org/officeDocument/2006/relationships/image" Target="../media/image536.png"/><Relationship Id="rId306" Type="http://schemas.openxmlformats.org/officeDocument/2006/relationships/image" Target="../media/image152.png"/><Relationship Id="rId860" Type="http://schemas.openxmlformats.org/officeDocument/2006/relationships/image" Target="../media/image429.png"/><Relationship Id="rId958" Type="http://schemas.openxmlformats.org/officeDocument/2006/relationships/image" Target="../media/image478.png"/><Relationship Id="rId87" Type="http://schemas.openxmlformats.org/officeDocument/2006/relationships/customXml" Target="../ink/ink43.xml"/><Relationship Id="rId513" Type="http://schemas.openxmlformats.org/officeDocument/2006/relationships/customXml" Target="../ink/ink256.xml"/><Relationship Id="rId720" Type="http://schemas.openxmlformats.org/officeDocument/2006/relationships/image" Target="../media/image359.png"/><Relationship Id="rId818" Type="http://schemas.openxmlformats.org/officeDocument/2006/relationships/image" Target="../media/image408.png"/><Relationship Id="rId1003" Type="http://schemas.openxmlformats.org/officeDocument/2006/relationships/image" Target="../media/image500.png"/><Relationship Id="rId14" Type="http://schemas.openxmlformats.org/officeDocument/2006/relationships/image" Target="../media/image6.png"/><Relationship Id="rId163" Type="http://schemas.openxmlformats.org/officeDocument/2006/relationships/customXml" Target="../ink/ink81.xml"/><Relationship Id="rId370" Type="http://schemas.openxmlformats.org/officeDocument/2006/relationships/image" Target="../media/image184.png"/><Relationship Id="rId230" Type="http://schemas.openxmlformats.org/officeDocument/2006/relationships/image" Target="../media/image114.png"/><Relationship Id="rId468" Type="http://schemas.openxmlformats.org/officeDocument/2006/relationships/image" Target="../media/image233.png"/><Relationship Id="rId675" Type="http://schemas.openxmlformats.org/officeDocument/2006/relationships/customXml" Target="../ink/ink337.xml"/><Relationship Id="rId882" Type="http://schemas.openxmlformats.org/officeDocument/2006/relationships/image" Target="../media/image440.png"/><Relationship Id="rId1098" Type="http://schemas.openxmlformats.org/officeDocument/2006/relationships/image" Target="../media/image547.png"/><Relationship Id="rId25" Type="http://schemas.openxmlformats.org/officeDocument/2006/relationships/customXml" Target="../ink/ink12.xml"/><Relationship Id="rId328" Type="http://schemas.openxmlformats.org/officeDocument/2006/relationships/image" Target="../media/image163.png"/><Relationship Id="rId535" Type="http://schemas.openxmlformats.org/officeDocument/2006/relationships/customXml" Target="../ink/ink267.xml"/><Relationship Id="rId742" Type="http://schemas.openxmlformats.org/officeDocument/2006/relationships/image" Target="../media/image370.png"/><Relationship Id="rId174" Type="http://schemas.openxmlformats.org/officeDocument/2006/relationships/image" Target="../media/image86.png"/><Relationship Id="rId381" Type="http://schemas.openxmlformats.org/officeDocument/2006/relationships/customXml" Target="../ink/ink190.xml"/><Relationship Id="rId602" Type="http://schemas.openxmlformats.org/officeDocument/2006/relationships/image" Target="../media/image300.png"/><Relationship Id="rId1025" Type="http://schemas.openxmlformats.org/officeDocument/2006/relationships/image" Target="../media/image511.png"/><Relationship Id="rId241" Type="http://schemas.openxmlformats.org/officeDocument/2006/relationships/customXml" Target="../ink/ink120.xml"/><Relationship Id="rId479" Type="http://schemas.openxmlformats.org/officeDocument/2006/relationships/customXml" Target="../ink/ink239.xml"/><Relationship Id="rId686" Type="http://schemas.openxmlformats.org/officeDocument/2006/relationships/image" Target="../media/image342.png"/><Relationship Id="rId893" Type="http://schemas.openxmlformats.org/officeDocument/2006/relationships/customXml" Target="../ink/ink446.xml"/><Relationship Id="rId907" Type="http://schemas.openxmlformats.org/officeDocument/2006/relationships/customXml" Target="../ink/ink453.xml"/><Relationship Id="rId36" Type="http://schemas.openxmlformats.org/officeDocument/2006/relationships/image" Target="../media/image17.png"/><Relationship Id="rId339" Type="http://schemas.openxmlformats.org/officeDocument/2006/relationships/customXml" Target="../ink/ink169.xml"/><Relationship Id="rId546" Type="http://schemas.openxmlformats.org/officeDocument/2006/relationships/image" Target="../media/image272.png"/><Relationship Id="rId753" Type="http://schemas.openxmlformats.org/officeDocument/2006/relationships/customXml" Target="../ink/ink376.xml"/><Relationship Id="rId101" Type="http://schemas.openxmlformats.org/officeDocument/2006/relationships/customXml" Target="../ink/ink50.xml"/><Relationship Id="rId185" Type="http://schemas.openxmlformats.org/officeDocument/2006/relationships/customXml" Target="../ink/ink92.xml"/><Relationship Id="rId406" Type="http://schemas.openxmlformats.org/officeDocument/2006/relationships/image" Target="../media/image202.png"/><Relationship Id="rId960" Type="http://schemas.openxmlformats.org/officeDocument/2006/relationships/customXml" Target="../ink/ink480.xml"/><Relationship Id="rId1036" Type="http://schemas.openxmlformats.org/officeDocument/2006/relationships/image" Target="../media/image516.png"/><Relationship Id="rId392" Type="http://schemas.openxmlformats.org/officeDocument/2006/relationships/image" Target="../media/image195.png"/><Relationship Id="rId613" Type="http://schemas.openxmlformats.org/officeDocument/2006/relationships/customXml" Target="../ink/ink306.xml"/><Relationship Id="rId697" Type="http://schemas.openxmlformats.org/officeDocument/2006/relationships/customXml" Target="../ink/ink348.xml"/><Relationship Id="rId820" Type="http://schemas.openxmlformats.org/officeDocument/2006/relationships/image" Target="../media/image409.png"/><Relationship Id="rId918" Type="http://schemas.openxmlformats.org/officeDocument/2006/relationships/image" Target="../media/image458.png"/><Relationship Id="rId252" Type="http://schemas.openxmlformats.org/officeDocument/2006/relationships/image" Target="../media/image125.png"/><Relationship Id="rId1103" Type="http://schemas.openxmlformats.org/officeDocument/2006/relationships/customXml" Target="../ink/ink552.xml"/><Relationship Id="rId47" Type="http://schemas.openxmlformats.org/officeDocument/2006/relationships/customXml" Target="../ink/ink23.xml"/><Relationship Id="rId112" Type="http://schemas.openxmlformats.org/officeDocument/2006/relationships/image" Target="../media/image55.png"/><Relationship Id="rId557" Type="http://schemas.openxmlformats.org/officeDocument/2006/relationships/customXml" Target="../ink/ink278.xml"/><Relationship Id="rId764" Type="http://schemas.openxmlformats.org/officeDocument/2006/relationships/image" Target="../media/image381.png"/><Relationship Id="rId971" Type="http://schemas.openxmlformats.org/officeDocument/2006/relationships/image" Target="../media/image484.png"/><Relationship Id="rId196" Type="http://schemas.openxmlformats.org/officeDocument/2006/relationships/image" Target="../media/image97.png"/><Relationship Id="rId417" Type="http://schemas.openxmlformats.org/officeDocument/2006/relationships/customXml" Target="../ink/ink208.xml"/><Relationship Id="rId624" Type="http://schemas.openxmlformats.org/officeDocument/2006/relationships/image" Target="../media/image311.png"/><Relationship Id="rId831" Type="http://schemas.openxmlformats.org/officeDocument/2006/relationships/customXml" Target="../ink/ink415.xml"/><Relationship Id="rId1047" Type="http://schemas.openxmlformats.org/officeDocument/2006/relationships/customXml" Target="../ink/ink524.xml"/><Relationship Id="rId263" Type="http://schemas.openxmlformats.org/officeDocument/2006/relationships/customXml" Target="../ink/ink131.xml"/><Relationship Id="rId470" Type="http://schemas.openxmlformats.org/officeDocument/2006/relationships/image" Target="../media/image234.png"/><Relationship Id="rId929" Type="http://schemas.openxmlformats.org/officeDocument/2006/relationships/customXml" Target="../ink/ink464.xml"/><Relationship Id="rId1114" Type="http://schemas.openxmlformats.org/officeDocument/2006/relationships/image" Target="../media/image555.png"/><Relationship Id="rId58" Type="http://schemas.openxmlformats.org/officeDocument/2006/relationships/image" Target="../media/image28.png"/><Relationship Id="rId123" Type="http://schemas.openxmlformats.org/officeDocument/2006/relationships/customXml" Target="../ink/ink61.xml"/><Relationship Id="rId330" Type="http://schemas.openxmlformats.org/officeDocument/2006/relationships/image" Target="../media/image164.png"/><Relationship Id="rId568" Type="http://schemas.openxmlformats.org/officeDocument/2006/relationships/image" Target="../media/image283.png"/><Relationship Id="rId775" Type="http://schemas.openxmlformats.org/officeDocument/2006/relationships/customXml" Target="../ink/ink387.xml"/><Relationship Id="rId982" Type="http://schemas.openxmlformats.org/officeDocument/2006/relationships/customXml" Target="../ink/ink491.xml"/><Relationship Id="rId428" Type="http://schemas.openxmlformats.org/officeDocument/2006/relationships/image" Target="../media/image213.png"/><Relationship Id="rId635" Type="http://schemas.openxmlformats.org/officeDocument/2006/relationships/customXml" Target="../ink/ink317.xml"/><Relationship Id="rId842" Type="http://schemas.openxmlformats.org/officeDocument/2006/relationships/image" Target="../media/image420.png"/><Relationship Id="rId1058" Type="http://schemas.openxmlformats.org/officeDocument/2006/relationships/image" Target="../media/image527.png"/><Relationship Id="rId274" Type="http://schemas.openxmlformats.org/officeDocument/2006/relationships/image" Target="../media/image136.png"/><Relationship Id="rId481" Type="http://schemas.openxmlformats.org/officeDocument/2006/relationships/customXml" Target="../ink/ink240.xml"/><Relationship Id="rId702" Type="http://schemas.openxmlformats.org/officeDocument/2006/relationships/image" Target="../media/image350.png"/><Relationship Id="rId69" Type="http://schemas.openxmlformats.org/officeDocument/2006/relationships/customXml" Target="../ink/ink34.xml"/><Relationship Id="rId134" Type="http://schemas.openxmlformats.org/officeDocument/2006/relationships/image" Target="../media/image66.png"/><Relationship Id="rId579" Type="http://schemas.openxmlformats.org/officeDocument/2006/relationships/customXml" Target="../ink/ink289.xml"/><Relationship Id="rId786" Type="http://schemas.openxmlformats.org/officeDocument/2006/relationships/image" Target="../media/image392.png"/><Relationship Id="rId993" Type="http://schemas.openxmlformats.org/officeDocument/2006/relationships/image" Target="../media/image495.png"/><Relationship Id="rId341" Type="http://schemas.openxmlformats.org/officeDocument/2006/relationships/customXml" Target="../ink/ink170.xml"/><Relationship Id="rId439" Type="http://schemas.openxmlformats.org/officeDocument/2006/relationships/customXml" Target="../ink/ink219.xml"/><Relationship Id="rId646" Type="http://schemas.openxmlformats.org/officeDocument/2006/relationships/image" Target="../media/image322.png"/><Relationship Id="rId1069" Type="http://schemas.openxmlformats.org/officeDocument/2006/relationships/customXml" Target="../ink/ink535.xml"/><Relationship Id="rId201" Type="http://schemas.openxmlformats.org/officeDocument/2006/relationships/customXml" Target="../ink/ink100.xml"/><Relationship Id="rId285" Type="http://schemas.openxmlformats.org/officeDocument/2006/relationships/customXml" Target="../ink/ink142.xml"/><Relationship Id="rId506" Type="http://schemas.openxmlformats.org/officeDocument/2006/relationships/image" Target="../media/image252.png"/><Relationship Id="rId853" Type="http://schemas.openxmlformats.org/officeDocument/2006/relationships/customXml" Target="../ink/ink426.xml"/><Relationship Id="rId492" Type="http://schemas.openxmlformats.org/officeDocument/2006/relationships/image" Target="../media/image245.png"/><Relationship Id="rId713" Type="http://schemas.openxmlformats.org/officeDocument/2006/relationships/customXml" Target="../ink/ink356.xml"/><Relationship Id="rId797" Type="http://schemas.openxmlformats.org/officeDocument/2006/relationships/customXml" Target="../ink/ink398.xml"/><Relationship Id="rId920" Type="http://schemas.openxmlformats.org/officeDocument/2006/relationships/image" Target="../media/image459.png"/><Relationship Id="rId145" Type="http://schemas.openxmlformats.org/officeDocument/2006/relationships/customXml" Target="../ink/ink72.xml"/><Relationship Id="rId352" Type="http://schemas.openxmlformats.org/officeDocument/2006/relationships/image" Target="../media/image175.png"/><Relationship Id="rId212" Type="http://schemas.openxmlformats.org/officeDocument/2006/relationships/image" Target="../media/image105.png"/><Relationship Id="rId657" Type="http://schemas.openxmlformats.org/officeDocument/2006/relationships/customXml" Target="../ink/ink328.xml"/><Relationship Id="rId864" Type="http://schemas.openxmlformats.org/officeDocument/2006/relationships/image" Target="../media/image431.png"/><Relationship Id="rId296" Type="http://schemas.openxmlformats.org/officeDocument/2006/relationships/image" Target="../media/image147.png"/><Relationship Id="rId517" Type="http://schemas.openxmlformats.org/officeDocument/2006/relationships/customXml" Target="../ink/ink258.xml"/><Relationship Id="rId724" Type="http://schemas.openxmlformats.org/officeDocument/2006/relationships/image" Target="../media/image361.png"/><Relationship Id="rId931" Type="http://schemas.openxmlformats.org/officeDocument/2006/relationships/customXml" Target="../ink/ink465.xml"/><Relationship Id="rId60" Type="http://schemas.openxmlformats.org/officeDocument/2006/relationships/image" Target="../media/image29.png"/><Relationship Id="rId156" Type="http://schemas.openxmlformats.org/officeDocument/2006/relationships/image" Target="../media/image77.png"/><Relationship Id="rId363" Type="http://schemas.openxmlformats.org/officeDocument/2006/relationships/customXml" Target="../ink/ink181.xml"/><Relationship Id="rId570" Type="http://schemas.openxmlformats.org/officeDocument/2006/relationships/image" Target="../media/image284.png"/><Relationship Id="rId1007" Type="http://schemas.openxmlformats.org/officeDocument/2006/relationships/image" Target="../media/image502.png"/><Relationship Id="rId223" Type="http://schemas.openxmlformats.org/officeDocument/2006/relationships/customXml" Target="../ink/ink111.xml"/><Relationship Id="rId430" Type="http://schemas.openxmlformats.org/officeDocument/2006/relationships/image" Target="../media/image214.png"/><Relationship Id="rId668" Type="http://schemas.openxmlformats.org/officeDocument/2006/relationships/image" Target="../media/image333.png"/><Relationship Id="rId875" Type="http://schemas.openxmlformats.org/officeDocument/2006/relationships/customXml" Target="../ink/ink437.xml"/><Relationship Id="rId1060" Type="http://schemas.openxmlformats.org/officeDocument/2006/relationships/image" Target="../media/image528.png"/><Relationship Id="rId18" Type="http://schemas.openxmlformats.org/officeDocument/2006/relationships/image" Target="../media/image8.png"/><Relationship Id="rId528" Type="http://schemas.openxmlformats.org/officeDocument/2006/relationships/image" Target="../media/image263.png"/><Relationship Id="rId735" Type="http://schemas.openxmlformats.org/officeDocument/2006/relationships/customXml" Target="../ink/ink367.xml"/><Relationship Id="rId942" Type="http://schemas.openxmlformats.org/officeDocument/2006/relationships/image" Target="../media/image470.png"/><Relationship Id="rId167" Type="http://schemas.openxmlformats.org/officeDocument/2006/relationships/customXml" Target="../ink/ink83.xml"/><Relationship Id="rId374" Type="http://schemas.openxmlformats.org/officeDocument/2006/relationships/image" Target="../media/image186.png"/><Relationship Id="rId581" Type="http://schemas.openxmlformats.org/officeDocument/2006/relationships/customXml" Target="../ink/ink290.xml"/><Relationship Id="rId1018" Type="http://schemas.openxmlformats.org/officeDocument/2006/relationships/customXml" Target="../ink/ink509.xml"/><Relationship Id="rId71" Type="http://schemas.openxmlformats.org/officeDocument/2006/relationships/customXml" Target="../ink/ink35.xml"/><Relationship Id="rId234" Type="http://schemas.openxmlformats.org/officeDocument/2006/relationships/image" Target="../media/image116.png"/><Relationship Id="rId679" Type="http://schemas.openxmlformats.org/officeDocument/2006/relationships/customXml" Target="../ink/ink339.xml"/><Relationship Id="rId802" Type="http://schemas.openxmlformats.org/officeDocument/2006/relationships/image" Target="../media/image400.png"/><Relationship Id="rId886" Type="http://schemas.openxmlformats.org/officeDocument/2006/relationships/image" Target="../media/image442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4.xml"/><Relationship Id="rId441" Type="http://schemas.openxmlformats.org/officeDocument/2006/relationships/customXml" Target="../ink/ink220.xml"/><Relationship Id="rId539" Type="http://schemas.openxmlformats.org/officeDocument/2006/relationships/customXml" Target="../ink/ink269.xml"/><Relationship Id="rId746" Type="http://schemas.openxmlformats.org/officeDocument/2006/relationships/image" Target="../media/image372.png"/><Relationship Id="rId1071" Type="http://schemas.openxmlformats.org/officeDocument/2006/relationships/customXml" Target="../ink/ink536.xml"/><Relationship Id="rId178" Type="http://schemas.openxmlformats.org/officeDocument/2006/relationships/image" Target="../media/image88.png"/><Relationship Id="rId301" Type="http://schemas.openxmlformats.org/officeDocument/2006/relationships/customXml" Target="../ink/ink150.xml"/><Relationship Id="rId953" Type="http://schemas.openxmlformats.org/officeDocument/2006/relationships/customXml" Target="../ink/ink476.xml"/><Relationship Id="rId1029" Type="http://schemas.openxmlformats.org/officeDocument/2006/relationships/customXml" Target="../ink/ink515.xml"/><Relationship Id="rId82" Type="http://schemas.openxmlformats.org/officeDocument/2006/relationships/image" Target="../media/image40.png"/><Relationship Id="rId385" Type="http://schemas.openxmlformats.org/officeDocument/2006/relationships/customXml" Target="../ink/ink192.xml"/><Relationship Id="rId592" Type="http://schemas.openxmlformats.org/officeDocument/2006/relationships/image" Target="../media/image295.png"/><Relationship Id="rId606" Type="http://schemas.openxmlformats.org/officeDocument/2006/relationships/image" Target="../media/image302.png"/><Relationship Id="rId813" Type="http://schemas.openxmlformats.org/officeDocument/2006/relationships/customXml" Target="../ink/ink406.xml"/><Relationship Id="rId245" Type="http://schemas.openxmlformats.org/officeDocument/2006/relationships/customXml" Target="../ink/ink122.xml"/><Relationship Id="rId452" Type="http://schemas.openxmlformats.org/officeDocument/2006/relationships/image" Target="../media/image225.png"/><Relationship Id="rId897" Type="http://schemas.openxmlformats.org/officeDocument/2006/relationships/customXml" Target="../ink/ink448.xml"/><Relationship Id="rId1082" Type="http://schemas.openxmlformats.org/officeDocument/2006/relationships/image" Target="../media/image539.png"/><Relationship Id="rId105" Type="http://schemas.openxmlformats.org/officeDocument/2006/relationships/customXml" Target="../ink/ink52.xml"/><Relationship Id="rId312" Type="http://schemas.openxmlformats.org/officeDocument/2006/relationships/image" Target="../media/image155.png"/><Relationship Id="rId757" Type="http://schemas.openxmlformats.org/officeDocument/2006/relationships/customXml" Target="../ink/ink378.xml"/><Relationship Id="rId964" Type="http://schemas.openxmlformats.org/officeDocument/2006/relationships/customXml" Target="../ink/ink482.xml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96" Type="http://schemas.openxmlformats.org/officeDocument/2006/relationships/image" Target="../media/image197.png"/><Relationship Id="rId617" Type="http://schemas.openxmlformats.org/officeDocument/2006/relationships/customXml" Target="../ink/ink308.xml"/><Relationship Id="rId824" Type="http://schemas.openxmlformats.org/officeDocument/2006/relationships/image" Target="../media/image411.png"/><Relationship Id="rId256" Type="http://schemas.openxmlformats.org/officeDocument/2006/relationships/image" Target="../media/image127.png"/><Relationship Id="rId463" Type="http://schemas.openxmlformats.org/officeDocument/2006/relationships/customXml" Target="../ink/ink231.xml"/><Relationship Id="rId670" Type="http://schemas.openxmlformats.org/officeDocument/2006/relationships/image" Target="../media/image334.png"/><Relationship Id="rId1093" Type="http://schemas.openxmlformats.org/officeDocument/2006/relationships/customXml" Target="../ink/ink547.xml"/><Relationship Id="rId1107" Type="http://schemas.openxmlformats.org/officeDocument/2006/relationships/customXml" Target="../ink/ink554.xml"/><Relationship Id="rId116" Type="http://schemas.openxmlformats.org/officeDocument/2006/relationships/image" Target="../media/image57.png"/><Relationship Id="rId323" Type="http://schemas.openxmlformats.org/officeDocument/2006/relationships/customXml" Target="../ink/ink161.xml"/><Relationship Id="rId530" Type="http://schemas.openxmlformats.org/officeDocument/2006/relationships/image" Target="../media/image264.png"/><Relationship Id="rId768" Type="http://schemas.openxmlformats.org/officeDocument/2006/relationships/image" Target="../media/image383.png"/><Relationship Id="rId975" Type="http://schemas.openxmlformats.org/officeDocument/2006/relationships/image" Target="../media/image486.png"/><Relationship Id="rId20" Type="http://schemas.openxmlformats.org/officeDocument/2006/relationships/image" Target="../media/image9.png"/><Relationship Id="rId628" Type="http://schemas.openxmlformats.org/officeDocument/2006/relationships/image" Target="../media/image313.png"/><Relationship Id="rId835" Type="http://schemas.openxmlformats.org/officeDocument/2006/relationships/customXml" Target="../ink/ink417.xml"/><Relationship Id="rId267" Type="http://schemas.openxmlformats.org/officeDocument/2006/relationships/customXml" Target="../ink/ink133.xml"/><Relationship Id="rId474" Type="http://schemas.openxmlformats.org/officeDocument/2006/relationships/image" Target="../media/image236.png"/><Relationship Id="rId1020" Type="http://schemas.openxmlformats.org/officeDocument/2006/relationships/customXml" Target="../ink/ink510.xml"/><Relationship Id="rId1118" Type="http://schemas.openxmlformats.org/officeDocument/2006/relationships/image" Target="../media/image557.png"/><Relationship Id="rId127" Type="http://schemas.openxmlformats.org/officeDocument/2006/relationships/customXml" Target="../ink/ink63.xml"/><Relationship Id="rId681" Type="http://schemas.openxmlformats.org/officeDocument/2006/relationships/customXml" Target="../ink/ink340.xml"/><Relationship Id="rId779" Type="http://schemas.openxmlformats.org/officeDocument/2006/relationships/customXml" Target="../ink/ink389.xml"/><Relationship Id="rId902" Type="http://schemas.openxmlformats.org/officeDocument/2006/relationships/image" Target="../media/image450.png"/><Relationship Id="rId986" Type="http://schemas.openxmlformats.org/officeDocument/2006/relationships/customXml" Target="../ink/ink493.xml"/><Relationship Id="rId31" Type="http://schemas.openxmlformats.org/officeDocument/2006/relationships/customXml" Target="../ink/ink15.xml"/><Relationship Id="rId334" Type="http://schemas.openxmlformats.org/officeDocument/2006/relationships/image" Target="../media/image166.png"/><Relationship Id="rId541" Type="http://schemas.openxmlformats.org/officeDocument/2006/relationships/customXml" Target="../ink/ink270.xml"/><Relationship Id="rId639" Type="http://schemas.openxmlformats.org/officeDocument/2006/relationships/customXml" Target="../ink/ink319.xml"/><Relationship Id="rId180" Type="http://schemas.openxmlformats.org/officeDocument/2006/relationships/image" Target="../media/image89.png"/><Relationship Id="rId278" Type="http://schemas.openxmlformats.org/officeDocument/2006/relationships/image" Target="../media/image138.png"/><Relationship Id="rId401" Type="http://schemas.openxmlformats.org/officeDocument/2006/relationships/customXml" Target="../ink/ink200.xml"/><Relationship Id="rId846" Type="http://schemas.openxmlformats.org/officeDocument/2006/relationships/image" Target="../media/image422.png"/><Relationship Id="rId1031" Type="http://schemas.openxmlformats.org/officeDocument/2006/relationships/customXml" Target="../ink/ink516.xml"/><Relationship Id="rId485" Type="http://schemas.openxmlformats.org/officeDocument/2006/relationships/customXml" Target="../ink/ink242.xml"/><Relationship Id="rId692" Type="http://schemas.openxmlformats.org/officeDocument/2006/relationships/image" Target="../media/image345.png"/><Relationship Id="rId706" Type="http://schemas.openxmlformats.org/officeDocument/2006/relationships/image" Target="../media/image352.png"/><Relationship Id="rId913" Type="http://schemas.openxmlformats.org/officeDocument/2006/relationships/customXml" Target="../ink/ink456.xml"/><Relationship Id="rId42" Type="http://schemas.openxmlformats.org/officeDocument/2006/relationships/image" Target="../media/image20.png"/><Relationship Id="rId138" Type="http://schemas.openxmlformats.org/officeDocument/2006/relationships/image" Target="../media/image68.png"/><Relationship Id="rId345" Type="http://schemas.openxmlformats.org/officeDocument/2006/relationships/customXml" Target="../ink/ink172.xml"/><Relationship Id="rId552" Type="http://schemas.openxmlformats.org/officeDocument/2006/relationships/image" Target="../media/image275.png"/><Relationship Id="rId997" Type="http://schemas.openxmlformats.org/officeDocument/2006/relationships/image" Target="../media/image497.png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412" Type="http://schemas.openxmlformats.org/officeDocument/2006/relationships/image" Target="../media/image205.png"/><Relationship Id="rId857" Type="http://schemas.openxmlformats.org/officeDocument/2006/relationships/customXml" Target="../ink/ink428.xml"/><Relationship Id="rId1042" Type="http://schemas.openxmlformats.org/officeDocument/2006/relationships/image" Target="../media/image519.png"/><Relationship Id="rId289" Type="http://schemas.openxmlformats.org/officeDocument/2006/relationships/customXml" Target="../ink/ink144.xml"/><Relationship Id="rId496" Type="http://schemas.openxmlformats.org/officeDocument/2006/relationships/image" Target="../media/image247.png"/><Relationship Id="rId717" Type="http://schemas.openxmlformats.org/officeDocument/2006/relationships/customXml" Target="../ink/ink358.xml"/><Relationship Id="rId924" Type="http://schemas.openxmlformats.org/officeDocument/2006/relationships/image" Target="../media/image461.png"/><Relationship Id="rId53" Type="http://schemas.openxmlformats.org/officeDocument/2006/relationships/customXml" Target="../ink/ink26.xml"/><Relationship Id="rId149" Type="http://schemas.openxmlformats.org/officeDocument/2006/relationships/customXml" Target="../ink/ink74.xml"/><Relationship Id="rId356" Type="http://schemas.openxmlformats.org/officeDocument/2006/relationships/image" Target="../media/image177.png"/><Relationship Id="rId563" Type="http://schemas.openxmlformats.org/officeDocument/2006/relationships/customXml" Target="../ink/ink281.xml"/><Relationship Id="rId770" Type="http://schemas.openxmlformats.org/officeDocument/2006/relationships/image" Target="../media/image384.png"/><Relationship Id="rId216" Type="http://schemas.openxmlformats.org/officeDocument/2006/relationships/image" Target="../media/image107.png"/><Relationship Id="rId423" Type="http://schemas.openxmlformats.org/officeDocument/2006/relationships/customXml" Target="../ink/ink211.xml"/><Relationship Id="rId868" Type="http://schemas.openxmlformats.org/officeDocument/2006/relationships/image" Target="../media/image433.png"/><Relationship Id="rId1053" Type="http://schemas.openxmlformats.org/officeDocument/2006/relationships/customXml" Target="../ink/ink527.xml"/><Relationship Id="rId630" Type="http://schemas.openxmlformats.org/officeDocument/2006/relationships/image" Target="../media/image314.png"/><Relationship Id="rId728" Type="http://schemas.openxmlformats.org/officeDocument/2006/relationships/image" Target="../media/image363.png"/><Relationship Id="rId935" Type="http://schemas.openxmlformats.org/officeDocument/2006/relationships/customXml" Target="../ink/ink467.xml"/><Relationship Id="rId64" Type="http://schemas.openxmlformats.org/officeDocument/2006/relationships/image" Target="../media/image31.png"/><Relationship Id="rId367" Type="http://schemas.openxmlformats.org/officeDocument/2006/relationships/customXml" Target="../ink/ink183.xml"/><Relationship Id="rId574" Type="http://schemas.openxmlformats.org/officeDocument/2006/relationships/image" Target="../media/image286.png"/><Relationship Id="rId1120" Type="http://schemas.openxmlformats.org/officeDocument/2006/relationships/image" Target="../media/image558.png"/><Relationship Id="rId227" Type="http://schemas.openxmlformats.org/officeDocument/2006/relationships/customXml" Target="../ink/ink113.xml"/><Relationship Id="rId781" Type="http://schemas.openxmlformats.org/officeDocument/2006/relationships/customXml" Target="../ink/ink390.xml"/><Relationship Id="rId879" Type="http://schemas.openxmlformats.org/officeDocument/2006/relationships/customXml" Target="../ink/ink439.xml"/><Relationship Id="rId434" Type="http://schemas.openxmlformats.org/officeDocument/2006/relationships/image" Target="../media/image216.png"/><Relationship Id="rId641" Type="http://schemas.openxmlformats.org/officeDocument/2006/relationships/customXml" Target="../ink/ink320.xml"/><Relationship Id="rId739" Type="http://schemas.openxmlformats.org/officeDocument/2006/relationships/customXml" Target="../ink/ink369.xml"/><Relationship Id="rId1064" Type="http://schemas.openxmlformats.org/officeDocument/2006/relationships/image" Target="../media/image530.png"/><Relationship Id="rId280" Type="http://schemas.openxmlformats.org/officeDocument/2006/relationships/image" Target="../media/image139.png"/><Relationship Id="rId501" Type="http://schemas.openxmlformats.org/officeDocument/2006/relationships/customXml" Target="../ink/ink250.xml"/><Relationship Id="rId946" Type="http://schemas.openxmlformats.org/officeDocument/2006/relationships/image" Target="../media/image472.png"/><Relationship Id="rId75" Type="http://schemas.openxmlformats.org/officeDocument/2006/relationships/customXml" Target="../ink/ink37.xml"/><Relationship Id="rId140" Type="http://schemas.openxmlformats.org/officeDocument/2006/relationships/image" Target="../media/image69.png"/><Relationship Id="rId378" Type="http://schemas.openxmlformats.org/officeDocument/2006/relationships/image" Target="../media/image188.png"/><Relationship Id="rId585" Type="http://schemas.openxmlformats.org/officeDocument/2006/relationships/customXml" Target="../ink/ink292.xml"/><Relationship Id="rId792" Type="http://schemas.openxmlformats.org/officeDocument/2006/relationships/image" Target="../media/image395.png"/><Relationship Id="rId806" Type="http://schemas.openxmlformats.org/officeDocument/2006/relationships/image" Target="../media/image402.png"/><Relationship Id="rId6" Type="http://schemas.openxmlformats.org/officeDocument/2006/relationships/image" Target="../media/image2.png"/><Relationship Id="rId238" Type="http://schemas.openxmlformats.org/officeDocument/2006/relationships/image" Target="../media/image118.png"/><Relationship Id="rId445" Type="http://schemas.openxmlformats.org/officeDocument/2006/relationships/customXml" Target="../ink/ink222.xml"/><Relationship Id="rId652" Type="http://schemas.openxmlformats.org/officeDocument/2006/relationships/image" Target="../media/image325.png"/><Relationship Id="rId1075" Type="http://schemas.openxmlformats.org/officeDocument/2006/relationships/customXml" Target="../ink/ink538.xml"/><Relationship Id="rId291" Type="http://schemas.openxmlformats.org/officeDocument/2006/relationships/customXml" Target="../ink/ink145.xml"/><Relationship Id="rId305" Type="http://schemas.openxmlformats.org/officeDocument/2006/relationships/customXml" Target="../ink/ink152.xml"/><Relationship Id="rId512" Type="http://schemas.openxmlformats.org/officeDocument/2006/relationships/image" Target="../media/image255.png"/><Relationship Id="rId957" Type="http://schemas.openxmlformats.org/officeDocument/2006/relationships/customXml" Target="../ink/ink478.xml"/><Relationship Id="rId86" Type="http://schemas.openxmlformats.org/officeDocument/2006/relationships/image" Target="../media/image42.png"/><Relationship Id="rId151" Type="http://schemas.openxmlformats.org/officeDocument/2006/relationships/customXml" Target="../ink/ink75.xml"/><Relationship Id="rId389" Type="http://schemas.openxmlformats.org/officeDocument/2006/relationships/customXml" Target="../ink/ink194.xml"/><Relationship Id="rId596" Type="http://schemas.openxmlformats.org/officeDocument/2006/relationships/image" Target="../media/image297.png"/><Relationship Id="rId817" Type="http://schemas.openxmlformats.org/officeDocument/2006/relationships/customXml" Target="../ink/ink408.xml"/><Relationship Id="rId1002" Type="http://schemas.openxmlformats.org/officeDocument/2006/relationships/customXml" Target="../ink/ink501.xml"/><Relationship Id="rId249" Type="http://schemas.openxmlformats.org/officeDocument/2006/relationships/customXml" Target="../ink/ink124.xml"/><Relationship Id="rId456" Type="http://schemas.openxmlformats.org/officeDocument/2006/relationships/image" Target="../media/image227.png"/><Relationship Id="rId663" Type="http://schemas.openxmlformats.org/officeDocument/2006/relationships/customXml" Target="../ink/ink331.xml"/><Relationship Id="rId870" Type="http://schemas.openxmlformats.org/officeDocument/2006/relationships/image" Target="../media/image434.png"/><Relationship Id="rId1086" Type="http://schemas.openxmlformats.org/officeDocument/2006/relationships/image" Target="../media/image541.png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316" Type="http://schemas.openxmlformats.org/officeDocument/2006/relationships/image" Target="../media/image157.png"/><Relationship Id="rId523" Type="http://schemas.openxmlformats.org/officeDocument/2006/relationships/customXml" Target="../ink/ink261.xml"/><Relationship Id="rId968" Type="http://schemas.openxmlformats.org/officeDocument/2006/relationships/customXml" Target="../ink/ink484.xml"/><Relationship Id="rId97" Type="http://schemas.openxmlformats.org/officeDocument/2006/relationships/customXml" Target="../ink/ink48.xml"/><Relationship Id="rId730" Type="http://schemas.openxmlformats.org/officeDocument/2006/relationships/image" Target="../media/image364.png"/><Relationship Id="rId828" Type="http://schemas.openxmlformats.org/officeDocument/2006/relationships/image" Target="../media/image413.png"/><Relationship Id="rId1013" Type="http://schemas.openxmlformats.org/officeDocument/2006/relationships/image" Target="../media/image505.png"/><Relationship Id="rId162" Type="http://schemas.openxmlformats.org/officeDocument/2006/relationships/image" Target="../media/image80.png"/><Relationship Id="rId467" Type="http://schemas.openxmlformats.org/officeDocument/2006/relationships/customXml" Target="../ink/ink233.xml"/><Relationship Id="rId1097" Type="http://schemas.openxmlformats.org/officeDocument/2006/relationships/customXml" Target="../ink/ink549.xml"/><Relationship Id="rId674" Type="http://schemas.openxmlformats.org/officeDocument/2006/relationships/image" Target="../media/image336.png"/><Relationship Id="rId881" Type="http://schemas.openxmlformats.org/officeDocument/2006/relationships/customXml" Target="../ink/ink440.xml"/><Relationship Id="rId979" Type="http://schemas.openxmlformats.org/officeDocument/2006/relationships/image" Target="../media/image488.png"/><Relationship Id="rId24" Type="http://schemas.openxmlformats.org/officeDocument/2006/relationships/image" Target="../media/image11.png"/><Relationship Id="rId327" Type="http://schemas.openxmlformats.org/officeDocument/2006/relationships/customXml" Target="../ink/ink163.xml"/><Relationship Id="rId534" Type="http://schemas.openxmlformats.org/officeDocument/2006/relationships/image" Target="../media/image266.png"/><Relationship Id="rId741" Type="http://schemas.openxmlformats.org/officeDocument/2006/relationships/customXml" Target="../ink/ink370.xml"/><Relationship Id="rId839" Type="http://schemas.openxmlformats.org/officeDocument/2006/relationships/customXml" Target="../ink/ink419.xml"/><Relationship Id="rId173" Type="http://schemas.openxmlformats.org/officeDocument/2006/relationships/customXml" Target="../ink/ink86.xml"/><Relationship Id="rId380" Type="http://schemas.openxmlformats.org/officeDocument/2006/relationships/image" Target="../media/image189.png"/><Relationship Id="rId601" Type="http://schemas.openxmlformats.org/officeDocument/2006/relationships/customXml" Target="../ink/ink300.xml"/><Relationship Id="rId1024" Type="http://schemas.openxmlformats.org/officeDocument/2006/relationships/customXml" Target="../ink/ink512.xml"/><Relationship Id="rId240" Type="http://schemas.openxmlformats.org/officeDocument/2006/relationships/image" Target="../media/image119.png"/><Relationship Id="rId478" Type="http://schemas.openxmlformats.org/officeDocument/2006/relationships/image" Target="../media/image238.png"/><Relationship Id="rId685" Type="http://schemas.openxmlformats.org/officeDocument/2006/relationships/customXml" Target="../ink/ink342.xml"/><Relationship Id="rId892" Type="http://schemas.openxmlformats.org/officeDocument/2006/relationships/image" Target="../media/image445.png"/><Relationship Id="rId906" Type="http://schemas.openxmlformats.org/officeDocument/2006/relationships/image" Target="../media/image452.png"/><Relationship Id="rId35" Type="http://schemas.openxmlformats.org/officeDocument/2006/relationships/customXml" Target="../ink/ink17.xml"/><Relationship Id="rId100" Type="http://schemas.openxmlformats.org/officeDocument/2006/relationships/image" Target="../media/image49.png"/><Relationship Id="rId338" Type="http://schemas.openxmlformats.org/officeDocument/2006/relationships/image" Target="../media/image168.png"/><Relationship Id="rId545" Type="http://schemas.openxmlformats.org/officeDocument/2006/relationships/customXml" Target="../ink/ink272.xml"/><Relationship Id="rId752" Type="http://schemas.openxmlformats.org/officeDocument/2006/relationships/image" Target="../media/image375.png"/><Relationship Id="rId184" Type="http://schemas.openxmlformats.org/officeDocument/2006/relationships/image" Target="../media/image91.png"/><Relationship Id="rId391" Type="http://schemas.openxmlformats.org/officeDocument/2006/relationships/customXml" Target="../ink/ink195.xml"/><Relationship Id="rId405" Type="http://schemas.openxmlformats.org/officeDocument/2006/relationships/customXml" Target="../ink/ink202.xml"/><Relationship Id="rId612" Type="http://schemas.openxmlformats.org/officeDocument/2006/relationships/image" Target="../media/image305.png"/><Relationship Id="rId1035" Type="http://schemas.openxmlformats.org/officeDocument/2006/relationships/customXml" Target="../ink/ink518.xml"/><Relationship Id="rId251" Type="http://schemas.openxmlformats.org/officeDocument/2006/relationships/customXml" Target="../ink/ink125.xml"/><Relationship Id="rId489" Type="http://schemas.openxmlformats.org/officeDocument/2006/relationships/customXml" Target="../ink/ink244.xml"/><Relationship Id="rId696" Type="http://schemas.openxmlformats.org/officeDocument/2006/relationships/image" Target="../media/image347.png"/><Relationship Id="rId917" Type="http://schemas.openxmlformats.org/officeDocument/2006/relationships/customXml" Target="../ink/ink458.xml"/><Relationship Id="rId1102" Type="http://schemas.openxmlformats.org/officeDocument/2006/relationships/image" Target="../media/image549.png"/><Relationship Id="rId46" Type="http://schemas.openxmlformats.org/officeDocument/2006/relationships/image" Target="../media/image22.png"/><Relationship Id="rId349" Type="http://schemas.openxmlformats.org/officeDocument/2006/relationships/customXml" Target="../ink/ink174.xml"/><Relationship Id="rId556" Type="http://schemas.openxmlformats.org/officeDocument/2006/relationships/image" Target="../media/image277.png"/><Relationship Id="rId763" Type="http://schemas.openxmlformats.org/officeDocument/2006/relationships/customXml" Target="../ink/ink381.xml"/><Relationship Id="rId111" Type="http://schemas.openxmlformats.org/officeDocument/2006/relationships/customXml" Target="../ink/ink55.xml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416" Type="http://schemas.openxmlformats.org/officeDocument/2006/relationships/image" Target="../media/image207.png"/><Relationship Id="rId970" Type="http://schemas.openxmlformats.org/officeDocument/2006/relationships/customXml" Target="../ink/ink485.xml"/><Relationship Id="rId1046" Type="http://schemas.openxmlformats.org/officeDocument/2006/relationships/image" Target="../media/image521.png"/><Relationship Id="rId623" Type="http://schemas.openxmlformats.org/officeDocument/2006/relationships/customXml" Target="../ink/ink311.xml"/><Relationship Id="rId830" Type="http://schemas.openxmlformats.org/officeDocument/2006/relationships/image" Target="../media/image414.png"/><Relationship Id="rId928" Type="http://schemas.openxmlformats.org/officeDocument/2006/relationships/image" Target="../media/image463.png"/><Relationship Id="rId57" Type="http://schemas.openxmlformats.org/officeDocument/2006/relationships/customXml" Target="../ink/ink28.xml"/><Relationship Id="rId262" Type="http://schemas.openxmlformats.org/officeDocument/2006/relationships/image" Target="../media/image130.png"/><Relationship Id="rId567" Type="http://schemas.openxmlformats.org/officeDocument/2006/relationships/customXml" Target="../ink/ink283.xml"/><Relationship Id="rId1113" Type="http://schemas.openxmlformats.org/officeDocument/2006/relationships/customXml" Target="../ink/ink557.xml"/><Relationship Id="rId122" Type="http://schemas.openxmlformats.org/officeDocument/2006/relationships/image" Target="../media/image60.png"/><Relationship Id="rId774" Type="http://schemas.openxmlformats.org/officeDocument/2006/relationships/image" Target="../media/image386.png"/><Relationship Id="rId981" Type="http://schemas.openxmlformats.org/officeDocument/2006/relationships/image" Target="../media/image489.png"/><Relationship Id="rId1057" Type="http://schemas.openxmlformats.org/officeDocument/2006/relationships/customXml" Target="../ink/ink529.xml"/><Relationship Id="rId427" Type="http://schemas.openxmlformats.org/officeDocument/2006/relationships/customXml" Target="../ink/ink213.xml"/><Relationship Id="rId634" Type="http://schemas.openxmlformats.org/officeDocument/2006/relationships/image" Target="../media/image316.png"/><Relationship Id="rId841" Type="http://schemas.openxmlformats.org/officeDocument/2006/relationships/customXml" Target="../ink/ink420.xml"/><Relationship Id="rId273" Type="http://schemas.openxmlformats.org/officeDocument/2006/relationships/customXml" Target="../ink/ink136.xml"/><Relationship Id="rId480" Type="http://schemas.openxmlformats.org/officeDocument/2006/relationships/image" Target="../media/image239.png"/><Relationship Id="rId701" Type="http://schemas.openxmlformats.org/officeDocument/2006/relationships/customXml" Target="../ink/ink350.xml"/><Relationship Id="rId939" Type="http://schemas.openxmlformats.org/officeDocument/2006/relationships/customXml" Target="../ink/ink469.xml"/><Relationship Id="rId1124" Type="http://schemas.openxmlformats.org/officeDocument/2006/relationships/image" Target="../media/image560.png"/><Relationship Id="rId68" Type="http://schemas.openxmlformats.org/officeDocument/2006/relationships/image" Target="../media/image33.png"/><Relationship Id="rId133" Type="http://schemas.openxmlformats.org/officeDocument/2006/relationships/customXml" Target="../ink/ink66.xml"/><Relationship Id="rId340" Type="http://schemas.openxmlformats.org/officeDocument/2006/relationships/image" Target="../media/image169.png"/><Relationship Id="rId578" Type="http://schemas.openxmlformats.org/officeDocument/2006/relationships/image" Target="../media/image288.png"/><Relationship Id="rId785" Type="http://schemas.openxmlformats.org/officeDocument/2006/relationships/customXml" Target="../ink/ink392.xml"/><Relationship Id="rId992" Type="http://schemas.openxmlformats.org/officeDocument/2006/relationships/customXml" Target="../ink/ink496.xml"/><Relationship Id="rId200" Type="http://schemas.openxmlformats.org/officeDocument/2006/relationships/image" Target="../media/image99.png"/><Relationship Id="rId438" Type="http://schemas.openxmlformats.org/officeDocument/2006/relationships/image" Target="../media/image218.png"/><Relationship Id="rId645" Type="http://schemas.openxmlformats.org/officeDocument/2006/relationships/customXml" Target="../ink/ink322.xml"/><Relationship Id="rId852" Type="http://schemas.openxmlformats.org/officeDocument/2006/relationships/image" Target="../media/image425.png"/><Relationship Id="rId1068" Type="http://schemas.openxmlformats.org/officeDocument/2006/relationships/image" Target="../media/image532.png"/><Relationship Id="rId284" Type="http://schemas.openxmlformats.org/officeDocument/2006/relationships/image" Target="../media/image141.png"/><Relationship Id="rId491" Type="http://schemas.openxmlformats.org/officeDocument/2006/relationships/customXml" Target="../ink/ink245.xml"/><Relationship Id="rId505" Type="http://schemas.openxmlformats.org/officeDocument/2006/relationships/customXml" Target="../ink/ink252.xml"/><Relationship Id="rId712" Type="http://schemas.openxmlformats.org/officeDocument/2006/relationships/image" Target="../media/image355.png"/><Relationship Id="rId79" Type="http://schemas.openxmlformats.org/officeDocument/2006/relationships/customXml" Target="../ink/ink39.xml"/><Relationship Id="rId144" Type="http://schemas.openxmlformats.org/officeDocument/2006/relationships/image" Target="../media/image71.png"/><Relationship Id="rId589" Type="http://schemas.openxmlformats.org/officeDocument/2006/relationships/customXml" Target="../ink/ink294.xml"/><Relationship Id="rId796" Type="http://schemas.openxmlformats.org/officeDocument/2006/relationships/image" Target="../media/image397.png"/><Relationship Id="rId351" Type="http://schemas.openxmlformats.org/officeDocument/2006/relationships/customXml" Target="../ink/ink175.xml"/><Relationship Id="rId449" Type="http://schemas.openxmlformats.org/officeDocument/2006/relationships/customXml" Target="../ink/ink224.xml"/><Relationship Id="rId656" Type="http://schemas.openxmlformats.org/officeDocument/2006/relationships/image" Target="../media/image327.png"/><Relationship Id="rId863" Type="http://schemas.openxmlformats.org/officeDocument/2006/relationships/customXml" Target="../ink/ink431.xml"/><Relationship Id="rId1079" Type="http://schemas.openxmlformats.org/officeDocument/2006/relationships/customXml" Target="../ink/ink540.xml"/><Relationship Id="rId211" Type="http://schemas.openxmlformats.org/officeDocument/2006/relationships/customXml" Target="../ink/ink105.xml"/><Relationship Id="rId295" Type="http://schemas.openxmlformats.org/officeDocument/2006/relationships/customXml" Target="../ink/ink147.xml"/><Relationship Id="rId309" Type="http://schemas.openxmlformats.org/officeDocument/2006/relationships/customXml" Target="../ink/ink154.xml"/><Relationship Id="rId516" Type="http://schemas.openxmlformats.org/officeDocument/2006/relationships/image" Target="../media/image257.png"/><Relationship Id="rId723" Type="http://schemas.openxmlformats.org/officeDocument/2006/relationships/customXml" Target="../ink/ink361.xml"/><Relationship Id="rId930" Type="http://schemas.openxmlformats.org/officeDocument/2006/relationships/image" Target="../media/image464.png"/><Relationship Id="rId1006" Type="http://schemas.openxmlformats.org/officeDocument/2006/relationships/customXml" Target="../ink/ink503.xml"/><Relationship Id="rId155" Type="http://schemas.openxmlformats.org/officeDocument/2006/relationships/customXml" Target="../ink/ink77.xml"/><Relationship Id="rId362" Type="http://schemas.openxmlformats.org/officeDocument/2006/relationships/image" Target="../media/image180.png"/><Relationship Id="rId222" Type="http://schemas.openxmlformats.org/officeDocument/2006/relationships/image" Target="../media/image110.png"/><Relationship Id="rId667" Type="http://schemas.openxmlformats.org/officeDocument/2006/relationships/customXml" Target="../ink/ink333.xml"/><Relationship Id="rId874" Type="http://schemas.openxmlformats.org/officeDocument/2006/relationships/image" Target="../media/image436.png"/><Relationship Id="rId17" Type="http://schemas.openxmlformats.org/officeDocument/2006/relationships/customXml" Target="../ink/ink8.xml"/><Relationship Id="rId527" Type="http://schemas.openxmlformats.org/officeDocument/2006/relationships/customXml" Target="../ink/ink263.xml"/><Relationship Id="rId734" Type="http://schemas.openxmlformats.org/officeDocument/2006/relationships/image" Target="../media/image366.png"/><Relationship Id="rId941" Type="http://schemas.openxmlformats.org/officeDocument/2006/relationships/customXml" Target="../ink/ink470.xml"/><Relationship Id="rId70" Type="http://schemas.openxmlformats.org/officeDocument/2006/relationships/image" Target="../media/image34.png"/><Relationship Id="rId166" Type="http://schemas.openxmlformats.org/officeDocument/2006/relationships/image" Target="../media/image82.png"/><Relationship Id="rId373" Type="http://schemas.openxmlformats.org/officeDocument/2006/relationships/customXml" Target="../ink/ink186.xml"/><Relationship Id="rId580" Type="http://schemas.openxmlformats.org/officeDocument/2006/relationships/image" Target="../media/image289.png"/><Relationship Id="rId801" Type="http://schemas.openxmlformats.org/officeDocument/2006/relationships/customXml" Target="../ink/ink400.xml"/><Relationship Id="rId1017" Type="http://schemas.openxmlformats.org/officeDocument/2006/relationships/image" Target="../media/image507.png"/><Relationship Id="rId1" Type="http://schemas.openxmlformats.org/officeDocument/2006/relationships/slideLayout" Target="../slideLayouts/slideLayout1.xml"/><Relationship Id="rId233" Type="http://schemas.openxmlformats.org/officeDocument/2006/relationships/customXml" Target="../ink/ink116.xml"/><Relationship Id="rId440" Type="http://schemas.openxmlformats.org/officeDocument/2006/relationships/image" Target="../media/image219.png"/><Relationship Id="rId678" Type="http://schemas.openxmlformats.org/officeDocument/2006/relationships/image" Target="../media/image338.png"/><Relationship Id="rId885" Type="http://schemas.openxmlformats.org/officeDocument/2006/relationships/customXml" Target="../ink/ink442.xml"/><Relationship Id="rId1070" Type="http://schemas.openxmlformats.org/officeDocument/2006/relationships/image" Target="../media/image533.png"/><Relationship Id="rId28" Type="http://schemas.openxmlformats.org/officeDocument/2006/relationships/image" Target="../media/image13.png"/><Relationship Id="rId300" Type="http://schemas.openxmlformats.org/officeDocument/2006/relationships/image" Target="../media/image149.png"/><Relationship Id="rId538" Type="http://schemas.openxmlformats.org/officeDocument/2006/relationships/image" Target="../media/image268.png"/><Relationship Id="rId745" Type="http://schemas.openxmlformats.org/officeDocument/2006/relationships/customXml" Target="../ink/ink372.xml"/><Relationship Id="rId952" Type="http://schemas.openxmlformats.org/officeDocument/2006/relationships/image" Target="../media/image475.png"/><Relationship Id="rId81" Type="http://schemas.openxmlformats.org/officeDocument/2006/relationships/customXml" Target="../ink/ink40.xml"/><Relationship Id="rId177" Type="http://schemas.openxmlformats.org/officeDocument/2006/relationships/customXml" Target="../ink/ink88.xml"/><Relationship Id="rId384" Type="http://schemas.openxmlformats.org/officeDocument/2006/relationships/image" Target="../media/image191.png"/><Relationship Id="rId591" Type="http://schemas.openxmlformats.org/officeDocument/2006/relationships/customXml" Target="../ink/ink295.xml"/><Relationship Id="rId605" Type="http://schemas.openxmlformats.org/officeDocument/2006/relationships/customXml" Target="../ink/ink302.xml"/><Relationship Id="rId812" Type="http://schemas.openxmlformats.org/officeDocument/2006/relationships/image" Target="../media/image405.png"/><Relationship Id="rId1028" Type="http://schemas.openxmlformats.org/officeDocument/2006/relationships/customXml" Target="../ink/ink514.xml"/><Relationship Id="rId244" Type="http://schemas.openxmlformats.org/officeDocument/2006/relationships/image" Target="../media/image121.png"/><Relationship Id="rId689" Type="http://schemas.openxmlformats.org/officeDocument/2006/relationships/customXml" Target="../ink/ink344.xml"/><Relationship Id="rId896" Type="http://schemas.openxmlformats.org/officeDocument/2006/relationships/image" Target="../media/image447.png"/><Relationship Id="rId1081" Type="http://schemas.openxmlformats.org/officeDocument/2006/relationships/customXml" Target="../ink/ink541.xml"/><Relationship Id="rId39" Type="http://schemas.openxmlformats.org/officeDocument/2006/relationships/customXml" Target="../ink/ink19.xml"/><Relationship Id="rId451" Type="http://schemas.openxmlformats.org/officeDocument/2006/relationships/customXml" Target="../ink/ink225.xml"/><Relationship Id="rId549" Type="http://schemas.openxmlformats.org/officeDocument/2006/relationships/customXml" Target="../ink/ink274.xml"/><Relationship Id="rId756" Type="http://schemas.openxmlformats.org/officeDocument/2006/relationships/image" Target="../media/image377.png"/><Relationship Id="rId104" Type="http://schemas.openxmlformats.org/officeDocument/2006/relationships/image" Target="../media/image51.png"/><Relationship Id="rId188" Type="http://schemas.openxmlformats.org/officeDocument/2006/relationships/image" Target="../media/image93.png"/><Relationship Id="rId311" Type="http://schemas.openxmlformats.org/officeDocument/2006/relationships/customXml" Target="../ink/ink155.xml"/><Relationship Id="rId395" Type="http://schemas.openxmlformats.org/officeDocument/2006/relationships/customXml" Target="../ink/ink197.xml"/><Relationship Id="rId409" Type="http://schemas.openxmlformats.org/officeDocument/2006/relationships/customXml" Target="../ink/ink204.xml"/><Relationship Id="rId963" Type="http://schemas.openxmlformats.org/officeDocument/2006/relationships/image" Target="../media/image480.png"/><Relationship Id="rId1039" Type="http://schemas.openxmlformats.org/officeDocument/2006/relationships/customXml" Target="../ink/ink520.xml"/><Relationship Id="rId92" Type="http://schemas.openxmlformats.org/officeDocument/2006/relationships/image" Target="../media/image45.png"/><Relationship Id="rId616" Type="http://schemas.openxmlformats.org/officeDocument/2006/relationships/image" Target="../media/image307.png"/><Relationship Id="rId823" Type="http://schemas.openxmlformats.org/officeDocument/2006/relationships/customXml" Target="../ink/ink411.xml"/><Relationship Id="rId255" Type="http://schemas.openxmlformats.org/officeDocument/2006/relationships/customXml" Target="../ink/ink127.xml"/><Relationship Id="rId462" Type="http://schemas.openxmlformats.org/officeDocument/2006/relationships/image" Target="../media/image230.png"/><Relationship Id="rId1092" Type="http://schemas.openxmlformats.org/officeDocument/2006/relationships/image" Target="../media/image544.png"/><Relationship Id="rId1106" Type="http://schemas.openxmlformats.org/officeDocument/2006/relationships/image" Target="../media/image551.png"/><Relationship Id="rId115" Type="http://schemas.openxmlformats.org/officeDocument/2006/relationships/customXml" Target="../ink/ink57.xml"/><Relationship Id="rId322" Type="http://schemas.openxmlformats.org/officeDocument/2006/relationships/image" Target="../media/image160.png"/><Relationship Id="rId767" Type="http://schemas.openxmlformats.org/officeDocument/2006/relationships/customXml" Target="../ink/ink383.xml"/><Relationship Id="rId974" Type="http://schemas.openxmlformats.org/officeDocument/2006/relationships/customXml" Target="../ink/ink487.xml"/><Relationship Id="rId199" Type="http://schemas.openxmlformats.org/officeDocument/2006/relationships/customXml" Target="../ink/ink99.xml"/><Relationship Id="rId627" Type="http://schemas.openxmlformats.org/officeDocument/2006/relationships/customXml" Target="../ink/ink313.xml"/><Relationship Id="rId834" Type="http://schemas.openxmlformats.org/officeDocument/2006/relationships/image" Target="../media/image416.png"/><Relationship Id="rId266" Type="http://schemas.openxmlformats.org/officeDocument/2006/relationships/image" Target="../media/image132.png"/><Relationship Id="rId473" Type="http://schemas.openxmlformats.org/officeDocument/2006/relationships/customXml" Target="../ink/ink236.xml"/><Relationship Id="rId680" Type="http://schemas.openxmlformats.org/officeDocument/2006/relationships/image" Target="../media/image339.png"/><Relationship Id="rId901" Type="http://schemas.openxmlformats.org/officeDocument/2006/relationships/customXml" Target="../ink/ink450.xml"/><Relationship Id="rId1117" Type="http://schemas.openxmlformats.org/officeDocument/2006/relationships/customXml" Target="../ink/ink559.xml"/><Relationship Id="rId30" Type="http://schemas.openxmlformats.org/officeDocument/2006/relationships/image" Target="../media/image14.png"/><Relationship Id="rId126" Type="http://schemas.openxmlformats.org/officeDocument/2006/relationships/image" Target="../media/image62.png"/><Relationship Id="rId333" Type="http://schemas.openxmlformats.org/officeDocument/2006/relationships/customXml" Target="../ink/ink166.xml"/><Relationship Id="rId540" Type="http://schemas.openxmlformats.org/officeDocument/2006/relationships/image" Target="../media/image269.png"/><Relationship Id="rId778" Type="http://schemas.openxmlformats.org/officeDocument/2006/relationships/image" Target="../media/image388.png"/><Relationship Id="rId985" Type="http://schemas.openxmlformats.org/officeDocument/2006/relationships/image" Target="../media/image491.png"/><Relationship Id="rId638" Type="http://schemas.openxmlformats.org/officeDocument/2006/relationships/image" Target="../media/image318.png"/><Relationship Id="rId845" Type="http://schemas.openxmlformats.org/officeDocument/2006/relationships/customXml" Target="../ink/ink422.xml"/><Relationship Id="rId1030" Type="http://schemas.openxmlformats.org/officeDocument/2006/relationships/image" Target="../media/image513.png"/><Relationship Id="rId277" Type="http://schemas.openxmlformats.org/officeDocument/2006/relationships/customXml" Target="../ink/ink138.xml"/><Relationship Id="rId400" Type="http://schemas.openxmlformats.org/officeDocument/2006/relationships/image" Target="../media/image199.png"/><Relationship Id="rId484" Type="http://schemas.openxmlformats.org/officeDocument/2006/relationships/image" Target="../media/image241.png"/><Relationship Id="rId705" Type="http://schemas.openxmlformats.org/officeDocument/2006/relationships/customXml" Target="../ink/ink352.xml"/><Relationship Id="rId137" Type="http://schemas.openxmlformats.org/officeDocument/2006/relationships/customXml" Target="../ink/ink68.xml"/><Relationship Id="rId344" Type="http://schemas.openxmlformats.org/officeDocument/2006/relationships/image" Target="../media/image171.png"/><Relationship Id="rId691" Type="http://schemas.openxmlformats.org/officeDocument/2006/relationships/customXml" Target="../ink/ink345.xml"/><Relationship Id="rId789" Type="http://schemas.openxmlformats.org/officeDocument/2006/relationships/customXml" Target="../ink/ink394.xml"/><Relationship Id="rId912" Type="http://schemas.openxmlformats.org/officeDocument/2006/relationships/image" Target="../media/image455.png"/><Relationship Id="rId996" Type="http://schemas.openxmlformats.org/officeDocument/2006/relationships/customXml" Target="../ink/ink498.xml"/><Relationship Id="rId41" Type="http://schemas.openxmlformats.org/officeDocument/2006/relationships/customXml" Target="../ink/ink20.xml"/><Relationship Id="rId551" Type="http://schemas.openxmlformats.org/officeDocument/2006/relationships/customXml" Target="../ink/ink275.xml"/><Relationship Id="rId649" Type="http://schemas.openxmlformats.org/officeDocument/2006/relationships/customXml" Target="../ink/ink324.xml"/><Relationship Id="rId856" Type="http://schemas.openxmlformats.org/officeDocument/2006/relationships/image" Target="../media/image427.png"/><Relationship Id="rId190" Type="http://schemas.openxmlformats.org/officeDocument/2006/relationships/image" Target="../media/image94.png"/><Relationship Id="rId204" Type="http://schemas.openxmlformats.org/officeDocument/2006/relationships/image" Target="../media/image101.png"/><Relationship Id="rId288" Type="http://schemas.openxmlformats.org/officeDocument/2006/relationships/image" Target="../media/image143.png"/><Relationship Id="rId411" Type="http://schemas.openxmlformats.org/officeDocument/2006/relationships/customXml" Target="../ink/ink205.xml"/><Relationship Id="rId509" Type="http://schemas.openxmlformats.org/officeDocument/2006/relationships/customXml" Target="../ink/ink254.xml"/><Relationship Id="rId1041" Type="http://schemas.openxmlformats.org/officeDocument/2006/relationships/customXml" Target="../ink/ink521.xml"/><Relationship Id="rId495" Type="http://schemas.openxmlformats.org/officeDocument/2006/relationships/customXml" Target="../ink/ink247.xml"/><Relationship Id="rId716" Type="http://schemas.openxmlformats.org/officeDocument/2006/relationships/image" Target="../media/image357.png"/><Relationship Id="rId923" Type="http://schemas.openxmlformats.org/officeDocument/2006/relationships/customXml" Target="../ink/ink461.xml"/><Relationship Id="rId52" Type="http://schemas.openxmlformats.org/officeDocument/2006/relationships/image" Target="../media/image25.png"/><Relationship Id="rId148" Type="http://schemas.openxmlformats.org/officeDocument/2006/relationships/image" Target="../media/image73.png"/><Relationship Id="rId355" Type="http://schemas.openxmlformats.org/officeDocument/2006/relationships/customXml" Target="../ink/ink177.xml"/><Relationship Id="rId562" Type="http://schemas.openxmlformats.org/officeDocument/2006/relationships/image" Target="../media/image280.png"/><Relationship Id="rId215" Type="http://schemas.openxmlformats.org/officeDocument/2006/relationships/customXml" Target="../ink/ink107.xml"/><Relationship Id="rId422" Type="http://schemas.openxmlformats.org/officeDocument/2006/relationships/image" Target="../media/image210.png"/><Relationship Id="rId867" Type="http://schemas.openxmlformats.org/officeDocument/2006/relationships/customXml" Target="../ink/ink433.xml"/><Relationship Id="rId1052" Type="http://schemas.openxmlformats.org/officeDocument/2006/relationships/image" Target="../media/image524.png"/><Relationship Id="rId299" Type="http://schemas.openxmlformats.org/officeDocument/2006/relationships/customXml" Target="../ink/ink149.xml"/><Relationship Id="rId727" Type="http://schemas.openxmlformats.org/officeDocument/2006/relationships/customXml" Target="../ink/ink363.xml"/><Relationship Id="rId934" Type="http://schemas.openxmlformats.org/officeDocument/2006/relationships/image" Target="../media/image466.png"/><Relationship Id="rId63" Type="http://schemas.openxmlformats.org/officeDocument/2006/relationships/customXml" Target="../ink/ink31.xml"/><Relationship Id="rId159" Type="http://schemas.openxmlformats.org/officeDocument/2006/relationships/customXml" Target="../ink/ink79.xml"/><Relationship Id="rId366" Type="http://schemas.openxmlformats.org/officeDocument/2006/relationships/image" Target="../media/image182.png"/><Relationship Id="rId573" Type="http://schemas.openxmlformats.org/officeDocument/2006/relationships/customXml" Target="../ink/ink286.xml"/><Relationship Id="rId780" Type="http://schemas.openxmlformats.org/officeDocument/2006/relationships/image" Target="../media/image389.png"/><Relationship Id="rId226" Type="http://schemas.openxmlformats.org/officeDocument/2006/relationships/image" Target="../media/image112.png"/><Relationship Id="rId433" Type="http://schemas.openxmlformats.org/officeDocument/2006/relationships/customXml" Target="../ink/ink216.xml"/><Relationship Id="rId878" Type="http://schemas.openxmlformats.org/officeDocument/2006/relationships/image" Target="../media/image438.png"/><Relationship Id="rId1063" Type="http://schemas.openxmlformats.org/officeDocument/2006/relationships/customXml" Target="../ink/ink532.xml"/><Relationship Id="rId640" Type="http://schemas.openxmlformats.org/officeDocument/2006/relationships/image" Target="../media/image319.png"/><Relationship Id="rId738" Type="http://schemas.openxmlformats.org/officeDocument/2006/relationships/image" Target="../media/image368.png"/><Relationship Id="rId945" Type="http://schemas.openxmlformats.org/officeDocument/2006/relationships/customXml" Target="../ink/ink472.xml"/><Relationship Id="rId74" Type="http://schemas.openxmlformats.org/officeDocument/2006/relationships/image" Target="../media/image36.png"/><Relationship Id="rId377" Type="http://schemas.openxmlformats.org/officeDocument/2006/relationships/customXml" Target="../ink/ink188.xml"/><Relationship Id="rId500" Type="http://schemas.openxmlformats.org/officeDocument/2006/relationships/image" Target="../media/image249.png"/><Relationship Id="rId584" Type="http://schemas.openxmlformats.org/officeDocument/2006/relationships/image" Target="../media/image291.png"/><Relationship Id="rId805" Type="http://schemas.openxmlformats.org/officeDocument/2006/relationships/customXml" Target="../ink/ink402.xml"/><Relationship Id="rId5" Type="http://schemas.openxmlformats.org/officeDocument/2006/relationships/customXml" Target="../ink/ink2.xml"/><Relationship Id="rId237" Type="http://schemas.openxmlformats.org/officeDocument/2006/relationships/customXml" Target="../ink/ink118.xml"/><Relationship Id="rId791" Type="http://schemas.openxmlformats.org/officeDocument/2006/relationships/customXml" Target="../ink/ink395.xml"/><Relationship Id="rId889" Type="http://schemas.openxmlformats.org/officeDocument/2006/relationships/customXml" Target="../ink/ink444.xml"/><Relationship Id="rId1074" Type="http://schemas.openxmlformats.org/officeDocument/2006/relationships/image" Target="../media/image535.png"/><Relationship Id="rId444" Type="http://schemas.openxmlformats.org/officeDocument/2006/relationships/image" Target="../media/image221.png"/><Relationship Id="rId651" Type="http://schemas.openxmlformats.org/officeDocument/2006/relationships/customXml" Target="../ink/ink325.xml"/><Relationship Id="rId749" Type="http://schemas.openxmlformats.org/officeDocument/2006/relationships/customXml" Target="../ink/ink374.xml"/><Relationship Id="rId290" Type="http://schemas.openxmlformats.org/officeDocument/2006/relationships/image" Target="../media/image144.png"/><Relationship Id="rId304" Type="http://schemas.openxmlformats.org/officeDocument/2006/relationships/image" Target="../media/image151.png"/><Relationship Id="rId388" Type="http://schemas.openxmlformats.org/officeDocument/2006/relationships/image" Target="../media/image193.png"/><Relationship Id="rId511" Type="http://schemas.openxmlformats.org/officeDocument/2006/relationships/customXml" Target="../ink/ink255.xml"/><Relationship Id="rId609" Type="http://schemas.openxmlformats.org/officeDocument/2006/relationships/customXml" Target="../ink/ink304.xml"/><Relationship Id="rId956" Type="http://schemas.openxmlformats.org/officeDocument/2006/relationships/image" Target="../media/image477.png"/><Relationship Id="rId85" Type="http://schemas.openxmlformats.org/officeDocument/2006/relationships/customXml" Target="../ink/ink42.xml"/><Relationship Id="rId150" Type="http://schemas.openxmlformats.org/officeDocument/2006/relationships/image" Target="../media/image74.png"/><Relationship Id="rId595" Type="http://schemas.openxmlformats.org/officeDocument/2006/relationships/customXml" Target="../ink/ink297.xml"/><Relationship Id="rId816" Type="http://schemas.openxmlformats.org/officeDocument/2006/relationships/image" Target="../media/image407.png"/><Relationship Id="rId1001" Type="http://schemas.openxmlformats.org/officeDocument/2006/relationships/image" Target="../media/image499.png"/><Relationship Id="rId248" Type="http://schemas.openxmlformats.org/officeDocument/2006/relationships/image" Target="../media/image123.png"/><Relationship Id="rId455" Type="http://schemas.openxmlformats.org/officeDocument/2006/relationships/customXml" Target="../ink/ink227.xml"/><Relationship Id="rId662" Type="http://schemas.openxmlformats.org/officeDocument/2006/relationships/image" Target="../media/image330.png"/><Relationship Id="rId1085" Type="http://schemas.openxmlformats.org/officeDocument/2006/relationships/customXml" Target="../ink/ink543.xml"/><Relationship Id="rId12" Type="http://schemas.openxmlformats.org/officeDocument/2006/relationships/image" Target="../media/image5.png"/><Relationship Id="rId108" Type="http://schemas.openxmlformats.org/officeDocument/2006/relationships/image" Target="../media/image53.png"/><Relationship Id="rId315" Type="http://schemas.openxmlformats.org/officeDocument/2006/relationships/customXml" Target="../ink/ink157.xml"/><Relationship Id="rId522" Type="http://schemas.openxmlformats.org/officeDocument/2006/relationships/image" Target="../media/image260.png"/><Relationship Id="rId967" Type="http://schemas.openxmlformats.org/officeDocument/2006/relationships/image" Target="../media/image482.png"/><Relationship Id="rId96" Type="http://schemas.openxmlformats.org/officeDocument/2006/relationships/image" Target="../media/image47.png"/><Relationship Id="rId161" Type="http://schemas.openxmlformats.org/officeDocument/2006/relationships/customXml" Target="../ink/ink80.xml"/><Relationship Id="rId399" Type="http://schemas.openxmlformats.org/officeDocument/2006/relationships/customXml" Target="../ink/ink199.xml"/><Relationship Id="rId827" Type="http://schemas.openxmlformats.org/officeDocument/2006/relationships/customXml" Target="../ink/ink413.xml"/><Relationship Id="rId1012" Type="http://schemas.openxmlformats.org/officeDocument/2006/relationships/customXml" Target="../ink/ink506.xml"/><Relationship Id="rId259" Type="http://schemas.openxmlformats.org/officeDocument/2006/relationships/customXml" Target="../ink/ink129.xml"/><Relationship Id="rId466" Type="http://schemas.openxmlformats.org/officeDocument/2006/relationships/image" Target="../media/image232.png"/><Relationship Id="rId673" Type="http://schemas.openxmlformats.org/officeDocument/2006/relationships/customXml" Target="../ink/ink336.xml"/><Relationship Id="rId880" Type="http://schemas.openxmlformats.org/officeDocument/2006/relationships/image" Target="../media/image439.png"/><Relationship Id="rId1096" Type="http://schemas.openxmlformats.org/officeDocument/2006/relationships/image" Target="../media/image546.png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326" Type="http://schemas.openxmlformats.org/officeDocument/2006/relationships/image" Target="../media/image162.png"/><Relationship Id="rId533" Type="http://schemas.openxmlformats.org/officeDocument/2006/relationships/customXml" Target="../ink/ink266.xml"/><Relationship Id="rId978" Type="http://schemas.openxmlformats.org/officeDocument/2006/relationships/customXml" Target="../ink/ink489.xml"/><Relationship Id="rId740" Type="http://schemas.openxmlformats.org/officeDocument/2006/relationships/image" Target="../media/image369.png"/><Relationship Id="rId838" Type="http://schemas.openxmlformats.org/officeDocument/2006/relationships/image" Target="../media/image418.png"/><Relationship Id="rId1023" Type="http://schemas.openxmlformats.org/officeDocument/2006/relationships/image" Target="../media/image510.png"/><Relationship Id="rId172" Type="http://schemas.openxmlformats.org/officeDocument/2006/relationships/image" Target="../media/image85.png"/><Relationship Id="rId477" Type="http://schemas.openxmlformats.org/officeDocument/2006/relationships/customXml" Target="../ink/ink238.xml"/><Relationship Id="rId600" Type="http://schemas.openxmlformats.org/officeDocument/2006/relationships/image" Target="../media/image299.png"/><Relationship Id="rId684" Type="http://schemas.openxmlformats.org/officeDocument/2006/relationships/image" Target="../media/image341.png"/><Relationship Id="rId337" Type="http://schemas.openxmlformats.org/officeDocument/2006/relationships/customXml" Target="../ink/ink168.xml"/><Relationship Id="rId891" Type="http://schemas.openxmlformats.org/officeDocument/2006/relationships/customXml" Target="../ink/ink445.xml"/><Relationship Id="rId905" Type="http://schemas.openxmlformats.org/officeDocument/2006/relationships/customXml" Target="../ink/ink452.xml"/><Relationship Id="rId989" Type="http://schemas.openxmlformats.org/officeDocument/2006/relationships/image" Target="../media/image493.png"/><Relationship Id="rId34" Type="http://schemas.openxmlformats.org/officeDocument/2006/relationships/image" Target="../media/image16.png"/><Relationship Id="rId544" Type="http://schemas.openxmlformats.org/officeDocument/2006/relationships/image" Target="../media/image271.png"/><Relationship Id="rId751" Type="http://schemas.openxmlformats.org/officeDocument/2006/relationships/customXml" Target="../ink/ink375.xml"/><Relationship Id="rId849" Type="http://schemas.openxmlformats.org/officeDocument/2006/relationships/customXml" Target="../ink/ink424.xml"/><Relationship Id="rId183" Type="http://schemas.openxmlformats.org/officeDocument/2006/relationships/customXml" Target="../ink/ink91.xml"/><Relationship Id="rId390" Type="http://schemas.openxmlformats.org/officeDocument/2006/relationships/image" Target="../media/image194.png"/><Relationship Id="rId404" Type="http://schemas.openxmlformats.org/officeDocument/2006/relationships/image" Target="../media/image201.png"/><Relationship Id="rId611" Type="http://schemas.openxmlformats.org/officeDocument/2006/relationships/customXml" Target="../ink/ink305.xml"/><Relationship Id="rId1034" Type="http://schemas.openxmlformats.org/officeDocument/2006/relationships/image" Target="../media/image515.png"/><Relationship Id="rId250" Type="http://schemas.openxmlformats.org/officeDocument/2006/relationships/image" Target="../media/image124.png"/><Relationship Id="rId488" Type="http://schemas.openxmlformats.org/officeDocument/2006/relationships/image" Target="../media/image243.png"/><Relationship Id="rId695" Type="http://schemas.openxmlformats.org/officeDocument/2006/relationships/customXml" Target="../ink/ink347.xml"/><Relationship Id="rId709" Type="http://schemas.openxmlformats.org/officeDocument/2006/relationships/customXml" Target="../ink/ink354.xml"/><Relationship Id="rId916" Type="http://schemas.openxmlformats.org/officeDocument/2006/relationships/image" Target="../media/image457.png"/><Relationship Id="rId1101" Type="http://schemas.openxmlformats.org/officeDocument/2006/relationships/customXml" Target="../ink/ink551.xml"/><Relationship Id="rId45" Type="http://schemas.openxmlformats.org/officeDocument/2006/relationships/customXml" Target="../ink/ink22.xml"/><Relationship Id="rId110" Type="http://schemas.openxmlformats.org/officeDocument/2006/relationships/image" Target="../media/image54.png"/><Relationship Id="rId348" Type="http://schemas.openxmlformats.org/officeDocument/2006/relationships/image" Target="../media/image173.png"/><Relationship Id="rId555" Type="http://schemas.openxmlformats.org/officeDocument/2006/relationships/customXml" Target="../ink/ink277.xml"/><Relationship Id="rId762" Type="http://schemas.openxmlformats.org/officeDocument/2006/relationships/image" Target="../media/image380.png"/><Relationship Id="rId194" Type="http://schemas.openxmlformats.org/officeDocument/2006/relationships/image" Target="../media/image96.png"/><Relationship Id="rId208" Type="http://schemas.openxmlformats.org/officeDocument/2006/relationships/image" Target="../media/image103.png"/><Relationship Id="rId415" Type="http://schemas.openxmlformats.org/officeDocument/2006/relationships/customXml" Target="../ink/ink207.xml"/><Relationship Id="rId622" Type="http://schemas.openxmlformats.org/officeDocument/2006/relationships/image" Target="../media/image310.png"/><Relationship Id="rId1045" Type="http://schemas.openxmlformats.org/officeDocument/2006/relationships/customXml" Target="../ink/ink523.xml"/><Relationship Id="rId261" Type="http://schemas.openxmlformats.org/officeDocument/2006/relationships/customXml" Target="../ink/ink130.xml"/><Relationship Id="rId499" Type="http://schemas.openxmlformats.org/officeDocument/2006/relationships/customXml" Target="../ink/ink249.xml"/><Relationship Id="rId927" Type="http://schemas.openxmlformats.org/officeDocument/2006/relationships/customXml" Target="../ink/ink463.xml"/><Relationship Id="rId1112" Type="http://schemas.openxmlformats.org/officeDocument/2006/relationships/image" Target="../media/image554.png"/><Relationship Id="rId56" Type="http://schemas.openxmlformats.org/officeDocument/2006/relationships/image" Target="../media/image27.png"/><Relationship Id="rId359" Type="http://schemas.openxmlformats.org/officeDocument/2006/relationships/customXml" Target="../ink/ink179.xml"/><Relationship Id="rId566" Type="http://schemas.openxmlformats.org/officeDocument/2006/relationships/image" Target="../media/image282.png"/><Relationship Id="rId773" Type="http://schemas.openxmlformats.org/officeDocument/2006/relationships/customXml" Target="../ink/ink386.xml"/><Relationship Id="rId121" Type="http://schemas.openxmlformats.org/officeDocument/2006/relationships/customXml" Target="../ink/ink60.xml"/><Relationship Id="rId219" Type="http://schemas.openxmlformats.org/officeDocument/2006/relationships/customXml" Target="../ink/ink109.xml"/><Relationship Id="rId426" Type="http://schemas.openxmlformats.org/officeDocument/2006/relationships/image" Target="../media/image212.png"/><Relationship Id="rId633" Type="http://schemas.openxmlformats.org/officeDocument/2006/relationships/customXml" Target="../ink/ink316.xml"/><Relationship Id="rId980" Type="http://schemas.openxmlformats.org/officeDocument/2006/relationships/customXml" Target="../ink/ink490.xml"/><Relationship Id="rId1056" Type="http://schemas.openxmlformats.org/officeDocument/2006/relationships/image" Target="../media/image526.png"/><Relationship Id="rId840" Type="http://schemas.openxmlformats.org/officeDocument/2006/relationships/image" Target="../media/image419.png"/><Relationship Id="rId938" Type="http://schemas.openxmlformats.org/officeDocument/2006/relationships/image" Target="../media/image468.png"/><Relationship Id="rId67" Type="http://schemas.openxmlformats.org/officeDocument/2006/relationships/customXml" Target="../ink/ink33.xml"/><Relationship Id="rId272" Type="http://schemas.openxmlformats.org/officeDocument/2006/relationships/image" Target="../media/image135.png"/><Relationship Id="rId577" Type="http://schemas.openxmlformats.org/officeDocument/2006/relationships/customXml" Target="../ink/ink288.xml"/><Relationship Id="rId700" Type="http://schemas.openxmlformats.org/officeDocument/2006/relationships/image" Target="../media/image349.png"/><Relationship Id="rId1123" Type="http://schemas.openxmlformats.org/officeDocument/2006/relationships/customXml" Target="../ink/ink562.xml"/><Relationship Id="rId132" Type="http://schemas.openxmlformats.org/officeDocument/2006/relationships/image" Target="../media/image65.png"/><Relationship Id="rId784" Type="http://schemas.openxmlformats.org/officeDocument/2006/relationships/image" Target="../media/image391.png"/><Relationship Id="rId991" Type="http://schemas.openxmlformats.org/officeDocument/2006/relationships/image" Target="../media/image494.png"/><Relationship Id="rId1067" Type="http://schemas.openxmlformats.org/officeDocument/2006/relationships/customXml" Target="../ink/ink534.xml"/><Relationship Id="rId437" Type="http://schemas.openxmlformats.org/officeDocument/2006/relationships/customXml" Target="../ink/ink218.xml"/><Relationship Id="rId644" Type="http://schemas.openxmlformats.org/officeDocument/2006/relationships/image" Target="../media/image321.png"/><Relationship Id="rId851" Type="http://schemas.openxmlformats.org/officeDocument/2006/relationships/customXml" Target="../ink/ink425.xml"/><Relationship Id="rId283" Type="http://schemas.openxmlformats.org/officeDocument/2006/relationships/customXml" Target="../ink/ink141.xml"/><Relationship Id="rId490" Type="http://schemas.openxmlformats.org/officeDocument/2006/relationships/image" Target="../media/image244.png"/><Relationship Id="rId504" Type="http://schemas.openxmlformats.org/officeDocument/2006/relationships/image" Target="../media/image251.png"/><Relationship Id="rId711" Type="http://schemas.openxmlformats.org/officeDocument/2006/relationships/customXml" Target="../ink/ink355.xml"/><Relationship Id="rId949" Type="http://schemas.openxmlformats.org/officeDocument/2006/relationships/customXml" Target="../ink/ink474.xml"/><Relationship Id="rId78" Type="http://schemas.openxmlformats.org/officeDocument/2006/relationships/image" Target="../media/image38.png"/><Relationship Id="rId143" Type="http://schemas.openxmlformats.org/officeDocument/2006/relationships/customXml" Target="../ink/ink71.xml"/><Relationship Id="rId350" Type="http://schemas.openxmlformats.org/officeDocument/2006/relationships/image" Target="../media/image174.png"/><Relationship Id="rId588" Type="http://schemas.openxmlformats.org/officeDocument/2006/relationships/image" Target="../media/image293.png"/><Relationship Id="rId795" Type="http://schemas.openxmlformats.org/officeDocument/2006/relationships/customXml" Target="../ink/ink397.xml"/><Relationship Id="rId809" Type="http://schemas.openxmlformats.org/officeDocument/2006/relationships/customXml" Target="../ink/ink404.xml"/><Relationship Id="rId9" Type="http://schemas.openxmlformats.org/officeDocument/2006/relationships/customXml" Target="../ink/ink4.xml"/><Relationship Id="rId210" Type="http://schemas.openxmlformats.org/officeDocument/2006/relationships/image" Target="../media/image104.png"/><Relationship Id="rId448" Type="http://schemas.openxmlformats.org/officeDocument/2006/relationships/image" Target="../media/image223.png"/><Relationship Id="rId655" Type="http://schemas.openxmlformats.org/officeDocument/2006/relationships/customXml" Target="../ink/ink327.xml"/><Relationship Id="rId862" Type="http://schemas.openxmlformats.org/officeDocument/2006/relationships/image" Target="../media/image430.png"/><Relationship Id="rId1078" Type="http://schemas.openxmlformats.org/officeDocument/2006/relationships/image" Target="../media/image537.png"/><Relationship Id="rId294" Type="http://schemas.openxmlformats.org/officeDocument/2006/relationships/image" Target="../media/image146.png"/><Relationship Id="rId308" Type="http://schemas.openxmlformats.org/officeDocument/2006/relationships/image" Target="../media/image153.png"/><Relationship Id="rId515" Type="http://schemas.openxmlformats.org/officeDocument/2006/relationships/customXml" Target="../ink/ink257.xml"/><Relationship Id="rId722" Type="http://schemas.openxmlformats.org/officeDocument/2006/relationships/image" Target="../media/image360.png"/><Relationship Id="rId89" Type="http://schemas.openxmlformats.org/officeDocument/2006/relationships/customXml" Target="../ink/ink44.xml"/><Relationship Id="rId154" Type="http://schemas.openxmlformats.org/officeDocument/2006/relationships/image" Target="../media/image76.png"/><Relationship Id="rId361" Type="http://schemas.openxmlformats.org/officeDocument/2006/relationships/customXml" Target="../ink/ink180.xml"/><Relationship Id="rId599" Type="http://schemas.openxmlformats.org/officeDocument/2006/relationships/customXml" Target="../ink/ink299.xml"/><Relationship Id="rId1005" Type="http://schemas.openxmlformats.org/officeDocument/2006/relationships/image" Target="../media/image501.png"/><Relationship Id="rId459" Type="http://schemas.openxmlformats.org/officeDocument/2006/relationships/customXml" Target="../ink/ink229.xml"/><Relationship Id="rId666" Type="http://schemas.openxmlformats.org/officeDocument/2006/relationships/image" Target="../media/image332.png"/><Relationship Id="rId873" Type="http://schemas.openxmlformats.org/officeDocument/2006/relationships/customXml" Target="../ink/ink436.xml"/><Relationship Id="rId1089" Type="http://schemas.openxmlformats.org/officeDocument/2006/relationships/customXml" Target="../ink/ink545.xml"/><Relationship Id="rId16" Type="http://schemas.openxmlformats.org/officeDocument/2006/relationships/image" Target="../media/image7.png"/><Relationship Id="rId221" Type="http://schemas.openxmlformats.org/officeDocument/2006/relationships/customXml" Target="../ink/ink110.xml"/><Relationship Id="rId319" Type="http://schemas.openxmlformats.org/officeDocument/2006/relationships/customXml" Target="../ink/ink159.xml"/><Relationship Id="rId526" Type="http://schemas.openxmlformats.org/officeDocument/2006/relationships/image" Target="../media/image262.png"/><Relationship Id="rId733" Type="http://schemas.openxmlformats.org/officeDocument/2006/relationships/customXml" Target="../ink/ink366.xml"/><Relationship Id="rId940" Type="http://schemas.openxmlformats.org/officeDocument/2006/relationships/image" Target="../media/image469.png"/><Relationship Id="rId1016" Type="http://schemas.openxmlformats.org/officeDocument/2006/relationships/customXml" Target="../ink/ink508.xml"/><Relationship Id="rId165" Type="http://schemas.openxmlformats.org/officeDocument/2006/relationships/customXml" Target="../ink/ink82.xml"/><Relationship Id="rId372" Type="http://schemas.openxmlformats.org/officeDocument/2006/relationships/image" Target="../media/image185.png"/><Relationship Id="rId677" Type="http://schemas.openxmlformats.org/officeDocument/2006/relationships/customXml" Target="../ink/ink338.xml"/><Relationship Id="rId800" Type="http://schemas.openxmlformats.org/officeDocument/2006/relationships/image" Target="../media/image399.png"/><Relationship Id="rId232" Type="http://schemas.openxmlformats.org/officeDocument/2006/relationships/image" Target="../media/image115.png"/><Relationship Id="rId884" Type="http://schemas.openxmlformats.org/officeDocument/2006/relationships/image" Target="../media/image441.png"/><Relationship Id="rId27" Type="http://schemas.openxmlformats.org/officeDocument/2006/relationships/customXml" Target="../ink/ink13.xml"/><Relationship Id="rId537" Type="http://schemas.openxmlformats.org/officeDocument/2006/relationships/customXml" Target="../ink/ink268.xml"/><Relationship Id="rId744" Type="http://schemas.openxmlformats.org/officeDocument/2006/relationships/image" Target="../media/image371.png"/><Relationship Id="rId951" Type="http://schemas.openxmlformats.org/officeDocument/2006/relationships/customXml" Target="../ink/ink475.xml"/><Relationship Id="rId80" Type="http://schemas.openxmlformats.org/officeDocument/2006/relationships/image" Target="../media/image39.png"/><Relationship Id="rId176" Type="http://schemas.openxmlformats.org/officeDocument/2006/relationships/image" Target="../media/image87.png"/><Relationship Id="rId383" Type="http://schemas.openxmlformats.org/officeDocument/2006/relationships/customXml" Target="../ink/ink191.xml"/><Relationship Id="rId590" Type="http://schemas.openxmlformats.org/officeDocument/2006/relationships/image" Target="../media/image294.png"/><Relationship Id="rId604" Type="http://schemas.openxmlformats.org/officeDocument/2006/relationships/image" Target="../media/image301.png"/><Relationship Id="rId811" Type="http://schemas.openxmlformats.org/officeDocument/2006/relationships/customXml" Target="../ink/ink405.xml"/><Relationship Id="rId1027" Type="http://schemas.openxmlformats.org/officeDocument/2006/relationships/image" Target="../media/image512.png"/><Relationship Id="rId243" Type="http://schemas.openxmlformats.org/officeDocument/2006/relationships/customXml" Target="../ink/ink121.xml"/><Relationship Id="rId450" Type="http://schemas.openxmlformats.org/officeDocument/2006/relationships/image" Target="../media/image224.png"/><Relationship Id="rId688" Type="http://schemas.openxmlformats.org/officeDocument/2006/relationships/image" Target="../media/image343.png"/><Relationship Id="rId895" Type="http://schemas.openxmlformats.org/officeDocument/2006/relationships/customXml" Target="../ink/ink447.xml"/><Relationship Id="rId909" Type="http://schemas.openxmlformats.org/officeDocument/2006/relationships/customXml" Target="../ink/ink454.xml"/><Relationship Id="rId1080" Type="http://schemas.openxmlformats.org/officeDocument/2006/relationships/image" Target="../media/image538.png"/><Relationship Id="rId38" Type="http://schemas.openxmlformats.org/officeDocument/2006/relationships/image" Target="../media/image18.png"/><Relationship Id="rId103" Type="http://schemas.openxmlformats.org/officeDocument/2006/relationships/customXml" Target="../ink/ink51.xml"/><Relationship Id="rId310" Type="http://schemas.openxmlformats.org/officeDocument/2006/relationships/image" Target="../media/image154.png"/><Relationship Id="rId548" Type="http://schemas.openxmlformats.org/officeDocument/2006/relationships/image" Target="../media/image273.png"/><Relationship Id="rId755" Type="http://schemas.openxmlformats.org/officeDocument/2006/relationships/customXml" Target="../ink/ink377.xml"/><Relationship Id="rId962" Type="http://schemas.openxmlformats.org/officeDocument/2006/relationships/customXml" Target="../ink/ink481.xml"/><Relationship Id="rId91" Type="http://schemas.openxmlformats.org/officeDocument/2006/relationships/customXml" Target="../ink/ink45.xml"/><Relationship Id="rId187" Type="http://schemas.openxmlformats.org/officeDocument/2006/relationships/customXml" Target="../ink/ink93.xml"/><Relationship Id="rId394" Type="http://schemas.openxmlformats.org/officeDocument/2006/relationships/image" Target="../media/image196.png"/><Relationship Id="rId408" Type="http://schemas.openxmlformats.org/officeDocument/2006/relationships/image" Target="../media/image203.png"/><Relationship Id="rId615" Type="http://schemas.openxmlformats.org/officeDocument/2006/relationships/customXml" Target="../ink/ink307.xml"/><Relationship Id="rId822" Type="http://schemas.openxmlformats.org/officeDocument/2006/relationships/image" Target="../media/image410.png"/><Relationship Id="rId1038" Type="http://schemas.openxmlformats.org/officeDocument/2006/relationships/image" Target="../media/image517.png"/><Relationship Id="rId254" Type="http://schemas.openxmlformats.org/officeDocument/2006/relationships/image" Target="../media/image126.png"/><Relationship Id="rId699" Type="http://schemas.openxmlformats.org/officeDocument/2006/relationships/customXml" Target="../ink/ink349.xml"/><Relationship Id="rId1091" Type="http://schemas.openxmlformats.org/officeDocument/2006/relationships/customXml" Target="../ink/ink546.xml"/><Relationship Id="rId1105" Type="http://schemas.openxmlformats.org/officeDocument/2006/relationships/customXml" Target="../ink/ink553.xml"/><Relationship Id="rId49" Type="http://schemas.openxmlformats.org/officeDocument/2006/relationships/customXml" Target="../ink/ink24.xml"/><Relationship Id="rId114" Type="http://schemas.openxmlformats.org/officeDocument/2006/relationships/image" Target="../media/image56.png"/><Relationship Id="rId461" Type="http://schemas.openxmlformats.org/officeDocument/2006/relationships/customXml" Target="../ink/ink230.xml"/><Relationship Id="rId559" Type="http://schemas.openxmlformats.org/officeDocument/2006/relationships/customXml" Target="../ink/ink279.xml"/><Relationship Id="rId766" Type="http://schemas.openxmlformats.org/officeDocument/2006/relationships/image" Target="../media/image382.png"/><Relationship Id="rId198" Type="http://schemas.openxmlformats.org/officeDocument/2006/relationships/image" Target="../media/image98.png"/><Relationship Id="rId321" Type="http://schemas.openxmlformats.org/officeDocument/2006/relationships/customXml" Target="../ink/ink160.xml"/><Relationship Id="rId419" Type="http://schemas.openxmlformats.org/officeDocument/2006/relationships/customXml" Target="../ink/ink209.xml"/><Relationship Id="rId626" Type="http://schemas.openxmlformats.org/officeDocument/2006/relationships/image" Target="../media/image312.png"/><Relationship Id="rId973" Type="http://schemas.openxmlformats.org/officeDocument/2006/relationships/image" Target="../media/image485.png"/><Relationship Id="rId1049" Type="http://schemas.openxmlformats.org/officeDocument/2006/relationships/customXml" Target="../ink/ink525.xml"/><Relationship Id="rId833" Type="http://schemas.openxmlformats.org/officeDocument/2006/relationships/customXml" Target="../ink/ink416.xml"/><Relationship Id="rId1116" Type="http://schemas.openxmlformats.org/officeDocument/2006/relationships/image" Target="../media/image556.png"/><Relationship Id="rId265" Type="http://schemas.openxmlformats.org/officeDocument/2006/relationships/customXml" Target="../ink/ink132.xml"/><Relationship Id="rId472" Type="http://schemas.openxmlformats.org/officeDocument/2006/relationships/image" Target="../media/image235.png"/><Relationship Id="rId900" Type="http://schemas.openxmlformats.org/officeDocument/2006/relationships/image" Target="../media/image449.png"/><Relationship Id="rId125" Type="http://schemas.openxmlformats.org/officeDocument/2006/relationships/customXml" Target="../ink/ink62.xml"/><Relationship Id="rId332" Type="http://schemas.openxmlformats.org/officeDocument/2006/relationships/image" Target="../media/image165.png"/><Relationship Id="rId777" Type="http://schemas.openxmlformats.org/officeDocument/2006/relationships/customXml" Target="../ink/ink388.xml"/><Relationship Id="rId984" Type="http://schemas.openxmlformats.org/officeDocument/2006/relationships/customXml" Target="../ink/ink492.xml"/><Relationship Id="rId637" Type="http://schemas.openxmlformats.org/officeDocument/2006/relationships/customXml" Target="../ink/ink318.xml"/><Relationship Id="rId844" Type="http://schemas.openxmlformats.org/officeDocument/2006/relationships/image" Target="../media/image421.png"/><Relationship Id="rId276" Type="http://schemas.openxmlformats.org/officeDocument/2006/relationships/image" Target="../media/image137.png"/><Relationship Id="rId483" Type="http://schemas.openxmlformats.org/officeDocument/2006/relationships/customXml" Target="../ink/ink241.xml"/><Relationship Id="rId690" Type="http://schemas.openxmlformats.org/officeDocument/2006/relationships/image" Target="../media/image344.png"/><Relationship Id="rId704" Type="http://schemas.openxmlformats.org/officeDocument/2006/relationships/image" Target="../media/image351.png"/><Relationship Id="rId911" Type="http://schemas.openxmlformats.org/officeDocument/2006/relationships/customXml" Target="../ink/ink455.xml"/><Relationship Id="rId40" Type="http://schemas.openxmlformats.org/officeDocument/2006/relationships/image" Target="../media/image19.png"/><Relationship Id="rId136" Type="http://schemas.openxmlformats.org/officeDocument/2006/relationships/image" Target="../media/image67.png"/><Relationship Id="rId343" Type="http://schemas.openxmlformats.org/officeDocument/2006/relationships/customXml" Target="../ink/ink171.xml"/><Relationship Id="rId550" Type="http://schemas.openxmlformats.org/officeDocument/2006/relationships/image" Target="../media/image274.png"/><Relationship Id="rId788" Type="http://schemas.openxmlformats.org/officeDocument/2006/relationships/image" Target="../media/image393.png"/><Relationship Id="rId995" Type="http://schemas.openxmlformats.org/officeDocument/2006/relationships/image" Target="../media/image496.png"/><Relationship Id="rId203" Type="http://schemas.openxmlformats.org/officeDocument/2006/relationships/customXml" Target="../ink/ink101.xml"/><Relationship Id="rId648" Type="http://schemas.openxmlformats.org/officeDocument/2006/relationships/image" Target="../media/image323.png"/><Relationship Id="rId855" Type="http://schemas.openxmlformats.org/officeDocument/2006/relationships/customXml" Target="../ink/ink427.xml"/><Relationship Id="rId1040" Type="http://schemas.openxmlformats.org/officeDocument/2006/relationships/image" Target="../media/image518.png"/><Relationship Id="rId287" Type="http://schemas.openxmlformats.org/officeDocument/2006/relationships/customXml" Target="../ink/ink143.xml"/><Relationship Id="rId410" Type="http://schemas.openxmlformats.org/officeDocument/2006/relationships/image" Target="../media/image204.png"/><Relationship Id="rId494" Type="http://schemas.openxmlformats.org/officeDocument/2006/relationships/image" Target="../media/image246.png"/><Relationship Id="rId508" Type="http://schemas.openxmlformats.org/officeDocument/2006/relationships/image" Target="../media/image253.png"/><Relationship Id="rId715" Type="http://schemas.openxmlformats.org/officeDocument/2006/relationships/customXml" Target="../ink/ink357.xml"/><Relationship Id="rId922" Type="http://schemas.openxmlformats.org/officeDocument/2006/relationships/image" Target="../media/image460.png"/><Relationship Id="rId147" Type="http://schemas.openxmlformats.org/officeDocument/2006/relationships/customXml" Target="../ink/ink73.xml"/><Relationship Id="rId354" Type="http://schemas.openxmlformats.org/officeDocument/2006/relationships/image" Target="../media/image176.png"/><Relationship Id="rId799" Type="http://schemas.openxmlformats.org/officeDocument/2006/relationships/customXml" Target="../ink/ink399.xml"/><Relationship Id="rId51" Type="http://schemas.openxmlformats.org/officeDocument/2006/relationships/customXml" Target="../ink/ink25.xml"/><Relationship Id="rId561" Type="http://schemas.openxmlformats.org/officeDocument/2006/relationships/customXml" Target="../ink/ink280.xml"/><Relationship Id="rId659" Type="http://schemas.openxmlformats.org/officeDocument/2006/relationships/customXml" Target="../ink/ink329.xml"/><Relationship Id="rId866" Type="http://schemas.openxmlformats.org/officeDocument/2006/relationships/image" Target="../media/image432.png"/><Relationship Id="rId214" Type="http://schemas.openxmlformats.org/officeDocument/2006/relationships/image" Target="../media/image106.png"/><Relationship Id="rId298" Type="http://schemas.openxmlformats.org/officeDocument/2006/relationships/image" Target="../media/image148.png"/><Relationship Id="rId421" Type="http://schemas.openxmlformats.org/officeDocument/2006/relationships/customXml" Target="../ink/ink210.xml"/><Relationship Id="rId519" Type="http://schemas.openxmlformats.org/officeDocument/2006/relationships/customXml" Target="../ink/ink259.xml"/><Relationship Id="rId1051" Type="http://schemas.openxmlformats.org/officeDocument/2006/relationships/customXml" Target="../ink/ink526.xml"/><Relationship Id="rId158" Type="http://schemas.openxmlformats.org/officeDocument/2006/relationships/image" Target="../media/image78.png"/><Relationship Id="rId726" Type="http://schemas.openxmlformats.org/officeDocument/2006/relationships/image" Target="../media/image362.png"/><Relationship Id="rId933" Type="http://schemas.openxmlformats.org/officeDocument/2006/relationships/customXml" Target="../ink/ink466.xml"/><Relationship Id="rId1009" Type="http://schemas.openxmlformats.org/officeDocument/2006/relationships/image" Target="../media/image503.png"/><Relationship Id="rId62" Type="http://schemas.openxmlformats.org/officeDocument/2006/relationships/image" Target="../media/image30.png"/><Relationship Id="rId365" Type="http://schemas.openxmlformats.org/officeDocument/2006/relationships/customXml" Target="../ink/ink182.xml"/><Relationship Id="rId572" Type="http://schemas.openxmlformats.org/officeDocument/2006/relationships/image" Target="../media/image285.png"/><Relationship Id="rId225" Type="http://schemas.openxmlformats.org/officeDocument/2006/relationships/customXml" Target="../ink/ink112.xml"/><Relationship Id="rId432" Type="http://schemas.openxmlformats.org/officeDocument/2006/relationships/image" Target="../media/image215.png"/><Relationship Id="rId877" Type="http://schemas.openxmlformats.org/officeDocument/2006/relationships/customXml" Target="../ink/ink438.xml"/><Relationship Id="rId1062" Type="http://schemas.openxmlformats.org/officeDocument/2006/relationships/image" Target="../media/image529.png"/><Relationship Id="rId737" Type="http://schemas.openxmlformats.org/officeDocument/2006/relationships/customXml" Target="../ink/ink368.xml"/><Relationship Id="rId944" Type="http://schemas.openxmlformats.org/officeDocument/2006/relationships/image" Target="../media/image471.png"/><Relationship Id="rId73" Type="http://schemas.openxmlformats.org/officeDocument/2006/relationships/customXml" Target="../ink/ink36.xml"/><Relationship Id="rId169" Type="http://schemas.openxmlformats.org/officeDocument/2006/relationships/customXml" Target="../ink/ink84.xml"/><Relationship Id="rId376" Type="http://schemas.openxmlformats.org/officeDocument/2006/relationships/image" Target="../media/image187.png"/><Relationship Id="rId583" Type="http://schemas.openxmlformats.org/officeDocument/2006/relationships/customXml" Target="../ink/ink291.xml"/><Relationship Id="rId790" Type="http://schemas.openxmlformats.org/officeDocument/2006/relationships/image" Target="../media/image394.png"/><Relationship Id="rId804" Type="http://schemas.openxmlformats.org/officeDocument/2006/relationships/image" Target="../media/image401.png"/><Relationship Id="rId4" Type="http://schemas.openxmlformats.org/officeDocument/2006/relationships/image" Target="../media/image1.png"/><Relationship Id="rId236" Type="http://schemas.openxmlformats.org/officeDocument/2006/relationships/image" Target="../media/image117.png"/><Relationship Id="rId443" Type="http://schemas.openxmlformats.org/officeDocument/2006/relationships/customXml" Target="../ink/ink221.xml"/><Relationship Id="rId650" Type="http://schemas.openxmlformats.org/officeDocument/2006/relationships/image" Target="../media/image324.png"/><Relationship Id="rId888" Type="http://schemas.openxmlformats.org/officeDocument/2006/relationships/image" Target="../media/image443.png"/><Relationship Id="rId1073" Type="http://schemas.openxmlformats.org/officeDocument/2006/relationships/customXml" Target="../ink/ink537.xml"/><Relationship Id="rId303" Type="http://schemas.openxmlformats.org/officeDocument/2006/relationships/customXml" Target="../ink/ink151.xml"/><Relationship Id="rId748" Type="http://schemas.openxmlformats.org/officeDocument/2006/relationships/image" Target="../media/image373.png"/><Relationship Id="rId955" Type="http://schemas.openxmlformats.org/officeDocument/2006/relationships/customXml" Target="../ink/ink477.xml"/><Relationship Id="rId84" Type="http://schemas.openxmlformats.org/officeDocument/2006/relationships/image" Target="../media/image41.png"/><Relationship Id="rId387" Type="http://schemas.openxmlformats.org/officeDocument/2006/relationships/customXml" Target="../ink/ink193.xml"/><Relationship Id="rId510" Type="http://schemas.openxmlformats.org/officeDocument/2006/relationships/image" Target="../media/image254.png"/><Relationship Id="rId594" Type="http://schemas.openxmlformats.org/officeDocument/2006/relationships/image" Target="../media/image296.png"/><Relationship Id="rId608" Type="http://schemas.openxmlformats.org/officeDocument/2006/relationships/image" Target="../media/image303.png"/><Relationship Id="rId815" Type="http://schemas.openxmlformats.org/officeDocument/2006/relationships/customXml" Target="../ink/ink407.xml"/><Relationship Id="rId247" Type="http://schemas.openxmlformats.org/officeDocument/2006/relationships/customXml" Target="../ink/ink123.xml"/><Relationship Id="rId899" Type="http://schemas.openxmlformats.org/officeDocument/2006/relationships/customXml" Target="../ink/ink449.xml"/><Relationship Id="rId1000" Type="http://schemas.openxmlformats.org/officeDocument/2006/relationships/customXml" Target="../ink/ink500.xml"/><Relationship Id="rId1084" Type="http://schemas.openxmlformats.org/officeDocument/2006/relationships/image" Target="../media/image540.png"/><Relationship Id="rId107" Type="http://schemas.openxmlformats.org/officeDocument/2006/relationships/customXml" Target="../ink/ink53.xml"/><Relationship Id="rId454" Type="http://schemas.openxmlformats.org/officeDocument/2006/relationships/image" Target="../media/image226.png"/><Relationship Id="rId661" Type="http://schemas.openxmlformats.org/officeDocument/2006/relationships/customXml" Target="../ink/ink330.xml"/><Relationship Id="rId759" Type="http://schemas.openxmlformats.org/officeDocument/2006/relationships/customXml" Target="../ink/ink379.xml"/><Relationship Id="rId966" Type="http://schemas.openxmlformats.org/officeDocument/2006/relationships/customXml" Target="../ink/ink483.xml"/><Relationship Id="rId11" Type="http://schemas.openxmlformats.org/officeDocument/2006/relationships/customXml" Target="../ink/ink5.xml"/><Relationship Id="rId314" Type="http://schemas.openxmlformats.org/officeDocument/2006/relationships/image" Target="../media/image156.png"/><Relationship Id="rId398" Type="http://schemas.openxmlformats.org/officeDocument/2006/relationships/image" Target="../media/image198.png"/><Relationship Id="rId521" Type="http://schemas.openxmlformats.org/officeDocument/2006/relationships/customXml" Target="../ink/ink260.xml"/><Relationship Id="rId619" Type="http://schemas.openxmlformats.org/officeDocument/2006/relationships/customXml" Target="../ink/ink309.xml"/><Relationship Id="rId95" Type="http://schemas.openxmlformats.org/officeDocument/2006/relationships/customXml" Target="../ink/ink47.xml"/><Relationship Id="rId160" Type="http://schemas.openxmlformats.org/officeDocument/2006/relationships/image" Target="../media/image79.png"/><Relationship Id="rId826" Type="http://schemas.openxmlformats.org/officeDocument/2006/relationships/image" Target="../media/image412.png"/><Relationship Id="rId1011" Type="http://schemas.openxmlformats.org/officeDocument/2006/relationships/image" Target="../media/image504.png"/><Relationship Id="rId1109" Type="http://schemas.openxmlformats.org/officeDocument/2006/relationships/customXml" Target="../ink/ink555.xml"/><Relationship Id="rId258" Type="http://schemas.openxmlformats.org/officeDocument/2006/relationships/image" Target="../media/image128.png"/><Relationship Id="rId465" Type="http://schemas.openxmlformats.org/officeDocument/2006/relationships/customXml" Target="../ink/ink232.xml"/><Relationship Id="rId672" Type="http://schemas.openxmlformats.org/officeDocument/2006/relationships/image" Target="../media/image335.png"/><Relationship Id="rId1095" Type="http://schemas.openxmlformats.org/officeDocument/2006/relationships/customXml" Target="../ink/ink548.xml"/><Relationship Id="rId22" Type="http://schemas.openxmlformats.org/officeDocument/2006/relationships/image" Target="../media/image10.png"/><Relationship Id="rId118" Type="http://schemas.openxmlformats.org/officeDocument/2006/relationships/image" Target="../media/image58.png"/><Relationship Id="rId325" Type="http://schemas.openxmlformats.org/officeDocument/2006/relationships/customXml" Target="../ink/ink162.xml"/><Relationship Id="rId532" Type="http://schemas.openxmlformats.org/officeDocument/2006/relationships/image" Target="../media/image265.png"/><Relationship Id="rId977" Type="http://schemas.openxmlformats.org/officeDocument/2006/relationships/image" Target="../media/image487.png"/><Relationship Id="rId171" Type="http://schemas.openxmlformats.org/officeDocument/2006/relationships/customXml" Target="../ink/ink85.xml"/><Relationship Id="rId837" Type="http://schemas.openxmlformats.org/officeDocument/2006/relationships/customXml" Target="../ink/ink418.xml"/><Relationship Id="rId1022" Type="http://schemas.openxmlformats.org/officeDocument/2006/relationships/customXml" Target="../ink/ink511.xml"/><Relationship Id="rId269" Type="http://schemas.openxmlformats.org/officeDocument/2006/relationships/customXml" Target="../ink/ink134.xml"/><Relationship Id="rId476" Type="http://schemas.openxmlformats.org/officeDocument/2006/relationships/image" Target="../media/image237.png"/><Relationship Id="rId683" Type="http://schemas.openxmlformats.org/officeDocument/2006/relationships/customXml" Target="../ink/ink341.xml"/><Relationship Id="rId890" Type="http://schemas.openxmlformats.org/officeDocument/2006/relationships/image" Target="../media/image444.png"/><Relationship Id="rId904" Type="http://schemas.openxmlformats.org/officeDocument/2006/relationships/image" Target="../media/image451.png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336" Type="http://schemas.openxmlformats.org/officeDocument/2006/relationships/image" Target="../media/image167.png"/><Relationship Id="rId543" Type="http://schemas.openxmlformats.org/officeDocument/2006/relationships/customXml" Target="../ink/ink271.xml"/><Relationship Id="rId988" Type="http://schemas.openxmlformats.org/officeDocument/2006/relationships/customXml" Target="../ink/ink494.xml"/><Relationship Id="rId182" Type="http://schemas.openxmlformats.org/officeDocument/2006/relationships/image" Target="../media/image90.png"/><Relationship Id="rId403" Type="http://schemas.openxmlformats.org/officeDocument/2006/relationships/customXml" Target="../ink/ink201.xml"/><Relationship Id="rId750" Type="http://schemas.openxmlformats.org/officeDocument/2006/relationships/image" Target="../media/image374.png"/><Relationship Id="rId848" Type="http://schemas.openxmlformats.org/officeDocument/2006/relationships/image" Target="../media/image423.png"/><Relationship Id="rId1033" Type="http://schemas.openxmlformats.org/officeDocument/2006/relationships/customXml" Target="../ink/ink517.xml"/><Relationship Id="rId487" Type="http://schemas.openxmlformats.org/officeDocument/2006/relationships/customXml" Target="../ink/ink243.xml"/><Relationship Id="rId610" Type="http://schemas.openxmlformats.org/officeDocument/2006/relationships/image" Target="../media/image304.png"/><Relationship Id="rId694" Type="http://schemas.openxmlformats.org/officeDocument/2006/relationships/image" Target="../media/image346.png"/><Relationship Id="rId708" Type="http://schemas.openxmlformats.org/officeDocument/2006/relationships/image" Target="../media/image353.png"/><Relationship Id="rId915" Type="http://schemas.openxmlformats.org/officeDocument/2006/relationships/customXml" Target="../ink/ink457.xml"/><Relationship Id="rId347" Type="http://schemas.openxmlformats.org/officeDocument/2006/relationships/customXml" Target="../ink/ink173.xml"/><Relationship Id="rId999" Type="http://schemas.openxmlformats.org/officeDocument/2006/relationships/image" Target="../media/image498.png"/><Relationship Id="rId1100" Type="http://schemas.openxmlformats.org/officeDocument/2006/relationships/image" Target="../media/image548.png"/><Relationship Id="rId44" Type="http://schemas.openxmlformats.org/officeDocument/2006/relationships/image" Target="../media/image21.png"/><Relationship Id="rId554" Type="http://schemas.openxmlformats.org/officeDocument/2006/relationships/image" Target="../media/image276.png"/><Relationship Id="rId761" Type="http://schemas.openxmlformats.org/officeDocument/2006/relationships/customXml" Target="../ink/ink380.xml"/><Relationship Id="rId859" Type="http://schemas.openxmlformats.org/officeDocument/2006/relationships/customXml" Target="../ink/ink429.xml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414" Type="http://schemas.openxmlformats.org/officeDocument/2006/relationships/image" Target="../media/image206.png"/><Relationship Id="rId498" Type="http://schemas.openxmlformats.org/officeDocument/2006/relationships/image" Target="../media/image248.png"/><Relationship Id="rId621" Type="http://schemas.openxmlformats.org/officeDocument/2006/relationships/customXml" Target="../ink/ink310.xml"/><Relationship Id="rId1044" Type="http://schemas.openxmlformats.org/officeDocument/2006/relationships/image" Target="../media/image520.png"/><Relationship Id="rId260" Type="http://schemas.openxmlformats.org/officeDocument/2006/relationships/image" Target="../media/image129.png"/><Relationship Id="rId719" Type="http://schemas.openxmlformats.org/officeDocument/2006/relationships/customXml" Target="../ink/ink359.xml"/><Relationship Id="rId926" Type="http://schemas.openxmlformats.org/officeDocument/2006/relationships/image" Target="../media/image462.png"/><Relationship Id="rId1111" Type="http://schemas.openxmlformats.org/officeDocument/2006/relationships/customXml" Target="../ink/ink556.xml"/><Relationship Id="rId55" Type="http://schemas.openxmlformats.org/officeDocument/2006/relationships/customXml" Target="../ink/ink27.xml"/><Relationship Id="rId120" Type="http://schemas.openxmlformats.org/officeDocument/2006/relationships/image" Target="../media/image59.png"/><Relationship Id="rId358" Type="http://schemas.openxmlformats.org/officeDocument/2006/relationships/image" Target="../media/image178.png"/><Relationship Id="rId565" Type="http://schemas.openxmlformats.org/officeDocument/2006/relationships/customXml" Target="../ink/ink282.xml"/><Relationship Id="rId772" Type="http://schemas.openxmlformats.org/officeDocument/2006/relationships/image" Target="../media/image385.png"/><Relationship Id="rId218" Type="http://schemas.openxmlformats.org/officeDocument/2006/relationships/image" Target="../media/image108.png"/><Relationship Id="rId425" Type="http://schemas.openxmlformats.org/officeDocument/2006/relationships/customXml" Target="../ink/ink212.xml"/><Relationship Id="rId632" Type="http://schemas.openxmlformats.org/officeDocument/2006/relationships/image" Target="../media/image315.png"/><Relationship Id="rId1055" Type="http://schemas.openxmlformats.org/officeDocument/2006/relationships/customXml" Target="../ink/ink528.xml"/><Relationship Id="rId271" Type="http://schemas.openxmlformats.org/officeDocument/2006/relationships/customXml" Target="../ink/ink135.xml"/><Relationship Id="rId937" Type="http://schemas.openxmlformats.org/officeDocument/2006/relationships/customXml" Target="../ink/ink468.xml"/><Relationship Id="rId1122" Type="http://schemas.openxmlformats.org/officeDocument/2006/relationships/image" Target="../media/image559.png"/><Relationship Id="rId66" Type="http://schemas.openxmlformats.org/officeDocument/2006/relationships/image" Target="../media/image32.png"/><Relationship Id="rId131" Type="http://schemas.openxmlformats.org/officeDocument/2006/relationships/customXml" Target="../ink/ink65.xml"/><Relationship Id="rId369" Type="http://schemas.openxmlformats.org/officeDocument/2006/relationships/customXml" Target="../ink/ink184.xml"/><Relationship Id="rId576" Type="http://schemas.openxmlformats.org/officeDocument/2006/relationships/image" Target="../media/image287.png"/><Relationship Id="rId783" Type="http://schemas.openxmlformats.org/officeDocument/2006/relationships/customXml" Target="../ink/ink391.xml"/><Relationship Id="rId990" Type="http://schemas.openxmlformats.org/officeDocument/2006/relationships/customXml" Target="../ink/ink495.xml"/><Relationship Id="rId229" Type="http://schemas.openxmlformats.org/officeDocument/2006/relationships/customXml" Target="../ink/ink114.xml"/><Relationship Id="rId436" Type="http://schemas.openxmlformats.org/officeDocument/2006/relationships/image" Target="../media/image217.png"/><Relationship Id="rId643" Type="http://schemas.openxmlformats.org/officeDocument/2006/relationships/customXml" Target="../ink/ink321.xml"/><Relationship Id="rId1066" Type="http://schemas.openxmlformats.org/officeDocument/2006/relationships/image" Target="../media/image531.png"/><Relationship Id="rId850" Type="http://schemas.openxmlformats.org/officeDocument/2006/relationships/image" Target="../media/image424.png"/><Relationship Id="rId948" Type="http://schemas.openxmlformats.org/officeDocument/2006/relationships/image" Target="../media/image473.png"/><Relationship Id="rId77" Type="http://schemas.openxmlformats.org/officeDocument/2006/relationships/customXml" Target="../ink/ink38.xml"/><Relationship Id="rId282" Type="http://schemas.openxmlformats.org/officeDocument/2006/relationships/image" Target="../media/image140.png"/><Relationship Id="rId503" Type="http://schemas.openxmlformats.org/officeDocument/2006/relationships/customXml" Target="../ink/ink251.xml"/><Relationship Id="rId587" Type="http://schemas.openxmlformats.org/officeDocument/2006/relationships/customXml" Target="../ink/ink293.xml"/><Relationship Id="rId710" Type="http://schemas.openxmlformats.org/officeDocument/2006/relationships/image" Target="../media/image354.png"/><Relationship Id="rId808" Type="http://schemas.openxmlformats.org/officeDocument/2006/relationships/image" Target="../media/image403.png"/><Relationship Id="rId8" Type="http://schemas.openxmlformats.org/officeDocument/2006/relationships/image" Target="../media/image3.png"/><Relationship Id="rId142" Type="http://schemas.openxmlformats.org/officeDocument/2006/relationships/image" Target="../media/image70.png"/><Relationship Id="rId447" Type="http://schemas.openxmlformats.org/officeDocument/2006/relationships/customXml" Target="../ink/ink223.xml"/><Relationship Id="rId794" Type="http://schemas.openxmlformats.org/officeDocument/2006/relationships/image" Target="../media/image396.png"/><Relationship Id="rId1077" Type="http://schemas.openxmlformats.org/officeDocument/2006/relationships/customXml" Target="../ink/ink539.xml"/><Relationship Id="rId654" Type="http://schemas.openxmlformats.org/officeDocument/2006/relationships/image" Target="../media/image326.png"/><Relationship Id="rId861" Type="http://schemas.openxmlformats.org/officeDocument/2006/relationships/customXml" Target="../ink/ink430.xml"/><Relationship Id="rId959" Type="http://schemas.openxmlformats.org/officeDocument/2006/relationships/customXml" Target="../ink/ink479.xml"/><Relationship Id="rId293" Type="http://schemas.openxmlformats.org/officeDocument/2006/relationships/customXml" Target="../ink/ink146.xml"/><Relationship Id="rId307" Type="http://schemas.openxmlformats.org/officeDocument/2006/relationships/customXml" Target="../ink/ink153.xml"/><Relationship Id="rId514" Type="http://schemas.openxmlformats.org/officeDocument/2006/relationships/image" Target="../media/image256.png"/><Relationship Id="rId721" Type="http://schemas.openxmlformats.org/officeDocument/2006/relationships/customXml" Target="../ink/ink360.xml"/><Relationship Id="rId88" Type="http://schemas.openxmlformats.org/officeDocument/2006/relationships/image" Target="../media/image43.png"/><Relationship Id="rId153" Type="http://schemas.openxmlformats.org/officeDocument/2006/relationships/customXml" Target="../ink/ink76.xml"/><Relationship Id="rId360" Type="http://schemas.openxmlformats.org/officeDocument/2006/relationships/image" Target="../media/image179.png"/><Relationship Id="rId598" Type="http://schemas.openxmlformats.org/officeDocument/2006/relationships/image" Target="../media/image298.png"/><Relationship Id="rId819" Type="http://schemas.openxmlformats.org/officeDocument/2006/relationships/customXml" Target="../ink/ink409.xml"/><Relationship Id="rId1004" Type="http://schemas.openxmlformats.org/officeDocument/2006/relationships/customXml" Target="../ink/ink502.xml"/><Relationship Id="rId220" Type="http://schemas.openxmlformats.org/officeDocument/2006/relationships/image" Target="../media/image109.png"/><Relationship Id="rId458" Type="http://schemas.openxmlformats.org/officeDocument/2006/relationships/image" Target="../media/image228.png"/><Relationship Id="rId665" Type="http://schemas.openxmlformats.org/officeDocument/2006/relationships/customXml" Target="../ink/ink332.xml"/><Relationship Id="rId872" Type="http://schemas.openxmlformats.org/officeDocument/2006/relationships/image" Target="../media/image435.png"/><Relationship Id="rId1088" Type="http://schemas.openxmlformats.org/officeDocument/2006/relationships/image" Target="../media/image542.png"/><Relationship Id="rId15" Type="http://schemas.openxmlformats.org/officeDocument/2006/relationships/customXml" Target="../ink/ink7.xml"/><Relationship Id="rId318" Type="http://schemas.openxmlformats.org/officeDocument/2006/relationships/image" Target="../media/image158.png"/><Relationship Id="rId525" Type="http://schemas.openxmlformats.org/officeDocument/2006/relationships/customXml" Target="../ink/ink262.xml"/><Relationship Id="rId732" Type="http://schemas.openxmlformats.org/officeDocument/2006/relationships/image" Target="../media/image365.png"/><Relationship Id="rId99" Type="http://schemas.openxmlformats.org/officeDocument/2006/relationships/customXml" Target="../ink/ink49.xml"/><Relationship Id="rId164" Type="http://schemas.openxmlformats.org/officeDocument/2006/relationships/image" Target="../media/image81.png"/><Relationship Id="rId371" Type="http://schemas.openxmlformats.org/officeDocument/2006/relationships/customXml" Target="../ink/ink185.xml"/><Relationship Id="rId1015" Type="http://schemas.openxmlformats.org/officeDocument/2006/relationships/image" Target="../media/image506.png"/><Relationship Id="rId469" Type="http://schemas.openxmlformats.org/officeDocument/2006/relationships/customXml" Target="../ink/ink234.xml"/><Relationship Id="rId676" Type="http://schemas.openxmlformats.org/officeDocument/2006/relationships/image" Target="../media/image337.png"/><Relationship Id="rId883" Type="http://schemas.openxmlformats.org/officeDocument/2006/relationships/customXml" Target="../ink/ink441.xml"/><Relationship Id="rId1099" Type="http://schemas.openxmlformats.org/officeDocument/2006/relationships/customXml" Target="../ink/ink550.xml"/><Relationship Id="rId26" Type="http://schemas.openxmlformats.org/officeDocument/2006/relationships/image" Target="../media/image12.png"/><Relationship Id="rId231" Type="http://schemas.openxmlformats.org/officeDocument/2006/relationships/customXml" Target="../ink/ink115.xml"/><Relationship Id="rId329" Type="http://schemas.openxmlformats.org/officeDocument/2006/relationships/customXml" Target="../ink/ink164.xml"/><Relationship Id="rId536" Type="http://schemas.openxmlformats.org/officeDocument/2006/relationships/image" Target="../media/image267.png"/><Relationship Id="rId175" Type="http://schemas.openxmlformats.org/officeDocument/2006/relationships/customXml" Target="../ink/ink87.xml"/><Relationship Id="rId743" Type="http://schemas.openxmlformats.org/officeDocument/2006/relationships/customXml" Target="../ink/ink371.xml"/><Relationship Id="rId950" Type="http://schemas.openxmlformats.org/officeDocument/2006/relationships/image" Target="../media/image474.png"/><Relationship Id="rId1026" Type="http://schemas.openxmlformats.org/officeDocument/2006/relationships/customXml" Target="../ink/ink513.xml"/><Relationship Id="rId382" Type="http://schemas.openxmlformats.org/officeDocument/2006/relationships/image" Target="../media/image190.png"/><Relationship Id="rId603" Type="http://schemas.openxmlformats.org/officeDocument/2006/relationships/customXml" Target="../ink/ink301.xml"/><Relationship Id="rId687" Type="http://schemas.openxmlformats.org/officeDocument/2006/relationships/customXml" Target="../ink/ink343.xml"/><Relationship Id="rId810" Type="http://schemas.openxmlformats.org/officeDocument/2006/relationships/image" Target="../media/image404.png"/><Relationship Id="rId908" Type="http://schemas.openxmlformats.org/officeDocument/2006/relationships/image" Target="../media/image453.png"/><Relationship Id="rId242" Type="http://schemas.openxmlformats.org/officeDocument/2006/relationships/image" Target="../media/image120.png"/><Relationship Id="rId894" Type="http://schemas.openxmlformats.org/officeDocument/2006/relationships/image" Target="../media/image446.png"/><Relationship Id="rId37" Type="http://schemas.openxmlformats.org/officeDocument/2006/relationships/customXml" Target="../ink/ink18.xml"/><Relationship Id="rId102" Type="http://schemas.openxmlformats.org/officeDocument/2006/relationships/image" Target="../media/image50.png"/><Relationship Id="rId547" Type="http://schemas.openxmlformats.org/officeDocument/2006/relationships/customXml" Target="../ink/ink273.xml"/><Relationship Id="rId754" Type="http://schemas.openxmlformats.org/officeDocument/2006/relationships/image" Target="../media/image376.png"/><Relationship Id="rId961" Type="http://schemas.openxmlformats.org/officeDocument/2006/relationships/image" Target="../media/image479.png"/><Relationship Id="rId90" Type="http://schemas.openxmlformats.org/officeDocument/2006/relationships/image" Target="../media/image44.png"/><Relationship Id="rId186" Type="http://schemas.openxmlformats.org/officeDocument/2006/relationships/image" Target="../media/image92.png"/><Relationship Id="rId393" Type="http://schemas.openxmlformats.org/officeDocument/2006/relationships/customXml" Target="../ink/ink196.xml"/><Relationship Id="rId407" Type="http://schemas.openxmlformats.org/officeDocument/2006/relationships/customXml" Target="../ink/ink203.xml"/><Relationship Id="rId614" Type="http://schemas.openxmlformats.org/officeDocument/2006/relationships/image" Target="../media/image306.png"/><Relationship Id="rId821" Type="http://schemas.openxmlformats.org/officeDocument/2006/relationships/customXml" Target="../ink/ink410.xml"/><Relationship Id="rId1037" Type="http://schemas.openxmlformats.org/officeDocument/2006/relationships/customXml" Target="../ink/ink519.xml"/><Relationship Id="rId253" Type="http://schemas.openxmlformats.org/officeDocument/2006/relationships/customXml" Target="../ink/ink126.xml"/><Relationship Id="rId460" Type="http://schemas.openxmlformats.org/officeDocument/2006/relationships/image" Target="../media/image229.png"/><Relationship Id="rId698" Type="http://schemas.openxmlformats.org/officeDocument/2006/relationships/image" Target="../media/image348.png"/><Relationship Id="rId919" Type="http://schemas.openxmlformats.org/officeDocument/2006/relationships/customXml" Target="../ink/ink459.xml"/><Relationship Id="rId1090" Type="http://schemas.openxmlformats.org/officeDocument/2006/relationships/image" Target="../media/image543.png"/><Relationship Id="rId1104" Type="http://schemas.openxmlformats.org/officeDocument/2006/relationships/image" Target="../media/image550.png"/><Relationship Id="rId48" Type="http://schemas.openxmlformats.org/officeDocument/2006/relationships/image" Target="../media/image23.png"/><Relationship Id="rId113" Type="http://schemas.openxmlformats.org/officeDocument/2006/relationships/customXml" Target="../ink/ink56.xml"/><Relationship Id="rId320" Type="http://schemas.openxmlformats.org/officeDocument/2006/relationships/image" Target="../media/image159.png"/><Relationship Id="rId558" Type="http://schemas.openxmlformats.org/officeDocument/2006/relationships/image" Target="../media/image278.png"/><Relationship Id="rId765" Type="http://schemas.openxmlformats.org/officeDocument/2006/relationships/customXml" Target="../ink/ink382.xml"/><Relationship Id="rId972" Type="http://schemas.openxmlformats.org/officeDocument/2006/relationships/customXml" Target="../ink/ink486.xml"/><Relationship Id="rId197" Type="http://schemas.openxmlformats.org/officeDocument/2006/relationships/customXml" Target="../ink/ink98.xml"/><Relationship Id="rId418" Type="http://schemas.openxmlformats.org/officeDocument/2006/relationships/image" Target="../media/image208.png"/><Relationship Id="rId625" Type="http://schemas.openxmlformats.org/officeDocument/2006/relationships/customXml" Target="../ink/ink312.xml"/><Relationship Id="rId832" Type="http://schemas.openxmlformats.org/officeDocument/2006/relationships/image" Target="../media/image415.png"/><Relationship Id="rId1048" Type="http://schemas.openxmlformats.org/officeDocument/2006/relationships/image" Target="../media/image522.png"/><Relationship Id="rId264" Type="http://schemas.openxmlformats.org/officeDocument/2006/relationships/image" Target="../media/image131.png"/><Relationship Id="rId471" Type="http://schemas.openxmlformats.org/officeDocument/2006/relationships/customXml" Target="../ink/ink235.xml"/><Relationship Id="rId1115" Type="http://schemas.openxmlformats.org/officeDocument/2006/relationships/customXml" Target="../ink/ink558.xml"/><Relationship Id="rId59" Type="http://schemas.openxmlformats.org/officeDocument/2006/relationships/customXml" Target="../ink/ink29.xml"/><Relationship Id="rId124" Type="http://schemas.openxmlformats.org/officeDocument/2006/relationships/image" Target="../media/image61.png"/><Relationship Id="rId569" Type="http://schemas.openxmlformats.org/officeDocument/2006/relationships/customXml" Target="../ink/ink284.xml"/><Relationship Id="rId776" Type="http://schemas.openxmlformats.org/officeDocument/2006/relationships/image" Target="../media/image387.png"/><Relationship Id="rId983" Type="http://schemas.openxmlformats.org/officeDocument/2006/relationships/image" Target="../media/image490.png"/><Relationship Id="rId331" Type="http://schemas.openxmlformats.org/officeDocument/2006/relationships/customXml" Target="../ink/ink165.xml"/><Relationship Id="rId429" Type="http://schemas.openxmlformats.org/officeDocument/2006/relationships/customXml" Target="../ink/ink214.xml"/><Relationship Id="rId636" Type="http://schemas.openxmlformats.org/officeDocument/2006/relationships/image" Target="../media/image317.png"/><Relationship Id="rId1059" Type="http://schemas.openxmlformats.org/officeDocument/2006/relationships/customXml" Target="../ink/ink530.xml"/><Relationship Id="rId843" Type="http://schemas.openxmlformats.org/officeDocument/2006/relationships/customXml" Target="../ink/ink421.xml"/><Relationship Id="rId275" Type="http://schemas.openxmlformats.org/officeDocument/2006/relationships/customXml" Target="../ink/ink137.xml"/><Relationship Id="rId482" Type="http://schemas.openxmlformats.org/officeDocument/2006/relationships/image" Target="../media/image240.png"/><Relationship Id="rId703" Type="http://schemas.openxmlformats.org/officeDocument/2006/relationships/customXml" Target="../ink/ink351.xml"/><Relationship Id="rId910" Type="http://schemas.openxmlformats.org/officeDocument/2006/relationships/image" Target="../media/image454.png"/><Relationship Id="rId135" Type="http://schemas.openxmlformats.org/officeDocument/2006/relationships/customXml" Target="../ink/ink67.xml"/><Relationship Id="rId342" Type="http://schemas.openxmlformats.org/officeDocument/2006/relationships/image" Target="../media/image170.png"/><Relationship Id="rId787" Type="http://schemas.openxmlformats.org/officeDocument/2006/relationships/customXml" Target="../ink/ink393.xml"/><Relationship Id="rId994" Type="http://schemas.openxmlformats.org/officeDocument/2006/relationships/customXml" Target="../ink/ink497.xml"/><Relationship Id="rId202" Type="http://schemas.openxmlformats.org/officeDocument/2006/relationships/image" Target="../media/image100.png"/><Relationship Id="rId647" Type="http://schemas.openxmlformats.org/officeDocument/2006/relationships/customXml" Target="../ink/ink323.xml"/><Relationship Id="rId854" Type="http://schemas.openxmlformats.org/officeDocument/2006/relationships/image" Target="../media/image426.png"/><Relationship Id="rId286" Type="http://schemas.openxmlformats.org/officeDocument/2006/relationships/image" Target="../media/image142.png"/><Relationship Id="rId493" Type="http://schemas.openxmlformats.org/officeDocument/2006/relationships/customXml" Target="../ink/ink246.xml"/><Relationship Id="rId507" Type="http://schemas.openxmlformats.org/officeDocument/2006/relationships/customXml" Target="../ink/ink253.xml"/><Relationship Id="rId714" Type="http://schemas.openxmlformats.org/officeDocument/2006/relationships/image" Target="../media/image356.png"/><Relationship Id="rId921" Type="http://schemas.openxmlformats.org/officeDocument/2006/relationships/customXml" Target="../ink/ink460.xml"/><Relationship Id="rId50" Type="http://schemas.openxmlformats.org/officeDocument/2006/relationships/image" Target="../media/image24.png"/><Relationship Id="rId146" Type="http://schemas.openxmlformats.org/officeDocument/2006/relationships/image" Target="../media/image72.png"/><Relationship Id="rId353" Type="http://schemas.openxmlformats.org/officeDocument/2006/relationships/customXml" Target="../ink/ink176.xml"/><Relationship Id="rId560" Type="http://schemas.openxmlformats.org/officeDocument/2006/relationships/image" Target="../media/image279.png"/><Relationship Id="rId798" Type="http://schemas.openxmlformats.org/officeDocument/2006/relationships/image" Target="../media/image398.png"/><Relationship Id="rId213" Type="http://schemas.openxmlformats.org/officeDocument/2006/relationships/customXml" Target="../ink/ink106.xml"/><Relationship Id="rId420" Type="http://schemas.openxmlformats.org/officeDocument/2006/relationships/image" Target="../media/image209.png"/><Relationship Id="rId658" Type="http://schemas.openxmlformats.org/officeDocument/2006/relationships/image" Target="../media/image328.png"/><Relationship Id="rId865" Type="http://schemas.openxmlformats.org/officeDocument/2006/relationships/customXml" Target="../ink/ink432.xml"/><Relationship Id="rId1050" Type="http://schemas.openxmlformats.org/officeDocument/2006/relationships/image" Target="../media/image523.png"/><Relationship Id="rId297" Type="http://schemas.openxmlformats.org/officeDocument/2006/relationships/customXml" Target="../ink/ink148.xml"/><Relationship Id="rId518" Type="http://schemas.openxmlformats.org/officeDocument/2006/relationships/image" Target="../media/image258.png"/><Relationship Id="rId725" Type="http://schemas.openxmlformats.org/officeDocument/2006/relationships/customXml" Target="../ink/ink362.xml"/><Relationship Id="rId932" Type="http://schemas.openxmlformats.org/officeDocument/2006/relationships/image" Target="../media/image465.png"/><Relationship Id="rId157" Type="http://schemas.openxmlformats.org/officeDocument/2006/relationships/customXml" Target="../ink/ink78.xml"/><Relationship Id="rId364" Type="http://schemas.openxmlformats.org/officeDocument/2006/relationships/image" Target="../media/image181.png"/><Relationship Id="rId1008" Type="http://schemas.openxmlformats.org/officeDocument/2006/relationships/customXml" Target="../ink/ink504.xml"/><Relationship Id="rId61" Type="http://schemas.openxmlformats.org/officeDocument/2006/relationships/customXml" Target="../ink/ink30.xml"/><Relationship Id="rId571" Type="http://schemas.openxmlformats.org/officeDocument/2006/relationships/customXml" Target="../ink/ink285.xml"/><Relationship Id="rId669" Type="http://schemas.openxmlformats.org/officeDocument/2006/relationships/customXml" Target="../ink/ink334.xml"/><Relationship Id="rId876" Type="http://schemas.openxmlformats.org/officeDocument/2006/relationships/image" Target="../media/image437.png"/><Relationship Id="rId19" Type="http://schemas.openxmlformats.org/officeDocument/2006/relationships/customXml" Target="../ink/ink9.xml"/><Relationship Id="rId224" Type="http://schemas.openxmlformats.org/officeDocument/2006/relationships/image" Target="../media/image111.png"/><Relationship Id="rId431" Type="http://schemas.openxmlformats.org/officeDocument/2006/relationships/customXml" Target="../ink/ink215.xml"/><Relationship Id="rId529" Type="http://schemas.openxmlformats.org/officeDocument/2006/relationships/customXml" Target="../ink/ink264.xml"/><Relationship Id="rId736" Type="http://schemas.openxmlformats.org/officeDocument/2006/relationships/image" Target="../media/image367.png"/><Relationship Id="rId1061" Type="http://schemas.openxmlformats.org/officeDocument/2006/relationships/customXml" Target="../ink/ink531.xml"/><Relationship Id="rId168" Type="http://schemas.openxmlformats.org/officeDocument/2006/relationships/image" Target="../media/image83.png"/><Relationship Id="rId943" Type="http://schemas.openxmlformats.org/officeDocument/2006/relationships/customXml" Target="../ink/ink471.xml"/><Relationship Id="rId1019" Type="http://schemas.openxmlformats.org/officeDocument/2006/relationships/image" Target="../media/image508.png"/><Relationship Id="rId72" Type="http://schemas.openxmlformats.org/officeDocument/2006/relationships/image" Target="../media/image35.png"/><Relationship Id="rId375" Type="http://schemas.openxmlformats.org/officeDocument/2006/relationships/customXml" Target="../ink/ink187.xml"/><Relationship Id="rId582" Type="http://schemas.openxmlformats.org/officeDocument/2006/relationships/image" Target="../media/image290.png"/><Relationship Id="rId803" Type="http://schemas.openxmlformats.org/officeDocument/2006/relationships/customXml" Target="../ink/ink401.xml"/><Relationship Id="rId3" Type="http://schemas.openxmlformats.org/officeDocument/2006/relationships/customXml" Target="../ink/ink1.xml"/><Relationship Id="rId235" Type="http://schemas.openxmlformats.org/officeDocument/2006/relationships/customXml" Target="../ink/ink117.xml"/><Relationship Id="rId442" Type="http://schemas.openxmlformats.org/officeDocument/2006/relationships/image" Target="../media/image220.png"/><Relationship Id="rId887" Type="http://schemas.openxmlformats.org/officeDocument/2006/relationships/customXml" Target="../ink/ink443.xml"/><Relationship Id="rId1072" Type="http://schemas.openxmlformats.org/officeDocument/2006/relationships/image" Target="../media/image534.png"/><Relationship Id="rId302" Type="http://schemas.openxmlformats.org/officeDocument/2006/relationships/image" Target="../media/image150.png"/><Relationship Id="rId747" Type="http://schemas.openxmlformats.org/officeDocument/2006/relationships/customXml" Target="../ink/ink373.xml"/><Relationship Id="rId954" Type="http://schemas.openxmlformats.org/officeDocument/2006/relationships/image" Target="../media/image476.png"/><Relationship Id="rId83" Type="http://schemas.openxmlformats.org/officeDocument/2006/relationships/customXml" Target="../ink/ink41.xml"/><Relationship Id="rId179" Type="http://schemas.openxmlformats.org/officeDocument/2006/relationships/customXml" Target="../ink/ink89.xml"/><Relationship Id="rId386" Type="http://schemas.openxmlformats.org/officeDocument/2006/relationships/image" Target="../media/image192.png"/><Relationship Id="rId593" Type="http://schemas.openxmlformats.org/officeDocument/2006/relationships/customXml" Target="../ink/ink296.xml"/><Relationship Id="rId607" Type="http://schemas.openxmlformats.org/officeDocument/2006/relationships/customXml" Target="../ink/ink303.xml"/><Relationship Id="rId814" Type="http://schemas.openxmlformats.org/officeDocument/2006/relationships/image" Target="../media/image406.png"/><Relationship Id="rId246" Type="http://schemas.openxmlformats.org/officeDocument/2006/relationships/image" Target="../media/image122.png"/><Relationship Id="rId453" Type="http://schemas.openxmlformats.org/officeDocument/2006/relationships/customXml" Target="../ink/ink226.xml"/><Relationship Id="rId660" Type="http://schemas.openxmlformats.org/officeDocument/2006/relationships/image" Target="../media/image329.png"/><Relationship Id="rId898" Type="http://schemas.openxmlformats.org/officeDocument/2006/relationships/image" Target="../media/image448.png"/><Relationship Id="rId1083" Type="http://schemas.openxmlformats.org/officeDocument/2006/relationships/customXml" Target="../ink/ink542.xml"/><Relationship Id="rId106" Type="http://schemas.openxmlformats.org/officeDocument/2006/relationships/image" Target="../media/image52.png"/><Relationship Id="rId313" Type="http://schemas.openxmlformats.org/officeDocument/2006/relationships/customXml" Target="../ink/ink156.xml"/><Relationship Id="rId758" Type="http://schemas.openxmlformats.org/officeDocument/2006/relationships/image" Target="../media/image378.png"/><Relationship Id="rId965" Type="http://schemas.openxmlformats.org/officeDocument/2006/relationships/image" Target="../media/image481.png"/><Relationship Id="rId10" Type="http://schemas.openxmlformats.org/officeDocument/2006/relationships/image" Target="../media/image4.png"/><Relationship Id="rId94" Type="http://schemas.openxmlformats.org/officeDocument/2006/relationships/image" Target="../media/image46.png"/><Relationship Id="rId397" Type="http://schemas.openxmlformats.org/officeDocument/2006/relationships/customXml" Target="../ink/ink198.xml"/><Relationship Id="rId520" Type="http://schemas.openxmlformats.org/officeDocument/2006/relationships/image" Target="../media/image259.png"/><Relationship Id="rId618" Type="http://schemas.openxmlformats.org/officeDocument/2006/relationships/image" Target="../media/image308.png"/><Relationship Id="rId825" Type="http://schemas.openxmlformats.org/officeDocument/2006/relationships/customXml" Target="../ink/ink412.xml"/><Relationship Id="rId257" Type="http://schemas.openxmlformats.org/officeDocument/2006/relationships/customXml" Target="../ink/ink128.xml"/><Relationship Id="rId464" Type="http://schemas.openxmlformats.org/officeDocument/2006/relationships/image" Target="../media/image231.png"/><Relationship Id="rId1010" Type="http://schemas.openxmlformats.org/officeDocument/2006/relationships/customXml" Target="../ink/ink505.xml"/><Relationship Id="rId1094" Type="http://schemas.openxmlformats.org/officeDocument/2006/relationships/image" Target="../media/image545.png"/><Relationship Id="rId1108" Type="http://schemas.openxmlformats.org/officeDocument/2006/relationships/image" Target="../media/image552.png"/><Relationship Id="rId117" Type="http://schemas.openxmlformats.org/officeDocument/2006/relationships/customXml" Target="../ink/ink58.xml"/><Relationship Id="rId671" Type="http://schemas.openxmlformats.org/officeDocument/2006/relationships/customXml" Target="../ink/ink335.xml"/><Relationship Id="rId769" Type="http://schemas.openxmlformats.org/officeDocument/2006/relationships/customXml" Target="../ink/ink384.xml"/><Relationship Id="rId976" Type="http://schemas.openxmlformats.org/officeDocument/2006/relationships/customXml" Target="../ink/ink488.xml"/><Relationship Id="rId324" Type="http://schemas.openxmlformats.org/officeDocument/2006/relationships/image" Target="../media/image161.png"/><Relationship Id="rId531" Type="http://schemas.openxmlformats.org/officeDocument/2006/relationships/customXml" Target="../ink/ink265.xml"/><Relationship Id="rId629" Type="http://schemas.openxmlformats.org/officeDocument/2006/relationships/customXml" Target="../ink/ink314.xml"/><Relationship Id="rId836" Type="http://schemas.openxmlformats.org/officeDocument/2006/relationships/image" Target="../media/image417.png"/><Relationship Id="rId1021" Type="http://schemas.openxmlformats.org/officeDocument/2006/relationships/image" Target="../media/image509.png"/><Relationship Id="rId1119" Type="http://schemas.openxmlformats.org/officeDocument/2006/relationships/customXml" Target="../ink/ink560.xml"/><Relationship Id="rId903" Type="http://schemas.openxmlformats.org/officeDocument/2006/relationships/customXml" Target="../ink/ink451.xml"/><Relationship Id="rId32" Type="http://schemas.openxmlformats.org/officeDocument/2006/relationships/image" Target="../media/image15.png"/><Relationship Id="rId181" Type="http://schemas.openxmlformats.org/officeDocument/2006/relationships/customXml" Target="../ink/ink90.xml"/><Relationship Id="rId279" Type="http://schemas.openxmlformats.org/officeDocument/2006/relationships/customXml" Target="../ink/ink139.xml"/><Relationship Id="rId486" Type="http://schemas.openxmlformats.org/officeDocument/2006/relationships/image" Target="../media/image242.png"/><Relationship Id="rId693" Type="http://schemas.openxmlformats.org/officeDocument/2006/relationships/customXml" Target="../ink/ink346.xml"/><Relationship Id="rId139" Type="http://schemas.openxmlformats.org/officeDocument/2006/relationships/customXml" Target="../ink/ink69.xml"/><Relationship Id="rId346" Type="http://schemas.openxmlformats.org/officeDocument/2006/relationships/image" Target="../media/image172.png"/><Relationship Id="rId553" Type="http://schemas.openxmlformats.org/officeDocument/2006/relationships/customXml" Target="../ink/ink276.xml"/><Relationship Id="rId760" Type="http://schemas.openxmlformats.org/officeDocument/2006/relationships/image" Target="../media/image379.png"/><Relationship Id="rId998" Type="http://schemas.openxmlformats.org/officeDocument/2006/relationships/customXml" Target="../ink/ink499.xml"/><Relationship Id="rId206" Type="http://schemas.openxmlformats.org/officeDocument/2006/relationships/image" Target="../media/image102.png"/><Relationship Id="rId413" Type="http://schemas.openxmlformats.org/officeDocument/2006/relationships/customXml" Target="../ink/ink206.xml"/><Relationship Id="rId858" Type="http://schemas.openxmlformats.org/officeDocument/2006/relationships/image" Target="../media/image428.png"/><Relationship Id="rId1043" Type="http://schemas.openxmlformats.org/officeDocument/2006/relationships/customXml" Target="../ink/ink522.xml"/><Relationship Id="rId620" Type="http://schemas.openxmlformats.org/officeDocument/2006/relationships/image" Target="../media/image309.png"/><Relationship Id="rId718" Type="http://schemas.openxmlformats.org/officeDocument/2006/relationships/image" Target="../media/image358.png"/><Relationship Id="rId925" Type="http://schemas.openxmlformats.org/officeDocument/2006/relationships/customXml" Target="../ink/ink462.xml"/><Relationship Id="rId1110" Type="http://schemas.openxmlformats.org/officeDocument/2006/relationships/image" Target="../media/image553.png"/><Relationship Id="rId54" Type="http://schemas.openxmlformats.org/officeDocument/2006/relationships/image" Target="../media/image26.png"/><Relationship Id="rId270" Type="http://schemas.openxmlformats.org/officeDocument/2006/relationships/image" Target="../media/image134.png"/><Relationship Id="rId130" Type="http://schemas.openxmlformats.org/officeDocument/2006/relationships/image" Target="../media/image64.png"/><Relationship Id="rId368" Type="http://schemas.openxmlformats.org/officeDocument/2006/relationships/image" Target="../media/image183.png"/><Relationship Id="rId575" Type="http://schemas.openxmlformats.org/officeDocument/2006/relationships/customXml" Target="../ink/ink287.xml"/><Relationship Id="rId782" Type="http://schemas.openxmlformats.org/officeDocument/2006/relationships/image" Target="../media/image390.png"/><Relationship Id="rId228" Type="http://schemas.openxmlformats.org/officeDocument/2006/relationships/image" Target="../media/image113.png"/><Relationship Id="rId435" Type="http://schemas.openxmlformats.org/officeDocument/2006/relationships/customXml" Target="../ink/ink217.xml"/><Relationship Id="rId642" Type="http://schemas.openxmlformats.org/officeDocument/2006/relationships/image" Target="../media/image320.png"/><Relationship Id="rId1065" Type="http://schemas.openxmlformats.org/officeDocument/2006/relationships/customXml" Target="../ink/ink533.xml"/><Relationship Id="rId502" Type="http://schemas.openxmlformats.org/officeDocument/2006/relationships/image" Target="../media/image250.png"/><Relationship Id="rId947" Type="http://schemas.openxmlformats.org/officeDocument/2006/relationships/customXml" Target="../ink/ink473.xml"/><Relationship Id="rId76" Type="http://schemas.openxmlformats.org/officeDocument/2006/relationships/image" Target="../media/image37.png"/><Relationship Id="rId807" Type="http://schemas.openxmlformats.org/officeDocument/2006/relationships/customXml" Target="../ink/ink403.xml"/><Relationship Id="rId292" Type="http://schemas.openxmlformats.org/officeDocument/2006/relationships/image" Target="../media/image145.png"/><Relationship Id="rId597" Type="http://schemas.openxmlformats.org/officeDocument/2006/relationships/customXml" Target="../ink/ink298.xml"/><Relationship Id="rId152" Type="http://schemas.openxmlformats.org/officeDocument/2006/relationships/image" Target="../media/image75.png"/><Relationship Id="rId457" Type="http://schemas.openxmlformats.org/officeDocument/2006/relationships/customXml" Target="../ink/ink228.xml"/><Relationship Id="rId1087" Type="http://schemas.openxmlformats.org/officeDocument/2006/relationships/customXml" Target="../ink/ink544.xml"/><Relationship Id="rId664" Type="http://schemas.openxmlformats.org/officeDocument/2006/relationships/image" Target="../media/image331.png"/><Relationship Id="rId871" Type="http://schemas.openxmlformats.org/officeDocument/2006/relationships/customXml" Target="../ink/ink435.xml"/><Relationship Id="rId969" Type="http://schemas.openxmlformats.org/officeDocument/2006/relationships/image" Target="../media/image483.png"/><Relationship Id="rId317" Type="http://schemas.openxmlformats.org/officeDocument/2006/relationships/customXml" Target="../ink/ink158.xml"/><Relationship Id="rId524" Type="http://schemas.openxmlformats.org/officeDocument/2006/relationships/image" Target="../media/image261.png"/><Relationship Id="rId731" Type="http://schemas.openxmlformats.org/officeDocument/2006/relationships/customXml" Target="../ink/ink365.xml"/><Relationship Id="rId98" Type="http://schemas.openxmlformats.org/officeDocument/2006/relationships/image" Target="../media/image48.png"/><Relationship Id="rId829" Type="http://schemas.openxmlformats.org/officeDocument/2006/relationships/customXml" Target="../ink/ink414.xml"/><Relationship Id="rId1014" Type="http://schemas.openxmlformats.org/officeDocument/2006/relationships/customXml" Target="../ink/ink507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8.png"/><Relationship Id="rId299" Type="http://schemas.openxmlformats.org/officeDocument/2006/relationships/image" Target="../media/image709.png"/><Relationship Id="rId21" Type="http://schemas.openxmlformats.org/officeDocument/2006/relationships/image" Target="../media/image570.png"/><Relationship Id="rId63" Type="http://schemas.openxmlformats.org/officeDocument/2006/relationships/image" Target="../media/image591.png"/><Relationship Id="rId159" Type="http://schemas.openxmlformats.org/officeDocument/2006/relationships/image" Target="../media/image639.png"/><Relationship Id="rId324" Type="http://schemas.openxmlformats.org/officeDocument/2006/relationships/customXml" Target="../ink/ink724.xml"/><Relationship Id="rId366" Type="http://schemas.openxmlformats.org/officeDocument/2006/relationships/customXml" Target="../ink/ink745.xml"/><Relationship Id="rId170" Type="http://schemas.openxmlformats.org/officeDocument/2006/relationships/customXml" Target="../ink/ink647.xml"/><Relationship Id="rId226" Type="http://schemas.openxmlformats.org/officeDocument/2006/relationships/customXml" Target="../ink/ink675.xml"/><Relationship Id="rId433" Type="http://schemas.openxmlformats.org/officeDocument/2006/relationships/image" Target="../media/image776.png"/><Relationship Id="rId268" Type="http://schemas.openxmlformats.org/officeDocument/2006/relationships/customXml" Target="../ink/ink696.xml"/><Relationship Id="rId32" Type="http://schemas.openxmlformats.org/officeDocument/2006/relationships/customXml" Target="../ink/ink578.xml"/><Relationship Id="rId74" Type="http://schemas.openxmlformats.org/officeDocument/2006/relationships/customXml" Target="../ink/ink599.xml"/><Relationship Id="rId128" Type="http://schemas.openxmlformats.org/officeDocument/2006/relationships/customXml" Target="../ink/ink626.xml"/><Relationship Id="rId335" Type="http://schemas.openxmlformats.org/officeDocument/2006/relationships/image" Target="../media/image727.png"/><Relationship Id="rId377" Type="http://schemas.openxmlformats.org/officeDocument/2006/relationships/image" Target="../media/image748.png"/><Relationship Id="rId5" Type="http://schemas.openxmlformats.org/officeDocument/2006/relationships/image" Target="../media/image562.png"/><Relationship Id="rId181" Type="http://schemas.openxmlformats.org/officeDocument/2006/relationships/image" Target="../media/image650.png"/><Relationship Id="rId237" Type="http://schemas.openxmlformats.org/officeDocument/2006/relationships/image" Target="../media/image678.png"/><Relationship Id="rId402" Type="http://schemas.openxmlformats.org/officeDocument/2006/relationships/customXml" Target="../ink/ink763.xml"/><Relationship Id="rId279" Type="http://schemas.openxmlformats.org/officeDocument/2006/relationships/image" Target="../media/image699.png"/><Relationship Id="rId444" Type="http://schemas.openxmlformats.org/officeDocument/2006/relationships/customXml" Target="../ink/ink784.xml"/><Relationship Id="rId43" Type="http://schemas.openxmlformats.org/officeDocument/2006/relationships/image" Target="../media/image581.png"/><Relationship Id="rId139" Type="http://schemas.openxmlformats.org/officeDocument/2006/relationships/image" Target="../media/image629.png"/><Relationship Id="rId290" Type="http://schemas.openxmlformats.org/officeDocument/2006/relationships/customXml" Target="../ink/ink707.xml"/><Relationship Id="rId304" Type="http://schemas.openxmlformats.org/officeDocument/2006/relationships/customXml" Target="../ink/ink714.xml"/><Relationship Id="rId346" Type="http://schemas.openxmlformats.org/officeDocument/2006/relationships/customXml" Target="../ink/ink735.xml"/><Relationship Id="rId388" Type="http://schemas.openxmlformats.org/officeDocument/2006/relationships/customXml" Target="../ink/ink756.xml"/><Relationship Id="rId85" Type="http://schemas.openxmlformats.org/officeDocument/2006/relationships/image" Target="../media/image602.png"/><Relationship Id="rId150" Type="http://schemas.openxmlformats.org/officeDocument/2006/relationships/customXml" Target="../ink/ink637.xml"/><Relationship Id="rId192" Type="http://schemas.openxmlformats.org/officeDocument/2006/relationships/customXml" Target="../ink/ink658.xml"/><Relationship Id="rId206" Type="http://schemas.openxmlformats.org/officeDocument/2006/relationships/customXml" Target="../ink/ink665.xml"/><Relationship Id="rId413" Type="http://schemas.openxmlformats.org/officeDocument/2006/relationships/image" Target="../media/image766.png"/><Relationship Id="rId248" Type="http://schemas.openxmlformats.org/officeDocument/2006/relationships/customXml" Target="../ink/ink686.xml"/><Relationship Id="rId455" Type="http://schemas.openxmlformats.org/officeDocument/2006/relationships/image" Target="../media/image787.png"/><Relationship Id="rId12" Type="http://schemas.openxmlformats.org/officeDocument/2006/relationships/customXml" Target="../ink/ink568.xml"/><Relationship Id="rId108" Type="http://schemas.openxmlformats.org/officeDocument/2006/relationships/customXml" Target="../ink/ink616.xml"/><Relationship Id="rId315" Type="http://schemas.openxmlformats.org/officeDocument/2006/relationships/image" Target="../media/image717.png"/><Relationship Id="rId357" Type="http://schemas.openxmlformats.org/officeDocument/2006/relationships/image" Target="../media/image738.png"/><Relationship Id="rId54" Type="http://schemas.openxmlformats.org/officeDocument/2006/relationships/customXml" Target="../ink/ink589.xml"/><Relationship Id="rId96" Type="http://schemas.openxmlformats.org/officeDocument/2006/relationships/customXml" Target="../ink/ink610.xml"/><Relationship Id="rId161" Type="http://schemas.openxmlformats.org/officeDocument/2006/relationships/image" Target="../media/image640.png"/><Relationship Id="rId217" Type="http://schemas.openxmlformats.org/officeDocument/2006/relationships/image" Target="../media/image668.png"/><Relationship Id="rId399" Type="http://schemas.openxmlformats.org/officeDocument/2006/relationships/image" Target="../media/image759.png"/><Relationship Id="rId259" Type="http://schemas.openxmlformats.org/officeDocument/2006/relationships/image" Target="../media/image689.png"/><Relationship Id="rId424" Type="http://schemas.openxmlformats.org/officeDocument/2006/relationships/customXml" Target="../ink/ink774.xml"/><Relationship Id="rId466" Type="http://schemas.openxmlformats.org/officeDocument/2006/relationships/customXml" Target="../ink/ink795.xml"/><Relationship Id="rId23" Type="http://schemas.openxmlformats.org/officeDocument/2006/relationships/image" Target="../media/image571.png"/><Relationship Id="rId119" Type="http://schemas.openxmlformats.org/officeDocument/2006/relationships/image" Target="../media/image619.png"/><Relationship Id="rId270" Type="http://schemas.openxmlformats.org/officeDocument/2006/relationships/customXml" Target="../ink/ink697.xml"/><Relationship Id="rId326" Type="http://schemas.openxmlformats.org/officeDocument/2006/relationships/customXml" Target="../ink/ink725.xml"/><Relationship Id="rId65" Type="http://schemas.openxmlformats.org/officeDocument/2006/relationships/image" Target="../media/image592.png"/><Relationship Id="rId130" Type="http://schemas.openxmlformats.org/officeDocument/2006/relationships/customXml" Target="../ink/ink627.xml"/><Relationship Id="rId368" Type="http://schemas.openxmlformats.org/officeDocument/2006/relationships/customXml" Target="../ink/ink746.xml"/><Relationship Id="rId172" Type="http://schemas.openxmlformats.org/officeDocument/2006/relationships/customXml" Target="../ink/ink648.xml"/><Relationship Id="rId228" Type="http://schemas.openxmlformats.org/officeDocument/2006/relationships/customXml" Target="../ink/ink676.xml"/><Relationship Id="rId435" Type="http://schemas.openxmlformats.org/officeDocument/2006/relationships/image" Target="../media/image777.png"/><Relationship Id="rId281" Type="http://schemas.openxmlformats.org/officeDocument/2006/relationships/image" Target="../media/image700.png"/><Relationship Id="rId337" Type="http://schemas.openxmlformats.org/officeDocument/2006/relationships/image" Target="../media/image728.png"/><Relationship Id="rId34" Type="http://schemas.openxmlformats.org/officeDocument/2006/relationships/customXml" Target="../ink/ink579.xml"/><Relationship Id="rId76" Type="http://schemas.openxmlformats.org/officeDocument/2006/relationships/customXml" Target="../ink/ink600.xml"/><Relationship Id="rId141" Type="http://schemas.openxmlformats.org/officeDocument/2006/relationships/image" Target="../media/image630.png"/><Relationship Id="rId379" Type="http://schemas.openxmlformats.org/officeDocument/2006/relationships/image" Target="../media/image749.png"/><Relationship Id="rId7" Type="http://schemas.openxmlformats.org/officeDocument/2006/relationships/image" Target="../media/image563.png"/><Relationship Id="rId183" Type="http://schemas.openxmlformats.org/officeDocument/2006/relationships/image" Target="../media/image651.png"/><Relationship Id="rId239" Type="http://schemas.openxmlformats.org/officeDocument/2006/relationships/image" Target="../media/image679.png"/><Relationship Id="rId390" Type="http://schemas.openxmlformats.org/officeDocument/2006/relationships/customXml" Target="../ink/ink757.xml"/><Relationship Id="rId404" Type="http://schemas.openxmlformats.org/officeDocument/2006/relationships/customXml" Target="../ink/ink764.xml"/><Relationship Id="rId446" Type="http://schemas.openxmlformats.org/officeDocument/2006/relationships/customXml" Target="../ink/ink785.xml"/><Relationship Id="rId250" Type="http://schemas.openxmlformats.org/officeDocument/2006/relationships/customXml" Target="../ink/ink687.xml"/><Relationship Id="rId292" Type="http://schemas.openxmlformats.org/officeDocument/2006/relationships/customXml" Target="../ink/ink708.xml"/><Relationship Id="rId306" Type="http://schemas.openxmlformats.org/officeDocument/2006/relationships/customXml" Target="../ink/ink715.xml"/><Relationship Id="rId45" Type="http://schemas.openxmlformats.org/officeDocument/2006/relationships/image" Target="../media/image582.png"/><Relationship Id="rId87" Type="http://schemas.openxmlformats.org/officeDocument/2006/relationships/image" Target="../media/image603.png"/><Relationship Id="rId110" Type="http://schemas.openxmlformats.org/officeDocument/2006/relationships/customXml" Target="../ink/ink617.xml"/><Relationship Id="rId348" Type="http://schemas.openxmlformats.org/officeDocument/2006/relationships/customXml" Target="../ink/ink736.xml"/><Relationship Id="rId152" Type="http://schemas.openxmlformats.org/officeDocument/2006/relationships/customXml" Target="../ink/ink638.xml"/><Relationship Id="rId194" Type="http://schemas.openxmlformats.org/officeDocument/2006/relationships/customXml" Target="../ink/ink659.xml"/><Relationship Id="rId208" Type="http://schemas.openxmlformats.org/officeDocument/2006/relationships/customXml" Target="../ink/ink666.xml"/><Relationship Id="rId415" Type="http://schemas.openxmlformats.org/officeDocument/2006/relationships/image" Target="../media/image767.png"/><Relationship Id="rId457" Type="http://schemas.openxmlformats.org/officeDocument/2006/relationships/image" Target="../media/image788.png"/><Relationship Id="rId261" Type="http://schemas.openxmlformats.org/officeDocument/2006/relationships/image" Target="../media/image690.png"/><Relationship Id="rId14" Type="http://schemas.openxmlformats.org/officeDocument/2006/relationships/customXml" Target="../ink/ink569.xml"/><Relationship Id="rId56" Type="http://schemas.openxmlformats.org/officeDocument/2006/relationships/customXml" Target="../ink/ink590.xml"/><Relationship Id="rId317" Type="http://schemas.openxmlformats.org/officeDocument/2006/relationships/image" Target="../media/image718.png"/><Relationship Id="rId359" Type="http://schemas.openxmlformats.org/officeDocument/2006/relationships/image" Target="../media/image739.png"/><Relationship Id="rId98" Type="http://schemas.openxmlformats.org/officeDocument/2006/relationships/customXml" Target="../ink/ink611.xml"/><Relationship Id="rId121" Type="http://schemas.openxmlformats.org/officeDocument/2006/relationships/image" Target="../media/image620.png"/><Relationship Id="rId163" Type="http://schemas.openxmlformats.org/officeDocument/2006/relationships/image" Target="../media/image641.png"/><Relationship Id="rId219" Type="http://schemas.openxmlformats.org/officeDocument/2006/relationships/image" Target="../media/image669.png"/><Relationship Id="rId370" Type="http://schemas.openxmlformats.org/officeDocument/2006/relationships/customXml" Target="../ink/ink747.xml"/><Relationship Id="rId426" Type="http://schemas.openxmlformats.org/officeDocument/2006/relationships/customXml" Target="../ink/ink775.xml"/><Relationship Id="rId230" Type="http://schemas.openxmlformats.org/officeDocument/2006/relationships/customXml" Target="../ink/ink677.xml"/><Relationship Id="rId468" Type="http://schemas.openxmlformats.org/officeDocument/2006/relationships/customXml" Target="../ink/ink796.xml"/><Relationship Id="rId25" Type="http://schemas.openxmlformats.org/officeDocument/2006/relationships/image" Target="../media/image572.png"/><Relationship Id="rId67" Type="http://schemas.openxmlformats.org/officeDocument/2006/relationships/image" Target="../media/image593.png"/><Relationship Id="rId272" Type="http://schemas.openxmlformats.org/officeDocument/2006/relationships/customXml" Target="../ink/ink698.xml"/><Relationship Id="rId328" Type="http://schemas.openxmlformats.org/officeDocument/2006/relationships/customXml" Target="../ink/ink726.xml"/><Relationship Id="rId132" Type="http://schemas.openxmlformats.org/officeDocument/2006/relationships/customXml" Target="../ink/ink628.xml"/><Relationship Id="rId174" Type="http://schemas.openxmlformats.org/officeDocument/2006/relationships/customXml" Target="../ink/ink649.xml"/><Relationship Id="rId381" Type="http://schemas.openxmlformats.org/officeDocument/2006/relationships/image" Target="../media/image750.png"/><Relationship Id="rId241" Type="http://schemas.openxmlformats.org/officeDocument/2006/relationships/image" Target="../media/image680.png"/><Relationship Id="rId437" Type="http://schemas.openxmlformats.org/officeDocument/2006/relationships/image" Target="../media/image778.png"/><Relationship Id="rId36" Type="http://schemas.openxmlformats.org/officeDocument/2006/relationships/customXml" Target="../ink/ink580.xml"/><Relationship Id="rId283" Type="http://schemas.openxmlformats.org/officeDocument/2006/relationships/image" Target="../media/image701.png"/><Relationship Id="rId339" Type="http://schemas.openxmlformats.org/officeDocument/2006/relationships/image" Target="../media/image729.png"/><Relationship Id="rId78" Type="http://schemas.openxmlformats.org/officeDocument/2006/relationships/customXml" Target="../ink/ink601.xml"/><Relationship Id="rId101" Type="http://schemas.openxmlformats.org/officeDocument/2006/relationships/image" Target="../media/image610.png"/><Relationship Id="rId143" Type="http://schemas.openxmlformats.org/officeDocument/2006/relationships/image" Target="../media/image631.png"/><Relationship Id="rId185" Type="http://schemas.openxmlformats.org/officeDocument/2006/relationships/image" Target="../media/image652.png"/><Relationship Id="rId350" Type="http://schemas.openxmlformats.org/officeDocument/2006/relationships/customXml" Target="../ink/ink737.xml"/><Relationship Id="rId406" Type="http://schemas.openxmlformats.org/officeDocument/2006/relationships/customXml" Target="../ink/ink765.xml"/><Relationship Id="rId9" Type="http://schemas.openxmlformats.org/officeDocument/2006/relationships/image" Target="../media/image564.png"/><Relationship Id="rId210" Type="http://schemas.openxmlformats.org/officeDocument/2006/relationships/customXml" Target="../ink/ink667.xml"/><Relationship Id="rId392" Type="http://schemas.openxmlformats.org/officeDocument/2006/relationships/customXml" Target="../ink/ink758.xml"/><Relationship Id="rId448" Type="http://schemas.openxmlformats.org/officeDocument/2006/relationships/customXml" Target="../ink/ink786.xml"/><Relationship Id="rId252" Type="http://schemas.openxmlformats.org/officeDocument/2006/relationships/customXml" Target="../ink/ink688.xml"/><Relationship Id="rId294" Type="http://schemas.openxmlformats.org/officeDocument/2006/relationships/customXml" Target="../ink/ink709.xml"/><Relationship Id="rId308" Type="http://schemas.openxmlformats.org/officeDocument/2006/relationships/customXml" Target="../ink/ink716.xml"/><Relationship Id="rId47" Type="http://schemas.openxmlformats.org/officeDocument/2006/relationships/image" Target="../media/image583.png"/><Relationship Id="rId89" Type="http://schemas.openxmlformats.org/officeDocument/2006/relationships/image" Target="../media/image604.png"/><Relationship Id="rId112" Type="http://schemas.openxmlformats.org/officeDocument/2006/relationships/customXml" Target="../ink/ink618.xml"/><Relationship Id="rId154" Type="http://schemas.openxmlformats.org/officeDocument/2006/relationships/customXml" Target="../ink/ink639.xml"/><Relationship Id="rId361" Type="http://schemas.openxmlformats.org/officeDocument/2006/relationships/image" Target="../media/image740.png"/><Relationship Id="rId196" Type="http://schemas.openxmlformats.org/officeDocument/2006/relationships/customXml" Target="../ink/ink660.xml"/><Relationship Id="rId417" Type="http://schemas.openxmlformats.org/officeDocument/2006/relationships/image" Target="../media/image768.png"/><Relationship Id="rId459" Type="http://schemas.openxmlformats.org/officeDocument/2006/relationships/image" Target="../media/image789.png"/><Relationship Id="rId16" Type="http://schemas.openxmlformats.org/officeDocument/2006/relationships/customXml" Target="../ink/ink570.xml"/><Relationship Id="rId221" Type="http://schemas.openxmlformats.org/officeDocument/2006/relationships/image" Target="../media/image670.png"/><Relationship Id="rId263" Type="http://schemas.openxmlformats.org/officeDocument/2006/relationships/image" Target="../media/image691.png"/><Relationship Id="rId319" Type="http://schemas.openxmlformats.org/officeDocument/2006/relationships/image" Target="../media/image719.png"/><Relationship Id="rId470" Type="http://schemas.openxmlformats.org/officeDocument/2006/relationships/customXml" Target="../ink/ink797.xml"/><Relationship Id="rId58" Type="http://schemas.openxmlformats.org/officeDocument/2006/relationships/customXml" Target="../ink/ink591.xml"/><Relationship Id="rId123" Type="http://schemas.openxmlformats.org/officeDocument/2006/relationships/image" Target="../media/image621.png"/><Relationship Id="rId330" Type="http://schemas.openxmlformats.org/officeDocument/2006/relationships/customXml" Target="../ink/ink727.xml"/><Relationship Id="rId165" Type="http://schemas.openxmlformats.org/officeDocument/2006/relationships/image" Target="../media/image642.png"/><Relationship Id="rId372" Type="http://schemas.openxmlformats.org/officeDocument/2006/relationships/customXml" Target="../ink/ink748.xml"/><Relationship Id="rId428" Type="http://schemas.openxmlformats.org/officeDocument/2006/relationships/customXml" Target="../ink/ink776.xml"/><Relationship Id="rId232" Type="http://schemas.openxmlformats.org/officeDocument/2006/relationships/customXml" Target="../ink/ink678.xml"/><Relationship Id="rId274" Type="http://schemas.openxmlformats.org/officeDocument/2006/relationships/customXml" Target="../ink/ink699.xml"/><Relationship Id="rId27" Type="http://schemas.openxmlformats.org/officeDocument/2006/relationships/image" Target="../media/image573.png"/><Relationship Id="rId69" Type="http://schemas.openxmlformats.org/officeDocument/2006/relationships/image" Target="../media/image594.png"/><Relationship Id="rId134" Type="http://schemas.openxmlformats.org/officeDocument/2006/relationships/customXml" Target="../ink/ink629.xml"/><Relationship Id="rId80" Type="http://schemas.openxmlformats.org/officeDocument/2006/relationships/customXml" Target="../ink/ink602.xml"/><Relationship Id="rId176" Type="http://schemas.openxmlformats.org/officeDocument/2006/relationships/customXml" Target="../ink/ink650.xml"/><Relationship Id="rId341" Type="http://schemas.openxmlformats.org/officeDocument/2006/relationships/image" Target="../media/image730.png"/><Relationship Id="rId383" Type="http://schemas.openxmlformats.org/officeDocument/2006/relationships/image" Target="../media/image751.png"/><Relationship Id="rId439" Type="http://schemas.openxmlformats.org/officeDocument/2006/relationships/image" Target="../media/image779.png"/><Relationship Id="rId201" Type="http://schemas.openxmlformats.org/officeDocument/2006/relationships/image" Target="../media/image660.png"/><Relationship Id="rId243" Type="http://schemas.openxmlformats.org/officeDocument/2006/relationships/image" Target="../media/image681.png"/><Relationship Id="rId285" Type="http://schemas.openxmlformats.org/officeDocument/2006/relationships/image" Target="../media/image702.png"/><Relationship Id="rId450" Type="http://schemas.openxmlformats.org/officeDocument/2006/relationships/customXml" Target="../ink/ink787.xml"/><Relationship Id="rId38" Type="http://schemas.openxmlformats.org/officeDocument/2006/relationships/customXml" Target="../ink/ink581.xml"/><Relationship Id="rId103" Type="http://schemas.openxmlformats.org/officeDocument/2006/relationships/image" Target="../media/image611.png"/><Relationship Id="rId310" Type="http://schemas.openxmlformats.org/officeDocument/2006/relationships/customXml" Target="../ink/ink717.xml"/><Relationship Id="rId91" Type="http://schemas.openxmlformats.org/officeDocument/2006/relationships/image" Target="../media/image605.png"/><Relationship Id="rId145" Type="http://schemas.openxmlformats.org/officeDocument/2006/relationships/image" Target="../media/image632.png"/><Relationship Id="rId187" Type="http://schemas.openxmlformats.org/officeDocument/2006/relationships/image" Target="../media/image653.png"/><Relationship Id="rId352" Type="http://schemas.openxmlformats.org/officeDocument/2006/relationships/customXml" Target="../ink/ink738.xml"/><Relationship Id="rId394" Type="http://schemas.openxmlformats.org/officeDocument/2006/relationships/customXml" Target="../ink/ink759.xml"/><Relationship Id="rId408" Type="http://schemas.openxmlformats.org/officeDocument/2006/relationships/customXml" Target="../ink/ink766.xml"/><Relationship Id="rId212" Type="http://schemas.openxmlformats.org/officeDocument/2006/relationships/customXml" Target="../ink/ink668.xml"/><Relationship Id="rId254" Type="http://schemas.openxmlformats.org/officeDocument/2006/relationships/customXml" Target="../ink/ink689.xml"/><Relationship Id="rId49" Type="http://schemas.openxmlformats.org/officeDocument/2006/relationships/image" Target="../media/image584.png"/><Relationship Id="rId114" Type="http://schemas.openxmlformats.org/officeDocument/2006/relationships/customXml" Target="../ink/ink619.xml"/><Relationship Id="rId296" Type="http://schemas.openxmlformats.org/officeDocument/2006/relationships/customXml" Target="../ink/ink710.xml"/><Relationship Id="rId461" Type="http://schemas.openxmlformats.org/officeDocument/2006/relationships/image" Target="../media/image790.png"/><Relationship Id="rId60" Type="http://schemas.openxmlformats.org/officeDocument/2006/relationships/customXml" Target="../ink/ink592.xml"/><Relationship Id="rId156" Type="http://schemas.openxmlformats.org/officeDocument/2006/relationships/customXml" Target="../ink/ink640.xml"/><Relationship Id="rId198" Type="http://schemas.openxmlformats.org/officeDocument/2006/relationships/customXml" Target="../ink/ink661.xml"/><Relationship Id="rId321" Type="http://schemas.openxmlformats.org/officeDocument/2006/relationships/image" Target="../media/image720.png"/><Relationship Id="rId363" Type="http://schemas.openxmlformats.org/officeDocument/2006/relationships/image" Target="../media/image741.png"/><Relationship Id="rId419" Type="http://schemas.openxmlformats.org/officeDocument/2006/relationships/image" Target="../media/image769.png"/><Relationship Id="rId223" Type="http://schemas.openxmlformats.org/officeDocument/2006/relationships/image" Target="../media/image671.png"/><Relationship Id="rId430" Type="http://schemas.openxmlformats.org/officeDocument/2006/relationships/customXml" Target="../ink/ink777.xml"/><Relationship Id="rId18" Type="http://schemas.openxmlformats.org/officeDocument/2006/relationships/customXml" Target="../ink/ink571.xml"/><Relationship Id="rId265" Type="http://schemas.openxmlformats.org/officeDocument/2006/relationships/image" Target="../media/image692.png"/><Relationship Id="rId125" Type="http://schemas.openxmlformats.org/officeDocument/2006/relationships/image" Target="../media/image622.png"/><Relationship Id="rId167" Type="http://schemas.openxmlformats.org/officeDocument/2006/relationships/image" Target="../media/image643.png"/><Relationship Id="rId332" Type="http://schemas.openxmlformats.org/officeDocument/2006/relationships/customXml" Target="../ink/ink728.xml"/><Relationship Id="rId374" Type="http://schemas.openxmlformats.org/officeDocument/2006/relationships/customXml" Target="../ink/ink749.xml"/><Relationship Id="rId71" Type="http://schemas.openxmlformats.org/officeDocument/2006/relationships/image" Target="../media/image595.png"/><Relationship Id="rId234" Type="http://schemas.openxmlformats.org/officeDocument/2006/relationships/customXml" Target="../ink/ink679.xml"/><Relationship Id="rId2" Type="http://schemas.openxmlformats.org/officeDocument/2006/relationships/customXml" Target="../ink/ink563.xml"/><Relationship Id="rId29" Type="http://schemas.openxmlformats.org/officeDocument/2006/relationships/image" Target="../media/image574.png"/><Relationship Id="rId276" Type="http://schemas.openxmlformats.org/officeDocument/2006/relationships/customXml" Target="../ink/ink700.xml"/><Relationship Id="rId441" Type="http://schemas.openxmlformats.org/officeDocument/2006/relationships/image" Target="../media/image780.png"/><Relationship Id="rId40" Type="http://schemas.openxmlformats.org/officeDocument/2006/relationships/customXml" Target="../ink/ink582.xml"/><Relationship Id="rId136" Type="http://schemas.openxmlformats.org/officeDocument/2006/relationships/customXml" Target="../ink/ink630.xml"/><Relationship Id="rId178" Type="http://schemas.openxmlformats.org/officeDocument/2006/relationships/customXml" Target="../ink/ink651.xml"/><Relationship Id="rId301" Type="http://schemas.openxmlformats.org/officeDocument/2006/relationships/image" Target="../media/image710.png"/><Relationship Id="rId343" Type="http://schemas.openxmlformats.org/officeDocument/2006/relationships/image" Target="../media/image731.png"/><Relationship Id="rId82" Type="http://schemas.openxmlformats.org/officeDocument/2006/relationships/customXml" Target="../ink/ink603.xml"/><Relationship Id="rId203" Type="http://schemas.openxmlformats.org/officeDocument/2006/relationships/image" Target="../media/image661.png"/><Relationship Id="rId385" Type="http://schemas.openxmlformats.org/officeDocument/2006/relationships/image" Target="../media/image752.png"/><Relationship Id="rId19" Type="http://schemas.openxmlformats.org/officeDocument/2006/relationships/image" Target="../media/image569.png"/><Relationship Id="rId224" Type="http://schemas.openxmlformats.org/officeDocument/2006/relationships/customXml" Target="../ink/ink674.xml"/><Relationship Id="rId245" Type="http://schemas.openxmlformats.org/officeDocument/2006/relationships/image" Target="../media/image682.png"/><Relationship Id="rId266" Type="http://schemas.openxmlformats.org/officeDocument/2006/relationships/customXml" Target="../ink/ink695.xml"/><Relationship Id="rId287" Type="http://schemas.openxmlformats.org/officeDocument/2006/relationships/image" Target="../media/image703.png"/><Relationship Id="rId410" Type="http://schemas.openxmlformats.org/officeDocument/2006/relationships/customXml" Target="../ink/ink767.xml"/><Relationship Id="rId431" Type="http://schemas.openxmlformats.org/officeDocument/2006/relationships/image" Target="../media/image775.png"/><Relationship Id="rId452" Type="http://schemas.openxmlformats.org/officeDocument/2006/relationships/customXml" Target="../ink/ink788.xml"/><Relationship Id="rId30" Type="http://schemas.openxmlformats.org/officeDocument/2006/relationships/customXml" Target="../ink/ink577.xml"/><Relationship Id="rId105" Type="http://schemas.openxmlformats.org/officeDocument/2006/relationships/image" Target="../media/image612.png"/><Relationship Id="rId126" Type="http://schemas.openxmlformats.org/officeDocument/2006/relationships/customXml" Target="../ink/ink625.xml"/><Relationship Id="rId147" Type="http://schemas.openxmlformats.org/officeDocument/2006/relationships/image" Target="../media/image633.png"/><Relationship Id="rId168" Type="http://schemas.openxmlformats.org/officeDocument/2006/relationships/customXml" Target="../ink/ink646.xml"/><Relationship Id="rId312" Type="http://schemas.openxmlformats.org/officeDocument/2006/relationships/customXml" Target="../ink/ink718.xml"/><Relationship Id="rId333" Type="http://schemas.openxmlformats.org/officeDocument/2006/relationships/image" Target="../media/image726.png"/><Relationship Id="rId354" Type="http://schemas.openxmlformats.org/officeDocument/2006/relationships/customXml" Target="../ink/ink739.xml"/><Relationship Id="rId51" Type="http://schemas.openxmlformats.org/officeDocument/2006/relationships/image" Target="../media/image585.png"/><Relationship Id="rId72" Type="http://schemas.openxmlformats.org/officeDocument/2006/relationships/customXml" Target="../ink/ink598.xml"/><Relationship Id="rId93" Type="http://schemas.openxmlformats.org/officeDocument/2006/relationships/image" Target="../media/image606.png"/><Relationship Id="rId189" Type="http://schemas.openxmlformats.org/officeDocument/2006/relationships/image" Target="../media/image654.png"/><Relationship Id="rId375" Type="http://schemas.openxmlformats.org/officeDocument/2006/relationships/image" Target="../media/image747.png"/><Relationship Id="rId396" Type="http://schemas.openxmlformats.org/officeDocument/2006/relationships/customXml" Target="../ink/ink760.xml"/><Relationship Id="rId3" Type="http://schemas.openxmlformats.org/officeDocument/2006/relationships/image" Target="../media/image561.png"/><Relationship Id="rId214" Type="http://schemas.openxmlformats.org/officeDocument/2006/relationships/customXml" Target="../ink/ink669.xml"/><Relationship Id="rId235" Type="http://schemas.openxmlformats.org/officeDocument/2006/relationships/image" Target="../media/image677.png"/><Relationship Id="rId256" Type="http://schemas.openxmlformats.org/officeDocument/2006/relationships/customXml" Target="../ink/ink690.xml"/><Relationship Id="rId277" Type="http://schemas.openxmlformats.org/officeDocument/2006/relationships/image" Target="../media/image698.png"/><Relationship Id="rId298" Type="http://schemas.openxmlformats.org/officeDocument/2006/relationships/customXml" Target="../ink/ink711.xml"/><Relationship Id="rId400" Type="http://schemas.openxmlformats.org/officeDocument/2006/relationships/customXml" Target="../ink/ink762.xml"/><Relationship Id="rId421" Type="http://schemas.openxmlformats.org/officeDocument/2006/relationships/image" Target="../media/image770.png"/><Relationship Id="rId442" Type="http://schemas.openxmlformats.org/officeDocument/2006/relationships/customXml" Target="../ink/ink783.xml"/><Relationship Id="rId463" Type="http://schemas.openxmlformats.org/officeDocument/2006/relationships/image" Target="../media/image791.png"/><Relationship Id="rId116" Type="http://schemas.openxmlformats.org/officeDocument/2006/relationships/customXml" Target="../ink/ink620.xml"/><Relationship Id="rId137" Type="http://schemas.openxmlformats.org/officeDocument/2006/relationships/image" Target="../media/image628.png"/><Relationship Id="rId158" Type="http://schemas.openxmlformats.org/officeDocument/2006/relationships/customXml" Target="../ink/ink641.xml"/><Relationship Id="rId302" Type="http://schemas.openxmlformats.org/officeDocument/2006/relationships/customXml" Target="../ink/ink713.xml"/><Relationship Id="rId323" Type="http://schemas.openxmlformats.org/officeDocument/2006/relationships/image" Target="../media/image721.png"/><Relationship Id="rId344" Type="http://schemas.openxmlformats.org/officeDocument/2006/relationships/customXml" Target="../ink/ink734.xml"/><Relationship Id="rId20" Type="http://schemas.openxmlformats.org/officeDocument/2006/relationships/customXml" Target="../ink/ink572.xml"/><Relationship Id="rId41" Type="http://schemas.openxmlformats.org/officeDocument/2006/relationships/image" Target="../media/image580.png"/><Relationship Id="rId62" Type="http://schemas.openxmlformats.org/officeDocument/2006/relationships/customXml" Target="../ink/ink593.xml"/><Relationship Id="rId83" Type="http://schemas.openxmlformats.org/officeDocument/2006/relationships/image" Target="../media/image601.png"/><Relationship Id="rId179" Type="http://schemas.openxmlformats.org/officeDocument/2006/relationships/image" Target="../media/image649.png"/><Relationship Id="rId365" Type="http://schemas.openxmlformats.org/officeDocument/2006/relationships/image" Target="../media/image742.png"/><Relationship Id="rId386" Type="http://schemas.openxmlformats.org/officeDocument/2006/relationships/customXml" Target="../ink/ink755.xml"/><Relationship Id="rId190" Type="http://schemas.openxmlformats.org/officeDocument/2006/relationships/customXml" Target="../ink/ink657.xml"/><Relationship Id="rId204" Type="http://schemas.openxmlformats.org/officeDocument/2006/relationships/customXml" Target="../ink/ink664.xml"/><Relationship Id="rId225" Type="http://schemas.openxmlformats.org/officeDocument/2006/relationships/image" Target="../media/image672.png"/><Relationship Id="rId246" Type="http://schemas.openxmlformats.org/officeDocument/2006/relationships/customXml" Target="../ink/ink685.xml"/><Relationship Id="rId267" Type="http://schemas.openxmlformats.org/officeDocument/2006/relationships/image" Target="../media/image693.png"/><Relationship Id="rId288" Type="http://schemas.openxmlformats.org/officeDocument/2006/relationships/customXml" Target="../ink/ink706.xml"/><Relationship Id="rId411" Type="http://schemas.openxmlformats.org/officeDocument/2006/relationships/image" Target="../media/image765.png"/><Relationship Id="rId432" Type="http://schemas.openxmlformats.org/officeDocument/2006/relationships/customXml" Target="../ink/ink778.xml"/><Relationship Id="rId453" Type="http://schemas.openxmlformats.org/officeDocument/2006/relationships/image" Target="../media/image786.png"/><Relationship Id="rId106" Type="http://schemas.openxmlformats.org/officeDocument/2006/relationships/customXml" Target="../ink/ink615.xml"/><Relationship Id="rId127" Type="http://schemas.openxmlformats.org/officeDocument/2006/relationships/image" Target="../media/image623.png"/><Relationship Id="rId313" Type="http://schemas.openxmlformats.org/officeDocument/2006/relationships/image" Target="../media/image716.png"/><Relationship Id="rId10" Type="http://schemas.openxmlformats.org/officeDocument/2006/relationships/customXml" Target="../ink/ink567.xml"/><Relationship Id="rId31" Type="http://schemas.openxmlformats.org/officeDocument/2006/relationships/image" Target="../media/image575.png"/><Relationship Id="rId52" Type="http://schemas.openxmlformats.org/officeDocument/2006/relationships/customXml" Target="../ink/ink588.xml"/><Relationship Id="rId73" Type="http://schemas.openxmlformats.org/officeDocument/2006/relationships/image" Target="../media/image596.png"/><Relationship Id="rId94" Type="http://schemas.openxmlformats.org/officeDocument/2006/relationships/customXml" Target="../ink/ink609.xml"/><Relationship Id="rId148" Type="http://schemas.openxmlformats.org/officeDocument/2006/relationships/customXml" Target="../ink/ink636.xml"/><Relationship Id="rId169" Type="http://schemas.openxmlformats.org/officeDocument/2006/relationships/image" Target="../media/image644.png"/><Relationship Id="rId334" Type="http://schemas.openxmlformats.org/officeDocument/2006/relationships/customXml" Target="../ink/ink729.xml"/><Relationship Id="rId355" Type="http://schemas.openxmlformats.org/officeDocument/2006/relationships/image" Target="../media/image737.png"/><Relationship Id="rId376" Type="http://schemas.openxmlformats.org/officeDocument/2006/relationships/customXml" Target="../ink/ink750.xml"/><Relationship Id="rId397" Type="http://schemas.openxmlformats.org/officeDocument/2006/relationships/image" Target="../media/image758.png"/><Relationship Id="rId4" Type="http://schemas.openxmlformats.org/officeDocument/2006/relationships/customXml" Target="../ink/ink564.xml"/><Relationship Id="rId180" Type="http://schemas.openxmlformats.org/officeDocument/2006/relationships/customXml" Target="../ink/ink652.xml"/><Relationship Id="rId215" Type="http://schemas.openxmlformats.org/officeDocument/2006/relationships/image" Target="../media/image667.png"/><Relationship Id="rId236" Type="http://schemas.openxmlformats.org/officeDocument/2006/relationships/customXml" Target="../ink/ink680.xml"/><Relationship Id="rId257" Type="http://schemas.openxmlformats.org/officeDocument/2006/relationships/image" Target="../media/image688.png"/><Relationship Id="rId278" Type="http://schemas.openxmlformats.org/officeDocument/2006/relationships/customXml" Target="../ink/ink701.xml"/><Relationship Id="rId401" Type="http://schemas.openxmlformats.org/officeDocument/2006/relationships/image" Target="../media/image760.png"/><Relationship Id="rId422" Type="http://schemas.openxmlformats.org/officeDocument/2006/relationships/customXml" Target="../ink/ink773.xml"/><Relationship Id="rId443" Type="http://schemas.openxmlformats.org/officeDocument/2006/relationships/image" Target="../media/image781.png"/><Relationship Id="rId464" Type="http://schemas.openxmlformats.org/officeDocument/2006/relationships/customXml" Target="../ink/ink794.xml"/><Relationship Id="rId303" Type="http://schemas.openxmlformats.org/officeDocument/2006/relationships/image" Target="../media/image711.png"/><Relationship Id="rId42" Type="http://schemas.openxmlformats.org/officeDocument/2006/relationships/customXml" Target="../ink/ink583.xml"/><Relationship Id="rId84" Type="http://schemas.openxmlformats.org/officeDocument/2006/relationships/customXml" Target="../ink/ink604.xml"/><Relationship Id="rId138" Type="http://schemas.openxmlformats.org/officeDocument/2006/relationships/customXml" Target="../ink/ink631.xml"/><Relationship Id="rId345" Type="http://schemas.openxmlformats.org/officeDocument/2006/relationships/image" Target="../media/image732.png"/><Relationship Id="rId387" Type="http://schemas.openxmlformats.org/officeDocument/2006/relationships/image" Target="../media/image753.png"/><Relationship Id="rId191" Type="http://schemas.openxmlformats.org/officeDocument/2006/relationships/image" Target="../media/image655.png"/><Relationship Id="rId205" Type="http://schemas.openxmlformats.org/officeDocument/2006/relationships/image" Target="../media/image662.png"/><Relationship Id="rId247" Type="http://schemas.openxmlformats.org/officeDocument/2006/relationships/image" Target="../media/image683.png"/><Relationship Id="rId412" Type="http://schemas.openxmlformats.org/officeDocument/2006/relationships/customXml" Target="../ink/ink768.xml"/><Relationship Id="rId107" Type="http://schemas.openxmlformats.org/officeDocument/2006/relationships/image" Target="../media/image613.png"/><Relationship Id="rId289" Type="http://schemas.openxmlformats.org/officeDocument/2006/relationships/image" Target="../media/image704.png"/><Relationship Id="rId454" Type="http://schemas.openxmlformats.org/officeDocument/2006/relationships/customXml" Target="../ink/ink789.xml"/><Relationship Id="rId11" Type="http://schemas.openxmlformats.org/officeDocument/2006/relationships/image" Target="../media/image565.png"/><Relationship Id="rId53" Type="http://schemas.openxmlformats.org/officeDocument/2006/relationships/image" Target="../media/image586.png"/><Relationship Id="rId149" Type="http://schemas.openxmlformats.org/officeDocument/2006/relationships/image" Target="../media/image634.png"/><Relationship Id="rId314" Type="http://schemas.openxmlformats.org/officeDocument/2006/relationships/customXml" Target="../ink/ink719.xml"/><Relationship Id="rId356" Type="http://schemas.openxmlformats.org/officeDocument/2006/relationships/customXml" Target="../ink/ink740.xml"/><Relationship Id="rId398" Type="http://schemas.openxmlformats.org/officeDocument/2006/relationships/customXml" Target="../ink/ink761.xml"/><Relationship Id="rId95" Type="http://schemas.openxmlformats.org/officeDocument/2006/relationships/image" Target="../media/image607.png"/><Relationship Id="rId160" Type="http://schemas.openxmlformats.org/officeDocument/2006/relationships/customXml" Target="../ink/ink642.xml"/><Relationship Id="rId216" Type="http://schemas.openxmlformats.org/officeDocument/2006/relationships/customXml" Target="../ink/ink670.xml"/><Relationship Id="rId423" Type="http://schemas.openxmlformats.org/officeDocument/2006/relationships/image" Target="../media/image771.png"/><Relationship Id="rId258" Type="http://schemas.openxmlformats.org/officeDocument/2006/relationships/customXml" Target="../ink/ink691.xml"/><Relationship Id="rId465" Type="http://schemas.openxmlformats.org/officeDocument/2006/relationships/image" Target="../media/image792.png"/><Relationship Id="rId22" Type="http://schemas.openxmlformats.org/officeDocument/2006/relationships/customXml" Target="../ink/ink573.xml"/><Relationship Id="rId64" Type="http://schemas.openxmlformats.org/officeDocument/2006/relationships/customXml" Target="../ink/ink594.xml"/><Relationship Id="rId118" Type="http://schemas.openxmlformats.org/officeDocument/2006/relationships/customXml" Target="../ink/ink621.xml"/><Relationship Id="rId325" Type="http://schemas.openxmlformats.org/officeDocument/2006/relationships/image" Target="../media/image722.png"/><Relationship Id="rId367" Type="http://schemas.openxmlformats.org/officeDocument/2006/relationships/image" Target="../media/image743.png"/><Relationship Id="rId171" Type="http://schemas.openxmlformats.org/officeDocument/2006/relationships/image" Target="../media/image645.png"/><Relationship Id="rId227" Type="http://schemas.openxmlformats.org/officeDocument/2006/relationships/image" Target="../media/image673.png"/><Relationship Id="rId269" Type="http://schemas.openxmlformats.org/officeDocument/2006/relationships/image" Target="../media/image694.png"/><Relationship Id="rId434" Type="http://schemas.openxmlformats.org/officeDocument/2006/relationships/customXml" Target="../ink/ink779.xml"/><Relationship Id="rId33" Type="http://schemas.openxmlformats.org/officeDocument/2006/relationships/image" Target="../media/image576.png"/><Relationship Id="rId129" Type="http://schemas.openxmlformats.org/officeDocument/2006/relationships/image" Target="../media/image624.png"/><Relationship Id="rId280" Type="http://schemas.openxmlformats.org/officeDocument/2006/relationships/customXml" Target="../ink/ink702.xml"/><Relationship Id="rId336" Type="http://schemas.openxmlformats.org/officeDocument/2006/relationships/customXml" Target="../ink/ink730.xml"/><Relationship Id="rId75" Type="http://schemas.openxmlformats.org/officeDocument/2006/relationships/image" Target="../media/image597.png"/><Relationship Id="rId140" Type="http://schemas.openxmlformats.org/officeDocument/2006/relationships/customXml" Target="../ink/ink632.xml"/><Relationship Id="rId182" Type="http://schemas.openxmlformats.org/officeDocument/2006/relationships/customXml" Target="../ink/ink653.xml"/><Relationship Id="rId378" Type="http://schemas.openxmlformats.org/officeDocument/2006/relationships/customXml" Target="../ink/ink751.xml"/><Relationship Id="rId403" Type="http://schemas.openxmlformats.org/officeDocument/2006/relationships/image" Target="../media/image761.png"/><Relationship Id="rId6" Type="http://schemas.openxmlformats.org/officeDocument/2006/relationships/customXml" Target="../ink/ink565.xml"/><Relationship Id="rId238" Type="http://schemas.openxmlformats.org/officeDocument/2006/relationships/customXml" Target="../ink/ink681.xml"/><Relationship Id="rId445" Type="http://schemas.openxmlformats.org/officeDocument/2006/relationships/image" Target="../media/image782.png"/><Relationship Id="rId291" Type="http://schemas.openxmlformats.org/officeDocument/2006/relationships/image" Target="../media/image705.png"/><Relationship Id="rId305" Type="http://schemas.openxmlformats.org/officeDocument/2006/relationships/image" Target="../media/image712.png"/><Relationship Id="rId347" Type="http://schemas.openxmlformats.org/officeDocument/2006/relationships/image" Target="../media/image733.png"/><Relationship Id="rId44" Type="http://schemas.openxmlformats.org/officeDocument/2006/relationships/customXml" Target="../ink/ink584.xml"/><Relationship Id="rId86" Type="http://schemas.openxmlformats.org/officeDocument/2006/relationships/customXml" Target="../ink/ink605.xml"/><Relationship Id="rId151" Type="http://schemas.openxmlformats.org/officeDocument/2006/relationships/image" Target="../media/image635.png"/><Relationship Id="rId389" Type="http://schemas.openxmlformats.org/officeDocument/2006/relationships/image" Target="../media/image754.png"/><Relationship Id="rId193" Type="http://schemas.openxmlformats.org/officeDocument/2006/relationships/image" Target="../media/image656.png"/><Relationship Id="rId207" Type="http://schemas.openxmlformats.org/officeDocument/2006/relationships/image" Target="../media/image663.png"/><Relationship Id="rId249" Type="http://schemas.openxmlformats.org/officeDocument/2006/relationships/image" Target="../media/image684.png"/><Relationship Id="rId414" Type="http://schemas.openxmlformats.org/officeDocument/2006/relationships/customXml" Target="../ink/ink769.xml"/><Relationship Id="rId456" Type="http://schemas.openxmlformats.org/officeDocument/2006/relationships/customXml" Target="../ink/ink790.xml"/><Relationship Id="rId13" Type="http://schemas.openxmlformats.org/officeDocument/2006/relationships/image" Target="../media/image566.png"/><Relationship Id="rId109" Type="http://schemas.openxmlformats.org/officeDocument/2006/relationships/image" Target="../media/image614.png"/><Relationship Id="rId260" Type="http://schemas.openxmlformats.org/officeDocument/2006/relationships/customXml" Target="../ink/ink692.xml"/><Relationship Id="rId316" Type="http://schemas.openxmlformats.org/officeDocument/2006/relationships/customXml" Target="../ink/ink720.xml"/><Relationship Id="rId55" Type="http://schemas.openxmlformats.org/officeDocument/2006/relationships/image" Target="../media/image587.png"/><Relationship Id="rId97" Type="http://schemas.openxmlformats.org/officeDocument/2006/relationships/image" Target="../media/image608.png"/><Relationship Id="rId120" Type="http://schemas.openxmlformats.org/officeDocument/2006/relationships/customXml" Target="../ink/ink622.xml"/><Relationship Id="rId358" Type="http://schemas.openxmlformats.org/officeDocument/2006/relationships/customXml" Target="../ink/ink741.xml"/><Relationship Id="rId162" Type="http://schemas.openxmlformats.org/officeDocument/2006/relationships/customXml" Target="../ink/ink643.xml"/><Relationship Id="rId218" Type="http://schemas.openxmlformats.org/officeDocument/2006/relationships/customXml" Target="../ink/ink671.xml"/><Relationship Id="rId425" Type="http://schemas.openxmlformats.org/officeDocument/2006/relationships/image" Target="../media/image772.png"/><Relationship Id="rId467" Type="http://schemas.openxmlformats.org/officeDocument/2006/relationships/image" Target="../media/image793.png"/><Relationship Id="rId271" Type="http://schemas.openxmlformats.org/officeDocument/2006/relationships/image" Target="../media/image695.png"/><Relationship Id="rId24" Type="http://schemas.openxmlformats.org/officeDocument/2006/relationships/customXml" Target="../ink/ink574.xml"/><Relationship Id="rId66" Type="http://schemas.openxmlformats.org/officeDocument/2006/relationships/customXml" Target="../ink/ink595.xml"/><Relationship Id="rId131" Type="http://schemas.openxmlformats.org/officeDocument/2006/relationships/image" Target="../media/image625.png"/><Relationship Id="rId327" Type="http://schemas.openxmlformats.org/officeDocument/2006/relationships/image" Target="../media/image723.png"/><Relationship Id="rId369" Type="http://schemas.openxmlformats.org/officeDocument/2006/relationships/image" Target="../media/image744.png"/><Relationship Id="rId173" Type="http://schemas.openxmlformats.org/officeDocument/2006/relationships/image" Target="../media/image646.png"/><Relationship Id="rId229" Type="http://schemas.openxmlformats.org/officeDocument/2006/relationships/image" Target="../media/image674.png"/><Relationship Id="rId380" Type="http://schemas.openxmlformats.org/officeDocument/2006/relationships/customXml" Target="../ink/ink752.xml"/><Relationship Id="rId436" Type="http://schemas.openxmlformats.org/officeDocument/2006/relationships/customXml" Target="../ink/ink780.xml"/><Relationship Id="rId240" Type="http://schemas.openxmlformats.org/officeDocument/2006/relationships/customXml" Target="../ink/ink682.xml"/><Relationship Id="rId35" Type="http://schemas.openxmlformats.org/officeDocument/2006/relationships/image" Target="../media/image577.png"/><Relationship Id="rId77" Type="http://schemas.openxmlformats.org/officeDocument/2006/relationships/image" Target="../media/image598.png"/><Relationship Id="rId100" Type="http://schemas.openxmlformats.org/officeDocument/2006/relationships/customXml" Target="../ink/ink612.xml"/><Relationship Id="rId282" Type="http://schemas.openxmlformats.org/officeDocument/2006/relationships/customXml" Target="../ink/ink703.xml"/><Relationship Id="rId338" Type="http://schemas.openxmlformats.org/officeDocument/2006/relationships/customXml" Target="../ink/ink731.xml"/><Relationship Id="rId8" Type="http://schemas.openxmlformats.org/officeDocument/2006/relationships/customXml" Target="../ink/ink566.xml"/><Relationship Id="rId142" Type="http://schemas.openxmlformats.org/officeDocument/2006/relationships/customXml" Target="../ink/ink633.xml"/><Relationship Id="rId184" Type="http://schemas.openxmlformats.org/officeDocument/2006/relationships/customXml" Target="../ink/ink654.xml"/><Relationship Id="rId391" Type="http://schemas.openxmlformats.org/officeDocument/2006/relationships/image" Target="../media/image755.png"/><Relationship Id="rId405" Type="http://schemas.openxmlformats.org/officeDocument/2006/relationships/image" Target="../media/image762.png"/><Relationship Id="rId447" Type="http://schemas.openxmlformats.org/officeDocument/2006/relationships/image" Target="../media/image783.png"/><Relationship Id="rId251" Type="http://schemas.openxmlformats.org/officeDocument/2006/relationships/image" Target="../media/image685.png"/><Relationship Id="rId46" Type="http://schemas.openxmlformats.org/officeDocument/2006/relationships/customXml" Target="../ink/ink585.xml"/><Relationship Id="rId293" Type="http://schemas.openxmlformats.org/officeDocument/2006/relationships/image" Target="../media/image706.png"/><Relationship Id="rId307" Type="http://schemas.openxmlformats.org/officeDocument/2006/relationships/image" Target="../media/image713.png"/><Relationship Id="rId349" Type="http://schemas.openxmlformats.org/officeDocument/2006/relationships/image" Target="../media/image734.png"/><Relationship Id="rId88" Type="http://schemas.openxmlformats.org/officeDocument/2006/relationships/customXml" Target="../ink/ink606.xml"/><Relationship Id="rId111" Type="http://schemas.openxmlformats.org/officeDocument/2006/relationships/image" Target="../media/image615.png"/><Relationship Id="rId153" Type="http://schemas.openxmlformats.org/officeDocument/2006/relationships/image" Target="../media/image636.png"/><Relationship Id="rId195" Type="http://schemas.openxmlformats.org/officeDocument/2006/relationships/image" Target="../media/image657.png"/><Relationship Id="rId209" Type="http://schemas.openxmlformats.org/officeDocument/2006/relationships/image" Target="../media/image664.png"/><Relationship Id="rId360" Type="http://schemas.openxmlformats.org/officeDocument/2006/relationships/customXml" Target="../ink/ink742.xml"/><Relationship Id="rId416" Type="http://schemas.openxmlformats.org/officeDocument/2006/relationships/customXml" Target="../ink/ink770.xml"/><Relationship Id="rId220" Type="http://schemas.openxmlformats.org/officeDocument/2006/relationships/customXml" Target="../ink/ink672.xml"/><Relationship Id="rId458" Type="http://schemas.openxmlformats.org/officeDocument/2006/relationships/customXml" Target="../ink/ink791.xml"/><Relationship Id="rId15" Type="http://schemas.openxmlformats.org/officeDocument/2006/relationships/image" Target="../media/image567.png"/><Relationship Id="rId57" Type="http://schemas.openxmlformats.org/officeDocument/2006/relationships/image" Target="../media/image588.png"/><Relationship Id="rId262" Type="http://schemas.openxmlformats.org/officeDocument/2006/relationships/customXml" Target="../ink/ink693.xml"/><Relationship Id="rId318" Type="http://schemas.openxmlformats.org/officeDocument/2006/relationships/customXml" Target="../ink/ink721.xml"/><Relationship Id="rId99" Type="http://schemas.openxmlformats.org/officeDocument/2006/relationships/image" Target="../media/image609.png"/><Relationship Id="rId122" Type="http://schemas.openxmlformats.org/officeDocument/2006/relationships/customXml" Target="../ink/ink623.xml"/><Relationship Id="rId164" Type="http://schemas.openxmlformats.org/officeDocument/2006/relationships/customXml" Target="../ink/ink644.xml"/><Relationship Id="rId371" Type="http://schemas.openxmlformats.org/officeDocument/2006/relationships/image" Target="../media/image745.png"/><Relationship Id="rId427" Type="http://schemas.openxmlformats.org/officeDocument/2006/relationships/image" Target="../media/image773.png"/><Relationship Id="rId469" Type="http://schemas.openxmlformats.org/officeDocument/2006/relationships/image" Target="../media/image794.png"/><Relationship Id="rId26" Type="http://schemas.openxmlformats.org/officeDocument/2006/relationships/customXml" Target="../ink/ink575.xml"/><Relationship Id="rId231" Type="http://schemas.openxmlformats.org/officeDocument/2006/relationships/image" Target="../media/image675.png"/><Relationship Id="rId273" Type="http://schemas.openxmlformats.org/officeDocument/2006/relationships/image" Target="../media/image696.png"/><Relationship Id="rId329" Type="http://schemas.openxmlformats.org/officeDocument/2006/relationships/image" Target="../media/image724.png"/><Relationship Id="rId68" Type="http://schemas.openxmlformats.org/officeDocument/2006/relationships/customXml" Target="../ink/ink596.xml"/><Relationship Id="rId133" Type="http://schemas.openxmlformats.org/officeDocument/2006/relationships/image" Target="../media/image626.png"/><Relationship Id="rId175" Type="http://schemas.openxmlformats.org/officeDocument/2006/relationships/image" Target="../media/image647.png"/><Relationship Id="rId340" Type="http://schemas.openxmlformats.org/officeDocument/2006/relationships/customXml" Target="../ink/ink732.xml"/><Relationship Id="rId200" Type="http://schemas.openxmlformats.org/officeDocument/2006/relationships/customXml" Target="../ink/ink662.xml"/><Relationship Id="rId382" Type="http://schemas.openxmlformats.org/officeDocument/2006/relationships/customXml" Target="../ink/ink753.xml"/><Relationship Id="rId438" Type="http://schemas.openxmlformats.org/officeDocument/2006/relationships/customXml" Target="../ink/ink781.xml"/><Relationship Id="rId242" Type="http://schemas.openxmlformats.org/officeDocument/2006/relationships/customXml" Target="../ink/ink683.xml"/><Relationship Id="rId284" Type="http://schemas.openxmlformats.org/officeDocument/2006/relationships/customXml" Target="../ink/ink704.xml"/><Relationship Id="rId37" Type="http://schemas.openxmlformats.org/officeDocument/2006/relationships/image" Target="../media/image578.png"/><Relationship Id="rId79" Type="http://schemas.openxmlformats.org/officeDocument/2006/relationships/image" Target="../media/image599.png"/><Relationship Id="rId102" Type="http://schemas.openxmlformats.org/officeDocument/2006/relationships/customXml" Target="../ink/ink613.xml"/><Relationship Id="rId144" Type="http://schemas.openxmlformats.org/officeDocument/2006/relationships/customXml" Target="../ink/ink634.xml"/><Relationship Id="rId90" Type="http://schemas.openxmlformats.org/officeDocument/2006/relationships/customXml" Target="../ink/ink607.xml"/><Relationship Id="rId186" Type="http://schemas.openxmlformats.org/officeDocument/2006/relationships/customXml" Target="../ink/ink655.xml"/><Relationship Id="rId351" Type="http://schemas.openxmlformats.org/officeDocument/2006/relationships/image" Target="../media/image735.png"/><Relationship Id="rId393" Type="http://schemas.openxmlformats.org/officeDocument/2006/relationships/image" Target="../media/image756.png"/><Relationship Id="rId407" Type="http://schemas.openxmlformats.org/officeDocument/2006/relationships/image" Target="../media/image763.png"/><Relationship Id="rId449" Type="http://schemas.openxmlformats.org/officeDocument/2006/relationships/image" Target="../media/image784.png"/><Relationship Id="rId211" Type="http://schemas.openxmlformats.org/officeDocument/2006/relationships/image" Target="../media/image665.png"/><Relationship Id="rId253" Type="http://schemas.openxmlformats.org/officeDocument/2006/relationships/image" Target="../media/image686.png"/><Relationship Id="rId295" Type="http://schemas.openxmlformats.org/officeDocument/2006/relationships/image" Target="../media/image707.png"/><Relationship Id="rId309" Type="http://schemas.openxmlformats.org/officeDocument/2006/relationships/image" Target="../media/image714.png"/><Relationship Id="rId460" Type="http://schemas.openxmlformats.org/officeDocument/2006/relationships/customXml" Target="../ink/ink792.xml"/><Relationship Id="rId48" Type="http://schemas.openxmlformats.org/officeDocument/2006/relationships/customXml" Target="../ink/ink586.xml"/><Relationship Id="rId113" Type="http://schemas.openxmlformats.org/officeDocument/2006/relationships/image" Target="../media/image616.png"/><Relationship Id="rId320" Type="http://schemas.openxmlformats.org/officeDocument/2006/relationships/customXml" Target="../ink/ink722.xml"/><Relationship Id="rId155" Type="http://schemas.openxmlformats.org/officeDocument/2006/relationships/image" Target="../media/image637.png"/><Relationship Id="rId197" Type="http://schemas.openxmlformats.org/officeDocument/2006/relationships/image" Target="../media/image658.png"/><Relationship Id="rId362" Type="http://schemas.openxmlformats.org/officeDocument/2006/relationships/customXml" Target="../ink/ink743.xml"/><Relationship Id="rId418" Type="http://schemas.openxmlformats.org/officeDocument/2006/relationships/customXml" Target="../ink/ink771.xml"/><Relationship Id="rId222" Type="http://schemas.openxmlformats.org/officeDocument/2006/relationships/customXml" Target="../ink/ink673.xml"/><Relationship Id="rId264" Type="http://schemas.openxmlformats.org/officeDocument/2006/relationships/customXml" Target="../ink/ink694.xml"/><Relationship Id="rId471" Type="http://schemas.openxmlformats.org/officeDocument/2006/relationships/image" Target="../media/image795.png"/><Relationship Id="rId17" Type="http://schemas.openxmlformats.org/officeDocument/2006/relationships/image" Target="../media/image568.png"/><Relationship Id="rId59" Type="http://schemas.openxmlformats.org/officeDocument/2006/relationships/image" Target="../media/image589.png"/><Relationship Id="rId124" Type="http://schemas.openxmlformats.org/officeDocument/2006/relationships/customXml" Target="../ink/ink624.xml"/><Relationship Id="rId70" Type="http://schemas.openxmlformats.org/officeDocument/2006/relationships/customXml" Target="../ink/ink597.xml"/><Relationship Id="rId166" Type="http://schemas.openxmlformats.org/officeDocument/2006/relationships/customXml" Target="../ink/ink645.xml"/><Relationship Id="rId331" Type="http://schemas.openxmlformats.org/officeDocument/2006/relationships/image" Target="../media/image725.png"/><Relationship Id="rId373" Type="http://schemas.openxmlformats.org/officeDocument/2006/relationships/image" Target="../media/image746.png"/><Relationship Id="rId429" Type="http://schemas.openxmlformats.org/officeDocument/2006/relationships/image" Target="../media/image774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676.png"/><Relationship Id="rId440" Type="http://schemas.openxmlformats.org/officeDocument/2006/relationships/customXml" Target="../ink/ink782.xml"/><Relationship Id="rId28" Type="http://schemas.openxmlformats.org/officeDocument/2006/relationships/customXml" Target="../ink/ink576.xml"/><Relationship Id="rId275" Type="http://schemas.openxmlformats.org/officeDocument/2006/relationships/image" Target="../media/image697.png"/><Relationship Id="rId300" Type="http://schemas.openxmlformats.org/officeDocument/2006/relationships/customXml" Target="../ink/ink712.xml"/><Relationship Id="rId81" Type="http://schemas.openxmlformats.org/officeDocument/2006/relationships/image" Target="../media/image600.png"/><Relationship Id="rId135" Type="http://schemas.openxmlformats.org/officeDocument/2006/relationships/image" Target="../media/image627.png"/><Relationship Id="rId177" Type="http://schemas.openxmlformats.org/officeDocument/2006/relationships/image" Target="../media/image648.png"/><Relationship Id="rId342" Type="http://schemas.openxmlformats.org/officeDocument/2006/relationships/customXml" Target="../ink/ink733.xml"/><Relationship Id="rId384" Type="http://schemas.openxmlformats.org/officeDocument/2006/relationships/customXml" Target="../ink/ink754.xml"/><Relationship Id="rId202" Type="http://schemas.openxmlformats.org/officeDocument/2006/relationships/customXml" Target="../ink/ink663.xml"/><Relationship Id="rId244" Type="http://schemas.openxmlformats.org/officeDocument/2006/relationships/customXml" Target="../ink/ink684.xml"/><Relationship Id="rId39" Type="http://schemas.openxmlformats.org/officeDocument/2006/relationships/image" Target="../media/image579.png"/><Relationship Id="rId286" Type="http://schemas.openxmlformats.org/officeDocument/2006/relationships/customXml" Target="../ink/ink705.xml"/><Relationship Id="rId451" Type="http://schemas.openxmlformats.org/officeDocument/2006/relationships/image" Target="../media/image785.png"/><Relationship Id="rId50" Type="http://schemas.openxmlformats.org/officeDocument/2006/relationships/customXml" Target="../ink/ink587.xml"/><Relationship Id="rId104" Type="http://schemas.openxmlformats.org/officeDocument/2006/relationships/customXml" Target="../ink/ink614.xml"/><Relationship Id="rId146" Type="http://schemas.openxmlformats.org/officeDocument/2006/relationships/customXml" Target="../ink/ink635.xml"/><Relationship Id="rId188" Type="http://schemas.openxmlformats.org/officeDocument/2006/relationships/customXml" Target="../ink/ink656.xml"/><Relationship Id="rId311" Type="http://schemas.openxmlformats.org/officeDocument/2006/relationships/image" Target="../media/image715.png"/><Relationship Id="rId353" Type="http://schemas.openxmlformats.org/officeDocument/2006/relationships/image" Target="../media/image736.png"/><Relationship Id="rId395" Type="http://schemas.openxmlformats.org/officeDocument/2006/relationships/image" Target="../media/image757.png"/><Relationship Id="rId409" Type="http://schemas.openxmlformats.org/officeDocument/2006/relationships/image" Target="../media/image764.png"/><Relationship Id="rId92" Type="http://schemas.openxmlformats.org/officeDocument/2006/relationships/customXml" Target="../ink/ink608.xml"/><Relationship Id="rId213" Type="http://schemas.openxmlformats.org/officeDocument/2006/relationships/image" Target="../media/image666.png"/><Relationship Id="rId420" Type="http://schemas.openxmlformats.org/officeDocument/2006/relationships/customXml" Target="../ink/ink772.xml"/><Relationship Id="rId255" Type="http://schemas.openxmlformats.org/officeDocument/2006/relationships/image" Target="../media/image687.png"/><Relationship Id="rId297" Type="http://schemas.openxmlformats.org/officeDocument/2006/relationships/image" Target="../media/image708.png"/><Relationship Id="rId462" Type="http://schemas.openxmlformats.org/officeDocument/2006/relationships/customXml" Target="../ink/ink793.xml"/><Relationship Id="rId115" Type="http://schemas.openxmlformats.org/officeDocument/2006/relationships/image" Target="../media/image617.png"/><Relationship Id="rId157" Type="http://schemas.openxmlformats.org/officeDocument/2006/relationships/image" Target="../media/image638.png"/><Relationship Id="rId322" Type="http://schemas.openxmlformats.org/officeDocument/2006/relationships/customXml" Target="../ink/ink723.xml"/><Relationship Id="rId364" Type="http://schemas.openxmlformats.org/officeDocument/2006/relationships/customXml" Target="../ink/ink744.xml"/><Relationship Id="rId61" Type="http://schemas.openxmlformats.org/officeDocument/2006/relationships/image" Target="../media/image590.png"/><Relationship Id="rId199" Type="http://schemas.openxmlformats.org/officeDocument/2006/relationships/image" Target="../media/image65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2.svg"/><Relationship Id="rId13" Type="http://schemas.openxmlformats.org/officeDocument/2006/relationships/image" Target="../media/image807.png"/><Relationship Id="rId3" Type="http://schemas.openxmlformats.org/officeDocument/2006/relationships/image" Target="../media/image797.jpeg"/><Relationship Id="rId7" Type="http://schemas.openxmlformats.org/officeDocument/2006/relationships/image" Target="../media/image801.png"/><Relationship Id="rId12" Type="http://schemas.openxmlformats.org/officeDocument/2006/relationships/image" Target="../media/image806.png"/><Relationship Id="rId17" Type="http://schemas.openxmlformats.org/officeDocument/2006/relationships/image" Target="../media/image811.png"/><Relationship Id="rId2" Type="http://schemas.openxmlformats.org/officeDocument/2006/relationships/image" Target="../media/image796.png"/><Relationship Id="rId16" Type="http://schemas.openxmlformats.org/officeDocument/2006/relationships/image" Target="../media/image8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0.png"/><Relationship Id="rId11" Type="http://schemas.openxmlformats.org/officeDocument/2006/relationships/image" Target="../media/image805.png"/><Relationship Id="rId5" Type="http://schemas.openxmlformats.org/officeDocument/2006/relationships/image" Target="../media/image799.png"/><Relationship Id="rId15" Type="http://schemas.openxmlformats.org/officeDocument/2006/relationships/image" Target="../media/image809.png"/><Relationship Id="rId10" Type="http://schemas.openxmlformats.org/officeDocument/2006/relationships/image" Target="../media/image804.png"/><Relationship Id="rId4" Type="http://schemas.openxmlformats.org/officeDocument/2006/relationships/image" Target="../media/image798.png"/><Relationship Id="rId9" Type="http://schemas.openxmlformats.org/officeDocument/2006/relationships/image" Target="../media/image803.png"/><Relationship Id="rId14" Type="http://schemas.openxmlformats.org/officeDocument/2006/relationships/image" Target="../media/image80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4.png"/><Relationship Id="rId13" Type="http://schemas.openxmlformats.org/officeDocument/2006/relationships/image" Target="../media/image810.png"/><Relationship Id="rId18" Type="http://schemas.openxmlformats.org/officeDocument/2006/relationships/image" Target="../media/image813.jpeg"/><Relationship Id="rId3" Type="http://schemas.openxmlformats.org/officeDocument/2006/relationships/image" Target="../media/image797.jpeg"/><Relationship Id="rId7" Type="http://schemas.openxmlformats.org/officeDocument/2006/relationships/image" Target="../media/image803.png"/><Relationship Id="rId12" Type="http://schemas.openxmlformats.org/officeDocument/2006/relationships/image" Target="../media/image809.png"/><Relationship Id="rId17" Type="http://schemas.openxmlformats.org/officeDocument/2006/relationships/image" Target="../media/image807.png"/><Relationship Id="rId2" Type="http://schemas.openxmlformats.org/officeDocument/2006/relationships/image" Target="../media/image796.png"/><Relationship Id="rId16" Type="http://schemas.openxmlformats.org/officeDocument/2006/relationships/image" Target="../media/image7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2.svg"/><Relationship Id="rId11" Type="http://schemas.openxmlformats.org/officeDocument/2006/relationships/image" Target="../media/image808.png"/><Relationship Id="rId5" Type="http://schemas.openxmlformats.org/officeDocument/2006/relationships/image" Target="../media/image801.png"/><Relationship Id="rId15" Type="http://schemas.openxmlformats.org/officeDocument/2006/relationships/image" Target="../media/image811.png"/><Relationship Id="rId10" Type="http://schemas.openxmlformats.org/officeDocument/2006/relationships/image" Target="../media/image806.png"/><Relationship Id="rId4" Type="http://schemas.openxmlformats.org/officeDocument/2006/relationships/image" Target="../media/image800.png"/><Relationship Id="rId9" Type="http://schemas.openxmlformats.org/officeDocument/2006/relationships/image" Target="../media/image805.png"/><Relationship Id="rId14" Type="http://schemas.openxmlformats.org/officeDocument/2006/relationships/image" Target="../media/image79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3.png"/><Relationship Id="rId13" Type="http://schemas.openxmlformats.org/officeDocument/2006/relationships/image" Target="../media/image810.png"/><Relationship Id="rId18" Type="http://schemas.openxmlformats.org/officeDocument/2006/relationships/image" Target="../media/image814.png"/><Relationship Id="rId26" Type="http://schemas.openxmlformats.org/officeDocument/2006/relationships/image" Target="../media/image822.png"/><Relationship Id="rId3" Type="http://schemas.openxmlformats.org/officeDocument/2006/relationships/image" Target="../media/image796.png"/><Relationship Id="rId21" Type="http://schemas.openxmlformats.org/officeDocument/2006/relationships/image" Target="../media/image817.png"/><Relationship Id="rId7" Type="http://schemas.openxmlformats.org/officeDocument/2006/relationships/image" Target="../media/image802.svg"/><Relationship Id="rId12" Type="http://schemas.openxmlformats.org/officeDocument/2006/relationships/image" Target="../media/image808.png"/><Relationship Id="rId17" Type="http://schemas.openxmlformats.org/officeDocument/2006/relationships/image" Target="../media/image807.png"/><Relationship Id="rId25" Type="http://schemas.openxmlformats.org/officeDocument/2006/relationships/image" Target="../media/image821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799.png"/><Relationship Id="rId20" Type="http://schemas.openxmlformats.org/officeDocument/2006/relationships/image" Target="../media/image8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1.png"/><Relationship Id="rId11" Type="http://schemas.openxmlformats.org/officeDocument/2006/relationships/image" Target="../media/image806.png"/><Relationship Id="rId24" Type="http://schemas.openxmlformats.org/officeDocument/2006/relationships/image" Target="../media/image820.svg"/><Relationship Id="rId5" Type="http://schemas.openxmlformats.org/officeDocument/2006/relationships/image" Target="../media/image800.png"/><Relationship Id="rId15" Type="http://schemas.openxmlformats.org/officeDocument/2006/relationships/image" Target="../media/image811.png"/><Relationship Id="rId23" Type="http://schemas.openxmlformats.org/officeDocument/2006/relationships/image" Target="../media/image819.png"/><Relationship Id="rId10" Type="http://schemas.openxmlformats.org/officeDocument/2006/relationships/image" Target="../media/image805.png"/><Relationship Id="rId19" Type="http://schemas.openxmlformats.org/officeDocument/2006/relationships/image" Target="../media/image815.png"/><Relationship Id="rId4" Type="http://schemas.openxmlformats.org/officeDocument/2006/relationships/image" Target="../media/image797.jpeg"/><Relationship Id="rId9" Type="http://schemas.openxmlformats.org/officeDocument/2006/relationships/image" Target="../media/image804.png"/><Relationship Id="rId14" Type="http://schemas.openxmlformats.org/officeDocument/2006/relationships/image" Target="../media/image798.png"/><Relationship Id="rId22" Type="http://schemas.openxmlformats.org/officeDocument/2006/relationships/image" Target="../media/image818.png"/><Relationship Id="rId27" Type="http://schemas.openxmlformats.org/officeDocument/2006/relationships/image" Target="../media/image813.jpe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80.png"/><Relationship Id="rId21" Type="http://schemas.openxmlformats.org/officeDocument/2006/relationships/image" Target="../media/image832.png"/><Relationship Id="rId42" Type="http://schemas.openxmlformats.org/officeDocument/2006/relationships/customXml" Target="../ink/ink818.xml"/><Relationship Id="rId63" Type="http://schemas.openxmlformats.org/officeDocument/2006/relationships/image" Target="../media/image853.png"/><Relationship Id="rId84" Type="http://schemas.openxmlformats.org/officeDocument/2006/relationships/customXml" Target="../ink/ink839.xml"/><Relationship Id="rId138" Type="http://schemas.openxmlformats.org/officeDocument/2006/relationships/customXml" Target="../ink/ink866.xml"/><Relationship Id="rId159" Type="http://schemas.openxmlformats.org/officeDocument/2006/relationships/image" Target="../media/image901.png"/><Relationship Id="rId170" Type="http://schemas.openxmlformats.org/officeDocument/2006/relationships/customXml" Target="../ink/ink882.xml"/><Relationship Id="rId107" Type="http://schemas.openxmlformats.org/officeDocument/2006/relationships/image" Target="../media/image875.png"/><Relationship Id="rId11" Type="http://schemas.openxmlformats.org/officeDocument/2006/relationships/image" Target="../media/image827.png"/><Relationship Id="rId32" Type="http://schemas.openxmlformats.org/officeDocument/2006/relationships/customXml" Target="../ink/ink813.xml"/><Relationship Id="rId53" Type="http://schemas.openxmlformats.org/officeDocument/2006/relationships/image" Target="../media/image848.png"/><Relationship Id="rId74" Type="http://schemas.openxmlformats.org/officeDocument/2006/relationships/customXml" Target="../ink/ink834.xml"/><Relationship Id="rId128" Type="http://schemas.openxmlformats.org/officeDocument/2006/relationships/customXml" Target="../ink/ink861.xml"/><Relationship Id="rId149" Type="http://schemas.openxmlformats.org/officeDocument/2006/relationships/image" Target="../media/image896.png"/><Relationship Id="rId5" Type="http://schemas.openxmlformats.org/officeDocument/2006/relationships/image" Target="../media/image824.png"/><Relationship Id="rId95" Type="http://schemas.openxmlformats.org/officeDocument/2006/relationships/image" Target="../media/image869.png"/><Relationship Id="rId160" Type="http://schemas.openxmlformats.org/officeDocument/2006/relationships/customXml" Target="../ink/ink877.xml"/><Relationship Id="rId22" Type="http://schemas.openxmlformats.org/officeDocument/2006/relationships/customXml" Target="../ink/ink808.xml"/><Relationship Id="rId43" Type="http://schemas.openxmlformats.org/officeDocument/2006/relationships/image" Target="../media/image843.png"/><Relationship Id="rId64" Type="http://schemas.openxmlformats.org/officeDocument/2006/relationships/customXml" Target="../ink/ink829.xml"/><Relationship Id="rId118" Type="http://schemas.openxmlformats.org/officeDocument/2006/relationships/customXml" Target="../ink/ink856.xml"/><Relationship Id="rId139" Type="http://schemas.openxmlformats.org/officeDocument/2006/relationships/image" Target="../media/image891.png"/><Relationship Id="rId85" Type="http://schemas.openxmlformats.org/officeDocument/2006/relationships/image" Target="../media/image864.png"/><Relationship Id="rId150" Type="http://schemas.openxmlformats.org/officeDocument/2006/relationships/customXml" Target="../ink/ink872.xml"/><Relationship Id="rId171" Type="http://schemas.openxmlformats.org/officeDocument/2006/relationships/image" Target="../media/image907.png"/><Relationship Id="rId12" Type="http://schemas.openxmlformats.org/officeDocument/2006/relationships/customXml" Target="../ink/ink803.xml"/><Relationship Id="rId33" Type="http://schemas.openxmlformats.org/officeDocument/2006/relationships/image" Target="../media/image838.png"/><Relationship Id="rId108" Type="http://schemas.openxmlformats.org/officeDocument/2006/relationships/customXml" Target="../ink/ink851.xml"/><Relationship Id="rId129" Type="http://schemas.openxmlformats.org/officeDocument/2006/relationships/image" Target="../media/image886.png"/><Relationship Id="rId54" Type="http://schemas.openxmlformats.org/officeDocument/2006/relationships/customXml" Target="../ink/ink824.xml"/><Relationship Id="rId70" Type="http://schemas.openxmlformats.org/officeDocument/2006/relationships/customXml" Target="../ink/ink832.xml"/><Relationship Id="rId75" Type="http://schemas.openxmlformats.org/officeDocument/2006/relationships/image" Target="../media/image859.png"/><Relationship Id="rId91" Type="http://schemas.openxmlformats.org/officeDocument/2006/relationships/image" Target="../media/image867.png"/><Relationship Id="rId96" Type="http://schemas.openxmlformats.org/officeDocument/2006/relationships/customXml" Target="../ink/ink845.xml"/><Relationship Id="rId140" Type="http://schemas.openxmlformats.org/officeDocument/2006/relationships/customXml" Target="../ink/ink867.xml"/><Relationship Id="rId145" Type="http://schemas.openxmlformats.org/officeDocument/2006/relationships/image" Target="../media/image894.png"/><Relationship Id="rId161" Type="http://schemas.openxmlformats.org/officeDocument/2006/relationships/image" Target="../media/image902.png"/><Relationship Id="rId166" Type="http://schemas.openxmlformats.org/officeDocument/2006/relationships/customXml" Target="../ink/ink88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800.xml"/><Relationship Id="rId23" Type="http://schemas.openxmlformats.org/officeDocument/2006/relationships/image" Target="../media/image833.png"/><Relationship Id="rId28" Type="http://schemas.openxmlformats.org/officeDocument/2006/relationships/customXml" Target="../ink/ink811.xml"/><Relationship Id="rId49" Type="http://schemas.openxmlformats.org/officeDocument/2006/relationships/image" Target="../media/image846.png"/><Relationship Id="rId114" Type="http://schemas.openxmlformats.org/officeDocument/2006/relationships/customXml" Target="../ink/ink854.xml"/><Relationship Id="rId119" Type="http://schemas.openxmlformats.org/officeDocument/2006/relationships/image" Target="../media/image881.png"/><Relationship Id="rId44" Type="http://schemas.openxmlformats.org/officeDocument/2006/relationships/customXml" Target="../ink/ink819.xml"/><Relationship Id="rId60" Type="http://schemas.openxmlformats.org/officeDocument/2006/relationships/customXml" Target="../ink/ink827.xml"/><Relationship Id="rId65" Type="http://schemas.openxmlformats.org/officeDocument/2006/relationships/image" Target="../media/image854.png"/><Relationship Id="rId81" Type="http://schemas.openxmlformats.org/officeDocument/2006/relationships/image" Target="../media/image862.png"/><Relationship Id="rId86" Type="http://schemas.openxmlformats.org/officeDocument/2006/relationships/customXml" Target="../ink/ink840.xml"/><Relationship Id="rId130" Type="http://schemas.openxmlformats.org/officeDocument/2006/relationships/customXml" Target="../ink/ink862.xml"/><Relationship Id="rId135" Type="http://schemas.openxmlformats.org/officeDocument/2006/relationships/image" Target="../media/image889.png"/><Relationship Id="rId151" Type="http://schemas.openxmlformats.org/officeDocument/2006/relationships/image" Target="../media/image897.png"/><Relationship Id="rId156" Type="http://schemas.openxmlformats.org/officeDocument/2006/relationships/customXml" Target="../ink/ink875.xml"/><Relationship Id="rId13" Type="http://schemas.openxmlformats.org/officeDocument/2006/relationships/image" Target="../media/image828.png"/><Relationship Id="rId18" Type="http://schemas.openxmlformats.org/officeDocument/2006/relationships/customXml" Target="../ink/ink806.xml"/><Relationship Id="rId39" Type="http://schemas.openxmlformats.org/officeDocument/2006/relationships/image" Target="../media/image841.png"/><Relationship Id="rId109" Type="http://schemas.openxmlformats.org/officeDocument/2006/relationships/image" Target="../media/image876.png"/><Relationship Id="rId34" Type="http://schemas.openxmlformats.org/officeDocument/2006/relationships/customXml" Target="../ink/ink814.xml"/><Relationship Id="rId50" Type="http://schemas.openxmlformats.org/officeDocument/2006/relationships/customXml" Target="../ink/ink822.xml"/><Relationship Id="rId55" Type="http://schemas.openxmlformats.org/officeDocument/2006/relationships/image" Target="../media/image849.png"/><Relationship Id="rId76" Type="http://schemas.openxmlformats.org/officeDocument/2006/relationships/customXml" Target="../ink/ink835.xml"/><Relationship Id="rId97" Type="http://schemas.openxmlformats.org/officeDocument/2006/relationships/image" Target="../media/image870.png"/><Relationship Id="rId104" Type="http://schemas.openxmlformats.org/officeDocument/2006/relationships/customXml" Target="../ink/ink849.xml"/><Relationship Id="rId120" Type="http://schemas.openxmlformats.org/officeDocument/2006/relationships/customXml" Target="../ink/ink857.xml"/><Relationship Id="rId125" Type="http://schemas.openxmlformats.org/officeDocument/2006/relationships/image" Target="../media/image884.png"/><Relationship Id="rId141" Type="http://schemas.openxmlformats.org/officeDocument/2006/relationships/image" Target="../media/image892.png"/><Relationship Id="rId146" Type="http://schemas.openxmlformats.org/officeDocument/2006/relationships/customXml" Target="../ink/ink870.xml"/><Relationship Id="rId167" Type="http://schemas.openxmlformats.org/officeDocument/2006/relationships/image" Target="../media/image905.png"/><Relationship Id="rId7" Type="http://schemas.openxmlformats.org/officeDocument/2006/relationships/image" Target="../media/image825.png"/><Relationship Id="rId71" Type="http://schemas.openxmlformats.org/officeDocument/2006/relationships/image" Target="../media/image857.png"/><Relationship Id="rId92" Type="http://schemas.openxmlformats.org/officeDocument/2006/relationships/customXml" Target="../ink/ink843.xml"/><Relationship Id="rId162" Type="http://schemas.openxmlformats.org/officeDocument/2006/relationships/customXml" Target="../ink/ink878.xml"/><Relationship Id="rId2" Type="http://schemas.openxmlformats.org/officeDocument/2006/relationships/customXml" Target="../ink/ink798.xml"/><Relationship Id="rId29" Type="http://schemas.openxmlformats.org/officeDocument/2006/relationships/image" Target="../media/image836.png"/><Relationship Id="rId24" Type="http://schemas.openxmlformats.org/officeDocument/2006/relationships/customXml" Target="../ink/ink809.xml"/><Relationship Id="rId40" Type="http://schemas.openxmlformats.org/officeDocument/2006/relationships/customXml" Target="../ink/ink817.xml"/><Relationship Id="rId45" Type="http://schemas.openxmlformats.org/officeDocument/2006/relationships/image" Target="../media/image844.png"/><Relationship Id="rId66" Type="http://schemas.openxmlformats.org/officeDocument/2006/relationships/customXml" Target="../ink/ink830.xml"/><Relationship Id="rId87" Type="http://schemas.openxmlformats.org/officeDocument/2006/relationships/image" Target="../media/image865.png"/><Relationship Id="rId110" Type="http://schemas.openxmlformats.org/officeDocument/2006/relationships/customXml" Target="../ink/ink852.xml"/><Relationship Id="rId115" Type="http://schemas.openxmlformats.org/officeDocument/2006/relationships/image" Target="../media/image879.png"/><Relationship Id="rId131" Type="http://schemas.openxmlformats.org/officeDocument/2006/relationships/image" Target="../media/image887.png"/><Relationship Id="rId136" Type="http://schemas.openxmlformats.org/officeDocument/2006/relationships/customXml" Target="../ink/ink865.xml"/><Relationship Id="rId157" Type="http://schemas.openxmlformats.org/officeDocument/2006/relationships/image" Target="../media/image900.png"/><Relationship Id="rId61" Type="http://schemas.openxmlformats.org/officeDocument/2006/relationships/image" Target="../media/image852.png"/><Relationship Id="rId82" Type="http://schemas.openxmlformats.org/officeDocument/2006/relationships/customXml" Target="../ink/ink838.xml"/><Relationship Id="rId152" Type="http://schemas.openxmlformats.org/officeDocument/2006/relationships/customXml" Target="../ink/ink873.xml"/><Relationship Id="rId19" Type="http://schemas.openxmlformats.org/officeDocument/2006/relationships/image" Target="../media/image831.png"/><Relationship Id="rId14" Type="http://schemas.openxmlformats.org/officeDocument/2006/relationships/customXml" Target="../ink/ink804.xml"/><Relationship Id="rId30" Type="http://schemas.openxmlformats.org/officeDocument/2006/relationships/customXml" Target="../ink/ink812.xml"/><Relationship Id="rId35" Type="http://schemas.openxmlformats.org/officeDocument/2006/relationships/image" Target="../media/image839.png"/><Relationship Id="rId56" Type="http://schemas.openxmlformats.org/officeDocument/2006/relationships/customXml" Target="../ink/ink825.xml"/><Relationship Id="rId77" Type="http://schemas.openxmlformats.org/officeDocument/2006/relationships/image" Target="../media/image860.png"/><Relationship Id="rId100" Type="http://schemas.openxmlformats.org/officeDocument/2006/relationships/customXml" Target="../ink/ink847.xml"/><Relationship Id="rId105" Type="http://schemas.openxmlformats.org/officeDocument/2006/relationships/image" Target="../media/image874.png"/><Relationship Id="rId126" Type="http://schemas.openxmlformats.org/officeDocument/2006/relationships/customXml" Target="../ink/ink860.xml"/><Relationship Id="rId147" Type="http://schemas.openxmlformats.org/officeDocument/2006/relationships/image" Target="../media/image895.png"/><Relationship Id="rId168" Type="http://schemas.openxmlformats.org/officeDocument/2006/relationships/customXml" Target="../ink/ink881.xml"/><Relationship Id="rId8" Type="http://schemas.openxmlformats.org/officeDocument/2006/relationships/customXml" Target="../ink/ink801.xml"/><Relationship Id="rId51" Type="http://schemas.openxmlformats.org/officeDocument/2006/relationships/image" Target="../media/image847.png"/><Relationship Id="rId72" Type="http://schemas.openxmlformats.org/officeDocument/2006/relationships/customXml" Target="../ink/ink833.xml"/><Relationship Id="rId93" Type="http://schemas.openxmlformats.org/officeDocument/2006/relationships/image" Target="../media/image868.png"/><Relationship Id="rId98" Type="http://schemas.openxmlformats.org/officeDocument/2006/relationships/customXml" Target="../ink/ink846.xml"/><Relationship Id="rId121" Type="http://schemas.openxmlformats.org/officeDocument/2006/relationships/image" Target="../media/image882.png"/><Relationship Id="rId142" Type="http://schemas.openxmlformats.org/officeDocument/2006/relationships/customXml" Target="../ink/ink868.xml"/><Relationship Id="rId163" Type="http://schemas.openxmlformats.org/officeDocument/2006/relationships/image" Target="../media/image903.png"/><Relationship Id="rId3" Type="http://schemas.openxmlformats.org/officeDocument/2006/relationships/image" Target="../media/image823.png"/><Relationship Id="rId25" Type="http://schemas.openxmlformats.org/officeDocument/2006/relationships/image" Target="../media/image834.png"/><Relationship Id="rId46" Type="http://schemas.openxmlformats.org/officeDocument/2006/relationships/customXml" Target="../ink/ink820.xml"/><Relationship Id="rId67" Type="http://schemas.openxmlformats.org/officeDocument/2006/relationships/image" Target="../media/image855.png"/><Relationship Id="rId116" Type="http://schemas.openxmlformats.org/officeDocument/2006/relationships/customXml" Target="../ink/ink855.xml"/><Relationship Id="rId137" Type="http://schemas.openxmlformats.org/officeDocument/2006/relationships/image" Target="../media/image890.png"/><Relationship Id="rId158" Type="http://schemas.openxmlformats.org/officeDocument/2006/relationships/customXml" Target="../ink/ink876.xml"/><Relationship Id="rId20" Type="http://schemas.openxmlformats.org/officeDocument/2006/relationships/customXml" Target="../ink/ink807.xml"/><Relationship Id="rId41" Type="http://schemas.openxmlformats.org/officeDocument/2006/relationships/image" Target="../media/image842.png"/><Relationship Id="rId62" Type="http://schemas.openxmlformats.org/officeDocument/2006/relationships/customXml" Target="../ink/ink828.xml"/><Relationship Id="rId83" Type="http://schemas.openxmlformats.org/officeDocument/2006/relationships/image" Target="../media/image863.png"/><Relationship Id="rId88" Type="http://schemas.openxmlformats.org/officeDocument/2006/relationships/customXml" Target="../ink/ink841.xml"/><Relationship Id="rId111" Type="http://schemas.openxmlformats.org/officeDocument/2006/relationships/image" Target="../media/image877.png"/><Relationship Id="rId132" Type="http://schemas.openxmlformats.org/officeDocument/2006/relationships/customXml" Target="../ink/ink863.xml"/><Relationship Id="rId153" Type="http://schemas.openxmlformats.org/officeDocument/2006/relationships/image" Target="../media/image898.png"/><Relationship Id="rId15" Type="http://schemas.openxmlformats.org/officeDocument/2006/relationships/image" Target="../media/image829.png"/><Relationship Id="rId36" Type="http://schemas.openxmlformats.org/officeDocument/2006/relationships/customXml" Target="../ink/ink815.xml"/><Relationship Id="rId57" Type="http://schemas.openxmlformats.org/officeDocument/2006/relationships/image" Target="../media/image850.png"/><Relationship Id="rId106" Type="http://schemas.openxmlformats.org/officeDocument/2006/relationships/customXml" Target="../ink/ink850.xml"/><Relationship Id="rId127" Type="http://schemas.openxmlformats.org/officeDocument/2006/relationships/image" Target="../media/image885.png"/><Relationship Id="rId10" Type="http://schemas.openxmlformats.org/officeDocument/2006/relationships/customXml" Target="../ink/ink802.xml"/><Relationship Id="rId31" Type="http://schemas.openxmlformats.org/officeDocument/2006/relationships/image" Target="../media/image837.png"/><Relationship Id="rId52" Type="http://schemas.openxmlformats.org/officeDocument/2006/relationships/customXml" Target="../ink/ink823.xml"/><Relationship Id="rId73" Type="http://schemas.openxmlformats.org/officeDocument/2006/relationships/image" Target="../media/image858.png"/><Relationship Id="rId78" Type="http://schemas.openxmlformats.org/officeDocument/2006/relationships/customXml" Target="../ink/ink836.xml"/><Relationship Id="rId94" Type="http://schemas.openxmlformats.org/officeDocument/2006/relationships/customXml" Target="../ink/ink844.xml"/><Relationship Id="rId99" Type="http://schemas.openxmlformats.org/officeDocument/2006/relationships/image" Target="../media/image871.png"/><Relationship Id="rId101" Type="http://schemas.openxmlformats.org/officeDocument/2006/relationships/image" Target="../media/image872.png"/><Relationship Id="rId122" Type="http://schemas.openxmlformats.org/officeDocument/2006/relationships/customXml" Target="../ink/ink858.xml"/><Relationship Id="rId143" Type="http://schemas.openxmlformats.org/officeDocument/2006/relationships/image" Target="../media/image893.png"/><Relationship Id="rId148" Type="http://schemas.openxmlformats.org/officeDocument/2006/relationships/customXml" Target="../ink/ink871.xml"/><Relationship Id="rId164" Type="http://schemas.openxmlformats.org/officeDocument/2006/relationships/customXml" Target="../ink/ink879.xml"/><Relationship Id="rId169" Type="http://schemas.openxmlformats.org/officeDocument/2006/relationships/image" Target="../media/image906.png"/><Relationship Id="rId4" Type="http://schemas.openxmlformats.org/officeDocument/2006/relationships/customXml" Target="../ink/ink799.xml"/><Relationship Id="rId9" Type="http://schemas.openxmlformats.org/officeDocument/2006/relationships/image" Target="../media/image826.png"/><Relationship Id="rId26" Type="http://schemas.openxmlformats.org/officeDocument/2006/relationships/customXml" Target="../ink/ink810.xml"/><Relationship Id="rId47" Type="http://schemas.openxmlformats.org/officeDocument/2006/relationships/image" Target="../media/image845.png"/><Relationship Id="rId68" Type="http://schemas.openxmlformats.org/officeDocument/2006/relationships/customXml" Target="../ink/ink831.xml"/><Relationship Id="rId89" Type="http://schemas.openxmlformats.org/officeDocument/2006/relationships/image" Target="../media/image866.png"/><Relationship Id="rId112" Type="http://schemas.openxmlformats.org/officeDocument/2006/relationships/customXml" Target="../ink/ink853.xml"/><Relationship Id="rId133" Type="http://schemas.openxmlformats.org/officeDocument/2006/relationships/image" Target="../media/image888.png"/><Relationship Id="rId154" Type="http://schemas.openxmlformats.org/officeDocument/2006/relationships/customXml" Target="../ink/ink874.xml"/><Relationship Id="rId16" Type="http://schemas.openxmlformats.org/officeDocument/2006/relationships/customXml" Target="../ink/ink805.xml"/><Relationship Id="rId37" Type="http://schemas.openxmlformats.org/officeDocument/2006/relationships/image" Target="../media/image840.png"/><Relationship Id="rId58" Type="http://schemas.openxmlformats.org/officeDocument/2006/relationships/customXml" Target="../ink/ink826.xml"/><Relationship Id="rId79" Type="http://schemas.openxmlformats.org/officeDocument/2006/relationships/image" Target="../media/image861.png"/><Relationship Id="rId102" Type="http://schemas.openxmlformats.org/officeDocument/2006/relationships/customXml" Target="../ink/ink848.xml"/><Relationship Id="rId123" Type="http://schemas.openxmlformats.org/officeDocument/2006/relationships/image" Target="../media/image883.png"/><Relationship Id="rId144" Type="http://schemas.openxmlformats.org/officeDocument/2006/relationships/customXml" Target="../ink/ink869.xml"/><Relationship Id="rId90" Type="http://schemas.openxmlformats.org/officeDocument/2006/relationships/customXml" Target="../ink/ink842.xml"/><Relationship Id="rId165" Type="http://schemas.openxmlformats.org/officeDocument/2006/relationships/image" Target="../media/image904.png"/><Relationship Id="rId27" Type="http://schemas.openxmlformats.org/officeDocument/2006/relationships/image" Target="../media/image835.png"/><Relationship Id="rId48" Type="http://schemas.openxmlformats.org/officeDocument/2006/relationships/customXml" Target="../ink/ink821.xml"/><Relationship Id="rId69" Type="http://schemas.openxmlformats.org/officeDocument/2006/relationships/image" Target="../media/image856.png"/><Relationship Id="rId113" Type="http://schemas.openxmlformats.org/officeDocument/2006/relationships/image" Target="../media/image878.png"/><Relationship Id="rId134" Type="http://schemas.openxmlformats.org/officeDocument/2006/relationships/customXml" Target="../ink/ink864.xml"/><Relationship Id="rId80" Type="http://schemas.openxmlformats.org/officeDocument/2006/relationships/customXml" Target="../ink/ink837.xml"/><Relationship Id="rId155" Type="http://schemas.openxmlformats.org/officeDocument/2006/relationships/image" Target="../media/image899.png"/><Relationship Id="rId17" Type="http://schemas.openxmlformats.org/officeDocument/2006/relationships/image" Target="../media/image830.png"/><Relationship Id="rId38" Type="http://schemas.openxmlformats.org/officeDocument/2006/relationships/customXml" Target="../ink/ink816.xml"/><Relationship Id="rId59" Type="http://schemas.openxmlformats.org/officeDocument/2006/relationships/image" Target="../media/image851.png"/><Relationship Id="rId103" Type="http://schemas.openxmlformats.org/officeDocument/2006/relationships/image" Target="../media/image873.png"/><Relationship Id="rId124" Type="http://schemas.openxmlformats.org/officeDocument/2006/relationships/customXml" Target="../ink/ink859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03.png"/><Relationship Id="rId299" Type="http://schemas.openxmlformats.org/officeDocument/2006/relationships/customXml" Target="../ink/ink1032.xml"/><Relationship Id="rId21" Type="http://schemas.openxmlformats.org/officeDocument/2006/relationships/image" Target="../media/image848.png"/><Relationship Id="rId63" Type="http://schemas.openxmlformats.org/officeDocument/2006/relationships/image" Target="../media/image869.png"/><Relationship Id="rId159" Type="http://schemas.openxmlformats.org/officeDocument/2006/relationships/image" Target="../media/image924.png"/><Relationship Id="rId324" Type="http://schemas.openxmlformats.org/officeDocument/2006/relationships/image" Target="../media/image1006.png"/><Relationship Id="rId366" Type="http://schemas.openxmlformats.org/officeDocument/2006/relationships/image" Target="../media/image1027.png"/><Relationship Id="rId170" Type="http://schemas.openxmlformats.org/officeDocument/2006/relationships/customXml" Target="../ink/ink967.xml"/><Relationship Id="rId226" Type="http://schemas.openxmlformats.org/officeDocument/2006/relationships/customXml" Target="../ink/ink995.xml"/><Relationship Id="rId433" Type="http://schemas.openxmlformats.org/officeDocument/2006/relationships/image" Target="../media/image1060.png"/><Relationship Id="rId268" Type="http://schemas.openxmlformats.org/officeDocument/2006/relationships/image" Target="../media/image978.png"/><Relationship Id="rId475" Type="http://schemas.openxmlformats.org/officeDocument/2006/relationships/image" Target="../media/image1081.png"/><Relationship Id="rId32" Type="http://schemas.openxmlformats.org/officeDocument/2006/relationships/customXml" Target="../ink/ink898.xml"/><Relationship Id="rId74" Type="http://schemas.openxmlformats.org/officeDocument/2006/relationships/customXml" Target="../ink/ink919.xml"/><Relationship Id="rId128" Type="http://schemas.openxmlformats.org/officeDocument/2006/relationships/customXml" Target="../ink/ink946.xml"/><Relationship Id="rId335" Type="http://schemas.openxmlformats.org/officeDocument/2006/relationships/customXml" Target="../ink/ink1050.xml"/><Relationship Id="rId377" Type="http://schemas.openxmlformats.org/officeDocument/2006/relationships/customXml" Target="../ink/ink1071.xml"/><Relationship Id="rId500" Type="http://schemas.openxmlformats.org/officeDocument/2006/relationships/customXml" Target="../ink/ink1133.xml"/><Relationship Id="rId5" Type="http://schemas.openxmlformats.org/officeDocument/2006/relationships/image" Target="../media/image825.png"/><Relationship Id="rId181" Type="http://schemas.openxmlformats.org/officeDocument/2006/relationships/image" Target="../media/image935.png"/><Relationship Id="rId237" Type="http://schemas.openxmlformats.org/officeDocument/2006/relationships/image" Target="../media/image963.png"/><Relationship Id="rId402" Type="http://schemas.openxmlformats.org/officeDocument/2006/relationships/customXml" Target="../ink/ink1084.xml"/><Relationship Id="rId279" Type="http://schemas.openxmlformats.org/officeDocument/2006/relationships/customXml" Target="../ink/ink1022.xml"/><Relationship Id="rId444" Type="http://schemas.openxmlformats.org/officeDocument/2006/relationships/customXml" Target="../ink/ink1105.xml"/><Relationship Id="rId486" Type="http://schemas.openxmlformats.org/officeDocument/2006/relationships/customXml" Target="../ink/ink1126.xml"/><Relationship Id="rId43" Type="http://schemas.openxmlformats.org/officeDocument/2006/relationships/image" Target="../media/image859.png"/><Relationship Id="rId139" Type="http://schemas.openxmlformats.org/officeDocument/2006/relationships/image" Target="../media/image914.png"/><Relationship Id="rId290" Type="http://schemas.openxmlformats.org/officeDocument/2006/relationships/image" Target="../media/image989.png"/><Relationship Id="rId304" Type="http://schemas.openxmlformats.org/officeDocument/2006/relationships/image" Target="../media/image996.png"/><Relationship Id="rId346" Type="http://schemas.openxmlformats.org/officeDocument/2006/relationships/image" Target="../media/image1017.png"/><Relationship Id="rId388" Type="http://schemas.openxmlformats.org/officeDocument/2006/relationships/image" Target="../media/image1038.png"/><Relationship Id="rId85" Type="http://schemas.openxmlformats.org/officeDocument/2006/relationships/image" Target="../media/image882.png"/><Relationship Id="rId150" Type="http://schemas.openxmlformats.org/officeDocument/2006/relationships/customXml" Target="../ink/ink957.xml"/><Relationship Id="rId192" Type="http://schemas.openxmlformats.org/officeDocument/2006/relationships/customXml" Target="../ink/ink978.xml"/><Relationship Id="rId206" Type="http://schemas.openxmlformats.org/officeDocument/2006/relationships/customXml" Target="../ink/ink985.xml"/><Relationship Id="rId413" Type="http://schemas.openxmlformats.org/officeDocument/2006/relationships/image" Target="../media/image1050.png"/><Relationship Id="rId248" Type="http://schemas.openxmlformats.org/officeDocument/2006/relationships/customXml" Target="../ink/ink1006.xml"/><Relationship Id="rId455" Type="http://schemas.openxmlformats.org/officeDocument/2006/relationships/image" Target="../media/image1071.png"/><Relationship Id="rId497" Type="http://schemas.openxmlformats.org/officeDocument/2006/relationships/image" Target="../media/image1092.png"/><Relationship Id="rId12" Type="http://schemas.openxmlformats.org/officeDocument/2006/relationships/customXml" Target="../ink/ink888.xml"/><Relationship Id="rId108" Type="http://schemas.openxmlformats.org/officeDocument/2006/relationships/customXml" Target="../ink/ink936.xml"/><Relationship Id="rId315" Type="http://schemas.openxmlformats.org/officeDocument/2006/relationships/customXml" Target="../ink/ink1040.xml"/><Relationship Id="rId357" Type="http://schemas.openxmlformats.org/officeDocument/2006/relationships/customXml" Target="../ink/ink1061.xml"/><Relationship Id="rId54" Type="http://schemas.openxmlformats.org/officeDocument/2006/relationships/customXml" Target="../ink/ink909.xml"/><Relationship Id="rId96" Type="http://schemas.openxmlformats.org/officeDocument/2006/relationships/customXml" Target="../ink/ink930.xml"/><Relationship Id="rId161" Type="http://schemas.openxmlformats.org/officeDocument/2006/relationships/image" Target="../media/image925.png"/><Relationship Id="rId217" Type="http://schemas.openxmlformats.org/officeDocument/2006/relationships/image" Target="../media/image953.png"/><Relationship Id="rId399" Type="http://schemas.openxmlformats.org/officeDocument/2006/relationships/image" Target="../media/image1043.png"/><Relationship Id="rId259" Type="http://schemas.openxmlformats.org/officeDocument/2006/relationships/image" Target="../media/image974.png"/><Relationship Id="rId424" Type="http://schemas.openxmlformats.org/officeDocument/2006/relationships/customXml" Target="../ink/ink1095.xml"/><Relationship Id="rId466" Type="http://schemas.openxmlformats.org/officeDocument/2006/relationships/customXml" Target="../ink/ink1116.xml"/><Relationship Id="rId23" Type="http://schemas.openxmlformats.org/officeDocument/2006/relationships/image" Target="../media/image849.png"/><Relationship Id="rId119" Type="http://schemas.openxmlformats.org/officeDocument/2006/relationships/image" Target="../media/image904.png"/><Relationship Id="rId270" Type="http://schemas.openxmlformats.org/officeDocument/2006/relationships/image" Target="../media/image979.png"/><Relationship Id="rId326" Type="http://schemas.openxmlformats.org/officeDocument/2006/relationships/image" Target="../media/image1007.png"/><Relationship Id="rId65" Type="http://schemas.openxmlformats.org/officeDocument/2006/relationships/image" Target="../media/image870.png"/><Relationship Id="rId130" Type="http://schemas.openxmlformats.org/officeDocument/2006/relationships/customXml" Target="../ink/ink947.xml"/><Relationship Id="rId368" Type="http://schemas.openxmlformats.org/officeDocument/2006/relationships/image" Target="../media/image1028.png"/><Relationship Id="rId172" Type="http://schemas.openxmlformats.org/officeDocument/2006/relationships/customXml" Target="../ink/ink968.xml"/><Relationship Id="rId228" Type="http://schemas.openxmlformats.org/officeDocument/2006/relationships/customXml" Target="../ink/ink996.xml"/><Relationship Id="rId435" Type="http://schemas.openxmlformats.org/officeDocument/2006/relationships/image" Target="../media/image1061.png"/><Relationship Id="rId477" Type="http://schemas.openxmlformats.org/officeDocument/2006/relationships/image" Target="../media/image1082.png"/><Relationship Id="rId281" Type="http://schemas.openxmlformats.org/officeDocument/2006/relationships/customXml" Target="../ink/ink1023.xml"/><Relationship Id="rId337" Type="http://schemas.openxmlformats.org/officeDocument/2006/relationships/customXml" Target="../ink/ink1051.xml"/><Relationship Id="rId502" Type="http://schemas.openxmlformats.org/officeDocument/2006/relationships/customXml" Target="../ink/ink1134.xml"/><Relationship Id="rId34" Type="http://schemas.openxmlformats.org/officeDocument/2006/relationships/customXml" Target="../ink/ink899.xml"/><Relationship Id="rId76" Type="http://schemas.openxmlformats.org/officeDocument/2006/relationships/customXml" Target="../ink/ink920.xml"/><Relationship Id="rId141" Type="http://schemas.openxmlformats.org/officeDocument/2006/relationships/image" Target="../media/image915.png"/><Relationship Id="rId379" Type="http://schemas.openxmlformats.org/officeDocument/2006/relationships/customXml" Target="../ink/ink1072.xml"/><Relationship Id="rId7" Type="http://schemas.openxmlformats.org/officeDocument/2006/relationships/image" Target="../media/image826.png"/><Relationship Id="rId183" Type="http://schemas.openxmlformats.org/officeDocument/2006/relationships/image" Target="../media/image936.png"/><Relationship Id="rId239" Type="http://schemas.openxmlformats.org/officeDocument/2006/relationships/image" Target="../media/image964.png"/><Relationship Id="rId390" Type="http://schemas.openxmlformats.org/officeDocument/2006/relationships/image" Target="../media/image1039.png"/><Relationship Id="rId404" Type="http://schemas.openxmlformats.org/officeDocument/2006/relationships/customXml" Target="../ink/ink1085.xml"/><Relationship Id="rId446" Type="http://schemas.openxmlformats.org/officeDocument/2006/relationships/customXml" Target="../ink/ink1106.xml"/><Relationship Id="rId250" Type="http://schemas.openxmlformats.org/officeDocument/2006/relationships/customXml" Target="../ink/ink1007.xml"/><Relationship Id="rId292" Type="http://schemas.openxmlformats.org/officeDocument/2006/relationships/image" Target="../media/image990.png"/><Relationship Id="rId306" Type="http://schemas.openxmlformats.org/officeDocument/2006/relationships/image" Target="../media/image997.png"/><Relationship Id="rId488" Type="http://schemas.openxmlformats.org/officeDocument/2006/relationships/customXml" Target="../ink/ink1127.xml"/><Relationship Id="rId45" Type="http://schemas.openxmlformats.org/officeDocument/2006/relationships/image" Target="../media/image860.png"/><Relationship Id="rId87" Type="http://schemas.openxmlformats.org/officeDocument/2006/relationships/image" Target="../media/image883.png"/><Relationship Id="rId110" Type="http://schemas.openxmlformats.org/officeDocument/2006/relationships/customXml" Target="../ink/ink937.xml"/><Relationship Id="rId348" Type="http://schemas.openxmlformats.org/officeDocument/2006/relationships/image" Target="../media/image1018.png"/><Relationship Id="rId152" Type="http://schemas.openxmlformats.org/officeDocument/2006/relationships/customXml" Target="../ink/ink958.xml"/><Relationship Id="rId194" Type="http://schemas.openxmlformats.org/officeDocument/2006/relationships/customXml" Target="../ink/ink979.xml"/><Relationship Id="rId208" Type="http://schemas.openxmlformats.org/officeDocument/2006/relationships/customXml" Target="../ink/ink986.xml"/><Relationship Id="rId415" Type="http://schemas.openxmlformats.org/officeDocument/2006/relationships/image" Target="../media/image1051.png"/><Relationship Id="rId457" Type="http://schemas.openxmlformats.org/officeDocument/2006/relationships/image" Target="../media/image1072.png"/><Relationship Id="rId261" Type="http://schemas.openxmlformats.org/officeDocument/2006/relationships/image" Target="../media/image975.png"/><Relationship Id="rId499" Type="http://schemas.openxmlformats.org/officeDocument/2006/relationships/image" Target="../media/image1093.png"/><Relationship Id="rId14" Type="http://schemas.openxmlformats.org/officeDocument/2006/relationships/customXml" Target="../ink/ink889.xml"/><Relationship Id="rId56" Type="http://schemas.openxmlformats.org/officeDocument/2006/relationships/customXml" Target="../ink/ink910.xml"/><Relationship Id="rId317" Type="http://schemas.openxmlformats.org/officeDocument/2006/relationships/customXml" Target="../ink/ink1041.xml"/><Relationship Id="rId359" Type="http://schemas.openxmlformats.org/officeDocument/2006/relationships/customXml" Target="../ink/ink1062.xml"/><Relationship Id="rId98" Type="http://schemas.openxmlformats.org/officeDocument/2006/relationships/customXml" Target="../ink/ink931.xml"/><Relationship Id="rId121" Type="http://schemas.openxmlformats.org/officeDocument/2006/relationships/image" Target="../media/image905.png"/><Relationship Id="rId163" Type="http://schemas.openxmlformats.org/officeDocument/2006/relationships/image" Target="../media/image926.png"/><Relationship Id="rId219" Type="http://schemas.openxmlformats.org/officeDocument/2006/relationships/image" Target="../media/image954.png"/><Relationship Id="rId370" Type="http://schemas.openxmlformats.org/officeDocument/2006/relationships/image" Target="../media/image1029.png"/><Relationship Id="rId426" Type="http://schemas.openxmlformats.org/officeDocument/2006/relationships/customXml" Target="../ink/ink1096.xml"/><Relationship Id="rId230" Type="http://schemas.openxmlformats.org/officeDocument/2006/relationships/customXml" Target="../ink/ink997.xml"/><Relationship Id="rId468" Type="http://schemas.openxmlformats.org/officeDocument/2006/relationships/customXml" Target="../ink/ink1117.xml"/><Relationship Id="rId25" Type="http://schemas.openxmlformats.org/officeDocument/2006/relationships/image" Target="../media/image850.png"/><Relationship Id="rId67" Type="http://schemas.openxmlformats.org/officeDocument/2006/relationships/image" Target="../media/image871.png"/><Relationship Id="rId272" Type="http://schemas.openxmlformats.org/officeDocument/2006/relationships/image" Target="../media/image980.png"/><Relationship Id="rId328" Type="http://schemas.openxmlformats.org/officeDocument/2006/relationships/image" Target="../media/image1008.png"/><Relationship Id="rId132" Type="http://schemas.openxmlformats.org/officeDocument/2006/relationships/customXml" Target="../ink/ink948.xml"/><Relationship Id="rId174" Type="http://schemas.openxmlformats.org/officeDocument/2006/relationships/customXml" Target="../ink/ink969.xml"/><Relationship Id="rId381" Type="http://schemas.openxmlformats.org/officeDocument/2006/relationships/customXml" Target="../ink/ink1073.xml"/><Relationship Id="rId241" Type="http://schemas.openxmlformats.org/officeDocument/2006/relationships/image" Target="../media/image965.png"/><Relationship Id="rId437" Type="http://schemas.openxmlformats.org/officeDocument/2006/relationships/image" Target="../media/image1062.png"/><Relationship Id="rId479" Type="http://schemas.openxmlformats.org/officeDocument/2006/relationships/image" Target="../media/image1083.png"/><Relationship Id="rId36" Type="http://schemas.openxmlformats.org/officeDocument/2006/relationships/customXml" Target="../ink/ink900.xml"/><Relationship Id="rId283" Type="http://schemas.openxmlformats.org/officeDocument/2006/relationships/customXml" Target="../ink/ink1024.xml"/><Relationship Id="rId339" Type="http://schemas.openxmlformats.org/officeDocument/2006/relationships/customXml" Target="../ink/ink1052.xml"/><Relationship Id="rId490" Type="http://schemas.openxmlformats.org/officeDocument/2006/relationships/customXml" Target="../ink/ink1128.xml"/><Relationship Id="rId78" Type="http://schemas.openxmlformats.org/officeDocument/2006/relationships/customXml" Target="../ink/ink921.xml"/><Relationship Id="rId101" Type="http://schemas.openxmlformats.org/officeDocument/2006/relationships/image" Target="../media/image893.png"/><Relationship Id="rId143" Type="http://schemas.openxmlformats.org/officeDocument/2006/relationships/image" Target="../media/image916.png"/><Relationship Id="rId185" Type="http://schemas.openxmlformats.org/officeDocument/2006/relationships/image" Target="../media/image937.png"/><Relationship Id="rId350" Type="http://schemas.openxmlformats.org/officeDocument/2006/relationships/image" Target="../media/image1019.png"/><Relationship Id="rId406" Type="http://schemas.openxmlformats.org/officeDocument/2006/relationships/customXml" Target="../ink/ink1086.xml"/><Relationship Id="rId9" Type="http://schemas.openxmlformats.org/officeDocument/2006/relationships/image" Target="../media/image842.png"/><Relationship Id="rId210" Type="http://schemas.openxmlformats.org/officeDocument/2006/relationships/customXml" Target="../ink/ink987.xml"/><Relationship Id="rId392" Type="http://schemas.openxmlformats.org/officeDocument/2006/relationships/image" Target="../media/image1040.png"/><Relationship Id="rId448" Type="http://schemas.openxmlformats.org/officeDocument/2006/relationships/customXml" Target="../ink/ink1107.xml"/><Relationship Id="rId252" Type="http://schemas.openxmlformats.org/officeDocument/2006/relationships/customXml" Target="../ink/ink1008.xml"/><Relationship Id="rId294" Type="http://schemas.openxmlformats.org/officeDocument/2006/relationships/image" Target="../media/image991.png"/><Relationship Id="rId308" Type="http://schemas.openxmlformats.org/officeDocument/2006/relationships/image" Target="../media/image998.png"/><Relationship Id="rId47" Type="http://schemas.openxmlformats.org/officeDocument/2006/relationships/image" Target="../media/image861.png"/><Relationship Id="rId89" Type="http://schemas.openxmlformats.org/officeDocument/2006/relationships/image" Target="../media/image884.png"/><Relationship Id="rId112" Type="http://schemas.openxmlformats.org/officeDocument/2006/relationships/customXml" Target="../ink/ink938.xml"/><Relationship Id="rId154" Type="http://schemas.openxmlformats.org/officeDocument/2006/relationships/customXml" Target="../ink/ink959.xml"/><Relationship Id="rId361" Type="http://schemas.openxmlformats.org/officeDocument/2006/relationships/customXml" Target="../ink/ink1063.xml"/><Relationship Id="rId196" Type="http://schemas.openxmlformats.org/officeDocument/2006/relationships/customXml" Target="../ink/ink980.xml"/><Relationship Id="rId417" Type="http://schemas.openxmlformats.org/officeDocument/2006/relationships/image" Target="../media/image1052.png"/><Relationship Id="rId459" Type="http://schemas.openxmlformats.org/officeDocument/2006/relationships/image" Target="../media/image1073.png"/><Relationship Id="rId16" Type="http://schemas.openxmlformats.org/officeDocument/2006/relationships/customXml" Target="../ink/ink890.xml"/><Relationship Id="rId221" Type="http://schemas.openxmlformats.org/officeDocument/2006/relationships/image" Target="../media/image955.png"/><Relationship Id="rId263" Type="http://schemas.openxmlformats.org/officeDocument/2006/relationships/image" Target="../media/image976.png"/><Relationship Id="rId319" Type="http://schemas.openxmlformats.org/officeDocument/2006/relationships/customXml" Target="../ink/ink1042.xml"/><Relationship Id="rId470" Type="http://schemas.openxmlformats.org/officeDocument/2006/relationships/customXml" Target="../ink/ink1118.xml"/><Relationship Id="rId58" Type="http://schemas.openxmlformats.org/officeDocument/2006/relationships/customXml" Target="../ink/ink911.xml"/><Relationship Id="rId123" Type="http://schemas.openxmlformats.org/officeDocument/2006/relationships/image" Target="../media/image906.png"/><Relationship Id="rId330" Type="http://schemas.openxmlformats.org/officeDocument/2006/relationships/image" Target="../media/image1009.png"/><Relationship Id="rId165" Type="http://schemas.openxmlformats.org/officeDocument/2006/relationships/image" Target="../media/image927.png"/><Relationship Id="rId372" Type="http://schemas.openxmlformats.org/officeDocument/2006/relationships/image" Target="../media/image1030.png"/><Relationship Id="rId428" Type="http://schemas.openxmlformats.org/officeDocument/2006/relationships/customXml" Target="../ink/ink1097.xml"/><Relationship Id="rId232" Type="http://schemas.openxmlformats.org/officeDocument/2006/relationships/customXml" Target="../ink/ink998.xml"/><Relationship Id="rId274" Type="http://schemas.openxmlformats.org/officeDocument/2006/relationships/image" Target="../media/image981.png"/><Relationship Id="rId481" Type="http://schemas.openxmlformats.org/officeDocument/2006/relationships/image" Target="../media/image1084.png"/><Relationship Id="rId27" Type="http://schemas.openxmlformats.org/officeDocument/2006/relationships/image" Target="../media/image851.png"/><Relationship Id="rId69" Type="http://schemas.openxmlformats.org/officeDocument/2006/relationships/image" Target="../media/image872.png"/><Relationship Id="rId134" Type="http://schemas.openxmlformats.org/officeDocument/2006/relationships/customXml" Target="../ink/ink949.xml"/><Relationship Id="rId80" Type="http://schemas.openxmlformats.org/officeDocument/2006/relationships/customXml" Target="../ink/ink922.xml"/><Relationship Id="rId176" Type="http://schemas.openxmlformats.org/officeDocument/2006/relationships/customXml" Target="../ink/ink970.xml"/><Relationship Id="rId341" Type="http://schemas.openxmlformats.org/officeDocument/2006/relationships/customXml" Target="../ink/ink1053.xml"/><Relationship Id="rId383" Type="http://schemas.openxmlformats.org/officeDocument/2006/relationships/customXml" Target="../ink/ink1074.xml"/><Relationship Id="rId439" Type="http://schemas.openxmlformats.org/officeDocument/2006/relationships/image" Target="../media/image1063.png"/><Relationship Id="rId201" Type="http://schemas.openxmlformats.org/officeDocument/2006/relationships/image" Target="../media/image945.png"/><Relationship Id="rId243" Type="http://schemas.openxmlformats.org/officeDocument/2006/relationships/image" Target="../media/image966.png"/><Relationship Id="rId285" Type="http://schemas.openxmlformats.org/officeDocument/2006/relationships/customXml" Target="../ink/ink1025.xml"/><Relationship Id="rId450" Type="http://schemas.openxmlformats.org/officeDocument/2006/relationships/customXml" Target="../ink/ink1108.xml"/><Relationship Id="rId38" Type="http://schemas.openxmlformats.org/officeDocument/2006/relationships/customXml" Target="../ink/ink901.xml"/><Relationship Id="rId103" Type="http://schemas.openxmlformats.org/officeDocument/2006/relationships/image" Target="../media/image894.png"/><Relationship Id="rId310" Type="http://schemas.openxmlformats.org/officeDocument/2006/relationships/image" Target="../media/image999.png"/><Relationship Id="rId492" Type="http://schemas.openxmlformats.org/officeDocument/2006/relationships/customXml" Target="../ink/ink1129.xml"/><Relationship Id="rId91" Type="http://schemas.openxmlformats.org/officeDocument/2006/relationships/image" Target="../media/image885.png"/><Relationship Id="rId145" Type="http://schemas.openxmlformats.org/officeDocument/2006/relationships/image" Target="../media/image917.png"/><Relationship Id="rId187" Type="http://schemas.openxmlformats.org/officeDocument/2006/relationships/image" Target="../media/image938.png"/><Relationship Id="rId352" Type="http://schemas.openxmlformats.org/officeDocument/2006/relationships/image" Target="../media/image1020.png"/><Relationship Id="rId394" Type="http://schemas.openxmlformats.org/officeDocument/2006/relationships/customXml" Target="../ink/ink1080.xml"/><Relationship Id="rId408" Type="http://schemas.openxmlformats.org/officeDocument/2006/relationships/customXml" Target="../ink/ink1087.xml"/><Relationship Id="rId212" Type="http://schemas.openxmlformats.org/officeDocument/2006/relationships/customXml" Target="../ink/ink988.xml"/><Relationship Id="rId254" Type="http://schemas.openxmlformats.org/officeDocument/2006/relationships/customXml" Target="../ink/ink1009.xml"/><Relationship Id="rId49" Type="http://schemas.openxmlformats.org/officeDocument/2006/relationships/image" Target="../media/image862.png"/><Relationship Id="rId114" Type="http://schemas.openxmlformats.org/officeDocument/2006/relationships/customXml" Target="../ink/ink939.xml"/><Relationship Id="rId296" Type="http://schemas.openxmlformats.org/officeDocument/2006/relationships/image" Target="../media/image992.png"/><Relationship Id="rId461" Type="http://schemas.openxmlformats.org/officeDocument/2006/relationships/image" Target="../media/image1074.png"/><Relationship Id="rId60" Type="http://schemas.openxmlformats.org/officeDocument/2006/relationships/customXml" Target="../ink/ink912.xml"/><Relationship Id="rId156" Type="http://schemas.openxmlformats.org/officeDocument/2006/relationships/customXml" Target="../ink/ink960.xml"/><Relationship Id="rId198" Type="http://schemas.openxmlformats.org/officeDocument/2006/relationships/customXml" Target="../ink/ink981.xml"/><Relationship Id="rId321" Type="http://schemas.openxmlformats.org/officeDocument/2006/relationships/customXml" Target="../ink/ink1043.xml"/><Relationship Id="rId363" Type="http://schemas.openxmlformats.org/officeDocument/2006/relationships/customXml" Target="../ink/ink1064.xml"/><Relationship Id="rId419" Type="http://schemas.openxmlformats.org/officeDocument/2006/relationships/image" Target="../media/image1053.png"/><Relationship Id="rId223" Type="http://schemas.openxmlformats.org/officeDocument/2006/relationships/image" Target="../media/image956.png"/><Relationship Id="rId430" Type="http://schemas.openxmlformats.org/officeDocument/2006/relationships/customXml" Target="../ink/ink1098.xml"/><Relationship Id="rId18" Type="http://schemas.openxmlformats.org/officeDocument/2006/relationships/customXml" Target="../ink/ink891.xml"/><Relationship Id="rId265" Type="http://schemas.openxmlformats.org/officeDocument/2006/relationships/customXml" Target="../ink/ink1015.xml"/><Relationship Id="rId472" Type="http://schemas.openxmlformats.org/officeDocument/2006/relationships/customXml" Target="../ink/ink1119.xml"/><Relationship Id="rId125" Type="http://schemas.openxmlformats.org/officeDocument/2006/relationships/image" Target="../media/image907.png"/><Relationship Id="rId167" Type="http://schemas.openxmlformats.org/officeDocument/2006/relationships/image" Target="../media/image928.png"/><Relationship Id="rId332" Type="http://schemas.openxmlformats.org/officeDocument/2006/relationships/image" Target="../media/image1010.png"/><Relationship Id="rId374" Type="http://schemas.openxmlformats.org/officeDocument/2006/relationships/image" Target="../media/image1031.png"/><Relationship Id="rId71" Type="http://schemas.openxmlformats.org/officeDocument/2006/relationships/image" Target="../media/image873.png"/><Relationship Id="rId234" Type="http://schemas.openxmlformats.org/officeDocument/2006/relationships/customXml" Target="../ink/ink999.xml"/><Relationship Id="rId2" Type="http://schemas.openxmlformats.org/officeDocument/2006/relationships/customXml" Target="../ink/ink883.xml"/><Relationship Id="rId29" Type="http://schemas.openxmlformats.org/officeDocument/2006/relationships/image" Target="../media/image852.png"/><Relationship Id="rId276" Type="http://schemas.openxmlformats.org/officeDocument/2006/relationships/image" Target="../media/image982.png"/><Relationship Id="rId441" Type="http://schemas.openxmlformats.org/officeDocument/2006/relationships/image" Target="../media/image1064.png"/><Relationship Id="rId483" Type="http://schemas.openxmlformats.org/officeDocument/2006/relationships/image" Target="../media/image1085.png"/><Relationship Id="rId40" Type="http://schemas.openxmlformats.org/officeDocument/2006/relationships/customXml" Target="../ink/ink902.xml"/><Relationship Id="rId136" Type="http://schemas.openxmlformats.org/officeDocument/2006/relationships/customXml" Target="../ink/ink950.xml"/><Relationship Id="rId178" Type="http://schemas.openxmlformats.org/officeDocument/2006/relationships/customXml" Target="../ink/ink971.xml"/><Relationship Id="rId301" Type="http://schemas.openxmlformats.org/officeDocument/2006/relationships/customXml" Target="../ink/ink1033.xml"/><Relationship Id="rId343" Type="http://schemas.openxmlformats.org/officeDocument/2006/relationships/customXml" Target="../ink/ink1054.xml"/><Relationship Id="rId82" Type="http://schemas.openxmlformats.org/officeDocument/2006/relationships/customXml" Target="../ink/ink923.xml"/><Relationship Id="rId203" Type="http://schemas.openxmlformats.org/officeDocument/2006/relationships/image" Target="../media/image946.png"/><Relationship Id="rId385" Type="http://schemas.openxmlformats.org/officeDocument/2006/relationships/customXml" Target="../ink/ink1075.xml"/><Relationship Id="rId245" Type="http://schemas.openxmlformats.org/officeDocument/2006/relationships/image" Target="../media/image967.png"/><Relationship Id="rId287" Type="http://schemas.openxmlformats.org/officeDocument/2006/relationships/customXml" Target="../ink/ink1026.xml"/><Relationship Id="rId410" Type="http://schemas.openxmlformats.org/officeDocument/2006/relationships/customXml" Target="../ink/ink1088.xml"/><Relationship Id="rId452" Type="http://schemas.openxmlformats.org/officeDocument/2006/relationships/customXml" Target="../ink/ink1109.xml"/><Relationship Id="rId494" Type="http://schemas.openxmlformats.org/officeDocument/2006/relationships/customXml" Target="../ink/ink1130.xml"/><Relationship Id="rId105" Type="http://schemas.openxmlformats.org/officeDocument/2006/relationships/image" Target="../media/image895.png"/><Relationship Id="rId147" Type="http://schemas.openxmlformats.org/officeDocument/2006/relationships/image" Target="../media/image918.png"/><Relationship Id="rId312" Type="http://schemas.openxmlformats.org/officeDocument/2006/relationships/image" Target="../media/image1000.png"/><Relationship Id="rId354" Type="http://schemas.openxmlformats.org/officeDocument/2006/relationships/image" Target="../media/image1021.png"/><Relationship Id="rId51" Type="http://schemas.openxmlformats.org/officeDocument/2006/relationships/image" Target="../media/image863.png"/><Relationship Id="rId93" Type="http://schemas.openxmlformats.org/officeDocument/2006/relationships/image" Target="../media/image886.png"/><Relationship Id="rId189" Type="http://schemas.openxmlformats.org/officeDocument/2006/relationships/image" Target="../media/image939.png"/><Relationship Id="rId396" Type="http://schemas.openxmlformats.org/officeDocument/2006/relationships/customXml" Target="../ink/ink1081.xml"/><Relationship Id="rId214" Type="http://schemas.openxmlformats.org/officeDocument/2006/relationships/customXml" Target="../ink/ink989.xml"/><Relationship Id="rId256" Type="http://schemas.openxmlformats.org/officeDocument/2006/relationships/customXml" Target="../ink/ink1010.xml"/><Relationship Id="rId298" Type="http://schemas.openxmlformats.org/officeDocument/2006/relationships/image" Target="../media/image993.png"/><Relationship Id="rId421" Type="http://schemas.openxmlformats.org/officeDocument/2006/relationships/image" Target="../media/image1054.png"/><Relationship Id="rId463" Type="http://schemas.openxmlformats.org/officeDocument/2006/relationships/image" Target="../media/image1075.png"/><Relationship Id="rId116" Type="http://schemas.openxmlformats.org/officeDocument/2006/relationships/customXml" Target="../ink/ink940.xml"/><Relationship Id="rId158" Type="http://schemas.openxmlformats.org/officeDocument/2006/relationships/customXml" Target="../ink/ink961.xml"/><Relationship Id="rId323" Type="http://schemas.openxmlformats.org/officeDocument/2006/relationships/customXml" Target="../ink/ink1044.xml"/><Relationship Id="rId20" Type="http://schemas.openxmlformats.org/officeDocument/2006/relationships/customXml" Target="../ink/ink892.xml"/><Relationship Id="rId62" Type="http://schemas.openxmlformats.org/officeDocument/2006/relationships/customXml" Target="../ink/ink913.xml"/><Relationship Id="rId365" Type="http://schemas.openxmlformats.org/officeDocument/2006/relationships/customXml" Target="../ink/ink1065.xml"/><Relationship Id="rId225" Type="http://schemas.openxmlformats.org/officeDocument/2006/relationships/image" Target="../media/image957.png"/><Relationship Id="rId267" Type="http://schemas.openxmlformats.org/officeDocument/2006/relationships/customXml" Target="../ink/ink1016.xml"/><Relationship Id="rId432" Type="http://schemas.openxmlformats.org/officeDocument/2006/relationships/customXml" Target="../ink/ink1099.xml"/><Relationship Id="rId474" Type="http://schemas.openxmlformats.org/officeDocument/2006/relationships/customXml" Target="../ink/ink1120.xml"/><Relationship Id="rId127" Type="http://schemas.openxmlformats.org/officeDocument/2006/relationships/image" Target="../media/image908.png"/><Relationship Id="rId10" Type="http://schemas.openxmlformats.org/officeDocument/2006/relationships/customXml" Target="../ink/ink887.xml"/><Relationship Id="rId31" Type="http://schemas.openxmlformats.org/officeDocument/2006/relationships/image" Target="../media/image853.png"/><Relationship Id="rId52" Type="http://schemas.openxmlformats.org/officeDocument/2006/relationships/customXml" Target="../ink/ink908.xml"/><Relationship Id="rId73" Type="http://schemas.openxmlformats.org/officeDocument/2006/relationships/image" Target="../media/image874.png"/><Relationship Id="rId94" Type="http://schemas.openxmlformats.org/officeDocument/2006/relationships/customXml" Target="../ink/ink929.xml"/><Relationship Id="rId148" Type="http://schemas.openxmlformats.org/officeDocument/2006/relationships/customXml" Target="../ink/ink956.xml"/><Relationship Id="rId169" Type="http://schemas.openxmlformats.org/officeDocument/2006/relationships/image" Target="../media/image929.png"/><Relationship Id="rId334" Type="http://schemas.openxmlformats.org/officeDocument/2006/relationships/image" Target="../media/image1011.png"/><Relationship Id="rId355" Type="http://schemas.openxmlformats.org/officeDocument/2006/relationships/customXml" Target="../ink/ink1060.xml"/><Relationship Id="rId376" Type="http://schemas.openxmlformats.org/officeDocument/2006/relationships/image" Target="../media/image1032.png"/><Relationship Id="rId397" Type="http://schemas.openxmlformats.org/officeDocument/2006/relationships/image" Target="../media/image1042.png"/><Relationship Id="rId4" Type="http://schemas.openxmlformats.org/officeDocument/2006/relationships/customXml" Target="../ink/ink884.xml"/><Relationship Id="rId180" Type="http://schemas.openxmlformats.org/officeDocument/2006/relationships/customXml" Target="../ink/ink972.xml"/><Relationship Id="rId215" Type="http://schemas.openxmlformats.org/officeDocument/2006/relationships/image" Target="../media/image952.png"/><Relationship Id="rId236" Type="http://schemas.openxmlformats.org/officeDocument/2006/relationships/customXml" Target="../ink/ink1000.xml"/><Relationship Id="rId257" Type="http://schemas.openxmlformats.org/officeDocument/2006/relationships/image" Target="../media/image973.png"/><Relationship Id="rId278" Type="http://schemas.openxmlformats.org/officeDocument/2006/relationships/image" Target="../media/image983.png"/><Relationship Id="rId401" Type="http://schemas.openxmlformats.org/officeDocument/2006/relationships/image" Target="../media/image1044.png"/><Relationship Id="rId422" Type="http://schemas.openxmlformats.org/officeDocument/2006/relationships/customXml" Target="../ink/ink1094.xml"/><Relationship Id="rId443" Type="http://schemas.openxmlformats.org/officeDocument/2006/relationships/image" Target="../media/image1065.png"/><Relationship Id="rId464" Type="http://schemas.openxmlformats.org/officeDocument/2006/relationships/customXml" Target="../ink/ink1115.xml"/><Relationship Id="rId303" Type="http://schemas.openxmlformats.org/officeDocument/2006/relationships/customXml" Target="../ink/ink1034.xml"/><Relationship Id="rId485" Type="http://schemas.openxmlformats.org/officeDocument/2006/relationships/image" Target="../media/image1086.png"/><Relationship Id="rId42" Type="http://schemas.openxmlformats.org/officeDocument/2006/relationships/customXml" Target="../ink/ink903.xml"/><Relationship Id="rId84" Type="http://schemas.openxmlformats.org/officeDocument/2006/relationships/customXml" Target="../ink/ink924.xml"/><Relationship Id="rId138" Type="http://schemas.openxmlformats.org/officeDocument/2006/relationships/customXml" Target="../ink/ink951.xml"/><Relationship Id="rId345" Type="http://schemas.openxmlformats.org/officeDocument/2006/relationships/customXml" Target="../ink/ink1055.xml"/><Relationship Id="rId387" Type="http://schemas.openxmlformats.org/officeDocument/2006/relationships/customXml" Target="../ink/ink1076.xml"/><Relationship Id="rId191" Type="http://schemas.openxmlformats.org/officeDocument/2006/relationships/image" Target="../media/image940.png"/><Relationship Id="rId205" Type="http://schemas.openxmlformats.org/officeDocument/2006/relationships/image" Target="../media/image947.png"/><Relationship Id="rId247" Type="http://schemas.openxmlformats.org/officeDocument/2006/relationships/image" Target="../media/image968.png"/><Relationship Id="rId412" Type="http://schemas.openxmlformats.org/officeDocument/2006/relationships/customXml" Target="../ink/ink1089.xml"/><Relationship Id="rId107" Type="http://schemas.openxmlformats.org/officeDocument/2006/relationships/image" Target="../media/image896.png"/><Relationship Id="rId289" Type="http://schemas.openxmlformats.org/officeDocument/2006/relationships/customXml" Target="../ink/ink1027.xml"/><Relationship Id="rId454" Type="http://schemas.openxmlformats.org/officeDocument/2006/relationships/customXml" Target="../ink/ink1110.xml"/><Relationship Id="rId496" Type="http://schemas.openxmlformats.org/officeDocument/2006/relationships/customXml" Target="../ink/ink1131.xml"/><Relationship Id="rId11" Type="http://schemas.openxmlformats.org/officeDocument/2006/relationships/image" Target="../media/image843.png"/><Relationship Id="rId53" Type="http://schemas.openxmlformats.org/officeDocument/2006/relationships/image" Target="../media/image864.png"/><Relationship Id="rId149" Type="http://schemas.openxmlformats.org/officeDocument/2006/relationships/image" Target="../media/image919.png"/><Relationship Id="rId314" Type="http://schemas.openxmlformats.org/officeDocument/2006/relationships/image" Target="../media/image1001.png"/><Relationship Id="rId356" Type="http://schemas.openxmlformats.org/officeDocument/2006/relationships/image" Target="../media/image1022.png"/><Relationship Id="rId398" Type="http://schemas.openxmlformats.org/officeDocument/2006/relationships/customXml" Target="../ink/ink1082.xml"/><Relationship Id="rId95" Type="http://schemas.openxmlformats.org/officeDocument/2006/relationships/image" Target="../media/image887.png"/><Relationship Id="rId160" Type="http://schemas.openxmlformats.org/officeDocument/2006/relationships/customXml" Target="../ink/ink962.xml"/><Relationship Id="rId216" Type="http://schemas.openxmlformats.org/officeDocument/2006/relationships/customXml" Target="../ink/ink990.xml"/><Relationship Id="rId423" Type="http://schemas.openxmlformats.org/officeDocument/2006/relationships/image" Target="../media/image1055.png"/><Relationship Id="rId258" Type="http://schemas.openxmlformats.org/officeDocument/2006/relationships/customXml" Target="../ink/ink1011.xml"/><Relationship Id="rId465" Type="http://schemas.openxmlformats.org/officeDocument/2006/relationships/image" Target="../media/image1076.png"/><Relationship Id="rId22" Type="http://schemas.openxmlformats.org/officeDocument/2006/relationships/customXml" Target="../ink/ink893.xml"/><Relationship Id="rId64" Type="http://schemas.openxmlformats.org/officeDocument/2006/relationships/customXml" Target="../ink/ink914.xml"/><Relationship Id="rId118" Type="http://schemas.openxmlformats.org/officeDocument/2006/relationships/customXml" Target="../ink/ink941.xml"/><Relationship Id="rId325" Type="http://schemas.openxmlformats.org/officeDocument/2006/relationships/customXml" Target="../ink/ink1045.xml"/><Relationship Id="rId367" Type="http://schemas.openxmlformats.org/officeDocument/2006/relationships/customXml" Target="../ink/ink1066.xml"/><Relationship Id="rId171" Type="http://schemas.openxmlformats.org/officeDocument/2006/relationships/image" Target="../media/image930.png"/><Relationship Id="rId227" Type="http://schemas.openxmlformats.org/officeDocument/2006/relationships/image" Target="../media/image958.png"/><Relationship Id="rId269" Type="http://schemas.openxmlformats.org/officeDocument/2006/relationships/customXml" Target="../ink/ink1017.xml"/><Relationship Id="rId434" Type="http://schemas.openxmlformats.org/officeDocument/2006/relationships/customXml" Target="../ink/ink1100.xml"/><Relationship Id="rId476" Type="http://schemas.openxmlformats.org/officeDocument/2006/relationships/customXml" Target="../ink/ink1121.xml"/><Relationship Id="rId33" Type="http://schemas.openxmlformats.org/officeDocument/2006/relationships/image" Target="../media/image854.png"/><Relationship Id="rId129" Type="http://schemas.openxmlformats.org/officeDocument/2006/relationships/image" Target="../media/image909.png"/><Relationship Id="rId280" Type="http://schemas.openxmlformats.org/officeDocument/2006/relationships/image" Target="../media/image984.png"/><Relationship Id="rId336" Type="http://schemas.openxmlformats.org/officeDocument/2006/relationships/image" Target="../media/image1012.png"/><Relationship Id="rId501" Type="http://schemas.openxmlformats.org/officeDocument/2006/relationships/image" Target="../media/image1094.png"/><Relationship Id="rId75" Type="http://schemas.openxmlformats.org/officeDocument/2006/relationships/image" Target="../media/image875.png"/><Relationship Id="rId140" Type="http://schemas.openxmlformats.org/officeDocument/2006/relationships/customXml" Target="../ink/ink952.xml"/><Relationship Id="rId182" Type="http://schemas.openxmlformats.org/officeDocument/2006/relationships/customXml" Target="../ink/ink973.xml"/><Relationship Id="rId378" Type="http://schemas.openxmlformats.org/officeDocument/2006/relationships/image" Target="../media/image1033.png"/><Relationship Id="rId403" Type="http://schemas.openxmlformats.org/officeDocument/2006/relationships/image" Target="../media/image1045.png"/><Relationship Id="rId6" Type="http://schemas.openxmlformats.org/officeDocument/2006/relationships/customXml" Target="../ink/ink885.xml"/><Relationship Id="rId238" Type="http://schemas.openxmlformats.org/officeDocument/2006/relationships/customXml" Target="../ink/ink1001.xml"/><Relationship Id="rId445" Type="http://schemas.openxmlformats.org/officeDocument/2006/relationships/image" Target="../media/image1066.png"/><Relationship Id="rId487" Type="http://schemas.openxmlformats.org/officeDocument/2006/relationships/image" Target="../media/image1087.png"/><Relationship Id="rId291" Type="http://schemas.openxmlformats.org/officeDocument/2006/relationships/customXml" Target="../ink/ink1028.xml"/><Relationship Id="rId305" Type="http://schemas.openxmlformats.org/officeDocument/2006/relationships/customXml" Target="../ink/ink1035.xml"/><Relationship Id="rId347" Type="http://schemas.openxmlformats.org/officeDocument/2006/relationships/customXml" Target="../ink/ink1056.xml"/><Relationship Id="rId44" Type="http://schemas.openxmlformats.org/officeDocument/2006/relationships/customXml" Target="../ink/ink904.xml"/><Relationship Id="rId86" Type="http://schemas.openxmlformats.org/officeDocument/2006/relationships/customXml" Target="../ink/ink925.xml"/><Relationship Id="rId151" Type="http://schemas.openxmlformats.org/officeDocument/2006/relationships/image" Target="../media/image920.png"/><Relationship Id="rId389" Type="http://schemas.openxmlformats.org/officeDocument/2006/relationships/customXml" Target="../ink/ink1077.xml"/><Relationship Id="rId193" Type="http://schemas.openxmlformats.org/officeDocument/2006/relationships/image" Target="../media/image941.png"/><Relationship Id="rId207" Type="http://schemas.openxmlformats.org/officeDocument/2006/relationships/image" Target="../media/image948.png"/><Relationship Id="rId249" Type="http://schemas.openxmlformats.org/officeDocument/2006/relationships/image" Target="../media/image969.png"/><Relationship Id="rId414" Type="http://schemas.openxmlformats.org/officeDocument/2006/relationships/customXml" Target="../ink/ink1090.xml"/><Relationship Id="rId456" Type="http://schemas.openxmlformats.org/officeDocument/2006/relationships/customXml" Target="../ink/ink1111.xml"/><Relationship Id="rId498" Type="http://schemas.openxmlformats.org/officeDocument/2006/relationships/customXml" Target="../ink/ink1132.xml"/><Relationship Id="rId13" Type="http://schemas.openxmlformats.org/officeDocument/2006/relationships/image" Target="../media/image844.png"/><Relationship Id="rId109" Type="http://schemas.openxmlformats.org/officeDocument/2006/relationships/image" Target="../media/image897.png"/><Relationship Id="rId260" Type="http://schemas.openxmlformats.org/officeDocument/2006/relationships/customXml" Target="../ink/ink1012.xml"/><Relationship Id="rId316" Type="http://schemas.openxmlformats.org/officeDocument/2006/relationships/image" Target="../media/image1002.png"/><Relationship Id="rId55" Type="http://schemas.openxmlformats.org/officeDocument/2006/relationships/image" Target="../media/image865.png"/><Relationship Id="rId97" Type="http://schemas.openxmlformats.org/officeDocument/2006/relationships/image" Target="../media/image888.png"/><Relationship Id="rId120" Type="http://schemas.openxmlformats.org/officeDocument/2006/relationships/customXml" Target="../ink/ink942.xml"/><Relationship Id="rId358" Type="http://schemas.openxmlformats.org/officeDocument/2006/relationships/image" Target="../media/image1023.png"/><Relationship Id="rId162" Type="http://schemas.openxmlformats.org/officeDocument/2006/relationships/customXml" Target="../ink/ink963.xml"/><Relationship Id="rId218" Type="http://schemas.openxmlformats.org/officeDocument/2006/relationships/customXml" Target="../ink/ink991.xml"/><Relationship Id="rId425" Type="http://schemas.openxmlformats.org/officeDocument/2006/relationships/image" Target="../media/image1056.png"/><Relationship Id="rId467" Type="http://schemas.openxmlformats.org/officeDocument/2006/relationships/image" Target="../media/image1077.png"/><Relationship Id="rId271" Type="http://schemas.openxmlformats.org/officeDocument/2006/relationships/customXml" Target="../ink/ink1018.xml"/><Relationship Id="rId24" Type="http://schemas.openxmlformats.org/officeDocument/2006/relationships/customXml" Target="../ink/ink894.xml"/><Relationship Id="rId66" Type="http://schemas.openxmlformats.org/officeDocument/2006/relationships/customXml" Target="../ink/ink915.xml"/><Relationship Id="rId131" Type="http://schemas.openxmlformats.org/officeDocument/2006/relationships/image" Target="../media/image910.png"/><Relationship Id="rId327" Type="http://schemas.openxmlformats.org/officeDocument/2006/relationships/customXml" Target="../ink/ink1046.xml"/><Relationship Id="rId369" Type="http://schemas.openxmlformats.org/officeDocument/2006/relationships/customXml" Target="../ink/ink1067.xml"/><Relationship Id="rId173" Type="http://schemas.openxmlformats.org/officeDocument/2006/relationships/image" Target="../media/image931.png"/><Relationship Id="rId229" Type="http://schemas.openxmlformats.org/officeDocument/2006/relationships/image" Target="../media/image959.png"/><Relationship Id="rId380" Type="http://schemas.openxmlformats.org/officeDocument/2006/relationships/image" Target="../media/image1034.png"/><Relationship Id="rId436" Type="http://schemas.openxmlformats.org/officeDocument/2006/relationships/customXml" Target="../ink/ink1101.xml"/><Relationship Id="rId240" Type="http://schemas.openxmlformats.org/officeDocument/2006/relationships/customXml" Target="../ink/ink1002.xml"/><Relationship Id="rId478" Type="http://schemas.openxmlformats.org/officeDocument/2006/relationships/customXml" Target="../ink/ink1122.xml"/><Relationship Id="rId35" Type="http://schemas.openxmlformats.org/officeDocument/2006/relationships/image" Target="../media/image855.png"/><Relationship Id="rId77" Type="http://schemas.openxmlformats.org/officeDocument/2006/relationships/image" Target="../media/image876.png"/><Relationship Id="rId100" Type="http://schemas.openxmlformats.org/officeDocument/2006/relationships/customXml" Target="../ink/ink932.xml"/><Relationship Id="rId282" Type="http://schemas.openxmlformats.org/officeDocument/2006/relationships/image" Target="../media/image985.png"/><Relationship Id="rId338" Type="http://schemas.openxmlformats.org/officeDocument/2006/relationships/image" Target="../media/image1013.png"/><Relationship Id="rId503" Type="http://schemas.openxmlformats.org/officeDocument/2006/relationships/image" Target="../media/image1095.png"/><Relationship Id="rId8" Type="http://schemas.openxmlformats.org/officeDocument/2006/relationships/customXml" Target="../ink/ink886.xml"/><Relationship Id="rId142" Type="http://schemas.openxmlformats.org/officeDocument/2006/relationships/customXml" Target="../ink/ink953.xml"/><Relationship Id="rId184" Type="http://schemas.openxmlformats.org/officeDocument/2006/relationships/customXml" Target="../ink/ink974.xml"/><Relationship Id="rId391" Type="http://schemas.openxmlformats.org/officeDocument/2006/relationships/customXml" Target="../ink/ink1078.xml"/><Relationship Id="rId405" Type="http://schemas.openxmlformats.org/officeDocument/2006/relationships/image" Target="../media/image1046.png"/><Relationship Id="rId447" Type="http://schemas.openxmlformats.org/officeDocument/2006/relationships/image" Target="../media/image1067.png"/><Relationship Id="rId251" Type="http://schemas.openxmlformats.org/officeDocument/2006/relationships/image" Target="../media/image970.png"/><Relationship Id="rId489" Type="http://schemas.openxmlformats.org/officeDocument/2006/relationships/image" Target="../media/image1088.png"/><Relationship Id="rId46" Type="http://schemas.openxmlformats.org/officeDocument/2006/relationships/customXml" Target="../ink/ink905.xml"/><Relationship Id="rId293" Type="http://schemas.openxmlformats.org/officeDocument/2006/relationships/customXml" Target="../ink/ink1029.xml"/><Relationship Id="rId307" Type="http://schemas.openxmlformats.org/officeDocument/2006/relationships/customXml" Target="../ink/ink1036.xml"/><Relationship Id="rId349" Type="http://schemas.openxmlformats.org/officeDocument/2006/relationships/customXml" Target="../ink/ink1057.xml"/><Relationship Id="rId88" Type="http://schemas.openxmlformats.org/officeDocument/2006/relationships/customXml" Target="../ink/ink926.xml"/><Relationship Id="rId111" Type="http://schemas.openxmlformats.org/officeDocument/2006/relationships/image" Target="../media/image898.png"/><Relationship Id="rId153" Type="http://schemas.openxmlformats.org/officeDocument/2006/relationships/image" Target="../media/image921.png"/><Relationship Id="rId195" Type="http://schemas.openxmlformats.org/officeDocument/2006/relationships/image" Target="../media/image942.png"/><Relationship Id="rId209" Type="http://schemas.openxmlformats.org/officeDocument/2006/relationships/image" Target="../media/image949.png"/><Relationship Id="rId360" Type="http://schemas.openxmlformats.org/officeDocument/2006/relationships/image" Target="../media/image1024.png"/><Relationship Id="rId416" Type="http://schemas.openxmlformats.org/officeDocument/2006/relationships/customXml" Target="../ink/ink1091.xml"/><Relationship Id="rId220" Type="http://schemas.openxmlformats.org/officeDocument/2006/relationships/customXml" Target="../ink/ink992.xml"/><Relationship Id="rId458" Type="http://schemas.openxmlformats.org/officeDocument/2006/relationships/customXml" Target="../ink/ink1112.xml"/><Relationship Id="rId15" Type="http://schemas.openxmlformats.org/officeDocument/2006/relationships/image" Target="../media/image845.png"/><Relationship Id="rId57" Type="http://schemas.openxmlformats.org/officeDocument/2006/relationships/image" Target="../media/image866.png"/><Relationship Id="rId262" Type="http://schemas.openxmlformats.org/officeDocument/2006/relationships/customXml" Target="../ink/ink1013.xml"/><Relationship Id="rId318" Type="http://schemas.openxmlformats.org/officeDocument/2006/relationships/image" Target="../media/image1003.png"/><Relationship Id="rId99" Type="http://schemas.openxmlformats.org/officeDocument/2006/relationships/image" Target="../media/image889.png"/><Relationship Id="rId122" Type="http://schemas.openxmlformats.org/officeDocument/2006/relationships/customXml" Target="../ink/ink943.xml"/><Relationship Id="rId164" Type="http://schemas.openxmlformats.org/officeDocument/2006/relationships/customXml" Target="../ink/ink964.xml"/><Relationship Id="rId371" Type="http://schemas.openxmlformats.org/officeDocument/2006/relationships/customXml" Target="../ink/ink1068.xml"/><Relationship Id="rId427" Type="http://schemas.openxmlformats.org/officeDocument/2006/relationships/image" Target="../media/image1057.png"/><Relationship Id="rId469" Type="http://schemas.openxmlformats.org/officeDocument/2006/relationships/image" Target="../media/image1078.png"/><Relationship Id="rId26" Type="http://schemas.openxmlformats.org/officeDocument/2006/relationships/customXml" Target="../ink/ink895.xml"/><Relationship Id="rId231" Type="http://schemas.openxmlformats.org/officeDocument/2006/relationships/image" Target="../media/image960.png"/><Relationship Id="rId273" Type="http://schemas.openxmlformats.org/officeDocument/2006/relationships/customXml" Target="../ink/ink1019.xml"/><Relationship Id="rId329" Type="http://schemas.openxmlformats.org/officeDocument/2006/relationships/customXml" Target="../ink/ink1047.xml"/><Relationship Id="rId480" Type="http://schemas.openxmlformats.org/officeDocument/2006/relationships/customXml" Target="../ink/ink1123.xml"/><Relationship Id="rId68" Type="http://schemas.openxmlformats.org/officeDocument/2006/relationships/customXml" Target="../ink/ink916.xml"/><Relationship Id="rId133" Type="http://schemas.openxmlformats.org/officeDocument/2006/relationships/image" Target="../media/image911.png"/><Relationship Id="rId175" Type="http://schemas.openxmlformats.org/officeDocument/2006/relationships/image" Target="../media/image932.png"/><Relationship Id="rId340" Type="http://schemas.openxmlformats.org/officeDocument/2006/relationships/image" Target="../media/image1014.png"/><Relationship Id="rId200" Type="http://schemas.openxmlformats.org/officeDocument/2006/relationships/customXml" Target="../ink/ink982.xml"/><Relationship Id="rId382" Type="http://schemas.openxmlformats.org/officeDocument/2006/relationships/image" Target="../media/image1035.png"/><Relationship Id="rId438" Type="http://schemas.openxmlformats.org/officeDocument/2006/relationships/customXml" Target="../ink/ink1102.xml"/><Relationship Id="rId242" Type="http://schemas.openxmlformats.org/officeDocument/2006/relationships/customXml" Target="../ink/ink1003.xml"/><Relationship Id="rId284" Type="http://schemas.openxmlformats.org/officeDocument/2006/relationships/image" Target="../media/image986.png"/><Relationship Id="rId491" Type="http://schemas.openxmlformats.org/officeDocument/2006/relationships/image" Target="../media/image1089.png"/><Relationship Id="rId37" Type="http://schemas.openxmlformats.org/officeDocument/2006/relationships/image" Target="../media/image856.png"/><Relationship Id="rId79" Type="http://schemas.openxmlformats.org/officeDocument/2006/relationships/image" Target="../media/image877.png"/><Relationship Id="rId102" Type="http://schemas.openxmlformats.org/officeDocument/2006/relationships/customXml" Target="../ink/ink933.xml"/><Relationship Id="rId144" Type="http://schemas.openxmlformats.org/officeDocument/2006/relationships/customXml" Target="../ink/ink954.xml"/><Relationship Id="rId90" Type="http://schemas.openxmlformats.org/officeDocument/2006/relationships/customXml" Target="../ink/ink927.xml"/><Relationship Id="rId186" Type="http://schemas.openxmlformats.org/officeDocument/2006/relationships/customXml" Target="../ink/ink975.xml"/><Relationship Id="rId351" Type="http://schemas.openxmlformats.org/officeDocument/2006/relationships/customXml" Target="../ink/ink1058.xml"/><Relationship Id="rId393" Type="http://schemas.openxmlformats.org/officeDocument/2006/relationships/customXml" Target="../ink/ink1079.xml"/><Relationship Id="rId407" Type="http://schemas.openxmlformats.org/officeDocument/2006/relationships/image" Target="../media/image1047.png"/><Relationship Id="rId449" Type="http://schemas.openxmlformats.org/officeDocument/2006/relationships/image" Target="../media/image1068.png"/><Relationship Id="rId211" Type="http://schemas.openxmlformats.org/officeDocument/2006/relationships/image" Target="../media/image950.png"/><Relationship Id="rId253" Type="http://schemas.openxmlformats.org/officeDocument/2006/relationships/image" Target="../media/image971.png"/><Relationship Id="rId295" Type="http://schemas.openxmlformats.org/officeDocument/2006/relationships/customXml" Target="../ink/ink1030.xml"/><Relationship Id="rId309" Type="http://schemas.openxmlformats.org/officeDocument/2006/relationships/customXml" Target="../ink/ink1037.xml"/><Relationship Id="rId460" Type="http://schemas.openxmlformats.org/officeDocument/2006/relationships/customXml" Target="../ink/ink1113.xml"/><Relationship Id="rId48" Type="http://schemas.openxmlformats.org/officeDocument/2006/relationships/customXml" Target="../ink/ink906.xml"/><Relationship Id="rId113" Type="http://schemas.openxmlformats.org/officeDocument/2006/relationships/image" Target="../media/image899.png"/><Relationship Id="rId320" Type="http://schemas.openxmlformats.org/officeDocument/2006/relationships/image" Target="../media/image1004.png"/><Relationship Id="rId155" Type="http://schemas.openxmlformats.org/officeDocument/2006/relationships/image" Target="../media/image922.png"/><Relationship Id="rId197" Type="http://schemas.openxmlformats.org/officeDocument/2006/relationships/image" Target="../media/image943.png"/><Relationship Id="rId362" Type="http://schemas.openxmlformats.org/officeDocument/2006/relationships/image" Target="../media/image1025.png"/><Relationship Id="rId418" Type="http://schemas.openxmlformats.org/officeDocument/2006/relationships/customXml" Target="../ink/ink1092.xml"/><Relationship Id="rId222" Type="http://schemas.openxmlformats.org/officeDocument/2006/relationships/customXml" Target="../ink/ink993.xml"/><Relationship Id="rId264" Type="http://schemas.openxmlformats.org/officeDocument/2006/relationships/customXml" Target="../ink/ink1014.xml"/><Relationship Id="rId471" Type="http://schemas.openxmlformats.org/officeDocument/2006/relationships/image" Target="../media/image1079.png"/><Relationship Id="rId17" Type="http://schemas.openxmlformats.org/officeDocument/2006/relationships/image" Target="../media/image846.png"/><Relationship Id="rId59" Type="http://schemas.openxmlformats.org/officeDocument/2006/relationships/image" Target="../media/image867.png"/><Relationship Id="rId124" Type="http://schemas.openxmlformats.org/officeDocument/2006/relationships/customXml" Target="../ink/ink944.xml"/><Relationship Id="rId70" Type="http://schemas.openxmlformats.org/officeDocument/2006/relationships/customXml" Target="../ink/ink917.xml"/><Relationship Id="rId166" Type="http://schemas.openxmlformats.org/officeDocument/2006/relationships/customXml" Target="../ink/ink965.xml"/><Relationship Id="rId331" Type="http://schemas.openxmlformats.org/officeDocument/2006/relationships/customXml" Target="../ink/ink1048.xml"/><Relationship Id="rId373" Type="http://schemas.openxmlformats.org/officeDocument/2006/relationships/customXml" Target="../ink/ink1069.xml"/><Relationship Id="rId429" Type="http://schemas.openxmlformats.org/officeDocument/2006/relationships/image" Target="../media/image1058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961.png"/><Relationship Id="rId440" Type="http://schemas.openxmlformats.org/officeDocument/2006/relationships/customXml" Target="../ink/ink1103.xml"/><Relationship Id="rId28" Type="http://schemas.openxmlformats.org/officeDocument/2006/relationships/customXml" Target="../ink/ink896.xml"/><Relationship Id="rId275" Type="http://schemas.openxmlformats.org/officeDocument/2006/relationships/customXml" Target="../ink/ink1020.xml"/><Relationship Id="rId300" Type="http://schemas.openxmlformats.org/officeDocument/2006/relationships/image" Target="../media/image994.png"/><Relationship Id="rId482" Type="http://schemas.openxmlformats.org/officeDocument/2006/relationships/customXml" Target="../ink/ink1124.xml"/><Relationship Id="rId81" Type="http://schemas.openxmlformats.org/officeDocument/2006/relationships/image" Target="../media/image878.png"/><Relationship Id="rId135" Type="http://schemas.openxmlformats.org/officeDocument/2006/relationships/image" Target="../media/image912.png"/><Relationship Id="rId177" Type="http://schemas.openxmlformats.org/officeDocument/2006/relationships/image" Target="../media/image933.png"/><Relationship Id="rId342" Type="http://schemas.openxmlformats.org/officeDocument/2006/relationships/image" Target="../media/image1015.png"/><Relationship Id="rId384" Type="http://schemas.openxmlformats.org/officeDocument/2006/relationships/image" Target="../media/image1036.png"/><Relationship Id="rId202" Type="http://schemas.openxmlformats.org/officeDocument/2006/relationships/customXml" Target="../ink/ink983.xml"/><Relationship Id="rId244" Type="http://schemas.openxmlformats.org/officeDocument/2006/relationships/customXml" Target="../ink/ink1004.xml"/><Relationship Id="rId39" Type="http://schemas.openxmlformats.org/officeDocument/2006/relationships/image" Target="../media/image857.png"/><Relationship Id="rId286" Type="http://schemas.openxmlformats.org/officeDocument/2006/relationships/image" Target="../media/image987.png"/><Relationship Id="rId451" Type="http://schemas.openxmlformats.org/officeDocument/2006/relationships/image" Target="../media/image1069.png"/><Relationship Id="rId493" Type="http://schemas.openxmlformats.org/officeDocument/2006/relationships/image" Target="../media/image1090.png"/><Relationship Id="rId50" Type="http://schemas.openxmlformats.org/officeDocument/2006/relationships/customXml" Target="../ink/ink907.xml"/><Relationship Id="rId104" Type="http://schemas.openxmlformats.org/officeDocument/2006/relationships/customXml" Target="../ink/ink934.xml"/><Relationship Id="rId146" Type="http://schemas.openxmlformats.org/officeDocument/2006/relationships/customXml" Target="../ink/ink955.xml"/><Relationship Id="rId188" Type="http://schemas.openxmlformats.org/officeDocument/2006/relationships/customXml" Target="../ink/ink976.xml"/><Relationship Id="rId311" Type="http://schemas.openxmlformats.org/officeDocument/2006/relationships/customXml" Target="../ink/ink1038.xml"/><Relationship Id="rId353" Type="http://schemas.openxmlformats.org/officeDocument/2006/relationships/customXml" Target="../ink/ink1059.xml"/><Relationship Id="rId395" Type="http://schemas.openxmlformats.org/officeDocument/2006/relationships/image" Target="../media/image1041.png"/><Relationship Id="rId409" Type="http://schemas.openxmlformats.org/officeDocument/2006/relationships/image" Target="../media/image1048.png"/><Relationship Id="rId92" Type="http://schemas.openxmlformats.org/officeDocument/2006/relationships/customXml" Target="../ink/ink928.xml"/><Relationship Id="rId213" Type="http://schemas.openxmlformats.org/officeDocument/2006/relationships/image" Target="../media/image951.png"/><Relationship Id="rId420" Type="http://schemas.openxmlformats.org/officeDocument/2006/relationships/customXml" Target="../ink/ink1093.xml"/><Relationship Id="rId255" Type="http://schemas.openxmlformats.org/officeDocument/2006/relationships/image" Target="../media/image972.png"/><Relationship Id="rId297" Type="http://schemas.openxmlformats.org/officeDocument/2006/relationships/customXml" Target="../ink/ink1031.xml"/><Relationship Id="rId462" Type="http://schemas.openxmlformats.org/officeDocument/2006/relationships/customXml" Target="../ink/ink1114.xml"/><Relationship Id="rId115" Type="http://schemas.openxmlformats.org/officeDocument/2006/relationships/image" Target="../media/image900.png"/><Relationship Id="rId157" Type="http://schemas.openxmlformats.org/officeDocument/2006/relationships/image" Target="../media/image923.png"/><Relationship Id="rId322" Type="http://schemas.openxmlformats.org/officeDocument/2006/relationships/image" Target="../media/image1005.png"/><Relationship Id="rId364" Type="http://schemas.openxmlformats.org/officeDocument/2006/relationships/image" Target="../media/image1026.png"/><Relationship Id="rId61" Type="http://schemas.openxmlformats.org/officeDocument/2006/relationships/image" Target="../media/image868.png"/><Relationship Id="rId199" Type="http://schemas.openxmlformats.org/officeDocument/2006/relationships/image" Target="../media/image944.png"/><Relationship Id="rId19" Type="http://schemas.openxmlformats.org/officeDocument/2006/relationships/image" Target="../media/image847.png"/><Relationship Id="rId224" Type="http://schemas.openxmlformats.org/officeDocument/2006/relationships/customXml" Target="../ink/ink994.xml"/><Relationship Id="rId266" Type="http://schemas.openxmlformats.org/officeDocument/2006/relationships/image" Target="../media/image977.png"/><Relationship Id="rId431" Type="http://schemas.openxmlformats.org/officeDocument/2006/relationships/image" Target="../media/image1059.png"/><Relationship Id="rId473" Type="http://schemas.openxmlformats.org/officeDocument/2006/relationships/image" Target="../media/image1080.png"/><Relationship Id="rId30" Type="http://schemas.openxmlformats.org/officeDocument/2006/relationships/customXml" Target="../ink/ink897.xml"/><Relationship Id="rId126" Type="http://schemas.openxmlformats.org/officeDocument/2006/relationships/customXml" Target="../ink/ink945.xml"/><Relationship Id="rId168" Type="http://schemas.openxmlformats.org/officeDocument/2006/relationships/customXml" Target="../ink/ink966.xml"/><Relationship Id="rId333" Type="http://schemas.openxmlformats.org/officeDocument/2006/relationships/customXml" Target="../ink/ink1049.xml"/><Relationship Id="rId72" Type="http://schemas.openxmlformats.org/officeDocument/2006/relationships/customXml" Target="../ink/ink918.xml"/><Relationship Id="rId375" Type="http://schemas.openxmlformats.org/officeDocument/2006/relationships/customXml" Target="../ink/ink1070.xml"/><Relationship Id="rId3" Type="http://schemas.openxmlformats.org/officeDocument/2006/relationships/image" Target="../media/image824.png"/><Relationship Id="rId235" Type="http://schemas.openxmlformats.org/officeDocument/2006/relationships/image" Target="../media/image962.png"/><Relationship Id="rId277" Type="http://schemas.openxmlformats.org/officeDocument/2006/relationships/customXml" Target="../ink/ink1021.xml"/><Relationship Id="rId400" Type="http://schemas.openxmlformats.org/officeDocument/2006/relationships/customXml" Target="../ink/ink1083.xml"/><Relationship Id="rId442" Type="http://schemas.openxmlformats.org/officeDocument/2006/relationships/customXml" Target="../ink/ink1104.xml"/><Relationship Id="rId484" Type="http://schemas.openxmlformats.org/officeDocument/2006/relationships/customXml" Target="../ink/ink1125.xml"/><Relationship Id="rId137" Type="http://schemas.openxmlformats.org/officeDocument/2006/relationships/image" Target="../media/image913.png"/><Relationship Id="rId302" Type="http://schemas.openxmlformats.org/officeDocument/2006/relationships/image" Target="../media/image995.png"/><Relationship Id="rId344" Type="http://schemas.openxmlformats.org/officeDocument/2006/relationships/image" Target="../media/image1016.png"/><Relationship Id="rId41" Type="http://schemas.openxmlformats.org/officeDocument/2006/relationships/image" Target="../media/image858.png"/><Relationship Id="rId83" Type="http://schemas.openxmlformats.org/officeDocument/2006/relationships/image" Target="../media/image879.png"/><Relationship Id="rId179" Type="http://schemas.openxmlformats.org/officeDocument/2006/relationships/image" Target="../media/image934.png"/><Relationship Id="rId386" Type="http://schemas.openxmlformats.org/officeDocument/2006/relationships/image" Target="../media/image1037.png"/><Relationship Id="rId190" Type="http://schemas.openxmlformats.org/officeDocument/2006/relationships/customXml" Target="../ink/ink977.xml"/><Relationship Id="rId204" Type="http://schemas.openxmlformats.org/officeDocument/2006/relationships/customXml" Target="../ink/ink984.xml"/><Relationship Id="rId246" Type="http://schemas.openxmlformats.org/officeDocument/2006/relationships/customXml" Target="../ink/ink1005.xml"/><Relationship Id="rId288" Type="http://schemas.openxmlformats.org/officeDocument/2006/relationships/image" Target="../media/image988.png"/><Relationship Id="rId411" Type="http://schemas.openxmlformats.org/officeDocument/2006/relationships/image" Target="../media/image1049.png"/><Relationship Id="rId453" Type="http://schemas.openxmlformats.org/officeDocument/2006/relationships/image" Target="../media/image1070.png"/><Relationship Id="rId106" Type="http://schemas.openxmlformats.org/officeDocument/2006/relationships/customXml" Target="../ink/ink935.xml"/><Relationship Id="rId313" Type="http://schemas.openxmlformats.org/officeDocument/2006/relationships/customXml" Target="../ink/ink1039.xml"/><Relationship Id="rId495" Type="http://schemas.openxmlformats.org/officeDocument/2006/relationships/image" Target="../media/image109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6.png"/><Relationship Id="rId2" Type="http://schemas.openxmlformats.org/officeDocument/2006/relationships/hyperlink" Target="https://learn.microsoft.com/en-us/dotnet/architecture/microservices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7.jpeg"/><Relationship Id="rId2" Type="http://schemas.openxmlformats.org/officeDocument/2006/relationships/image" Target="../media/image109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4.png"/><Relationship Id="rId13" Type="http://schemas.openxmlformats.org/officeDocument/2006/relationships/image" Target="../media/image811.png"/><Relationship Id="rId18" Type="http://schemas.openxmlformats.org/officeDocument/2006/relationships/image" Target="../media/image814.png"/><Relationship Id="rId26" Type="http://schemas.openxmlformats.org/officeDocument/2006/relationships/image" Target="../media/image822.png"/><Relationship Id="rId3" Type="http://schemas.openxmlformats.org/officeDocument/2006/relationships/image" Target="../media/image796.png"/><Relationship Id="rId21" Type="http://schemas.openxmlformats.org/officeDocument/2006/relationships/image" Target="../media/image817.png"/><Relationship Id="rId7" Type="http://schemas.openxmlformats.org/officeDocument/2006/relationships/image" Target="../media/image803.png"/><Relationship Id="rId12" Type="http://schemas.openxmlformats.org/officeDocument/2006/relationships/image" Target="../media/image798.png"/><Relationship Id="rId17" Type="http://schemas.openxmlformats.org/officeDocument/2006/relationships/image" Target="../media/image805.png"/><Relationship Id="rId25" Type="http://schemas.openxmlformats.org/officeDocument/2006/relationships/image" Target="../media/image821.sv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800.png"/><Relationship Id="rId20" Type="http://schemas.openxmlformats.org/officeDocument/2006/relationships/image" Target="../media/image8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2.svg"/><Relationship Id="rId11" Type="http://schemas.openxmlformats.org/officeDocument/2006/relationships/image" Target="../media/image810.png"/><Relationship Id="rId24" Type="http://schemas.openxmlformats.org/officeDocument/2006/relationships/image" Target="../media/image820.svg"/><Relationship Id="rId5" Type="http://schemas.openxmlformats.org/officeDocument/2006/relationships/image" Target="../media/image801.png"/><Relationship Id="rId15" Type="http://schemas.openxmlformats.org/officeDocument/2006/relationships/image" Target="../media/image807.png"/><Relationship Id="rId23" Type="http://schemas.openxmlformats.org/officeDocument/2006/relationships/image" Target="../media/image819.png"/><Relationship Id="rId10" Type="http://schemas.openxmlformats.org/officeDocument/2006/relationships/image" Target="../media/image808.png"/><Relationship Id="rId19" Type="http://schemas.openxmlformats.org/officeDocument/2006/relationships/image" Target="../media/image815.png"/><Relationship Id="rId4" Type="http://schemas.openxmlformats.org/officeDocument/2006/relationships/image" Target="../media/image797.jpeg"/><Relationship Id="rId9" Type="http://schemas.openxmlformats.org/officeDocument/2006/relationships/image" Target="../media/image806.png"/><Relationship Id="rId14" Type="http://schemas.openxmlformats.org/officeDocument/2006/relationships/image" Target="../media/image799.png"/><Relationship Id="rId22" Type="http://schemas.openxmlformats.org/officeDocument/2006/relationships/image" Target="../media/image818.png"/><Relationship Id="rId27" Type="http://schemas.openxmlformats.org/officeDocument/2006/relationships/image" Target="../media/image813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4.png"/><Relationship Id="rId13" Type="http://schemas.openxmlformats.org/officeDocument/2006/relationships/image" Target="../media/image811.png"/><Relationship Id="rId18" Type="http://schemas.openxmlformats.org/officeDocument/2006/relationships/image" Target="../media/image814.png"/><Relationship Id="rId26" Type="http://schemas.openxmlformats.org/officeDocument/2006/relationships/image" Target="../media/image822.png"/><Relationship Id="rId3" Type="http://schemas.openxmlformats.org/officeDocument/2006/relationships/image" Target="../media/image796.png"/><Relationship Id="rId21" Type="http://schemas.openxmlformats.org/officeDocument/2006/relationships/image" Target="../media/image817.png"/><Relationship Id="rId7" Type="http://schemas.openxmlformats.org/officeDocument/2006/relationships/image" Target="../media/image803.png"/><Relationship Id="rId12" Type="http://schemas.openxmlformats.org/officeDocument/2006/relationships/image" Target="../media/image798.png"/><Relationship Id="rId17" Type="http://schemas.openxmlformats.org/officeDocument/2006/relationships/image" Target="../media/image805.png"/><Relationship Id="rId25" Type="http://schemas.openxmlformats.org/officeDocument/2006/relationships/image" Target="../media/image821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800.png"/><Relationship Id="rId20" Type="http://schemas.openxmlformats.org/officeDocument/2006/relationships/image" Target="../media/image8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2.svg"/><Relationship Id="rId11" Type="http://schemas.openxmlformats.org/officeDocument/2006/relationships/image" Target="../media/image810.png"/><Relationship Id="rId24" Type="http://schemas.openxmlformats.org/officeDocument/2006/relationships/image" Target="../media/image820.svg"/><Relationship Id="rId5" Type="http://schemas.openxmlformats.org/officeDocument/2006/relationships/image" Target="../media/image801.png"/><Relationship Id="rId15" Type="http://schemas.openxmlformats.org/officeDocument/2006/relationships/image" Target="../media/image807.png"/><Relationship Id="rId23" Type="http://schemas.openxmlformats.org/officeDocument/2006/relationships/image" Target="../media/image819.png"/><Relationship Id="rId10" Type="http://schemas.openxmlformats.org/officeDocument/2006/relationships/image" Target="../media/image808.png"/><Relationship Id="rId19" Type="http://schemas.openxmlformats.org/officeDocument/2006/relationships/image" Target="../media/image815.png"/><Relationship Id="rId4" Type="http://schemas.openxmlformats.org/officeDocument/2006/relationships/image" Target="../media/image797.jpeg"/><Relationship Id="rId9" Type="http://schemas.openxmlformats.org/officeDocument/2006/relationships/image" Target="../media/image806.png"/><Relationship Id="rId14" Type="http://schemas.openxmlformats.org/officeDocument/2006/relationships/image" Target="../media/image799.png"/><Relationship Id="rId22" Type="http://schemas.openxmlformats.org/officeDocument/2006/relationships/image" Target="../media/image81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9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19529EB-24CA-D96B-43CC-65296CC2299E}"/>
                  </a:ext>
                </a:extLst>
              </p14:cNvPr>
              <p14:cNvContentPartPr/>
              <p14:nvPr/>
            </p14:nvContentPartPr>
            <p14:xfrm>
              <a:off x="2383831" y="2787402"/>
              <a:ext cx="41760" cy="460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19529EB-24CA-D96B-43CC-65296CC2299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366191" y="2769762"/>
                <a:ext cx="7740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9D149AA5-0F5E-5F6F-E7C7-CDBFD32DB825}"/>
                  </a:ext>
                </a:extLst>
              </p14:cNvPr>
              <p14:cNvContentPartPr/>
              <p14:nvPr/>
            </p14:nvContentPartPr>
            <p14:xfrm>
              <a:off x="3566431" y="3478962"/>
              <a:ext cx="263880" cy="4154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9D149AA5-0F5E-5F6F-E7C7-CDBFD32DB82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548431" y="3460962"/>
                <a:ext cx="299520" cy="45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53EDB063-0CCB-96DB-FC4E-840A7DF94F27}"/>
                  </a:ext>
                </a:extLst>
              </p14:cNvPr>
              <p14:cNvContentPartPr/>
              <p14:nvPr/>
            </p14:nvContentPartPr>
            <p14:xfrm>
              <a:off x="8224471" y="4843722"/>
              <a:ext cx="95760" cy="1260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53EDB063-0CCB-96DB-FC4E-840A7DF94F2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06831" y="4826082"/>
                <a:ext cx="131400" cy="4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24" name="Ink 323">
                <a:extLst>
                  <a:ext uri="{FF2B5EF4-FFF2-40B4-BE49-F238E27FC236}">
                    <a16:creationId xmlns:a16="http://schemas.microsoft.com/office/drawing/2014/main" id="{1BC382FA-488F-889F-0ADA-F197A88EA000}"/>
                  </a:ext>
                </a:extLst>
              </p14:cNvPr>
              <p14:cNvContentPartPr/>
              <p14:nvPr/>
            </p14:nvContentPartPr>
            <p14:xfrm>
              <a:off x="8597071" y="4749402"/>
              <a:ext cx="138240" cy="28080"/>
            </p14:xfrm>
          </p:contentPart>
        </mc:Choice>
        <mc:Fallback xmlns="">
          <p:pic>
            <p:nvPicPr>
              <p:cNvPr id="324" name="Ink 323">
                <a:extLst>
                  <a:ext uri="{FF2B5EF4-FFF2-40B4-BE49-F238E27FC236}">
                    <a16:creationId xmlns:a16="http://schemas.microsoft.com/office/drawing/2014/main" id="{1BC382FA-488F-889F-0ADA-F197A88EA00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579431" y="4731402"/>
                <a:ext cx="1738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49" name="Ink 348">
                <a:extLst>
                  <a:ext uri="{FF2B5EF4-FFF2-40B4-BE49-F238E27FC236}">
                    <a16:creationId xmlns:a16="http://schemas.microsoft.com/office/drawing/2014/main" id="{D0BD3D78-1BD7-7747-B7AB-443BD731A02C}"/>
                  </a:ext>
                </a:extLst>
              </p14:cNvPr>
              <p14:cNvContentPartPr/>
              <p14:nvPr/>
            </p14:nvContentPartPr>
            <p14:xfrm>
              <a:off x="4813111" y="1714602"/>
              <a:ext cx="1176840" cy="66960"/>
            </p14:xfrm>
          </p:contentPart>
        </mc:Choice>
        <mc:Fallback xmlns="">
          <p:pic>
            <p:nvPicPr>
              <p:cNvPr id="349" name="Ink 348">
                <a:extLst>
                  <a:ext uri="{FF2B5EF4-FFF2-40B4-BE49-F238E27FC236}">
                    <a16:creationId xmlns:a16="http://schemas.microsoft.com/office/drawing/2014/main" id="{D0BD3D78-1BD7-7747-B7AB-443BD731A02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795471" y="1696962"/>
                <a:ext cx="121248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430" name="Ink 429">
                <a:extLst>
                  <a:ext uri="{FF2B5EF4-FFF2-40B4-BE49-F238E27FC236}">
                    <a16:creationId xmlns:a16="http://schemas.microsoft.com/office/drawing/2014/main" id="{5B06283F-BF4F-0E9F-4B31-8B0FEA5F3FDF}"/>
                  </a:ext>
                </a:extLst>
              </p14:cNvPr>
              <p14:cNvContentPartPr/>
              <p14:nvPr/>
            </p14:nvContentPartPr>
            <p14:xfrm>
              <a:off x="5897791" y="3622602"/>
              <a:ext cx="1944720" cy="179280"/>
            </p14:xfrm>
          </p:contentPart>
        </mc:Choice>
        <mc:Fallback xmlns="">
          <p:pic>
            <p:nvPicPr>
              <p:cNvPr id="430" name="Ink 429">
                <a:extLst>
                  <a:ext uri="{FF2B5EF4-FFF2-40B4-BE49-F238E27FC236}">
                    <a16:creationId xmlns:a16="http://schemas.microsoft.com/office/drawing/2014/main" id="{5B06283F-BF4F-0E9F-4B31-8B0FEA5F3FD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879791" y="3604962"/>
                <a:ext cx="1980360" cy="21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488" name="Ink 487">
                <a:extLst>
                  <a:ext uri="{FF2B5EF4-FFF2-40B4-BE49-F238E27FC236}">
                    <a16:creationId xmlns:a16="http://schemas.microsoft.com/office/drawing/2014/main" id="{8FAD00BE-C7CB-E11B-AE40-7A4746DA9079}"/>
                  </a:ext>
                </a:extLst>
              </p14:cNvPr>
              <p14:cNvContentPartPr/>
              <p14:nvPr/>
            </p14:nvContentPartPr>
            <p14:xfrm>
              <a:off x="7604551" y="3730962"/>
              <a:ext cx="2331720" cy="642240"/>
            </p14:xfrm>
          </p:contentPart>
        </mc:Choice>
        <mc:Fallback xmlns="">
          <p:pic>
            <p:nvPicPr>
              <p:cNvPr id="488" name="Ink 487">
                <a:extLst>
                  <a:ext uri="{FF2B5EF4-FFF2-40B4-BE49-F238E27FC236}">
                    <a16:creationId xmlns:a16="http://schemas.microsoft.com/office/drawing/2014/main" id="{8FAD00BE-C7CB-E11B-AE40-7A4746DA907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586911" y="3713322"/>
                <a:ext cx="2367360" cy="67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15" name="Ink 514">
                <a:extLst>
                  <a:ext uri="{FF2B5EF4-FFF2-40B4-BE49-F238E27FC236}">
                    <a16:creationId xmlns:a16="http://schemas.microsoft.com/office/drawing/2014/main" id="{2A168838-2AA5-530F-1FB1-7EE9B08A9CE6}"/>
                  </a:ext>
                </a:extLst>
              </p14:cNvPr>
              <p14:cNvContentPartPr/>
              <p14:nvPr/>
            </p14:nvContentPartPr>
            <p14:xfrm>
              <a:off x="11046151" y="4003122"/>
              <a:ext cx="22680" cy="169560"/>
            </p14:xfrm>
          </p:contentPart>
        </mc:Choice>
        <mc:Fallback xmlns="">
          <p:pic>
            <p:nvPicPr>
              <p:cNvPr id="515" name="Ink 514">
                <a:extLst>
                  <a:ext uri="{FF2B5EF4-FFF2-40B4-BE49-F238E27FC236}">
                    <a16:creationId xmlns:a16="http://schemas.microsoft.com/office/drawing/2014/main" id="{2A168838-2AA5-530F-1FB1-7EE9B08A9CE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1028511" y="3985122"/>
                <a:ext cx="583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37" name="Ink 536">
                <a:extLst>
                  <a:ext uri="{FF2B5EF4-FFF2-40B4-BE49-F238E27FC236}">
                    <a16:creationId xmlns:a16="http://schemas.microsoft.com/office/drawing/2014/main" id="{522CE19C-4E93-DC97-CED0-08B04D5F67E9}"/>
                  </a:ext>
                </a:extLst>
              </p14:cNvPr>
              <p14:cNvContentPartPr/>
              <p14:nvPr/>
            </p14:nvContentPartPr>
            <p14:xfrm>
              <a:off x="4043431" y="3209682"/>
              <a:ext cx="829440" cy="178920"/>
            </p14:xfrm>
          </p:contentPart>
        </mc:Choice>
        <mc:Fallback xmlns="">
          <p:pic>
            <p:nvPicPr>
              <p:cNvPr id="537" name="Ink 536">
                <a:extLst>
                  <a:ext uri="{FF2B5EF4-FFF2-40B4-BE49-F238E27FC236}">
                    <a16:creationId xmlns:a16="http://schemas.microsoft.com/office/drawing/2014/main" id="{522CE19C-4E93-DC97-CED0-08B04D5F67E9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4025431" y="3191682"/>
                <a:ext cx="865080" cy="214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91" name="Group 590">
            <a:extLst>
              <a:ext uri="{FF2B5EF4-FFF2-40B4-BE49-F238E27FC236}">
                <a16:creationId xmlns:a16="http://schemas.microsoft.com/office/drawing/2014/main" id="{CC54DACB-9ACA-387A-12C9-1B0AD65B316A}"/>
              </a:ext>
            </a:extLst>
          </p:cNvPr>
          <p:cNvGrpSpPr/>
          <p:nvPr/>
        </p:nvGrpSpPr>
        <p:grpSpPr>
          <a:xfrm>
            <a:off x="1783351" y="3522"/>
            <a:ext cx="6333120" cy="453240"/>
            <a:chOff x="1783351" y="3522"/>
            <a:chExt cx="6333120" cy="45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D673E8F3-75E7-3C09-84BC-5CD60C0381E2}"/>
                    </a:ext>
                  </a:extLst>
                </p14:cNvPr>
                <p14:cNvContentPartPr/>
                <p14:nvPr/>
              </p14:nvContentPartPr>
              <p14:xfrm>
                <a:off x="1943191" y="114762"/>
                <a:ext cx="86040" cy="21060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D673E8F3-75E7-3C09-84BC-5CD60C0381E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925191" y="97122"/>
                  <a:ext cx="1216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252622F2-B3D0-50E9-DB88-51353F78AF02}"/>
                    </a:ext>
                  </a:extLst>
                </p14:cNvPr>
                <p14:cNvContentPartPr/>
                <p14:nvPr/>
              </p14:nvContentPartPr>
              <p14:xfrm>
                <a:off x="2036431" y="133842"/>
                <a:ext cx="99720" cy="1857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252622F2-B3D0-50E9-DB88-51353F78AF0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018431" y="116202"/>
                  <a:ext cx="135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011E0945-C549-998B-5DAC-BEFE2FBE0EED}"/>
                    </a:ext>
                  </a:extLst>
                </p14:cNvPr>
                <p14:cNvContentPartPr/>
                <p14:nvPr/>
              </p14:nvContentPartPr>
              <p14:xfrm>
                <a:off x="1981351" y="272442"/>
                <a:ext cx="82080" cy="1044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011E0945-C549-998B-5DAC-BEFE2FBE0EE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963351" y="254802"/>
                  <a:ext cx="1177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8F74F045-95D8-B6D2-8CED-42E2A0452810}"/>
                    </a:ext>
                  </a:extLst>
                </p14:cNvPr>
                <p14:cNvContentPartPr/>
                <p14:nvPr/>
              </p14:nvContentPartPr>
              <p14:xfrm>
                <a:off x="2175031" y="151482"/>
                <a:ext cx="12600" cy="15624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8F74F045-95D8-B6D2-8CED-42E2A045281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157391" y="133842"/>
                  <a:ext cx="48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F3F950D8-197F-24E0-FFE1-23D9DB7EA1B8}"/>
                    </a:ext>
                  </a:extLst>
                </p14:cNvPr>
                <p14:cNvContentPartPr/>
                <p14:nvPr/>
              </p14:nvContentPartPr>
              <p14:xfrm>
                <a:off x="2150551" y="131682"/>
                <a:ext cx="221400" cy="18072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F3F950D8-197F-24E0-FFE1-23D9DB7EA1B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32551" y="114042"/>
                  <a:ext cx="2570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B1881DED-472F-E79C-5AE9-00BFB1557D02}"/>
                    </a:ext>
                  </a:extLst>
                </p14:cNvPr>
                <p14:cNvContentPartPr/>
                <p14:nvPr/>
              </p14:nvContentPartPr>
              <p14:xfrm>
                <a:off x="2419471" y="131682"/>
                <a:ext cx="141120" cy="18504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B1881DED-472F-E79C-5AE9-00BFB1557D0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401471" y="113682"/>
                  <a:ext cx="1767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57F98FE2-9014-CFDD-B1EA-6BB231FD5C5D}"/>
                    </a:ext>
                  </a:extLst>
                </p14:cNvPr>
                <p14:cNvContentPartPr/>
                <p14:nvPr/>
              </p14:nvContentPartPr>
              <p14:xfrm>
                <a:off x="2612071" y="100002"/>
                <a:ext cx="201600" cy="2084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57F98FE2-9014-CFDD-B1EA-6BB231FD5C5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594071" y="82002"/>
                  <a:ext cx="2372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E059C2B9-0D2A-2BBD-69F5-CDFF3947A800}"/>
                    </a:ext>
                  </a:extLst>
                </p14:cNvPr>
                <p14:cNvContentPartPr/>
                <p14:nvPr/>
              </p14:nvContentPartPr>
              <p14:xfrm>
                <a:off x="2909791" y="137442"/>
                <a:ext cx="30600" cy="12924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E059C2B9-0D2A-2BBD-69F5-CDFF3947A80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892151" y="119802"/>
                  <a:ext cx="662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31E28C4D-EFBB-04D6-878D-28FA2D6BA628}"/>
                    </a:ext>
                  </a:extLst>
                </p14:cNvPr>
                <p14:cNvContentPartPr/>
                <p14:nvPr/>
              </p14:nvContentPartPr>
              <p14:xfrm>
                <a:off x="3080071" y="123402"/>
                <a:ext cx="24480" cy="1429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31E28C4D-EFBB-04D6-878D-28FA2D6BA62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062071" y="105402"/>
                  <a:ext cx="60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5C9E956C-F423-0938-C5F6-F4D997312A20}"/>
                    </a:ext>
                  </a:extLst>
                </p14:cNvPr>
                <p14:cNvContentPartPr/>
                <p14:nvPr/>
              </p14:nvContentPartPr>
              <p14:xfrm>
                <a:off x="3015271" y="119802"/>
                <a:ext cx="165960" cy="1548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5C9E956C-F423-0938-C5F6-F4D997312A2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997271" y="101802"/>
                  <a:ext cx="2016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333C34C8-3198-D0FC-2721-40A38D80253D}"/>
                    </a:ext>
                  </a:extLst>
                </p14:cNvPr>
                <p14:cNvContentPartPr/>
                <p14:nvPr/>
              </p14:nvContentPartPr>
              <p14:xfrm>
                <a:off x="3240271" y="96762"/>
                <a:ext cx="151200" cy="1440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333C34C8-3198-D0FC-2721-40A38D80253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222631" y="79122"/>
                  <a:ext cx="1868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0A9CE7C2-5C2F-3200-725D-DBA5865748F8}"/>
                    </a:ext>
                  </a:extLst>
                </p14:cNvPr>
                <p14:cNvContentPartPr/>
                <p14:nvPr/>
              </p14:nvContentPartPr>
              <p14:xfrm>
                <a:off x="3231631" y="184602"/>
                <a:ext cx="146880" cy="7092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0A9CE7C2-5C2F-3200-725D-DBA5865748F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213631" y="166962"/>
                  <a:ext cx="1825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005C792E-FD5A-5462-249F-7EAC5344A83B}"/>
                    </a:ext>
                  </a:extLst>
                </p14:cNvPr>
                <p14:cNvContentPartPr/>
                <p14:nvPr/>
              </p14:nvContentPartPr>
              <p14:xfrm>
                <a:off x="3225871" y="163722"/>
                <a:ext cx="105120" cy="2592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005C792E-FD5A-5462-249F-7EAC5344A83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207871" y="145722"/>
                  <a:ext cx="14076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9B6EBEF4-9FAD-E9BC-B728-A2E82F87B17A}"/>
                    </a:ext>
                  </a:extLst>
                </p14:cNvPr>
                <p14:cNvContentPartPr/>
                <p14:nvPr/>
              </p14:nvContentPartPr>
              <p14:xfrm>
                <a:off x="3461311" y="94602"/>
                <a:ext cx="130680" cy="1407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9B6EBEF4-9FAD-E9BC-B728-A2E82F87B17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443311" y="76602"/>
                  <a:ext cx="1663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86D3B9D6-0A07-6176-CAB7-EA8DB24FF348}"/>
                    </a:ext>
                  </a:extLst>
                </p14:cNvPr>
                <p14:cNvContentPartPr/>
                <p14:nvPr/>
              </p14:nvContentPartPr>
              <p14:xfrm>
                <a:off x="3725191" y="82722"/>
                <a:ext cx="32760" cy="15516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86D3B9D6-0A07-6176-CAB7-EA8DB24FF34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707191" y="64722"/>
                  <a:ext cx="684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2FC1E4C3-EB07-2B36-76DE-6CEDE82DDDBE}"/>
                    </a:ext>
                  </a:extLst>
                </p14:cNvPr>
                <p14:cNvContentPartPr/>
                <p14:nvPr/>
              </p14:nvContentPartPr>
              <p14:xfrm>
                <a:off x="3689551" y="85242"/>
                <a:ext cx="350640" cy="15984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2FC1E4C3-EB07-2B36-76DE-6CEDE82DDDB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671551" y="67242"/>
                  <a:ext cx="386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752C7161-E479-99BC-F560-9C07800E0C7C}"/>
                    </a:ext>
                  </a:extLst>
                </p14:cNvPr>
                <p14:cNvContentPartPr/>
                <p14:nvPr/>
              </p14:nvContentPartPr>
              <p14:xfrm>
                <a:off x="4021111" y="94242"/>
                <a:ext cx="46080" cy="14796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752C7161-E479-99BC-F560-9C07800E0C7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003471" y="76602"/>
                  <a:ext cx="817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890C4B2B-4E40-E792-18A2-A8273374F57E}"/>
                    </a:ext>
                  </a:extLst>
                </p14:cNvPr>
                <p14:cNvContentPartPr/>
                <p14:nvPr/>
              </p14:nvContentPartPr>
              <p14:xfrm>
                <a:off x="4160071" y="80922"/>
                <a:ext cx="216360" cy="17604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890C4B2B-4E40-E792-18A2-A8273374F57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142431" y="62922"/>
                  <a:ext cx="2520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8E311AA0-4178-2EB9-F120-A0B7D18524F5}"/>
                    </a:ext>
                  </a:extLst>
                </p14:cNvPr>
                <p14:cNvContentPartPr/>
                <p14:nvPr/>
              </p14:nvContentPartPr>
              <p14:xfrm>
                <a:off x="4423951" y="80562"/>
                <a:ext cx="145440" cy="1573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8E311AA0-4178-2EB9-F120-A0B7D18524F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406311" y="62562"/>
                  <a:ext cx="181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32B19CA1-796F-C995-AC8B-7848C5B04DF7}"/>
                    </a:ext>
                  </a:extLst>
                </p14:cNvPr>
                <p14:cNvContentPartPr/>
                <p14:nvPr/>
              </p14:nvContentPartPr>
              <p14:xfrm>
                <a:off x="4436551" y="167322"/>
                <a:ext cx="101880" cy="4068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32B19CA1-796F-C995-AC8B-7848C5B04DF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418911" y="149682"/>
                  <a:ext cx="13752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AFF34FAD-9FAC-2F0D-D841-4BCF071ACB4A}"/>
                    </a:ext>
                  </a:extLst>
                </p14:cNvPr>
                <p14:cNvContentPartPr/>
                <p14:nvPr/>
              </p14:nvContentPartPr>
              <p14:xfrm>
                <a:off x="5047831" y="93522"/>
                <a:ext cx="11520" cy="10944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AFF34FAD-9FAC-2F0D-D841-4BCF071ACB4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029831" y="75522"/>
                  <a:ext cx="471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AC8CA6D8-3CF0-5174-65A0-AF1CEE4BB28C}"/>
                    </a:ext>
                  </a:extLst>
                </p14:cNvPr>
                <p14:cNvContentPartPr/>
                <p14:nvPr/>
              </p14:nvContentPartPr>
              <p14:xfrm>
                <a:off x="4977631" y="91362"/>
                <a:ext cx="180720" cy="14328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AC8CA6D8-3CF0-5174-65A0-AF1CEE4BB28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959991" y="73722"/>
                  <a:ext cx="216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312380FE-E409-18C3-9E1B-AF7A6CF03279}"/>
                    </a:ext>
                  </a:extLst>
                </p14:cNvPr>
                <p14:cNvContentPartPr/>
                <p14:nvPr/>
              </p14:nvContentPartPr>
              <p14:xfrm>
                <a:off x="5207671" y="84522"/>
                <a:ext cx="147600" cy="14472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312380FE-E409-18C3-9E1B-AF7A6CF0327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189671" y="66522"/>
                  <a:ext cx="1832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295BA9D6-5E4B-FE03-00D2-3040C2909DDE}"/>
                    </a:ext>
                  </a:extLst>
                </p14:cNvPr>
                <p14:cNvContentPartPr/>
                <p14:nvPr/>
              </p14:nvContentPartPr>
              <p14:xfrm>
                <a:off x="5377951" y="78402"/>
                <a:ext cx="144360" cy="14436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295BA9D6-5E4B-FE03-00D2-3040C2909DD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359951" y="60762"/>
                  <a:ext cx="180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B058DD6D-D4A9-ABEC-F59F-CF392A3E2D51}"/>
                    </a:ext>
                  </a:extLst>
                </p14:cNvPr>
                <p14:cNvContentPartPr/>
                <p14:nvPr/>
              </p14:nvContentPartPr>
              <p14:xfrm>
                <a:off x="5591791" y="98202"/>
                <a:ext cx="26640" cy="1353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B058DD6D-D4A9-ABEC-F59F-CF392A3E2D5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573791" y="80202"/>
                  <a:ext cx="622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FF368768-29D5-6CD5-72DF-4F8DC02647E6}"/>
                    </a:ext>
                  </a:extLst>
                </p14:cNvPr>
                <p14:cNvContentPartPr/>
                <p14:nvPr/>
              </p14:nvContentPartPr>
              <p14:xfrm>
                <a:off x="5700511" y="73722"/>
                <a:ext cx="239760" cy="16452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FF368768-29D5-6CD5-72DF-4F8DC02647E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682871" y="56082"/>
                  <a:ext cx="2754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37D5DEB9-CEA6-C6E9-0012-22B674A0FCA0}"/>
                    </a:ext>
                  </a:extLst>
                </p14:cNvPr>
                <p14:cNvContentPartPr/>
                <p14:nvPr/>
              </p14:nvContentPartPr>
              <p14:xfrm>
                <a:off x="6041431" y="75522"/>
                <a:ext cx="118080" cy="14040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37D5DEB9-CEA6-C6E9-0012-22B674A0FCA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023431" y="57882"/>
                  <a:ext cx="153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8CDA7CAD-5F27-E754-63C1-3562ADC722EF}"/>
                    </a:ext>
                  </a:extLst>
                </p14:cNvPr>
                <p14:cNvContentPartPr/>
                <p14:nvPr/>
              </p14:nvContentPartPr>
              <p14:xfrm>
                <a:off x="6306391" y="90282"/>
                <a:ext cx="32760" cy="11448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8CDA7CAD-5F27-E754-63C1-3562ADC722E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288391" y="72642"/>
                  <a:ext cx="68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C817E742-976E-93D4-21A2-9349510C4534}"/>
                    </a:ext>
                  </a:extLst>
                </p14:cNvPr>
                <p14:cNvContentPartPr/>
                <p14:nvPr/>
              </p14:nvContentPartPr>
              <p14:xfrm>
                <a:off x="6189031" y="61122"/>
                <a:ext cx="253440" cy="4140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C817E742-976E-93D4-21A2-9349510C453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171031" y="43482"/>
                  <a:ext cx="2890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D923AE91-29B7-AB9E-87DA-BED60966B950}"/>
                    </a:ext>
                  </a:extLst>
                </p14:cNvPr>
                <p14:cNvContentPartPr/>
                <p14:nvPr/>
              </p14:nvContentPartPr>
              <p14:xfrm>
                <a:off x="6412951" y="63642"/>
                <a:ext cx="165960" cy="15480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D923AE91-29B7-AB9E-87DA-BED60966B95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394951" y="45642"/>
                  <a:ext cx="2016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D3BEB5F5-ED32-3D6B-6A72-323AA545F4A0}"/>
                    </a:ext>
                  </a:extLst>
                </p14:cNvPr>
                <p14:cNvContentPartPr/>
                <p14:nvPr/>
              </p14:nvContentPartPr>
              <p14:xfrm>
                <a:off x="6631831" y="70842"/>
                <a:ext cx="241200" cy="14040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D3BEB5F5-ED32-3D6B-6A72-323AA545F4A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613831" y="53202"/>
                  <a:ext cx="2768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9EB67D8D-D7C7-D38D-7DA9-0C58ACA583CD}"/>
                    </a:ext>
                  </a:extLst>
                </p14:cNvPr>
                <p14:cNvContentPartPr/>
                <p14:nvPr/>
              </p14:nvContentPartPr>
              <p14:xfrm>
                <a:off x="6951511" y="65082"/>
                <a:ext cx="34200" cy="15156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9EB67D8D-D7C7-D38D-7DA9-0C58ACA583C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933511" y="47442"/>
                  <a:ext cx="698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8DEB0CB3-0DCC-339D-7EDC-AB306363A970}"/>
                    </a:ext>
                  </a:extLst>
                </p14:cNvPr>
                <p14:cNvContentPartPr/>
                <p14:nvPr/>
              </p14:nvContentPartPr>
              <p14:xfrm>
                <a:off x="6963031" y="71922"/>
                <a:ext cx="230400" cy="15516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8DEB0CB3-0DCC-339D-7EDC-AB306363A97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945031" y="54282"/>
                  <a:ext cx="2660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0B4FEB2E-559A-33E0-6756-F53091E5530C}"/>
                    </a:ext>
                  </a:extLst>
                </p14:cNvPr>
                <p14:cNvContentPartPr/>
                <p14:nvPr/>
              </p14:nvContentPartPr>
              <p14:xfrm>
                <a:off x="7279111" y="131322"/>
                <a:ext cx="34560" cy="9936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0B4FEB2E-559A-33E0-6756-F53091E5530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261111" y="113322"/>
                  <a:ext cx="702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B2177B62-BE24-819F-1C0B-1965B99CC9A7}"/>
                    </a:ext>
                  </a:extLst>
                </p14:cNvPr>
                <p14:cNvContentPartPr/>
                <p14:nvPr/>
              </p14:nvContentPartPr>
              <p14:xfrm>
                <a:off x="7444711" y="73722"/>
                <a:ext cx="252360" cy="18036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B2177B62-BE24-819F-1C0B-1965B99CC9A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426711" y="55722"/>
                  <a:ext cx="2880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6" name="Ink 585">
                  <a:extLst>
                    <a:ext uri="{FF2B5EF4-FFF2-40B4-BE49-F238E27FC236}">
                      <a16:creationId xmlns:a16="http://schemas.microsoft.com/office/drawing/2014/main" id="{C94813AB-949F-25AF-E2FD-6B7F89514EF0}"/>
                    </a:ext>
                  </a:extLst>
                </p14:cNvPr>
                <p14:cNvContentPartPr/>
                <p14:nvPr/>
              </p14:nvContentPartPr>
              <p14:xfrm>
                <a:off x="7797871" y="105402"/>
                <a:ext cx="122400" cy="161280"/>
              </p14:xfrm>
            </p:contentPart>
          </mc:Choice>
          <mc:Fallback xmlns="">
            <p:pic>
              <p:nvPicPr>
                <p:cNvPr id="586" name="Ink 585">
                  <a:extLst>
                    <a:ext uri="{FF2B5EF4-FFF2-40B4-BE49-F238E27FC236}">
                      <a16:creationId xmlns:a16="http://schemas.microsoft.com/office/drawing/2014/main" id="{C94813AB-949F-25AF-E2FD-6B7F89514EF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779871" y="87762"/>
                  <a:ext cx="1580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686526AA-3F5A-36E7-AF96-B2C4AC9B3EAE}"/>
                    </a:ext>
                  </a:extLst>
                </p14:cNvPr>
                <p14:cNvContentPartPr/>
                <p14:nvPr/>
              </p14:nvContentPartPr>
              <p14:xfrm>
                <a:off x="1783351" y="51042"/>
                <a:ext cx="6333120" cy="40572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686526AA-3F5A-36E7-AF96-B2C4AC9B3EA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65351" y="33402"/>
                  <a:ext cx="636876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B241D764-709E-C548-80EE-4A67C7C0985D}"/>
                    </a:ext>
                  </a:extLst>
                </p14:cNvPr>
                <p14:cNvContentPartPr/>
                <p14:nvPr/>
              </p14:nvContentPartPr>
              <p14:xfrm>
                <a:off x="1811791" y="3522"/>
                <a:ext cx="22680" cy="36828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B241D764-709E-C548-80EE-4A67C7C0985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794151" y="-14478"/>
                  <a:ext cx="58320" cy="40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595" name="Ink 594">
                <a:extLst>
                  <a:ext uri="{FF2B5EF4-FFF2-40B4-BE49-F238E27FC236}">
                    <a16:creationId xmlns:a16="http://schemas.microsoft.com/office/drawing/2014/main" id="{5CA4556D-0D37-CF01-839C-B6ED6AF4B7AA}"/>
                  </a:ext>
                </a:extLst>
              </p14:cNvPr>
              <p14:cNvContentPartPr/>
              <p14:nvPr/>
            </p14:nvContentPartPr>
            <p14:xfrm>
              <a:off x="1325071" y="3908802"/>
              <a:ext cx="720360" cy="629280"/>
            </p14:xfrm>
          </p:contentPart>
        </mc:Choice>
        <mc:Fallback xmlns="">
          <p:pic>
            <p:nvPicPr>
              <p:cNvPr id="595" name="Ink 594">
                <a:extLst>
                  <a:ext uri="{FF2B5EF4-FFF2-40B4-BE49-F238E27FC236}">
                    <a16:creationId xmlns:a16="http://schemas.microsoft.com/office/drawing/2014/main" id="{5CA4556D-0D37-CF01-839C-B6ED6AF4B7AA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1307431" y="3890802"/>
                <a:ext cx="756000" cy="66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625" name="Ink 624">
                <a:extLst>
                  <a:ext uri="{FF2B5EF4-FFF2-40B4-BE49-F238E27FC236}">
                    <a16:creationId xmlns:a16="http://schemas.microsoft.com/office/drawing/2014/main" id="{2BFF0A80-A3C9-51C3-A878-9A99EC0CE41F}"/>
                  </a:ext>
                </a:extLst>
              </p14:cNvPr>
              <p14:cNvContentPartPr/>
              <p14:nvPr/>
            </p14:nvContentPartPr>
            <p14:xfrm>
              <a:off x="2135431" y="1606602"/>
              <a:ext cx="1707120" cy="65880"/>
            </p14:xfrm>
          </p:contentPart>
        </mc:Choice>
        <mc:Fallback xmlns="">
          <p:pic>
            <p:nvPicPr>
              <p:cNvPr id="625" name="Ink 624">
                <a:extLst>
                  <a:ext uri="{FF2B5EF4-FFF2-40B4-BE49-F238E27FC236}">
                    <a16:creationId xmlns:a16="http://schemas.microsoft.com/office/drawing/2014/main" id="{2BFF0A80-A3C9-51C3-A878-9A99EC0CE41F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2081431" y="1498602"/>
                <a:ext cx="1814760" cy="28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626" name="Ink 625">
                <a:extLst>
                  <a:ext uri="{FF2B5EF4-FFF2-40B4-BE49-F238E27FC236}">
                    <a16:creationId xmlns:a16="http://schemas.microsoft.com/office/drawing/2014/main" id="{680542E0-BF64-DC91-3B56-C4F7080D4374}"/>
                  </a:ext>
                </a:extLst>
              </p14:cNvPr>
              <p14:cNvContentPartPr/>
              <p14:nvPr/>
            </p14:nvContentPartPr>
            <p14:xfrm>
              <a:off x="2184391" y="1688322"/>
              <a:ext cx="1517400" cy="234720"/>
            </p14:xfrm>
          </p:contentPart>
        </mc:Choice>
        <mc:Fallback xmlns="">
          <p:pic>
            <p:nvPicPr>
              <p:cNvPr id="626" name="Ink 625">
                <a:extLst>
                  <a:ext uri="{FF2B5EF4-FFF2-40B4-BE49-F238E27FC236}">
                    <a16:creationId xmlns:a16="http://schemas.microsoft.com/office/drawing/2014/main" id="{680542E0-BF64-DC91-3B56-C4F7080D4374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2130391" y="1580322"/>
                <a:ext cx="1625040" cy="45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627" name="Ink 626">
                <a:extLst>
                  <a:ext uri="{FF2B5EF4-FFF2-40B4-BE49-F238E27FC236}">
                    <a16:creationId xmlns:a16="http://schemas.microsoft.com/office/drawing/2014/main" id="{329B4AAF-1164-4188-032C-56A86522D0F2}"/>
                  </a:ext>
                </a:extLst>
              </p14:cNvPr>
              <p14:cNvContentPartPr/>
              <p14:nvPr/>
            </p14:nvContentPartPr>
            <p14:xfrm>
              <a:off x="2223271" y="3678402"/>
              <a:ext cx="1109880" cy="214560"/>
            </p14:xfrm>
          </p:contentPart>
        </mc:Choice>
        <mc:Fallback xmlns="">
          <p:pic>
            <p:nvPicPr>
              <p:cNvPr id="627" name="Ink 626">
                <a:extLst>
                  <a:ext uri="{FF2B5EF4-FFF2-40B4-BE49-F238E27FC236}">
                    <a16:creationId xmlns:a16="http://schemas.microsoft.com/office/drawing/2014/main" id="{329B4AAF-1164-4188-032C-56A86522D0F2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2169631" y="3570762"/>
                <a:ext cx="1217520" cy="43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628" name="Ink 627">
                <a:extLst>
                  <a:ext uri="{FF2B5EF4-FFF2-40B4-BE49-F238E27FC236}">
                    <a16:creationId xmlns:a16="http://schemas.microsoft.com/office/drawing/2014/main" id="{33257D1E-FFFB-1DD1-6A24-5BD45EB6E2A5}"/>
                  </a:ext>
                </a:extLst>
              </p14:cNvPr>
              <p14:cNvContentPartPr/>
              <p14:nvPr/>
            </p14:nvContentPartPr>
            <p14:xfrm>
              <a:off x="2404711" y="4786122"/>
              <a:ext cx="1158120" cy="69840"/>
            </p14:xfrm>
          </p:contentPart>
        </mc:Choice>
        <mc:Fallback xmlns="">
          <p:pic>
            <p:nvPicPr>
              <p:cNvPr id="628" name="Ink 627">
                <a:extLst>
                  <a:ext uri="{FF2B5EF4-FFF2-40B4-BE49-F238E27FC236}">
                    <a16:creationId xmlns:a16="http://schemas.microsoft.com/office/drawing/2014/main" id="{33257D1E-FFFB-1DD1-6A24-5BD45EB6E2A5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2350711" y="4678122"/>
                <a:ext cx="1265760" cy="28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630" name="Ink 629">
                <a:extLst>
                  <a:ext uri="{FF2B5EF4-FFF2-40B4-BE49-F238E27FC236}">
                    <a16:creationId xmlns:a16="http://schemas.microsoft.com/office/drawing/2014/main" id="{3E31ADFF-96AA-591A-2791-4FA3BD51160E}"/>
                  </a:ext>
                </a:extLst>
              </p14:cNvPr>
              <p14:cNvContentPartPr/>
              <p14:nvPr/>
            </p14:nvContentPartPr>
            <p14:xfrm>
              <a:off x="2449711" y="5029842"/>
              <a:ext cx="1494720" cy="720"/>
            </p14:xfrm>
          </p:contentPart>
        </mc:Choice>
        <mc:Fallback xmlns="">
          <p:pic>
            <p:nvPicPr>
              <p:cNvPr id="630" name="Ink 629">
                <a:extLst>
                  <a:ext uri="{FF2B5EF4-FFF2-40B4-BE49-F238E27FC236}">
                    <a16:creationId xmlns:a16="http://schemas.microsoft.com/office/drawing/2014/main" id="{3E31ADFF-96AA-591A-2791-4FA3BD51160E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2395711" y="4813842"/>
                <a:ext cx="1602360" cy="43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631" name="Ink 630">
                <a:extLst>
                  <a:ext uri="{FF2B5EF4-FFF2-40B4-BE49-F238E27FC236}">
                    <a16:creationId xmlns:a16="http://schemas.microsoft.com/office/drawing/2014/main" id="{939827AE-170C-240B-C413-733046373DC7}"/>
                  </a:ext>
                </a:extLst>
              </p14:cNvPr>
              <p14:cNvContentPartPr/>
              <p14:nvPr/>
            </p14:nvContentPartPr>
            <p14:xfrm>
              <a:off x="2434951" y="4778562"/>
              <a:ext cx="1090080" cy="20520"/>
            </p14:xfrm>
          </p:contentPart>
        </mc:Choice>
        <mc:Fallback xmlns="">
          <p:pic>
            <p:nvPicPr>
              <p:cNvPr id="631" name="Ink 630">
                <a:extLst>
                  <a:ext uri="{FF2B5EF4-FFF2-40B4-BE49-F238E27FC236}">
                    <a16:creationId xmlns:a16="http://schemas.microsoft.com/office/drawing/2014/main" id="{939827AE-170C-240B-C413-733046373DC7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2381311" y="4670922"/>
                <a:ext cx="119772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632" name="Ink 631">
                <a:extLst>
                  <a:ext uri="{FF2B5EF4-FFF2-40B4-BE49-F238E27FC236}">
                    <a16:creationId xmlns:a16="http://schemas.microsoft.com/office/drawing/2014/main" id="{C4670B4B-5737-74BE-67B4-08BC5978C895}"/>
                  </a:ext>
                </a:extLst>
              </p14:cNvPr>
              <p14:cNvContentPartPr/>
              <p14:nvPr/>
            </p14:nvContentPartPr>
            <p14:xfrm>
              <a:off x="2099791" y="3985122"/>
              <a:ext cx="1970280" cy="248760"/>
            </p14:xfrm>
          </p:contentPart>
        </mc:Choice>
        <mc:Fallback xmlns="">
          <p:pic>
            <p:nvPicPr>
              <p:cNvPr id="632" name="Ink 631">
                <a:extLst>
                  <a:ext uri="{FF2B5EF4-FFF2-40B4-BE49-F238E27FC236}">
                    <a16:creationId xmlns:a16="http://schemas.microsoft.com/office/drawing/2014/main" id="{C4670B4B-5737-74BE-67B4-08BC5978C895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2045791" y="3877122"/>
                <a:ext cx="2077920" cy="46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642" name="Ink 641">
                <a:extLst>
                  <a:ext uri="{FF2B5EF4-FFF2-40B4-BE49-F238E27FC236}">
                    <a16:creationId xmlns:a16="http://schemas.microsoft.com/office/drawing/2014/main" id="{02124DBC-F1D9-62C4-785E-A4B2AA269843}"/>
                  </a:ext>
                </a:extLst>
              </p14:cNvPr>
              <p14:cNvContentPartPr/>
              <p14:nvPr/>
            </p14:nvContentPartPr>
            <p14:xfrm>
              <a:off x="3651031" y="2163522"/>
              <a:ext cx="138600" cy="48240"/>
            </p14:xfrm>
          </p:contentPart>
        </mc:Choice>
        <mc:Fallback xmlns="">
          <p:pic>
            <p:nvPicPr>
              <p:cNvPr id="642" name="Ink 641">
                <a:extLst>
                  <a:ext uri="{FF2B5EF4-FFF2-40B4-BE49-F238E27FC236}">
                    <a16:creationId xmlns:a16="http://schemas.microsoft.com/office/drawing/2014/main" id="{02124DBC-F1D9-62C4-785E-A4B2AA269843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3633031" y="2145882"/>
                <a:ext cx="17424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708" name="Ink 707">
                <a:extLst>
                  <a:ext uri="{FF2B5EF4-FFF2-40B4-BE49-F238E27FC236}">
                    <a16:creationId xmlns:a16="http://schemas.microsoft.com/office/drawing/2014/main" id="{6AED2F18-4997-0602-AC26-1E2025E67705}"/>
                  </a:ext>
                </a:extLst>
              </p14:cNvPr>
              <p14:cNvContentPartPr/>
              <p14:nvPr/>
            </p14:nvContentPartPr>
            <p14:xfrm>
              <a:off x="3170791" y="1087482"/>
              <a:ext cx="10800" cy="7200"/>
            </p14:xfrm>
          </p:contentPart>
        </mc:Choice>
        <mc:Fallback xmlns="">
          <p:pic>
            <p:nvPicPr>
              <p:cNvPr id="708" name="Ink 707">
                <a:extLst>
                  <a:ext uri="{FF2B5EF4-FFF2-40B4-BE49-F238E27FC236}">
                    <a16:creationId xmlns:a16="http://schemas.microsoft.com/office/drawing/2014/main" id="{6AED2F18-4997-0602-AC26-1E2025E67705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3152791" y="1069842"/>
                <a:ext cx="4644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623" name="Ink 622">
                <a:extLst>
                  <a:ext uri="{FF2B5EF4-FFF2-40B4-BE49-F238E27FC236}">
                    <a16:creationId xmlns:a16="http://schemas.microsoft.com/office/drawing/2014/main" id="{A8D13DAD-D81D-3046-4C51-A405D24D9B39}"/>
                  </a:ext>
                </a:extLst>
              </p14:cNvPr>
              <p14:cNvContentPartPr/>
              <p14:nvPr/>
            </p14:nvContentPartPr>
            <p14:xfrm>
              <a:off x="9272431" y="1451082"/>
              <a:ext cx="196200" cy="262800"/>
            </p14:xfrm>
          </p:contentPart>
        </mc:Choice>
        <mc:Fallback xmlns="">
          <p:pic>
            <p:nvPicPr>
              <p:cNvPr id="623" name="Ink 622">
                <a:extLst>
                  <a:ext uri="{FF2B5EF4-FFF2-40B4-BE49-F238E27FC236}">
                    <a16:creationId xmlns:a16="http://schemas.microsoft.com/office/drawing/2014/main" id="{A8D13DAD-D81D-3046-4C51-A405D24D9B39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9254431" y="1433082"/>
                <a:ext cx="231840" cy="29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861" name="Group 860">
            <a:extLst>
              <a:ext uri="{FF2B5EF4-FFF2-40B4-BE49-F238E27FC236}">
                <a16:creationId xmlns:a16="http://schemas.microsoft.com/office/drawing/2014/main" id="{1144F12A-B57C-F71E-706D-85982AA2ED1C}"/>
              </a:ext>
            </a:extLst>
          </p:cNvPr>
          <p:cNvGrpSpPr/>
          <p:nvPr/>
        </p:nvGrpSpPr>
        <p:grpSpPr>
          <a:xfrm>
            <a:off x="805951" y="613002"/>
            <a:ext cx="11374560" cy="5509080"/>
            <a:chOff x="805951" y="613002"/>
            <a:chExt cx="11374560" cy="550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E9860DA-E369-2575-52B2-5E1007AA3152}"/>
                    </a:ext>
                  </a:extLst>
                </p14:cNvPr>
                <p14:cNvContentPartPr/>
                <p14:nvPr/>
              </p14:nvContentPartPr>
              <p14:xfrm>
                <a:off x="1006471" y="1826202"/>
                <a:ext cx="797760" cy="7444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E9860DA-E369-2575-52B2-5E1007AA315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88471" y="1808202"/>
                  <a:ext cx="833400" cy="78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7679AF7-1309-ABDB-2F34-BB789974D9C7}"/>
                    </a:ext>
                  </a:extLst>
                </p14:cNvPr>
                <p14:cNvContentPartPr/>
                <p14:nvPr/>
              </p14:nvContentPartPr>
              <p14:xfrm>
                <a:off x="1318951" y="2604522"/>
                <a:ext cx="36360" cy="647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7679AF7-1309-ABDB-2F34-BB789974D9C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301311" y="2586882"/>
                  <a:ext cx="7200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64710D7-24D4-CF29-52C7-68298E3EA632}"/>
                    </a:ext>
                  </a:extLst>
                </p14:cNvPr>
                <p14:cNvContentPartPr/>
                <p14:nvPr/>
              </p14:nvContentPartPr>
              <p14:xfrm>
                <a:off x="970831" y="3274842"/>
                <a:ext cx="389160" cy="507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64710D7-24D4-CF29-52C7-68298E3EA63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53191" y="3256842"/>
                  <a:ext cx="42480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FC84F78-0C00-504B-1FB2-C359842F74C8}"/>
                    </a:ext>
                  </a:extLst>
                </p14:cNvPr>
                <p14:cNvContentPartPr/>
                <p14:nvPr/>
              </p14:nvContentPartPr>
              <p14:xfrm>
                <a:off x="1285471" y="3313002"/>
                <a:ext cx="236520" cy="393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FC84F78-0C00-504B-1FB2-C359842F74C8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267831" y="3295362"/>
                  <a:ext cx="272160" cy="42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A496892-EB1D-7327-603C-6F5E0DBDD08C}"/>
                    </a:ext>
                  </a:extLst>
                </p14:cNvPr>
                <p14:cNvContentPartPr/>
                <p14:nvPr/>
              </p14:nvContentPartPr>
              <p14:xfrm>
                <a:off x="1006471" y="2926362"/>
                <a:ext cx="614520" cy="28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A496892-EB1D-7327-603C-6F5E0DBDD08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88831" y="2908362"/>
                  <a:ext cx="6501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1B79074-FE8F-8FE3-AA75-4DFFA66D2BC8}"/>
                    </a:ext>
                  </a:extLst>
                </p14:cNvPr>
                <p14:cNvContentPartPr/>
                <p14:nvPr/>
              </p14:nvContentPartPr>
              <p14:xfrm>
                <a:off x="805951" y="1165242"/>
                <a:ext cx="186840" cy="336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1B79074-FE8F-8FE3-AA75-4DFFA66D2BC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87951" y="1147602"/>
                  <a:ext cx="22248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BD986D5-1390-EC75-9110-475F9095DF25}"/>
                    </a:ext>
                  </a:extLst>
                </p14:cNvPr>
                <p14:cNvContentPartPr/>
                <p14:nvPr/>
              </p14:nvContentPartPr>
              <p14:xfrm>
                <a:off x="1060111" y="1274682"/>
                <a:ext cx="128520" cy="257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BD986D5-1390-EC75-9110-475F9095DF2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42111" y="1256682"/>
                  <a:ext cx="1641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740E478-C26B-1E72-6939-B8769127E752}"/>
                    </a:ext>
                  </a:extLst>
                </p14:cNvPr>
                <p14:cNvContentPartPr/>
                <p14:nvPr/>
              </p14:nvContentPartPr>
              <p14:xfrm>
                <a:off x="1263511" y="1284402"/>
                <a:ext cx="153360" cy="210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740E478-C26B-1E72-6939-B8769127E75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45511" y="1266402"/>
                  <a:ext cx="1890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A6284B9-B620-39EE-5A5A-2BD5813E621B}"/>
                    </a:ext>
                  </a:extLst>
                </p14:cNvPr>
                <p14:cNvContentPartPr/>
                <p14:nvPr/>
              </p14:nvContentPartPr>
              <p14:xfrm>
                <a:off x="1543951" y="1225722"/>
                <a:ext cx="105120" cy="208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A6284B9-B620-39EE-5A5A-2BD5813E621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525951" y="1208082"/>
                  <a:ext cx="1407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F1E208C-6144-8E63-1071-51A65A5C373E}"/>
                    </a:ext>
                  </a:extLst>
                </p14:cNvPr>
                <p14:cNvContentPartPr/>
                <p14:nvPr/>
              </p14:nvContentPartPr>
              <p14:xfrm>
                <a:off x="8821351" y="5053242"/>
                <a:ext cx="962280" cy="13212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6F1E208C-6144-8E63-1071-51A65A5C373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803351" y="5035242"/>
                  <a:ext cx="9979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BB700D2D-BEAB-7BDF-A281-8AD9CA238541}"/>
                    </a:ext>
                  </a:extLst>
                </p14:cNvPr>
                <p14:cNvContentPartPr/>
                <p14:nvPr/>
              </p14:nvContentPartPr>
              <p14:xfrm>
                <a:off x="9660151" y="5007522"/>
                <a:ext cx="240120" cy="1749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BB700D2D-BEAB-7BDF-A281-8AD9CA23854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642151" y="4989522"/>
                  <a:ext cx="27576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AFA767AD-F591-317A-9DFC-042C4E97B1D7}"/>
                    </a:ext>
                  </a:extLst>
                </p14:cNvPr>
                <p14:cNvContentPartPr/>
                <p14:nvPr/>
              </p14:nvContentPartPr>
              <p14:xfrm>
                <a:off x="9973711" y="4738962"/>
                <a:ext cx="204840" cy="2120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AFA767AD-F591-317A-9DFC-042C4E97B1D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955711" y="4720962"/>
                  <a:ext cx="2404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2115F7B4-509D-8BFD-DEB0-F9388A2EBD09}"/>
                    </a:ext>
                  </a:extLst>
                </p14:cNvPr>
                <p14:cNvContentPartPr/>
                <p14:nvPr/>
              </p14:nvContentPartPr>
              <p14:xfrm>
                <a:off x="10237591" y="4794762"/>
                <a:ext cx="14760" cy="1375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2115F7B4-509D-8BFD-DEB0-F9388A2EBD0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219591" y="4777122"/>
                  <a:ext cx="50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B7B01A5C-D95D-6BF2-CD20-1E79158E63D5}"/>
                    </a:ext>
                  </a:extLst>
                </p14:cNvPr>
                <p14:cNvContentPartPr/>
                <p14:nvPr/>
              </p14:nvContentPartPr>
              <p14:xfrm>
                <a:off x="10231111" y="4772082"/>
                <a:ext cx="125640" cy="1472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B7B01A5C-D95D-6BF2-CD20-1E79158E63D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213111" y="4754082"/>
                  <a:ext cx="161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E39540A-0022-2FE2-CC78-4791C424C904}"/>
                    </a:ext>
                  </a:extLst>
                </p14:cNvPr>
                <p14:cNvContentPartPr/>
                <p14:nvPr/>
              </p14:nvContentPartPr>
              <p14:xfrm>
                <a:off x="10428391" y="4803402"/>
                <a:ext cx="10800" cy="9900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E39540A-0022-2FE2-CC78-4791C424C904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410391" y="4785402"/>
                  <a:ext cx="4644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6527017-88C4-AAEC-1027-7448C7D12B12}"/>
                    </a:ext>
                  </a:extLst>
                </p14:cNvPr>
                <p14:cNvContentPartPr/>
                <p14:nvPr/>
              </p14:nvContentPartPr>
              <p14:xfrm>
                <a:off x="10407871" y="4794762"/>
                <a:ext cx="118080" cy="123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6527017-88C4-AAEC-1027-7448C7D12B1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389871" y="4776762"/>
                  <a:ext cx="1537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B8740F89-9558-E9A2-7689-73B1C2C95875}"/>
                    </a:ext>
                  </a:extLst>
                </p14:cNvPr>
                <p14:cNvContentPartPr/>
                <p14:nvPr/>
              </p14:nvContentPartPr>
              <p14:xfrm>
                <a:off x="10039231" y="5060082"/>
                <a:ext cx="4320" cy="14148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B8740F89-9558-E9A2-7689-73B1C2C95875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021591" y="5042082"/>
                  <a:ext cx="399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A9112F00-E7B8-0F28-C623-94E85EB1DBA6}"/>
                    </a:ext>
                  </a:extLst>
                </p14:cNvPr>
                <p14:cNvContentPartPr/>
                <p14:nvPr/>
              </p14:nvContentPartPr>
              <p14:xfrm>
                <a:off x="10027351" y="5042802"/>
                <a:ext cx="121320" cy="910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A9112F00-E7B8-0F28-C623-94E85EB1DBA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009711" y="5024802"/>
                  <a:ext cx="1569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C100942-F101-0CF1-C091-CB3738F4E679}"/>
                    </a:ext>
                  </a:extLst>
                </p14:cNvPr>
                <p14:cNvContentPartPr/>
                <p14:nvPr/>
              </p14:nvContentPartPr>
              <p14:xfrm>
                <a:off x="10200511" y="5071242"/>
                <a:ext cx="83520" cy="1321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C100942-F101-0CF1-C091-CB3738F4E679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182511" y="5053242"/>
                  <a:ext cx="1191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A3399296-AEBD-3F92-113D-A49E18862269}"/>
                    </a:ext>
                  </a:extLst>
                </p14:cNvPr>
                <p14:cNvContentPartPr/>
                <p14:nvPr/>
              </p14:nvContentPartPr>
              <p14:xfrm>
                <a:off x="10349191" y="5052522"/>
                <a:ext cx="111960" cy="1425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A3399296-AEBD-3F92-113D-A49E1886226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331191" y="5034522"/>
                  <a:ext cx="147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92A93C0E-29AF-CF49-0528-6751AE98DD98}"/>
                    </a:ext>
                  </a:extLst>
                </p14:cNvPr>
                <p14:cNvContentPartPr/>
                <p14:nvPr/>
              </p14:nvContentPartPr>
              <p14:xfrm>
                <a:off x="10521631" y="5054682"/>
                <a:ext cx="21240" cy="12384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92A93C0E-29AF-CF49-0528-6751AE98DD9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503631" y="5037042"/>
                  <a:ext cx="56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BF5C24B6-551C-2E6A-DCC7-690DD120EA97}"/>
                    </a:ext>
                  </a:extLst>
                </p14:cNvPr>
                <p14:cNvContentPartPr/>
                <p14:nvPr/>
              </p14:nvContentPartPr>
              <p14:xfrm>
                <a:off x="10470151" y="5041362"/>
                <a:ext cx="285840" cy="1872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BF5C24B6-551C-2E6A-DCC7-690DD120EA9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452511" y="5023362"/>
                  <a:ext cx="32148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DECA8286-D772-60F1-8128-8B251EBB64DA}"/>
                    </a:ext>
                  </a:extLst>
                </p14:cNvPr>
                <p14:cNvContentPartPr/>
                <p14:nvPr/>
              </p14:nvContentPartPr>
              <p14:xfrm>
                <a:off x="9983791" y="5343402"/>
                <a:ext cx="187920" cy="2066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DECA8286-D772-60F1-8128-8B251EBB64DA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9966151" y="5325762"/>
                  <a:ext cx="2235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21111B82-1BDA-02E2-2106-0038F6EA28B4}"/>
                    </a:ext>
                  </a:extLst>
                </p14:cNvPr>
                <p14:cNvContentPartPr/>
                <p14:nvPr/>
              </p14:nvContentPartPr>
              <p14:xfrm>
                <a:off x="10234711" y="5330442"/>
                <a:ext cx="136080" cy="1814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21111B82-1BDA-02E2-2106-0038F6EA28B4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217071" y="5312802"/>
                  <a:ext cx="1717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7099C15C-952B-B3D4-16B7-FD0EFFFDE064}"/>
                    </a:ext>
                  </a:extLst>
                </p14:cNvPr>
                <p14:cNvContentPartPr/>
                <p14:nvPr/>
              </p14:nvContentPartPr>
              <p14:xfrm>
                <a:off x="10443871" y="5336202"/>
                <a:ext cx="48960" cy="1674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7099C15C-952B-B3D4-16B7-FD0EFFFDE06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426231" y="5318202"/>
                  <a:ext cx="846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572BE77-3F45-79E2-4C6B-A5A57C3E93F1}"/>
                    </a:ext>
                  </a:extLst>
                </p14:cNvPr>
                <p14:cNvContentPartPr/>
                <p14:nvPr/>
              </p14:nvContentPartPr>
              <p14:xfrm>
                <a:off x="10564111" y="5330082"/>
                <a:ext cx="74880" cy="1576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572BE77-3F45-79E2-4C6B-A5A57C3E93F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546471" y="5312082"/>
                  <a:ext cx="1105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0EE0DA4-E6E1-5B84-BCF1-7F8DFF1C5D27}"/>
                    </a:ext>
                  </a:extLst>
                </p14:cNvPr>
                <p14:cNvContentPartPr/>
                <p14:nvPr/>
              </p14:nvContentPartPr>
              <p14:xfrm>
                <a:off x="9892711" y="4573002"/>
                <a:ext cx="26640" cy="107172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0EE0DA4-E6E1-5B84-BCF1-7F8DFF1C5D2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875071" y="4555362"/>
                  <a:ext cx="62280" cy="11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3EBB399C-FBFF-2E5E-09E7-15E723247825}"/>
                    </a:ext>
                  </a:extLst>
                </p14:cNvPr>
                <p14:cNvContentPartPr/>
                <p14:nvPr/>
              </p14:nvContentPartPr>
              <p14:xfrm>
                <a:off x="9906751" y="4525482"/>
                <a:ext cx="1008720" cy="9172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3EBB399C-FBFF-2E5E-09E7-15E723247825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888751" y="4507842"/>
                  <a:ext cx="1044360" cy="9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9DE90503-207D-2C7E-4330-4BFF4BD127CE}"/>
                    </a:ext>
                  </a:extLst>
                </p14:cNvPr>
                <p14:cNvContentPartPr/>
                <p14:nvPr/>
              </p14:nvContentPartPr>
              <p14:xfrm>
                <a:off x="9984511" y="5414682"/>
                <a:ext cx="905400" cy="3027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9DE90503-207D-2C7E-4330-4BFF4BD127C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966511" y="5397042"/>
                  <a:ext cx="9410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6FECCED2-4390-26D2-AA72-201D98F55CCF}"/>
                    </a:ext>
                  </a:extLst>
                </p14:cNvPr>
                <p14:cNvContentPartPr/>
                <p14:nvPr/>
              </p14:nvContentPartPr>
              <p14:xfrm>
                <a:off x="10878391" y="5015082"/>
                <a:ext cx="241920" cy="3996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6FECCED2-4390-26D2-AA72-201D98F55CC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860391" y="4997442"/>
                  <a:ext cx="277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99FA0A1D-E560-BFBD-0D72-DE0D91BC1A06}"/>
                    </a:ext>
                  </a:extLst>
                </p14:cNvPr>
                <p14:cNvContentPartPr/>
                <p14:nvPr/>
              </p14:nvContentPartPr>
              <p14:xfrm>
                <a:off x="11133271" y="4954242"/>
                <a:ext cx="141120" cy="12672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99FA0A1D-E560-BFBD-0D72-DE0D91BC1A0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115631" y="4936242"/>
                  <a:ext cx="176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A209EB13-C4C3-AF8B-FF59-828627643D63}"/>
                    </a:ext>
                  </a:extLst>
                </p14:cNvPr>
                <p14:cNvContentPartPr/>
                <p14:nvPr/>
              </p14:nvContentPartPr>
              <p14:xfrm>
                <a:off x="11182951" y="4627362"/>
                <a:ext cx="997560" cy="121788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A209EB13-C4C3-AF8B-FF59-828627643D63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164951" y="4609362"/>
                  <a:ext cx="1033200" cy="12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D08B7E0-DABA-B59C-4F42-59B41872ABB3}"/>
                    </a:ext>
                  </a:extLst>
                </p14:cNvPr>
                <p14:cNvContentPartPr/>
                <p14:nvPr/>
              </p14:nvContentPartPr>
              <p14:xfrm>
                <a:off x="11137231" y="4954602"/>
                <a:ext cx="33480" cy="20196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D08B7E0-DABA-B59C-4F42-59B41872ABB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119231" y="4936962"/>
                  <a:ext cx="6912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CA1E0A71-89C7-B475-6808-7E58C32BDE33}"/>
                    </a:ext>
                  </a:extLst>
                </p14:cNvPr>
                <p14:cNvContentPartPr/>
                <p14:nvPr/>
              </p14:nvContentPartPr>
              <p14:xfrm>
                <a:off x="11320111" y="5140362"/>
                <a:ext cx="101520" cy="19404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CA1E0A71-89C7-B475-6808-7E58C32BDE3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302471" y="5122362"/>
                  <a:ext cx="1371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55F38396-6FB1-611B-AABF-B826CED1DAD5}"/>
                    </a:ext>
                  </a:extLst>
                </p14:cNvPr>
                <p14:cNvContentPartPr/>
                <p14:nvPr/>
              </p14:nvContentPartPr>
              <p14:xfrm>
                <a:off x="11549431" y="5087802"/>
                <a:ext cx="20160" cy="2455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55F38396-6FB1-611B-AABF-B826CED1DAD5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531431" y="5070162"/>
                  <a:ext cx="558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360EA993-538B-B396-19CE-D318C2CF2CB7}"/>
                    </a:ext>
                  </a:extLst>
                </p14:cNvPr>
                <p14:cNvContentPartPr/>
                <p14:nvPr/>
              </p14:nvContentPartPr>
              <p14:xfrm>
                <a:off x="11502271" y="5164122"/>
                <a:ext cx="118440" cy="2808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360EA993-538B-B396-19CE-D318C2CF2CB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484631" y="5146122"/>
                  <a:ext cx="1540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1BC240F6-FDBE-EFCA-290E-A2B75C171C20}"/>
                    </a:ext>
                  </a:extLst>
                </p14:cNvPr>
                <p14:cNvContentPartPr/>
                <p14:nvPr/>
              </p14:nvContentPartPr>
              <p14:xfrm>
                <a:off x="11654911" y="5248362"/>
                <a:ext cx="84600" cy="709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1BC240F6-FDBE-EFCA-290E-A2B75C171C2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636911" y="5230722"/>
                  <a:ext cx="12024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47C01888-AA48-B770-0205-70E66C2B94D7}"/>
                    </a:ext>
                  </a:extLst>
                </p14:cNvPr>
                <p14:cNvContentPartPr/>
                <p14:nvPr/>
              </p14:nvContentPartPr>
              <p14:xfrm>
                <a:off x="11791711" y="5253402"/>
                <a:ext cx="62640" cy="7992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47C01888-AA48-B770-0205-70E66C2B94D7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773711" y="5235402"/>
                  <a:ext cx="982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BCB0BABA-2389-E602-6FC7-83D985719D20}"/>
                    </a:ext>
                  </a:extLst>
                </p14:cNvPr>
                <p14:cNvContentPartPr/>
                <p14:nvPr/>
              </p14:nvContentPartPr>
              <p14:xfrm>
                <a:off x="11945791" y="5145042"/>
                <a:ext cx="119880" cy="13860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BCB0BABA-2389-E602-6FC7-83D985719D2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927791" y="5127042"/>
                  <a:ext cx="1555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46838A75-D729-8712-5866-4B3709E4D365}"/>
                    </a:ext>
                  </a:extLst>
                </p14:cNvPr>
                <p14:cNvContentPartPr/>
                <p14:nvPr/>
              </p14:nvContentPartPr>
              <p14:xfrm>
                <a:off x="12002311" y="5269242"/>
                <a:ext cx="55800" cy="594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46838A75-D729-8712-5866-4B3709E4D365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984671" y="5251242"/>
                  <a:ext cx="914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BCB56195-91D5-527F-5014-C3B07E65D6B5}"/>
                    </a:ext>
                  </a:extLst>
                </p14:cNvPr>
                <p14:cNvContentPartPr/>
                <p14:nvPr/>
              </p14:nvContentPartPr>
              <p14:xfrm>
                <a:off x="10120231" y="3197802"/>
                <a:ext cx="14040" cy="20916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BCB56195-91D5-527F-5014-C3B07E65D6B5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102231" y="3179802"/>
                  <a:ext cx="496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491" name="Ink 490">
                  <a:extLst>
                    <a:ext uri="{FF2B5EF4-FFF2-40B4-BE49-F238E27FC236}">
                      <a16:creationId xmlns:a16="http://schemas.microsoft.com/office/drawing/2014/main" id="{A6881066-BB53-FB09-4F70-1811108F0D59}"/>
                    </a:ext>
                  </a:extLst>
                </p14:cNvPr>
                <p14:cNvContentPartPr/>
                <p14:nvPr/>
              </p14:nvContentPartPr>
              <p14:xfrm>
                <a:off x="10125271" y="3205362"/>
                <a:ext cx="117360" cy="181440"/>
              </p14:xfrm>
            </p:contentPart>
          </mc:Choice>
          <mc:Fallback xmlns="">
            <p:pic>
              <p:nvPicPr>
                <p:cNvPr id="491" name="Ink 490">
                  <a:extLst>
                    <a:ext uri="{FF2B5EF4-FFF2-40B4-BE49-F238E27FC236}">
                      <a16:creationId xmlns:a16="http://schemas.microsoft.com/office/drawing/2014/main" id="{A6881066-BB53-FB09-4F70-1811108F0D59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107631" y="3187362"/>
                  <a:ext cx="1530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F6ACFAA6-1167-FFB5-800D-5B26C25FD365}"/>
                    </a:ext>
                  </a:extLst>
                </p14:cNvPr>
                <p14:cNvContentPartPr/>
                <p14:nvPr/>
              </p14:nvContentPartPr>
              <p14:xfrm>
                <a:off x="10273591" y="3219042"/>
                <a:ext cx="117000" cy="13536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F6ACFAA6-1167-FFB5-800D-5B26C25FD365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255591" y="3201402"/>
                  <a:ext cx="1526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36F74427-7004-41EE-A37C-1B046D067DFC}"/>
                    </a:ext>
                  </a:extLst>
                </p14:cNvPr>
                <p14:cNvContentPartPr/>
                <p14:nvPr/>
              </p14:nvContentPartPr>
              <p14:xfrm>
                <a:off x="10448551" y="3173322"/>
                <a:ext cx="95760" cy="1749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36F74427-7004-41EE-A37C-1B046D067DF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430551" y="3155682"/>
                  <a:ext cx="1314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331D17AB-94C3-9B94-7D28-0D80AEFC5FEF}"/>
                    </a:ext>
                  </a:extLst>
                </p14:cNvPr>
                <p14:cNvContentPartPr/>
                <p14:nvPr/>
              </p14:nvContentPartPr>
              <p14:xfrm>
                <a:off x="10625311" y="3271962"/>
                <a:ext cx="75240" cy="9540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331D17AB-94C3-9B94-7D28-0D80AEFC5FE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607671" y="3254322"/>
                  <a:ext cx="1108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6916902F-F5AE-CF33-1533-2259DF89A05A}"/>
                    </a:ext>
                  </a:extLst>
                </p14:cNvPr>
                <p14:cNvContentPartPr/>
                <p14:nvPr/>
              </p14:nvContentPartPr>
              <p14:xfrm>
                <a:off x="10736191" y="3257922"/>
                <a:ext cx="93960" cy="9360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6916902F-F5AE-CF33-1533-2259DF89A05A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718191" y="3239922"/>
                  <a:ext cx="1296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2931A39E-35A2-DA9C-74F5-A404A11A1480}"/>
                    </a:ext>
                  </a:extLst>
                </p14:cNvPr>
                <p14:cNvContentPartPr/>
                <p14:nvPr/>
              </p14:nvContentPartPr>
              <p14:xfrm>
                <a:off x="10847431" y="3301122"/>
                <a:ext cx="53640" cy="4140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2931A39E-35A2-DA9C-74F5-A404A11A148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829791" y="3283122"/>
                  <a:ext cx="892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9314F9F0-4D9B-35E7-CCAF-530509907175}"/>
                    </a:ext>
                  </a:extLst>
                </p14:cNvPr>
                <p14:cNvContentPartPr/>
                <p14:nvPr/>
              </p14:nvContentPartPr>
              <p14:xfrm>
                <a:off x="9980911" y="3470322"/>
                <a:ext cx="1077480" cy="1476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9314F9F0-4D9B-35E7-CCAF-530509907175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962911" y="3452322"/>
                  <a:ext cx="11131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8195ABAE-B572-CE43-A512-E52D43AF4B62}"/>
                    </a:ext>
                  </a:extLst>
                </p14:cNvPr>
                <p14:cNvContentPartPr/>
                <p14:nvPr/>
              </p14:nvContentPartPr>
              <p14:xfrm>
                <a:off x="9955351" y="3143082"/>
                <a:ext cx="66240" cy="30636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8195ABAE-B572-CE43-A512-E52D43AF4B6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937351" y="3125442"/>
                  <a:ext cx="1018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E87B2E1B-9FF3-335F-B70E-24592C9B78A3}"/>
                    </a:ext>
                  </a:extLst>
                </p14:cNvPr>
                <p14:cNvContentPartPr/>
                <p14:nvPr/>
              </p14:nvContentPartPr>
              <p14:xfrm>
                <a:off x="10086391" y="3058842"/>
                <a:ext cx="1016280" cy="35712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E87B2E1B-9FF3-335F-B70E-24592C9B78A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068391" y="3041202"/>
                  <a:ext cx="105192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3E552893-7B42-6CCC-B9C2-57692978B318}"/>
                    </a:ext>
                  </a:extLst>
                </p14:cNvPr>
                <p14:cNvContentPartPr/>
                <p14:nvPr/>
              </p14:nvContentPartPr>
              <p14:xfrm>
                <a:off x="9930511" y="3417762"/>
                <a:ext cx="32040" cy="68904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3E552893-7B42-6CCC-B9C2-57692978B31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912871" y="3399762"/>
                  <a:ext cx="6768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E52B0EF8-2371-B317-C961-EC0CA41F8225}"/>
                    </a:ext>
                  </a:extLst>
                </p14:cNvPr>
                <p14:cNvContentPartPr/>
                <p14:nvPr/>
              </p14:nvContentPartPr>
              <p14:xfrm>
                <a:off x="9971911" y="4156122"/>
                <a:ext cx="1108080" cy="12816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E52B0EF8-2371-B317-C961-EC0CA41F8225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953911" y="4138482"/>
                  <a:ext cx="11437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7EDA6178-F8BD-269C-9134-DD17AA9CB095}"/>
                    </a:ext>
                  </a:extLst>
                </p14:cNvPr>
                <p14:cNvContentPartPr/>
                <p14:nvPr/>
              </p14:nvContentPartPr>
              <p14:xfrm>
                <a:off x="11097271" y="3438282"/>
                <a:ext cx="43920" cy="59832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7EDA6178-F8BD-269C-9134-DD17AA9CB095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079631" y="3420282"/>
                  <a:ext cx="79560" cy="63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FB3369B6-BECD-9EA9-0FCA-6ACB28E0F148}"/>
                    </a:ext>
                  </a:extLst>
                </p14:cNvPr>
                <p14:cNvContentPartPr/>
                <p14:nvPr/>
              </p14:nvContentPartPr>
              <p14:xfrm>
                <a:off x="9912511" y="4054602"/>
                <a:ext cx="67320" cy="1213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FB3369B6-BECD-9EA9-0FCA-6ACB28E0F148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894871" y="4036962"/>
                  <a:ext cx="1029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19823D9-7314-BF53-05CB-8A403A820EA4}"/>
                    </a:ext>
                  </a:extLst>
                </p14:cNvPr>
                <p14:cNvContentPartPr/>
                <p14:nvPr/>
              </p14:nvContentPartPr>
              <p14:xfrm>
                <a:off x="10046071" y="3626202"/>
                <a:ext cx="11160" cy="1360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19823D9-7314-BF53-05CB-8A403A820EA4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028071" y="3608202"/>
                  <a:ext cx="468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0A3D2556-94C3-C72B-753B-993630EDC037}"/>
                    </a:ext>
                  </a:extLst>
                </p14:cNvPr>
                <p14:cNvContentPartPr/>
                <p14:nvPr/>
              </p14:nvContentPartPr>
              <p14:xfrm>
                <a:off x="10040671" y="3597762"/>
                <a:ext cx="60120" cy="6552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0A3D2556-94C3-C72B-753B-993630EDC03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0023031" y="3580122"/>
                  <a:ext cx="957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81105719-C1C4-99F3-E9D0-14073DB9F93B}"/>
                    </a:ext>
                  </a:extLst>
                </p14:cNvPr>
                <p14:cNvContentPartPr/>
                <p14:nvPr/>
              </p14:nvContentPartPr>
              <p14:xfrm>
                <a:off x="10107991" y="3657882"/>
                <a:ext cx="87840" cy="9396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81105719-C1C4-99F3-E9D0-14073DB9F93B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090351" y="3640242"/>
                  <a:ext cx="1234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0CC259B4-0603-3F92-CA47-E01CB9C17BAB}"/>
                    </a:ext>
                  </a:extLst>
                </p14:cNvPr>
                <p14:cNvContentPartPr/>
                <p14:nvPr/>
              </p14:nvContentPartPr>
              <p14:xfrm>
                <a:off x="10242631" y="3668322"/>
                <a:ext cx="57600" cy="694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0CC259B4-0603-3F92-CA47-E01CB9C17BA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0224631" y="3650322"/>
                  <a:ext cx="932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37CE6EF4-8119-7588-5E1E-4321FC751851}"/>
                    </a:ext>
                  </a:extLst>
                </p14:cNvPr>
                <p14:cNvContentPartPr/>
                <p14:nvPr/>
              </p14:nvContentPartPr>
              <p14:xfrm>
                <a:off x="10356031" y="3633762"/>
                <a:ext cx="65160" cy="16344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37CE6EF4-8119-7588-5E1E-4321FC751851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338031" y="3615762"/>
                  <a:ext cx="10080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FFFCDCE-FF7F-1AEB-E322-AB9CBA6EB893}"/>
                    </a:ext>
                  </a:extLst>
                </p14:cNvPr>
                <p14:cNvContentPartPr/>
                <p14:nvPr/>
              </p14:nvContentPartPr>
              <p14:xfrm>
                <a:off x="10464751" y="3546642"/>
                <a:ext cx="12240" cy="20844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FFFCDCE-FF7F-1AEB-E322-AB9CBA6EB893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446751" y="3529002"/>
                  <a:ext cx="47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BA41BB38-2724-EA89-AB7B-2DB64AFE2EB9}"/>
                    </a:ext>
                  </a:extLst>
                </p14:cNvPr>
                <p14:cNvContentPartPr/>
                <p14:nvPr/>
              </p14:nvContentPartPr>
              <p14:xfrm>
                <a:off x="10519471" y="3656802"/>
                <a:ext cx="81000" cy="8352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BA41BB38-2724-EA89-AB7B-2DB64AFE2EB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501471" y="3638802"/>
                  <a:ext cx="1166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FD871633-8966-DE19-5CF0-BFCC37C81376}"/>
                    </a:ext>
                  </a:extLst>
                </p14:cNvPr>
                <p14:cNvContentPartPr/>
                <p14:nvPr/>
              </p14:nvContentPartPr>
              <p14:xfrm>
                <a:off x="10634311" y="3655002"/>
                <a:ext cx="54720" cy="712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FD871633-8966-DE19-5CF0-BFCC37C81376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616671" y="3637362"/>
                  <a:ext cx="903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7640D5D7-D88A-FACE-0F55-39B215A65777}"/>
                    </a:ext>
                  </a:extLst>
                </p14:cNvPr>
                <p14:cNvContentPartPr/>
                <p14:nvPr/>
              </p14:nvContentPartPr>
              <p14:xfrm>
                <a:off x="10635751" y="3657882"/>
                <a:ext cx="93600" cy="5976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7640D5D7-D88A-FACE-0F55-39B215A6577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617751" y="3640242"/>
                  <a:ext cx="1292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526" name="Ink 525">
                  <a:extLst>
                    <a:ext uri="{FF2B5EF4-FFF2-40B4-BE49-F238E27FC236}">
                      <a16:creationId xmlns:a16="http://schemas.microsoft.com/office/drawing/2014/main" id="{B58EC322-0552-E547-EBDA-707DBAFDFF31}"/>
                    </a:ext>
                  </a:extLst>
                </p14:cNvPr>
                <p14:cNvContentPartPr/>
                <p14:nvPr/>
              </p14:nvContentPartPr>
              <p14:xfrm>
                <a:off x="10751311" y="3658242"/>
                <a:ext cx="4320" cy="73080"/>
              </p14:xfrm>
            </p:contentPart>
          </mc:Choice>
          <mc:Fallback xmlns="">
            <p:pic>
              <p:nvPicPr>
                <p:cNvPr id="526" name="Ink 525">
                  <a:extLst>
                    <a:ext uri="{FF2B5EF4-FFF2-40B4-BE49-F238E27FC236}">
                      <a16:creationId xmlns:a16="http://schemas.microsoft.com/office/drawing/2014/main" id="{B58EC322-0552-E547-EBDA-707DBAFDFF3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733311" y="3640602"/>
                  <a:ext cx="399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03821582-CD7C-DFE3-FFAE-4B0D83AFD6AB}"/>
                    </a:ext>
                  </a:extLst>
                </p14:cNvPr>
                <p14:cNvContentPartPr/>
                <p14:nvPr/>
              </p14:nvContentPartPr>
              <p14:xfrm>
                <a:off x="10751671" y="3597402"/>
                <a:ext cx="6480" cy="1080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03821582-CD7C-DFE3-FFAE-4B0D83AFD6AB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733671" y="3579762"/>
                  <a:ext cx="421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FECFA3B9-65BB-A7AF-E830-0541669D0D1F}"/>
                    </a:ext>
                  </a:extLst>
                </p14:cNvPr>
                <p14:cNvContentPartPr/>
                <p14:nvPr/>
              </p14:nvContentPartPr>
              <p14:xfrm>
                <a:off x="10839871" y="3579762"/>
                <a:ext cx="20520" cy="14868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FECFA3B9-65BB-A7AF-E830-0541669D0D1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821871" y="3561762"/>
                  <a:ext cx="5616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5FAE2DA4-ADD1-7686-32E3-E1B2AA6803EA}"/>
                    </a:ext>
                  </a:extLst>
                </p14:cNvPr>
                <p14:cNvContentPartPr/>
                <p14:nvPr/>
              </p14:nvContentPartPr>
              <p14:xfrm>
                <a:off x="10848871" y="3623682"/>
                <a:ext cx="65880" cy="75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5FAE2DA4-ADD1-7686-32E3-E1B2AA6803EA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831231" y="3606042"/>
                  <a:ext cx="1015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A863B9C4-5BAB-96DC-C0EE-C3E47345FCAB}"/>
                    </a:ext>
                  </a:extLst>
                </p14:cNvPr>
                <p14:cNvContentPartPr/>
                <p14:nvPr/>
              </p14:nvContentPartPr>
              <p14:xfrm>
                <a:off x="10897831" y="3682002"/>
                <a:ext cx="131400" cy="14760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A863B9C4-5BAB-96DC-C0EE-C3E47345FCAB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879831" y="3664002"/>
                  <a:ext cx="167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3E54489D-B66D-DD40-6093-02E7E66227EE}"/>
                    </a:ext>
                  </a:extLst>
                </p14:cNvPr>
                <p14:cNvContentPartPr/>
                <p14:nvPr/>
              </p14:nvContentPartPr>
              <p14:xfrm>
                <a:off x="10056151" y="3916722"/>
                <a:ext cx="147960" cy="18540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3E54489D-B66D-DD40-6093-02E7E66227EE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038151" y="3899082"/>
                  <a:ext cx="1836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ED53BE53-F676-9556-DFAC-A7074830C427}"/>
                    </a:ext>
                  </a:extLst>
                </p14:cNvPr>
                <p14:cNvContentPartPr/>
                <p14:nvPr/>
              </p14:nvContentPartPr>
              <p14:xfrm>
                <a:off x="10271431" y="4030842"/>
                <a:ext cx="63720" cy="5040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ED53BE53-F676-9556-DFAC-A7074830C42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253791" y="4013202"/>
                  <a:ext cx="99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FF789148-D4A2-37EE-2E45-8065ADCF16B9}"/>
                    </a:ext>
                  </a:extLst>
                </p14:cNvPr>
                <p14:cNvContentPartPr/>
                <p14:nvPr/>
              </p14:nvContentPartPr>
              <p14:xfrm>
                <a:off x="10399591" y="4044522"/>
                <a:ext cx="69120" cy="8748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FF789148-D4A2-37EE-2E45-8065ADCF16B9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381591" y="4026522"/>
                  <a:ext cx="1047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EB179773-917F-7E1F-7781-FB30F5B5B56A}"/>
                    </a:ext>
                  </a:extLst>
                </p14:cNvPr>
                <p14:cNvContentPartPr/>
                <p14:nvPr/>
              </p14:nvContentPartPr>
              <p14:xfrm>
                <a:off x="10555111" y="4022562"/>
                <a:ext cx="76680" cy="27828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EB179773-917F-7E1F-7781-FB30F5B5B56A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537471" y="4004922"/>
                  <a:ext cx="1123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AD92579D-87D2-BAB6-3975-ADD05DB28810}"/>
                    </a:ext>
                  </a:extLst>
                </p14:cNvPr>
                <p14:cNvContentPartPr/>
                <p14:nvPr/>
              </p14:nvContentPartPr>
              <p14:xfrm>
                <a:off x="10673911" y="3860202"/>
                <a:ext cx="193680" cy="3020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AD92579D-87D2-BAB6-3975-ADD05DB2881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656271" y="3842202"/>
                  <a:ext cx="22932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6075965-B0EF-D62E-A143-B7CA2A7AE402}"/>
                    </a:ext>
                  </a:extLst>
                </p14:cNvPr>
                <p14:cNvContentPartPr/>
                <p14:nvPr/>
              </p14:nvContentPartPr>
              <p14:xfrm>
                <a:off x="2206351" y="1614162"/>
                <a:ext cx="193680" cy="330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6075965-B0EF-D62E-A143-B7CA2A7AE402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2188711" y="1596162"/>
                  <a:ext cx="2293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03E6CED-0A86-BFC6-C25D-9FAF8A200E23}"/>
                    </a:ext>
                  </a:extLst>
                </p14:cNvPr>
                <p14:cNvContentPartPr/>
                <p14:nvPr/>
              </p14:nvContentPartPr>
              <p14:xfrm>
                <a:off x="2456551" y="1730442"/>
                <a:ext cx="125640" cy="180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03E6CED-0A86-BFC6-C25D-9FAF8A200E23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2438911" y="1712442"/>
                  <a:ext cx="1612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8DA85D3-CC5C-25EA-21C6-DB268EC0D544}"/>
                    </a:ext>
                  </a:extLst>
                </p14:cNvPr>
                <p14:cNvContentPartPr/>
                <p14:nvPr/>
              </p14:nvContentPartPr>
              <p14:xfrm>
                <a:off x="2677231" y="1752402"/>
                <a:ext cx="121320" cy="165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8DA85D3-CC5C-25EA-21C6-DB268EC0D544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2659231" y="1734762"/>
                  <a:ext cx="1569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92817C0-737C-2E32-92E4-68A367A2DEE4}"/>
                    </a:ext>
                  </a:extLst>
                </p14:cNvPr>
                <p14:cNvContentPartPr/>
                <p14:nvPr/>
              </p14:nvContentPartPr>
              <p14:xfrm>
                <a:off x="2887471" y="1535682"/>
                <a:ext cx="16920" cy="353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92817C0-737C-2E32-92E4-68A367A2DEE4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2869471" y="1517682"/>
                  <a:ext cx="5256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11AC158-3898-9EA5-A8D3-E1807ECEA65D}"/>
                    </a:ext>
                  </a:extLst>
                </p14:cNvPr>
                <p14:cNvContentPartPr/>
                <p14:nvPr/>
              </p14:nvContentPartPr>
              <p14:xfrm>
                <a:off x="2793871" y="1658802"/>
                <a:ext cx="196560" cy="43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11AC158-3898-9EA5-A8D3-E1807ECEA65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776231" y="1640802"/>
                  <a:ext cx="2322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A6A4A85-5CCA-6015-345A-95CB95C493D2}"/>
                    </a:ext>
                  </a:extLst>
                </p14:cNvPr>
                <p14:cNvContentPartPr/>
                <p14:nvPr/>
              </p14:nvContentPartPr>
              <p14:xfrm>
                <a:off x="2987191" y="1713162"/>
                <a:ext cx="187920" cy="146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A6A4A85-5CCA-6015-345A-95CB95C493D2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2969551" y="1695522"/>
                  <a:ext cx="2235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92EB8DB-28BC-5BDB-12D4-E346AD9E62F3}"/>
                    </a:ext>
                  </a:extLst>
                </p14:cNvPr>
                <p14:cNvContentPartPr/>
                <p14:nvPr/>
              </p14:nvContentPartPr>
              <p14:xfrm>
                <a:off x="3240271" y="1727202"/>
                <a:ext cx="117000" cy="138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92EB8DB-28BC-5BDB-12D4-E346AD9E62F3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3222631" y="1709202"/>
                  <a:ext cx="1526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7705300-F5FD-AF59-8CCC-4D187F7BE9C2}"/>
                    </a:ext>
                  </a:extLst>
                </p14:cNvPr>
                <p14:cNvContentPartPr/>
                <p14:nvPr/>
              </p14:nvContentPartPr>
              <p14:xfrm>
                <a:off x="3218311" y="1751322"/>
                <a:ext cx="173160" cy="138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7705300-F5FD-AF59-8CCC-4D187F7BE9C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3200671" y="1733322"/>
                  <a:ext cx="2088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E5E9CBF-AA56-7163-FD2C-BCEB8F488E60}"/>
                    </a:ext>
                  </a:extLst>
                </p14:cNvPr>
                <p14:cNvContentPartPr/>
                <p14:nvPr/>
              </p14:nvContentPartPr>
              <p14:xfrm>
                <a:off x="3432511" y="1606602"/>
                <a:ext cx="57600" cy="247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E5E9CBF-AA56-7163-FD2C-BCEB8F488E6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3414871" y="1588602"/>
                  <a:ext cx="9324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0CA1E9B-217A-B920-4B99-4D62EB763FFA}"/>
                    </a:ext>
                  </a:extLst>
                </p14:cNvPr>
                <p14:cNvContentPartPr/>
                <p14:nvPr/>
              </p14:nvContentPartPr>
              <p14:xfrm>
                <a:off x="3387871" y="1563762"/>
                <a:ext cx="239760" cy="80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0CA1E9B-217A-B920-4B99-4D62EB763FF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369871" y="1546122"/>
                  <a:ext cx="275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F821324-5B8A-F254-9EF9-E8F2180E68E0}"/>
                    </a:ext>
                  </a:extLst>
                </p14:cNvPr>
                <p14:cNvContentPartPr/>
                <p14:nvPr/>
              </p14:nvContentPartPr>
              <p14:xfrm>
                <a:off x="2607391" y="2626122"/>
                <a:ext cx="195840" cy="220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F821324-5B8A-F254-9EF9-E8F2180E68E0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589391" y="2608122"/>
                  <a:ext cx="2314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1FE5FBC-B088-A55D-E659-168DEBEFB888}"/>
                    </a:ext>
                  </a:extLst>
                </p14:cNvPr>
                <p14:cNvContentPartPr/>
                <p14:nvPr/>
              </p14:nvContentPartPr>
              <p14:xfrm>
                <a:off x="2832391" y="2680482"/>
                <a:ext cx="101520" cy="128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1FE5FBC-B088-A55D-E659-168DEBEFB88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814751" y="2662842"/>
                  <a:ext cx="1371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7724A4E-5AC4-1C6A-62F4-5B1536810D9A}"/>
                    </a:ext>
                  </a:extLst>
                </p14:cNvPr>
                <p14:cNvContentPartPr/>
                <p14:nvPr/>
              </p14:nvContentPartPr>
              <p14:xfrm>
                <a:off x="2980711" y="2671482"/>
                <a:ext cx="103680" cy="1324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7724A4E-5AC4-1C6A-62F4-5B1536810D9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2962711" y="2653842"/>
                  <a:ext cx="1393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50D9A84-22DC-52DD-25BF-721AE579C5CB}"/>
                    </a:ext>
                  </a:extLst>
                </p14:cNvPr>
                <p14:cNvContentPartPr/>
                <p14:nvPr/>
              </p14:nvContentPartPr>
              <p14:xfrm>
                <a:off x="3149551" y="2663922"/>
                <a:ext cx="123120" cy="138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50D9A84-22DC-52DD-25BF-721AE579C5C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131911" y="2645922"/>
                  <a:ext cx="1587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A6CA61C-D9CA-6160-6EA6-49A4CFDE5DDE}"/>
                    </a:ext>
                  </a:extLst>
                </p14:cNvPr>
                <p14:cNvContentPartPr/>
                <p14:nvPr/>
              </p14:nvContentPartPr>
              <p14:xfrm>
                <a:off x="3361951" y="2618202"/>
                <a:ext cx="74160" cy="1447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A6CA61C-D9CA-6160-6EA6-49A4CFDE5DD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3343951" y="2600202"/>
                  <a:ext cx="1098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EC812A5-4511-85B9-8533-45C9687D5F92}"/>
                    </a:ext>
                  </a:extLst>
                </p14:cNvPr>
                <p14:cNvContentPartPr/>
                <p14:nvPr/>
              </p14:nvContentPartPr>
              <p14:xfrm>
                <a:off x="2042551" y="3248922"/>
                <a:ext cx="2004480" cy="3448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EC812A5-4511-85B9-8533-45C9687D5F9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2024551" y="3231282"/>
                  <a:ext cx="20401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57B472E-96EF-7110-8A38-82E7E805949A}"/>
                    </a:ext>
                  </a:extLst>
                </p14:cNvPr>
                <p14:cNvContentPartPr/>
                <p14:nvPr/>
              </p14:nvContentPartPr>
              <p14:xfrm>
                <a:off x="1989631" y="3319122"/>
                <a:ext cx="112320" cy="269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57B472E-96EF-7110-8A38-82E7E805949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971991" y="3301122"/>
                  <a:ext cx="1479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2B6300-FF14-C114-3097-AB902B2B1515}"/>
                    </a:ext>
                  </a:extLst>
                </p14:cNvPr>
                <p14:cNvContentPartPr/>
                <p14:nvPr/>
              </p14:nvContentPartPr>
              <p14:xfrm>
                <a:off x="2015911" y="3250002"/>
                <a:ext cx="294840" cy="42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2B6300-FF14-C114-3097-AB902B2B1515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997911" y="3232362"/>
                  <a:ext cx="3304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93AD58B-C927-4D16-CB07-81ABA1A63CE4}"/>
                    </a:ext>
                  </a:extLst>
                </p14:cNvPr>
                <p14:cNvContentPartPr/>
                <p14:nvPr/>
              </p14:nvContentPartPr>
              <p14:xfrm>
                <a:off x="2282311" y="3668322"/>
                <a:ext cx="104040" cy="236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93AD58B-C927-4D16-CB07-81ABA1A63CE4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264671" y="3650322"/>
                  <a:ext cx="1396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59EA0FF-DBA0-2BD5-B083-DFAB5B8E55F5}"/>
                    </a:ext>
                  </a:extLst>
                </p14:cNvPr>
                <p14:cNvContentPartPr/>
                <p14:nvPr/>
              </p14:nvContentPartPr>
              <p14:xfrm>
                <a:off x="2347471" y="3678762"/>
                <a:ext cx="58320" cy="247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59EA0FF-DBA0-2BD5-B083-DFAB5B8E55F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329471" y="3661122"/>
                  <a:ext cx="939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98E9F8D-C680-91CC-C591-B54F65D2F5B8}"/>
                    </a:ext>
                  </a:extLst>
                </p14:cNvPr>
                <p14:cNvContentPartPr/>
                <p14:nvPr/>
              </p14:nvContentPartPr>
              <p14:xfrm>
                <a:off x="2299951" y="3797202"/>
                <a:ext cx="111600" cy="32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98E9F8D-C680-91CC-C591-B54F65D2F5B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281951" y="3779562"/>
                  <a:ext cx="1472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999AF50-A0F1-0650-4256-062C09FCB094}"/>
                    </a:ext>
                  </a:extLst>
                </p14:cNvPr>
                <p14:cNvContentPartPr/>
                <p14:nvPr/>
              </p14:nvContentPartPr>
              <p14:xfrm>
                <a:off x="2508391" y="3704322"/>
                <a:ext cx="11520" cy="180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999AF50-A0F1-0650-4256-062C09FCB094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490751" y="3686682"/>
                  <a:ext cx="47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63BA11F-52EC-8784-6F56-8996E4C8ECDD}"/>
                    </a:ext>
                  </a:extLst>
                </p14:cNvPr>
                <p14:cNvContentPartPr/>
                <p14:nvPr/>
              </p14:nvContentPartPr>
              <p14:xfrm>
                <a:off x="2482831" y="3694962"/>
                <a:ext cx="108720" cy="267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63BA11F-52EC-8784-6F56-8996E4C8ECDD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464831" y="3677322"/>
                  <a:ext cx="1443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DE62F75-71A7-11C1-48D3-2FA2883D805C}"/>
                    </a:ext>
                  </a:extLst>
                </p14:cNvPr>
                <p14:cNvContentPartPr/>
                <p14:nvPr/>
              </p14:nvContentPartPr>
              <p14:xfrm>
                <a:off x="2668951" y="3692802"/>
                <a:ext cx="114840" cy="222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DE62F75-71A7-11C1-48D3-2FA2883D805C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2651311" y="3675162"/>
                  <a:ext cx="1504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80FFFC4-9BB2-50BC-01C8-DDD00F9FFFAF}"/>
                    </a:ext>
                  </a:extLst>
                </p14:cNvPr>
                <p14:cNvContentPartPr/>
                <p14:nvPr/>
              </p14:nvContentPartPr>
              <p14:xfrm>
                <a:off x="2860471" y="3713322"/>
                <a:ext cx="11160" cy="203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80FFFC4-9BB2-50BC-01C8-DDD00F9FFFAF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842831" y="3695682"/>
                  <a:ext cx="4680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DA3B74A-0C65-4E65-5ECE-BF8EF17411A7}"/>
                    </a:ext>
                  </a:extLst>
                </p14:cNvPr>
                <p14:cNvContentPartPr/>
                <p14:nvPr/>
              </p14:nvContentPartPr>
              <p14:xfrm>
                <a:off x="2974591" y="3711882"/>
                <a:ext cx="160560" cy="172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DA3B74A-0C65-4E65-5ECE-BF8EF17411A7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956591" y="3693882"/>
                  <a:ext cx="1962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4AC8E79-1905-B31F-585E-EDFD83EAC1E5}"/>
                    </a:ext>
                  </a:extLst>
                </p14:cNvPr>
                <p14:cNvContentPartPr/>
                <p14:nvPr/>
              </p14:nvContentPartPr>
              <p14:xfrm>
                <a:off x="3261511" y="3692802"/>
                <a:ext cx="48600" cy="6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4AC8E79-1905-B31F-585E-EDFD83EAC1E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3243511" y="3675162"/>
                  <a:ext cx="842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C656408-F7C5-6AD7-9B7B-F442AFE2EA1F}"/>
                    </a:ext>
                  </a:extLst>
                </p14:cNvPr>
                <p14:cNvContentPartPr/>
                <p14:nvPr/>
              </p14:nvContentPartPr>
              <p14:xfrm>
                <a:off x="3198871" y="3773442"/>
                <a:ext cx="162360" cy="30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C656408-F7C5-6AD7-9B7B-F442AFE2EA1F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3181231" y="3755802"/>
                  <a:ext cx="1980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7E0C619-BA8F-6263-905F-8E9315ED9EEE}"/>
                    </a:ext>
                  </a:extLst>
                </p14:cNvPr>
                <p14:cNvContentPartPr/>
                <p14:nvPr/>
              </p14:nvContentPartPr>
              <p14:xfrm>
                <a:off x="3201031" y="3670842"/>
                <a:ext cx="33840" cy="2674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7E0C619-BA8F-6263-905F-8E9315ED9EEE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3183391" y="3653202"/>
                  <a:ext cx="6948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E3426DE-BFD5-1340-298B-0E60C2E873CA}"/>
                    </a:ext>
                  </a:extLst>
                </p14:cNvPr>
                <p14:cNvContentPartPr/>
                <p14:nvPr/>
              </p14:nvContentPartPr>
              <p14:xfrm>
                <a:off x="3224431" y="3897642"/>
                <a:ext cx="87120" cy="46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E3426DE-BFD5-1340-298B-0E60C2E873CA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206791" y="3880002"/>
                  <a:ext cx="1227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4627C19-0CE9-65D7-FC09-CB3DE62E6D26}"/>
                    </a:ext>
                  </a:extLst>
                </p14:cNvPr>
                <p14:cNvContentPartPr/>
                <p14:nvPr/>
              </p14:nvContentPartPr>
              <p14:xfrm>
                <a:off x="2097271" y="4043442"/>
                <a:ext cx="15480" cy="1465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4627C19-0CE9-65D7-FC09-CB3DE62E6D26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2079271" y="4025802"/>
                  <a:ext cx="511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C1B9FB7-A501-62F1-A930-0F2CBACF650A}"/>
                    </a:ext>
                  </a:extLst>
                </p14:cNvPr>
                <p14:cNvContentPartPr/>
                <p14:nvPr/>
              </p14:nvContentPartPr>
              <p14:xfrm>
                <a:off x="2071711" y="4045242"/>
                <a:ext cx="91800" cy="90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C1B9FB7-A501-62F1-A930-0F2CBACF650A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2053711" y="4027602"/>
                  <a:ext cx="1274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AC45B8-85B1-061A-FD25-F3043242CAAA}"/>
                    </a:ext>
                  </a:extLst>
                </p14:cNvPr>
                <p14:cNvContentPartPr/>
                <p14:nvPr/>
              </p14:nvContentPartPr>
              <p14:xfrm>
                <a:off x="2176831" y="4115442"/>
                <a:ext cx="92520" cy="101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AC45B8-85B1-061A-FD25-F3043242CAAA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2159191" y="4097802"/>
                  <a:ext cx="1281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EB8462C-8165-26D8-4EAF-E15623D21E8F}"/>
                    </a:ext>
                  </a:extLst>
                </p14:cNvPr>
                <p14:cNvContentPartPr/>
                <p14:nvPr/>
              </p14:nvContentPartPr>
              <p14:xfrm>
                <a:off x="2331991" y="4107882"/>
                <a:ext cx="3240" cy="1000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EB8462C-8165-26D8-4EAF-E15623D21E8F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2313991" y="4090242"/>
                  <a:ext cx="388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E3DDEC9-A48A-7B2A-C609-AF1B7AE58FFE}"/>
                    </a:ext>
                  </a:extLst>
                </p14:cNvPr>
                <p14:cNvContentPartPr/>
                <p14:nvPr/>
              </p14:nvContentPartPr>
              <p14:xfrm>
                <a:off x="2293471" y="4083762"/>
                <a:ext cx="105840" cy="154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E3DDEC9-A48A-7B2A-C609-AF1B7AE58FFE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2275831" y="4066122"/>
                  <a:ext cx="1414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B60481D-6E51-FC48-5F32-5B1B021B2A85}"/>
                    </a:ext>
                  </a:extLst>
                </p14:cNvPr>
                <p14:cNvContentPartPr/>
                <p14:nvPr/>
              </p14:nvContentPartPr>
              <p14:xfrm>
                <a:off x="2415511" y="4073682"/>
                <a:ext cx="73800" cy="46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B60481D-6E51-FC48-5F32-5B1B021B2A85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2397871" y="4055682"/>
                  <a:ext cx="1094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7FFDAEE-CCE0-E28E-589C-066EC8FD1815}"/>
                    </a:ext>
                  </a:extLst>
                </p14:cNvPr>
                <p14:cNvContentPartPr/>
                <p14:nvPr/>
              </p14:nvContentPartPr>
              <p14:xfrm>
                <a:off x="2408311" y="4081242"/>
                <a:ext cx="87120" cy="135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7FFDAEE-CCE0-E28E-589C-066EC8FD1815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390671" y="4063242"/>
                  <a:ext cx="1227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FB5948F-6235-0544-B87B-0ADD7AE3D95F}"/>
                    </a:ext>
                  </a:extLst>
                </p14:cNvPr>
                <p14:cNvContentPartPr/>
                <p14:nvPr/>
              </p14:nvContentPartPr>
              <p14:xfrm>
                <a:off x="2430991" y="4153962"/>
                <a:ext cx="40680" cy="151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FB5948F-6235-0544-B87B-0ADD7AE3D95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412991" y="4136322"/>
                  <a:ext cx="763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71D9C7E-D142-787C-D40A-97E5F158A597}"/>
                    </a:ext>
                  </a:extLst>
                </p14:cNvPr>
                <p14:cNvContentPartPr/>
                <p14:nvPr/>
              </p14:nvContentPartPr>
              <p14:xfrm>
                <a:off x="2548351" y="4080162"/>
                <a:ext cx="123480" cy="122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71D9C7E-D142-787C-D40A-97E5F158A597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530351" y="4062522"/>
                  <a:ext cx="159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0402BF7-A9F3-523B-0B19-9D53CFE8A4A6}"/>
                    </a:ext>
                  </a:extLst>
                </p14:cNvPr>
                <p14:cNvContentPartPr/>
                <p14:nvPr/>
              </p14:nvContentPartPr>
              <p14:xfrm>
                <a:off x="2722591" y="4106442"/>
                <a:ext cx="51480" cy="104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0402BF7-A9F3-523B-0B19-9D53CFE8A4A6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2704951" y="4088442"/>
                  <a:ext cx="871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8BEB582-F46D-44E4-2C8C-51B4F9C194E7}"/>
                    </a:ext>
                  </a:extLst>
                </p14:cNvPr>
                <p14:cNvContentPartPr/>
                <p14:nvPr/>
              </p14:nvContentPartPr>
              <p14:xfrm>
                <a:off x="2722231" y="4098162"/>
                <a:ext cx="139680" cy="128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8BEB582-F46D-44E4-2C8C-51B4F9C194E7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704231" y="4080522"/>
                  <a:ext cx="1753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A50C510-8025-49CF-4B69-33169FDBB44E}"/>
                    </a:ext>
                  </a:extLst>
                </p14:cNvPr>
                <p14:cNvContentPartPr/>
                <p14:nvPr/>
              </p14:nvContentPartPr>
              <p14:xfrm>
                <a:off x="2942191" y="4091322"/>
                <a:ext cx="100440" cy="139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A50C510-8025-49CF-4B69-33169FDBB44E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924551" y="4073322"/>
                  <a:ext cx="1360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9CE9AF5-D7AD-BA84-1031-67E9C7DF5B8A}"/>
                    </a:ext>
                  </a:extLst>
                </p14:cNvPr>
                <p14:cNvContentPartPr/>
                <p14:nvPr/>
              </p14:nvContentPartPr>
              <p14:xfrm>
                <a:off x="3109231" y="4098882"/>
                <a:ext cx="91440" cy="1332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9CE9AF5-D7AD-BA84-1031-67E9C7DF5B8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3091591" y="4080882"/>
                  <a:ext cx="127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5A623D0-3688-B5AB-A590-2603A20A55A9}"/>
                    </a:ext>
                  </a:extLst>
                </p14:cNvPr>
                <p14:cNvContentPartPr/>
                <p14:nvPr/>
              </p14:nvContentPartPr>
              <p14:xfrm>
                <a:off x="3398671" y="4051722"/>
                <a:ext cx="64080" cy="113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5A623D0-3688-B5AB-A590-2603A20A55A9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3381031" y="4034082"/>
                  <a:ext cx="997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591C9C9-5D4D-B87D-8BB8-228981689A70}"/>
                    </a:ext>
                  </a:extLst>
                </p14:cNvPr>
                <p14:cNvContentPartPr/>
                <p14:nvPr/>
              </p14:nvContentPartPr>
              <p14:xfrm>
                <a:off x="3365911" y="4034082"/>
                <a:ext cx="95760" cy="11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591C9C9-5D4D-B87D-8BB8-228981689A70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3348271" y="4016082"/>
                  <a:ext cx="1314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3E6B77F-D63A-9EBA-2B9B-CAF979872E14}"/>
                    </a:ext>
                  </a:extLst>
                </p14:cNvPr>
                <p14:cNvContentPartPr/>
                <p14:nvPr/>
              </p14:nvContentPartPr>
              <p14:xfrm>
                <a:off x="3544471" y="4036602"/>
                <a:ext cx="84960" cy="1206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3E6B77F-D63A-9EBA-2B9B-CAF979872E14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3526831" y="4018962"/>
                  <a:ext cx="1206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2ABEB79-A4F3-8AFA-2DAB-30392066E716}"/>
                    </a:ext>
                  </a:extLst>
                </p14:cNvPr>
                <p14:cNvContentPartPr/>
                <p14:nvPr/>
              </p14:nvContentPartPr>
              <p14:xfrm>
                <a:off x="3683071" y="4024722"/>
                <a:ext cx="74520" cy="1378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2ABEB79-A4F3-8AFA-2DAB-30392066E716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3665431" y="4006722"/>
                  <a:ext cx="11016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DFA82CE-D560-20C9-541E-B576CB941BA9}"/>
                    </a:ext>
                  </a:extLst>
                </p14:cNvPr>
                <p14:cNvContentPartPr/>
                <p14:nvPr/>
              </p14:nvContentPartPr>
              <p14:xfrm>
                <a:off x="3810151" y="3988002"/>
                <a:ext cx="75240" cy="185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DFA82CE-D560-20C9-541E-B576CB941BA9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3792511" y="3970362"/>
                  <a:ext cx="1108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4805D0F-F285-DD40-C883-F82D0E81D092}"/>
                    </a:ext>
                  </a:extLst>
                </p14:cNvPr>
                <p14:cNvContentPartPr/>
                <p14:nvPr/>
              </p14:nvContentPartPr>
              <p14:xfrm>
                <a:off x="3826351" y="4091322"/>
                <a:ext cx="56880" cy="7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4805D0F-F285-DD40-C883-F82D0E81D09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3808351" y="4073322"/>
                  <a:ext cx="9252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7B470E1-F7BE-4D45-F60F-B411C845222E}"/>
                    </a:ext>
                  </a:extLst>
                </p14:cNvPr>
                <p14:cNvContentPartPr/>
                <p14:nvPr/>
              </p14:nvContentPartPr>
              <p14:xfrm>
                <a:off x="3898351" y="4013202"/>
                <a:ext cx="74880" cy="1724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7B470E1-F7BE-4D45-F60F-B411C845222E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3880351" y="3995202"/>
                  <a:ext cx="110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63ED0A5-4BCF-BEF2-8336-FDBFBBF0A22B}"/>
                    </a:ext>
                  </a:extLst>
                </p14:cNvPr>
                <p14:cNvContentPartPr/>
                <p14:nvPr/>
              </p14:nvContentPartPr>
              <p14:xfrm>
                <a:off x="4029031" y="4041282"/>
                <a:ext cx="25200" cy="871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63ED0A5-4BCF-BEF2-8336-FDBFBBF0A22B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4011391" y="4023642"/>
                  <a:ext cx="60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45BA2ED-4EE4-E3F7-F18A-E6EEA918F95F}"/>
                    </a:ext>
                  </a:extLst>
                </p14:cNvPr>
                <p14:cNvContentPartPr/>
                <p14:nvPr/>
              </p14:nvContentPartPr>
              <p14:xfrm>
                <a:off x="3987271" y="4015362"/>
                <a:ext cx="86400" cy="111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45BA2ED-4EE4-E3F7-F18A-E6EEA918F95F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3969271" y="3997362"/>
                  <a:ext cx="1220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D309822-CD21-1588-F454-14C322A1FA11}"/>
                    </a:ext>
                  </a:extLst>
                </p14:cNvPr>
                <p14:cNvContentPartPr/>
                <p14:nvPr/>
              </p14:nvContentPartPr>
              <p14:xfrm>
                <a:off x="4150711" y="4142442"/>
                <a:ext cx="10800" cy="12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D309822-CD21-1588-F454-14C322A1FA11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4132711" y="4124802"/>
                  <a:ext cx="464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70B92F3-EF79-66EB-FC4D-5D4D591AABF8}"/>
                    </a:ext>
                  </a:extLst>
                </p14:cNvPr>
                <p14:cNvContentPartPr/>
                <p14:nvPr/>
              </p14:nvContentPartPr>
              <p14:xfrm>
                <a:off x="1977391" y="4387242"/>
                <a:ext cx="2251440" cy="2628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70B92F3-EF79-66EB-FC4D-5D4D591AABF8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959751" y="4369602"/>
                  <a:ext cx="228708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FC17FD8-7977-5029-1091-F426B9AD2B58}"/>
                    </a:ext>
                  </a:extLst>
                </p14:cNvPr>
                <p14:cNvContentPartPr/>
                <p14:nvPr/>
              </p14:nvContentPartPr>
              <p14:xfrm>
                <a:off x="3930751" y="4364202"/>
                <a:ext cx="311400" cy="202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FC17FD8-7977-5029-1091-F426B9AD2B58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912751" y="4346562"/>
                  <a:ext cx="34704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9727290-7DEA-5995-DAAF-A86D69A80C28}"/>
                    </a:ext>
                  </a:extLst>
                </p14:cNvPr>
                <p14:cNvContentPartPr/>
                <p14:nvPr/>
              </p14:nvContentPartPr>
              <p14:xfrm>
                <a:off x="2356831" y="4711602"/>
                <a:ext cx="114840" cy="117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9727290-7DEA-5995-DAAF-A86D69A80C28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2338831" y="4693962"/>
                  <a:ext cx="150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5A4B191-4174-E13A-11B2-0C1968508871}"/>
                    </a:ext>
                  </a:extLst>
                </p14:cNvPr>
                <p14:cNvContentPartPr/>
                <p14:nvPr/>
              </p14:nvContentPartPr>
              <p14:xfrm>
                <a:off x="2545831" y="4766682"/>
                <a:ext cx="113760" cy="946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5A4B191-4174-E13A-11B2-0C1968508871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2527831" y="4748682"/>
                  <a:ext cx="1494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2E08951-ED05-E020-7A57-919E3AEEAA68}"/>
                    </a:ext>
                  </a:extLst>
                </p14:cNvPr>
                <p14:cNvContentPartPr/>
                <p14:nvPr/>
              </p14:nvContentPartPr>
              <p14:xfrm>
                <a:off x="2705311" y="4756242"/>
                <a:ext cx="134280" cy="89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2E08951-ED05-E020-7A57-919E3AEEAA68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2687671" y="4738242"/>
                  <a:ext cx="1699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D2D1D18-358C-7F12-F97B-526D2B658550}"/>
                    </a:ext>
                  </a:extLst>
                </p14:cNvPr>
                <p14:cNvContentPartPr/>
                <p14:nvPr/>
              </p14:nvContentPartPr>
              <p14:xfrm>
                <a:off x="2947951" y="4756602"/>
                <a:ext cx="36000" cy="1195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D2D1D18-358C-7F12-F97B-526D2B658550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2930311" y="4738962"/>
                  <a:ext cx="716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AB9A0F4-BCB7-D8DD-EE2E-AE4E99933447}"/>
                    </a:ext>
                  </a:extLst>
                </p14:cNvPr>
                <p14:cNvContentPartPr/>
                <p14:nvPr/>
              </p14:nvContentPartPr>
              <p14:xfrm>
                <a:off x="2951911" y="4733562"/>
                <a:ext cx="73080" cy="208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AB9A0F4-BCB7-D8DD-EE2E-AE4E9993344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2933911" y="4715922"/>
                  <a:ext cx="1087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DB26FD3-0AA3-DA31-8DFF-078BE9EB16EC}"/>
                    </a:ext>
                  </a:extLst>
                </p14:cNvPr>
                <p14:cNvContentPartPr/>
                <p14:nvPr/>
              </p14:nvContentPartPr>
              <p14:xfrm>
                <a:off x="2961991" y="4800162"/>
                <a:ext cx="61560" cy="7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DB26FD3-0AA3-DA31-8DFF-078BE9EB16EC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2944351" y="4782162"/>
                  <a:ext cx="972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393EF6E-9DB6-EE64-8F3E-81206ADE2DC1}"/>
                    </a:ext>
                  </a:extLst>
                </p14:cNvPr>
                <p14:cNvContentPartPr/>
                <p14:nvPr/>
              </p14:nvContentPartPr>
              <p14:xfrm>
                <a:off x="3084031" y="4733562"/>
                <a:ext cx="12600" cy="1076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393EF6E-9DB6-EE64-8F3E-81206ADE2DC1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066391" y="4715922"/>
                  <a:ext cx="48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32C58F6-4A81-21B9-F264-87ABA6ED03BD}"/>
                    </a:ext>
                  </a:extLst>
                </p14:cNvPr>
                <p14:cNvContentPartPr/>
                <p14:nvPr/>
              </p14:nvContentPartPr>
              <p14:xfrm>
                <a:off x="3166471" y="4699722"/>
                <a:ext cx="145440" cy="147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32C58F6-4A81-21B9-F264-87ABA6ED03BD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3148831" y="4682082"/>
                  <a:ext cx="1810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03BB9E4E-B136-2B1A-B45E-A6E29D1C87B8}"/>
                    </a:ext>
                  </a:extLst>
                </p14:cNvPr>
                <p14:cNvContentPartPr/>
                <p14:nvPr/>
              </p14:nvContentPartPr>
              <p14:xfrm>
                <a:off x="3360511" y="4708002"/>
                <a:ext cx="141840" cy="125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03BB9E4E-B136-2B1A-B45E-A6E29D1C87B8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3342511" y="4690002"/>
                  <a:ext cx="1774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F58D5BA-AECC-C0A1-BF03-522EDFC3AE43}"/>
                    </a:ext>
                  </a:extLst>
                </p14:cNvPr>
                <p14:cNvContentPartPr/>
                <p14:nvPr/>
              </p14:nvContentPartPr>
              <p14:xfrm>
                <a:off x="2360431" y="4971162"/>
                <a:ext cx="108720" cy="1591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F58D5BA-AECC-C0A1-BF03-522EDFC3AE43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2342431" y="4953522"/>
                  <a:ext cx="14436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74B46AEA-1822-96A1-E4B6-C4D23409486E}"/>
                    </a:ext>
                  </a:extLst>
                </p14:cNvPr>
                <p14:cNvContentPartPr/>
                <p14:nvPr/>
              </p14:nvContentPartPr>
              <p14:xfrm>
                <a:off x="2364391" y="4966482"/>
                <a:ext cx="83520" cy="237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74B46AEA-1822-96A1-E4B6-C4D23409486E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2346751" y="4948842"/>
                  <a:ext cx="119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B8D43509-1923-5C6C-7D94-0F6F248F2A08}"/>
                    </a:ext>
                  </a:extLst>
                </p14:cNvPr>
                <p14:cNvContentPartPr/>
                <p14:nvPr/>
              </p14:nvContentPartPr>
              <p14:xfrm>
                <a:off x="2488951" y="4992402"/>
                <a:ext cx="133560" cy="100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B8D43509-1923-5C6C-7D94-0F6F248F2A08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2471311" y="4974402"/>
                  <a:ext cx="1692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65EDCB2-882C-B6F4-8CD9-188D06026804}"/>
                    </a:ext>
                  </a:extLst>
                </p14:cNvPr>
                <p14:cNvContentPartPr/>
                <p14:nvPr/>
              </p14:nvContentPartPr>
              <p14:xfrm>
                <a:off x="2699191" y="4991682"/>
                <a:ext cx="67680" cy="109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65EDCB2-882C-B6F4-8CD9-188D06026804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2681191" y="4974042"/>
                  <a:ext cx="1033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245A24F-5492-C053-8F3D-12B7B2E96602}"/>
                    </a:ext>
                  </a:extLst>
                </p14:cNvPr>
                <p14:cNvContentPartPr/>
                <p14:nvPr/>
              </p14:nvContentPartPr>
              <p14:xfrm>
                <a:off x="2801071" y="4983402"/>
                <a:ext cx="119880" cy="1288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245A24F-5492-C053-8F3D-12B7B2E96602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2783431" y="4965762"/>
                  <a:ext cx="155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7D49FC3-0D66-07CD-82AC-08F638741C6B}"/>
                    </a:ext>
                  </a:extLst>
                </p14:cNvPr>
                <p14:cNvContentPartPr/>
                <p14:nvPr/>
              </p14:nvContentPartPr>
              <p14:xfrm>
                <a:off x="2850391" y="5041362"/>
                <a:ext cx="35640" cy="126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7D49FC3-0D66-07CD-82AC-08F638741C6B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2832391" y="5023722"/>
                  <a:ext cx="712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CFF3DAD-8362-A28F-DFB3-5AC1E911422D}"/>
                    </a:ext>
                  </a:extLst>
                </p14:cNvPr>
                <p14:cNvContentPartPr/>
                <p14:nvPr/>
              </p14:nvContentPartPr>
              <p14:xfrm>
                <a:off x="2942191" y="4981242"/>
                <a:ext cx="90360" cy="142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CFF3DAD-8362-A28F-DFB3-5AC1E911422D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2924191" y="4963602"/>
                  <a:ext cx="1260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12D76D1-14A2-5B27-E3FE-838AFE2A11A1}"/>
                    </a:ext>
                  </a:extLst>
                </p14:cNvPr>
                <p14:cNvContentPartPr/>
                <p14:nvPr/>
              </p14:nvContentPartPr>
              <p14:xfrm>
                <a:off x="3125791" y="4998162"/>
                <a:ext cx="29520" cy="10584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12D76D1-14A2-5B27-E3FE-838AFE2A11A1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3107791" y="4980522"/>
                  <a:ext cx="651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57249EF-286F-0B51-8F69-9E43CFBEDC51}"/>
                    </a:ext>
                  </a:extLst>
                </p14:cNvPr>
                <p14:cNvContentPartPr/>
                <p14:nvPr/>
              </p14:nvContentPartPr>
              <p14:xfrm>
                <a:off x="3065311" y="4966482"/>
                <a:ext cx="139680" cy="316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57249EF-286F-0B51-8F69-9E43CFBEDC51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3047671" y="4948842"/>
                  <a:ext cx="175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1834752-1114-155A-B0CE-BCBD383FBAB1}"/>
                    </a:ext>
                  </a:extLst>
                </p14:cNvPr>
                <p14:cNvContentPartPr/>
                <p14:nvPr/>
              </p14:nvContentPartPr>
              <p14:xfrm>
                <a:off x="3255031" y="4953522"/>
                <a:ext cx="160920" cy="1346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1834752-1114-155A-B0CE-BCBD383FBAB1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3237031" y="4935882"/>
                  <a:ext cx="1965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8F64F14-4266-7D52-8043-BDC1D22D1A20}"/>
                    </a:ext>
                  </a:extLst>
                </p14:cNvPr>
                <p14:cNvContentPartPr/>
                <p14:nvPr/>
              </p14:nvContentPartPr>
              <p14:xfrm>
                <a:off x="3449431" y="4940922"/>
                <a:ext cx="159480" cy="150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8F64F14-4266-7D52-8043-BDC1D22D1A20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3431791" y="4923282"/>
                  <a:ext cx="1951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A1657A5-4BC2-0257-227F-BB3DCFC14B12}"/>
                    </a:ext>
                  </a:extLst>
                </p14:cNvPr>
                <p14:cNvContentPartPr/>
                <p14:nvPr/>
              </p14:nvContentPartPr>
              <p14:xfrm>
                <a:off x="3492991" y="5016162"/>
                <a:ext cx="91080" cy="270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A1657A5-4BC2-0257-227F-BB3DCFC14B12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3474991" y="4998162"/>
                  <a:ext cx="1267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4F128AF-FD54-7DCC-DA2F-0477E695CB40}"/>
                    </a:ext>
                  </a:extLst>
                </p14:cNvPr>
                <p14:cNvContentPartPr/>
                <p14:nvPr/>
              </p14:nvContentPartPr>
              <p14:xfrm>
                <a:off x="3644551" y="4931202"/>
                <a:ext cx="179640" cy="144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4F128AF-FD54-7DCC-DA2F-0477E695CB40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3626551" y="4913202"/>
                  <a:ext cx="2152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BD1A249-9A23-705F-3287-E424942277D5}"/>
                    </a:ext>
                  </a:extLst>
                </p14:cNvPr>
                <p14:cNvContentPartPr/>
                <p14:nvPr/>
              </p14:nvContentPartPr>
              <p14:xfrm>
                <a:off x="3881071" y="4894122"/>
                <a:ext cx="55440" cy="155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BD1A249-9A23-705F-3287-E424942277D5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3863071" y="4876482"/>
                  <a:ext cx="91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4388065-1DD9-4099-F529-2FC1299ADAD3}"/>
                    </a:ext>
                  </a:extLst>
                </p14:cNvPr>
                <p14:cNvContentPartPr/>
                <p14:nvPr/>
              </p14:nvContentPartPr>
              <p14:xfrm>
                <a:off x="4327471" y="1001802"/>
                <a:ext cx="127080" cy="48596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4388065-1DD9-4099-F529-2FC1299ADAD3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4309471" y="984162"/>
                  <a:ext cx="162720" cy="48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A48EE0E-0E4D-E77D-3012-2AE82DE1E582}"/>
                    </a:ext>
                  </a:extLst>
                </p14:cNvPr>
                <p14:cNvContentPartPr/>
                <p14:nvPr/>
              </p14:nvContentPartPr>
              <p14:xfrm>
                <a:off x="4598191" y="925122"/>
                <a:ext cx="4718520" cy="5153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A48EE0E-0E4D-E77D-3012-2AE82DE1E582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4580551" y="907482"/>
                  <a:ext cx="4754160" cy="518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9ED3D2A-65D1-04CF-735D-AF6ED5A5482A}"/>
                    </a:ext>
                  </a:extLst>
                </p14:cNvPr>
                <p14:cNvContentPartPr/>
                <p14:nvPr/>
              </p14:nvContentPartPr>
              <p14:xfrm>
                <a:off x="4337911" y="5941722"/>
                <a:ext cx="4888080" cy="910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9ED3D2A-65D1-04CF-735D-AF6ED5A5482A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4319911" y="5923722"/>
                  <a:ext cx="49237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ED456C5-6232-0853-1E2F-92642F4785E4}"/>
                    </a:ext>
                  </a:extLst>
                </p14:cNvPr>
                <p14:cNvContentPartPr/>
                <p14:nvPr/>
              </p14:nvContentPartPr>
              <p14:xfrm>
                <a:off x="4427191" y="917922"/>
                <a:ext cx="188640" cy="612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ED456C5-6232-0853-1E2F-92642F4785E4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4409191" y="900282"/>
                  <a:ext cx="2242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EEE1A9E-F8F6-7A11-EBE2-B949A3746EF9}"/>
                    </a:ext>
                  </a:extLst>
                </p14:cNvPr>
                <p14:cNvContentPartPr/>
                <p14:nvPr/>
              </p14:nvContentPartPr>
              <p14:xfrm>
                <a:off x="4414951" y="613002"/>
                <a:ext cx="172800" cy="1962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EEE1A9E-F8F6-7A11-EBE2-B949A3746EF9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4396951" y="595002"/>
                  <a:ext cx="2084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FFD225AD-997A-DB98-86F6-742C229FEE73}"/>
                    </a:ext>
                  </a:extLst>
                </p14:cNvPr>
                <p14:cNvContentPartPr/>
                <p14:nvPr/>
              </p14:nvContentPartPr>
              <p14:xfrm>
                <a:off x="4447351" y="739722"/>
                <a:ext cx="75960" cy="129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FFD225AD-997A-DB98-86F6-742C229FEE73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4429711" y="721722"/>
                  <a:ext cx="11160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E517053-12E3-40AF-F7F1-CA3705F3FD96}"/>
                    </a:ext>
                  </a:extLst>
                </p14:cNvPr>
                <p14:cNvContentPartPr/>
                <p14:nvPr/>
              </p14:nvContentPartPr>
              <p14:xfrm>
                <a:off x="4645351" y="656562"/>
                <a:ext cx="112320" cy="190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E517053-12E3-40AF-F7F1-CA3705F3FD96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4627351" y="638922"/>
                  <a:ext cx="1479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17DBE60-8632-BF18-5700-E9063AB49382}"/>
                    </a:ext>
                  </a:extLst>
                </p14:cNvPr>
                <p14:cNvContentPartPr/>
                <p14:nvPr/>
              </p14:nvContentPartPr>
              <p14:xfrm>
                <a:off x="4845511" y="649002"/>
                <a:ext cx="74880" cy="13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17DBE60-8632-BF18-5700-E9063AB49382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4827511" y="631362"/>
                  <a:ext cx="1105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B568F987-B4E9-6BB5-6ECE-C7A8FB0C095D}"/>
                    </a:ext>
                  </a:extLst>
                </p14:cNvPr>
                <p14:cNvContentPartPr/>
                <p14:nvPr/>
              </p14:nvContentPartPr>
              <p14:xfrm>
                <a:off x="4846231" y="671322"/>
                <a:ext cx="99720" cy="142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B568F987-B4E9-6BB5-6ECE-C7A8FB0C095D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4828231" y="653682"/>
                  <a:ext cx="135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5ADD984-B7EB-11A9-4351-F3C16E9250BD}"/>
                    </a:ext>
                  </a:extLst>
                </p14:cNvPr>
                <p14:cNvContentPartPr/>
                <p14:nvPr/>
              </p14:nvContentPartPr>
              <p14:xfrm>
                <a:off x="4863511" y="698682"/>
                <a:ext cx="53280" cy="360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5ADD984-B7EB-11A9-4351-F3C16E9250BD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4845511" y="681042"/>
                  <a:ext cx="889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FDBD5A01-CCC8-0819-23A5-E63CD5D574F7}"/>
                    </a:ext>
                  </a:extLst>
                </p14:cNvPr>
                <p14:cNvContentPartPr/>
                <p14:nvPr/>
              </p14:nvContentPartPr>
              <p14:xfrm>
                <a:off x="5022271" y="643242"/>
                <a:ext cx="273600" cy="1407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FDBD5A01-CCC8-0819-23A5-E63CD5D574F7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5004271" y="625242"/>
                  <a:ext cx="3092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C41C431F-BF0B-9656-5FBD-3EF23EC0753A}"/>
                    </a:ext>
                  </a:extLst>
                </p14:cNvPr>
                <p14:cNvContentPartPr/>
                <p14:nvPr/>
              </p14:nvContentPartPr>
              <p14:xfrm>
                <a:off x="5232151" y="651522"/>
                <a:ext cx="217800" cy="1749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C41C431F-BF0B-9656-5FBD-3EF23EC0753A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5214151" y="633522"/>
                  <a:ext cx="2534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C0A8DCF-A8EE-4C0E-4390-7314EF06DCD3}"/>
                    </a:ext>
                  </a:extLst>
                </p14:cNvPr>
                <p14:cNvContentPartPr/>
                <p14:nvPr/>
              </p14:nvContentPartPr>
              <p14:xfrm>
                <a:off x="5528791" y="673482"/>
                <a:ext cx="109800" cy="14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C0A8DCF-A8EE-4C0E-4390-7314EF06DCD3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5510791" y="655482"/>
                  <a:ext cx="1454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D04D1D2-6F00-C685-D110-37B94F6B0165}"/>
                    </a:ext>
                  </a:extLst>
                </p14:cNvPr>
                <p14:cNvContentPartPr/>
                <p14:nvPr/>
              </p14:nvContentPartPr>
              <p14:xfrm>
                <a:off x="5909311" y="651162"/>
                <a:ext cx="131760" cy="1976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D04D1D2-6F00-C685-D110-37B94F6B0165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5891311" y="633162"/>
                  <a:ext cx="1674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164ED9C-EACF-6FC1-E3CE-61FE9DA24099}"/>
                    </a:ext>
                  </a:extLst>
                </p14:cNvPr>
                <p14:cNvContentPartPr/>
                <p14:nvPr/>
              </p14:nvContentPartPr>
              <p14:xfrm>
                <a:off x="5894551" y="640722"/>
                <a:ext cx="106920" cy="169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164ED9C-EACF-6FC1-E3CE-61FE9DA24099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5876911" y="623082"/>
                  <a:ext cx="142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E93D8C4-29AD-E956-ED0B-AEDFF7A6E4C7}"/>
                    </a:ext>
                  </a:extLst>
                </p14:cNvPr>
                <p14:cNvContentPartPr/>
                <p14:nvPr/>
              </p14:nvContentPartPr>
              <p14:xfrm>
                <a:off x="6093271" y="695802"/>
                <a:ext cx="158040" cy="1418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E93D8C4-29AD-E956-ED0B-AEDFF7A6E4C7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6075271" y="678162"/>
                  <a:ext cx="19368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B3EA2CC-4748-0284-182A-43C6B0E3E6EF}"/>
                    </a:ext>
                  </a:extLst>
                </p14:cNvPr>
                <p14:cNvContentPartPr/>
                <p14:nvPr/>
              </p14:nvContentPartPr>
              <p14:xfrm>
                <a:off x="6318271" y="674922"/>
                <a:ext cx="291960" cy="2145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B3EA2CC-4748-0284-182A-43C6B0E3E6EF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6300631" y="656922"/>
                  <a:ext cx="3276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B086567-BFDB-5229-9B62-A583759367B5}"/>
                    </a:ext>
                  </a:extLst>
                </p14:cNvPr>
                <p14:cNvContentPartPr/>
                <p14:nvPr/>
              </p14:nvContentPartPr>
              <p14:xfrm>
                <a:off x="6507271" y="754842"/>
                <a:ext cx="88920" cy="29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B086567-BFDB-5229-9B62-A583759367B5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6489271" y="736842"/>
                  <a:ext cx="1245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49AEC70-C724-1006-8358-C8D0ADFA4FE7}"/>
                    </a:ext>
                  </a:extLst>
                </p14:cNvPr>
                <p14:cNvContentPartPr/>
                <p14:nvPr/>
              </p14:nvContentPartPr>
              <p14:xfrm>
                <a:off x="6632551" y="706602"/>
                <a:ext cx="106560" cy="204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49AEC70-C724-1006-8358-C8D0ADFA4FE7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6614911" y="688602"/>
                  <a:ext cx="1422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0DCE272E-9BBB-5E7E-788C-D66CF6ED009E}"/>
                    </a:ext>
                  </a:extLst>
                </p14:cNvPr>
                <p14:cNvContentPartPr/>
                <p14:nvPr/>
              </p14:nvContentPartPr>
              <p14:xfrm>
                <a:off x="6875551" y="748362"/>
                <a:ext cx="12240" cy="1656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0DCE272E-9BBB-5E7E-788C-D66CF6ED009E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6857551" y="730722"/>
                  <a:ext cx="478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95BE398-A4AD-06F5-580D-5A1EFD02DF6B}"/>
                    </a:ext>
                  </a:extLst>
                </p14:cNvPr>
                <p14:cNvContentPartPr/>
                <p14:nvPr/>
              </p14:nvContentPartPr>
              <p14:xfrm>
                <a:off x="6794911" y="692922"/>
                <a:ext cx="252000" cy="33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95BE398-A4AD-06F5-580D-5A1EFD02DF6B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6776911" y="675282"/>
                  <a:ext cx="287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D56C3E3-51A9-FFCD-281D-1583B98B1AC9}"/>
                    </a:ext>
                  </a:extLst>
                </p14:cNvPr>
                <p14:cNvContentPartPr/>
                <p14:nvPr/>
              </p14:nvContentPartPr>
              <p14:xfrm>
                <a:off x="7064551" y="706962"/>
                <a:ext cx="237960" cy="2019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D56C3E3-51A9-FFCD-281D-1583B98B1AC9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7046551" y="689322"/>
                  <a:ext cx="2736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8950D1D-A5C7-4CBE-F26F-E3BC23E6DEC9}"/>
                    </a:ext>
                  </a:extLst>
                </p14:cNvPr>
                <p14:cNvContentPartPr/>
                <p14:nvPr/>
              </p14:nvContentPartPr>
              <p14:xfrm>
                <a:off x="7351111" y="688242"/>
                <a:ext cx="162360" cy="2095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8950D1D-A5C7-4CBE-F26F-E3BC23E6DEC9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7333471" y="670602"/>
                  <a:ext cx="1980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C552425-33E5-A483-3E9C-21F5FCA4009D}"/>
                    </a:ext>
                  </a:extLst>
                </p14:cNvPr>
                <p14:cNvContentPartPr/>
                <p14:nvPr/>
              </p14:nvContentPartPr>
              <p14:xfrm>
                <a:off x="7353271" y="751242"/>
                <a:ext cx="128520" cy="44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C552425-33E5-A483-3E9C-21F5FCA4009D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7335271" y="733242"/>
                  <a:ext cx="1641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6C20D91-0E71-E26F-DF39-AFBA19AFEA29}"/>
                    </a:ext>
                  </a:extLst>
                </p14:cNvPr>
                <p14:cNvContentPartPr/>
                <p14:nvPr/>
              </p14:nvContentPartPr>
              <p14:xfrm>
                <a:off x="7576831" y="664482"/>
                <a:ext cx="249840" cy="2260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6C20D91-0E71-E26F-DF39-AFBA19AFEA29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7558831" y="646482"/>
                  <a:ext cx="2854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102141D5-9ACE-57D5-6787-5BF0DCB6E8F8}"/>
                    </a:ext>
                  </a:extLst>
                </p14:cNvPr>
                <p14:cNvContentPartPr/>
                <p14:nvPr/>
              </p14:nvContentPartPr>
              <p14:xfrm>
                <a:off x="8112151" y="638922"/>
                <a:ext cx="191160" cy="236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102141D5-9ACE-57D5-6787-5BF0DCB6E8F8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8094511" y="621282"/>
                  <a:ext cx="2268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46BABCC-0690-F610-9428-3A8B970D35A6}"/>
                    </a:ext>
                  </a:extLst>
                </p14:cNvPr>
                <p14:cNvContentPartPr/>
                <p14:nvPr/>
              </p14:nvContentPartPr>
              <p14:xfrm>
                <a:off x="8344351" y="695082"/>
                <a:ext cx="29880" cy="1674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46BABCC-0690-F610-9428-3A8B970D35A6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8326351" y="677082"/>
                  <a:ext cx="65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977C5A1-704A-EEA0-5F7C-BA4791A1D09E}"/>
                    </a:ext>
                  </a:extLst>
                </p14:cNvPr>
                <p14:cNvContentPartPr/>
                <p14:nvPr/>
              </p14:nvContentPartPr>
              <p14:xfrm>
                <a:off x="8325991" y="670602"/>
                <a:ext cx="157320" cy="198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977C5A1-704A-EEA0-5F7C-BA4791A1D09E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8308351" y="652962"/>
                  <a:ext cx="1929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6621811-9C79-9633-4EFD-FDA00BB0B8B6}"/>
                    </a:ext>
                  </a:extLst>
                </p14:cNvPr>
                <p14:cNvContentPartPr/>
                <p14:nvPr/>
              </p14:nvContentPartPr>
              <p14:xfrm>
                <a:off x="8574031" y="651162"/>
                <a:ext cx="214560" cy="2221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6621811-9C79-9633-4EFD-FDA00BB0B8B6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8556031" y="633522"/>
                  <a:ext cx="2502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B5195412-B57B-5B30-5C8F-B60E90804E19}"/>
                    </a:ext>
                  </a:extLst>
                </p14:cNvPr>
                <p14:cNvContentPartPr/>
                <p14:nvPr/>
              </p14:nvContentPartPr>
              <p14:xfrm>
                <a:off x="8886511" y="641082"/>
                <a:ext cx="480240" cy="245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B5195412-B57B-5B30-5C8F-B60E90804E19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8868511" y="623082"/>
                  <a:ext cx="5158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A95C45E1-44F3-7A83-8667-CCEFE1A07BA3}"/>
                    </a:ext>
                  </a:extLst>
                </p14:cNvPr>
                <p14:cNvContentPartPr/>
                <p14:nvPr/>
              </p14:nvContentPartPr>
              <p14:xfrm>
                <a:off x="7728391" y="4727802"/>
                <a:ext cx="51120" cy="905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A95C45E1-44F3-7A83-8667-CCEFE1A07BA3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7710751" y="4709802"/>
                  <a:ext cx="86760" cy="9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5C0DD00-AF1D-F2C5-FC45-A0A3011ECB56}"/>
                    </a:ext>
                  </a:extLst>
                </p14:cNvPr>
                <p14:cNvContentPartPr/>
                <p14:nvPr/>
              </p14:nvContentPartPr>
              <p14:xfrm>
                <a:off x="7798591" y="4729602"/>
                <a:ext cx="852120" cy="4464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5C0DD00-AF1D-F2C5-FC45-A0A3011ECB56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7780951" y="4711962"/>
                  <a:ext cx="8877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C8739C31-ECC2-7E21-A8E4-1F4B756B84FB}"/>
                    </a:ext>
                  </a:extLst>
                </p14:cNvPr>
                <p14:cNvContentPartPr/>
                <p14:nvPr/>
              </p14:nvContentPartPr>
              <p14:xfrm>
                <a:off x="7777351" y="5551122"/>
                <a:ext cx="1006560" cy="961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C8739C31-ECC2-7E21-A8E4-1F4B756B84FB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7759711" y="5533122"/>
                  <a:ext cx="10422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7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717FEB3F-01D2-C7D6-2FD7-533B9CEBE402}"/>
                    </a:ext>
                  </a:extLst>
                </p14:cNvPr>
                <p14:cNvContentPartPr/>
                <p14:nvPr/>
              </p14:nvContentPartPr>
              <p14:xfrm>
                <a:off x="8779231" y="4760202"/>
                <a:ext cx="42480" cy="886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717FEB3F-01D2-C7D6-2FD7-533B9CEBE402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8761591" y="4742562"/>
                  <a:ext cx="78120" cy="9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9BFBD32-2438-8D5E-A576-47B438BE4E21}"/>
                    </a:ext>
                  </a:extLst>
                </p14:cNvPr>
                <p14:cNvContentPartPr/>
                <p14:nvPr/>
              </p14:nvContentPartPr>
              <p14:xfrm>
                <a:off x="7833151" y="4842282"/>
                <a:ext cx="128520" cy="179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9BFBD32-2438-8D5E-A576-47B438BE4E2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7815511" y="4824282"/>
                  <a:ext cx="1641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033562A-C7E3-396F-69F2-BF12DC4442B6}"/>
                    </a:ext>
                  </a:extLst>
                </p14:cNvPr>
                <p14:cNvContentPartPr/>
                <p14:nvPr/>
              </p14:nvContentPartPr>
              <p14:xfrm>
                <a:off x="7896871" y="4961082"/>
                <a:ext cx="12600" cy="25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033562A-C7E3-396F-69F2-BF12DC4442B6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7879231" y="4943082"/>
                  <a:ext cx="482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82DB033-57A2-A6D8-71A4-1098CAA8849B}"/>
                    </a:ext>
                  </a:extLst>
                </p14:cNvPr>
                <p14:cNvContentPartPr/>
                <p14:nvPr/>
              </p14:nvContentPartPr>
              <p14:xfrm>
                <a:off x="8026831" y="4853442"/>
                <a:ext cx="147240" cy="1947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82DB033-57A2-A6D8-71A4-1098CAA8849B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8008831" y="4835442"/>
                  <a:ext cx="1828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BF914B9-68E6-DAF8-A36B-4CC769337661}"/>
                    </a:ext>
                  </a:extLst>
                </p14:cNvPr>
                <p14:cNvContentPartPr/>
                <p14:nvPr/>
              </p14:nvContentPartPr>
              <p14:xfrm>
                <a:off x="8228431" y="4858842"/>
                <a:ext cx="111960" cy="18468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BF914B9-68E6-DAF8-A36B-4CC769337661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8210791" y="4840842"/>
                  <a:ext cx="1476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F1E8460-34E2-6878-D22E-BD2EE96E9B6A}"/>
                    </a:ext>
                  </a:extLst>
                </p14:cNvPr>
                <p14:cNvContentPartPr/>
                <p14:nvPr/>
              </p14:nvContentPartPr>
              <p14:xfrm>
                <a:off x="8243191" y="4967922"/>
                <a:ext cx="67320" cy="86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F1E8460-34E2-6878-D22E-BD2EE96E9B6A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8225191" y="4949922"/>
                  <a:ext cx="1029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CA813DD-2A93-E6BC-16FB-D27700213E8C}"/>
                    </a:ext>
                  </a:extLst>
                </p14:cNvPr>
                <p14:cNvContentPartPr/>
                <p14:nvPr/>
              </p14:nvContentPartPr>
              <p14:xfrm>
                <a:off x="8382511" y="4870002"/>
                <a:ext cx="255960" cy="1648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CA813DD-2A93-E6BC-16FB-D27700213E8C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8364511" y="4852002"/>
                  <a:ext cx="2916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5A19C8D-8325-6198-2539-4D183D01962C}"/>
                    </a:ext>
                  </a:extLst>
                </p14:cNvPr>
                <p14:cNvContentPartPr/>
                <p14:nvPr/>
              </p14:nvContentPartPr>
              <p14:xfrm>
                <a:off x="8582671" y="4852002"/>
                <a:ext cx="110520" cy="140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5A19C8D-8325-6198-2539-4D183D01962C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8565031" y="4834002"/>
                  <a:ext cx="1461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61687A2-9B99-D375-16E4-61F280BEE491}"/>
                    </a:ext>
                  </a:extLst>
                </p14:cNvPr>
                <p14:cNvContentPartPr/>
                <p14:nvPr/>
              </p14:nvContentPartPr>
              <p14:xfrm>
                <a:off x="7897951" y="5163762"/>
                <a:ext cx="19440" cy="1335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61687A2-9B99-D375-16E4-61F280BEE491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7880311" y="5146122"/>
                  <a:ext cx="550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4C18344-CA51-0E74-059A-C461C3823A78}"/>
                    </a:ext>
                  </a:extLst>
                </p14:cNvPr>
                <p14:cNvContentPartPr/>
                <p14:nvPr/>
              </p14:nvContentPartPr>
              <p14:xfrm>
                <a:off x="7872031" y="5145042"/>
                <a:ext cx="105480" cy="838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4C18344-CA51-0E74-059A-C461C3823A78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7854391" y="5127402"/>
                  <a:ext cx="1411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6079BD44-79FA-365B-8481-ED1BE554C9A7}"/>
                    </a:ext>
                  </a:extLst>
                </p14:cNvPr>
                <p14:cNvContentPartPr/>
                <p14:nvPr/>
              </p14:nvContentPartPr>
              <p14:xfrm>
                <a:off x="8006311" y="5201562"/>
                <a:ext cx="96840" cy="824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6079BD44-79FA-365B-8481-ED1BE554C9A7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7988671" y="5183922"/>
                  <a:ext cx="1324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106C3FC-8EBB-9E98-69EB-3545C355CFE1}"/>
                    </a:ext>
                  </a:extLst>
                </p14:cNvPr>
                <p14:cNvContentPartPr/>
                <p14:nvPr/>
              </p14:nvContentPartPr>
              <p14:xfrm>
                <a:off x="8146711" y="5172042"/>
                <a:ext cx="101880" cy="1018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106C3FC-8EBB-9E98-69EB-3545C355CFE1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8128711" y="5154402"/>
                  <a:ext cx="1375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4C3A69D9-BA66-9903-486B-9F861742ECA9}"/>
                    </a:ext>
                  </a:extLst>
                </p14:cNvPr>
                <p14:cNvContentPartPr/>
                <p14:nvPr/>
              </p14:nvContentPartPr>
              <p14:xfrm>
                <a:off x="8275591" y="5184282"/>
                <a:ext cx="78840" cy="79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4C3A69D9-BA66-9903-486B-9F861742ECA9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257951" y="5166282"/>
                  <a:ext cx="1144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A986F30B-7DDE-59CC-06CC-C522D184986F}"/>
                    </a:ext>
                  </a:extLst>
                </p14:cNvPr>
                <p14:cNvContentPartPr/>
                <p14:nvPr/>
              </p14:nvContentPartPr>
              <p14:xfrm>
                <a:off x="8384671" y="5156922"/>
                <a:ext cx="81360" cy="10008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A986F30B-7DDE-59CC-06CC-C522D184986F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8366671" y="5139282"/>
                  <a:ext cx="117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7BE9959-B55C-DE16-CF05-6104A30C1892}"/>
                    </a:ext>
                  </a:extLst>
                </p14:cNvPr>
                <p14:cNvContentPartPr/>
                <p14:nvPr/>
              </p14:nvContentPartPr>
              <p14:xfrm>
                <a:off x="8514631" y="5142162"/>
                <a:ext cx="77760" cy="11808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7BE9959-B55C-DE16-CF05-6104A30C1892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496631" y="5124522"/>
                  <a:ext cx="1134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A67BCFC-164E-BC0F-D8AC-7DD2A3F54A1F}"/>
                    </a:ext>
                  </a:extLst>
                </p14:cNvPr>
                <p14:cNvContentPartPr/>
                <p14:nvPr/>
              </p14:nvContentPartPr>
              <p14:xfrm>
                <a:off x="8633791" y="5141082"/>
                <a:ext cx="28800" cy="1209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A67BCFC-164E-BC0F-D8AC-7DD2A3F54A1F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616151" y="5123442"/>
                  <a:ext cx="644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C723A88-A417-7B13-ECDF-783B6988ACC9}"/>
                    </a:ext>
                  </a:extLst>
                </p14:cNvPr>
                <p14:cNvContentPartPr/>
                <p14:nvPr/>
              </p14:nvContentPartPr>
              <p14:xfrm>
                <a:off x="8685991" y="5125962"/>
                <a:ext cx="80640" cy="1396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C723A88-A417-7B13-ECDF-783B6988ACC9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8668351" y="5107962"/>
                  <a:ext cx="11628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9F23C7D-1F2C-1E7B-ADB0-CC69B6443F07}"/>
                    </a:ext>
                  </a:extLst>
                </p14:cNvPr>
                <p14:cNvContentPartPr/>
                <p14:nvPr/>
              </p14:nvContentPartPr>
              <p14:xfrm>
                <a:off x="8687431" y="5212362"/>
                <a:ext cx="29160" cy="396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9F23C7D-1F2C-1E7B-ADB0-CC69B6443F07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8669791" y="5194722"/>
                  <a:ext cx="648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007822B9-DA5C-718E-93BD-939994AB4503}"/>
                    </a:ext>
                  </a:extLst>
                </p14:cNvPr>
                <p14:cNvContentPartPr/>
                <p14:nvPr/>
              </p14:nvContentPartPr>
              <p14:xfrm>
                <a:off x="7963831" y="5399922"/>
                <a:ext cx="125640" cy="1274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007822B9-DA5C-718E-93BD-939994AB4503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7946191" y="5382282"/>
                  <a:ext cx="1612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ACD62D5-9C6A-40BD-11E4-73326B44EDE4}"/>
                    </a:ext>
                  </a:extLst>
                </p14:cNvPr>
                <p14:cNvContentPartPr/>
                <p14:nvPr/>
              </p14:nvContentPartPr>
              <p14:xfrm>
                <a:off x="8184871" y="5416482"/>
                <a:ext cx="15480" cy="957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ACD62D5-9C6A-40BD-11E4-73326B44EDE4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8167231" y="5398482"/>
                  <a:ext cx="511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E6D41618-D85D-D65B-1060-BA550CAC68BB}"/>
                    </a:ext>
                  </a:extLst>
                </p14:cNvPr>
                <p14:cNvContentPartPr/>
                <p14:nvPr/>
              </p14:nvContentPartPr>
              <p14:xfrm>
                <a:off x="8129431" y="5393442"/>
                <a:ext cx="159120" cy="388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E6D41618-D85D-D65B-1060-BA550CAC68BB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111791" y="5375802"/>
                  <a:ext cx="1947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BBB7CD24-8231-1D8E-04D1-9A10A6540ED0}"/>
                    </a:ext>
                  </a:extLst>
                </p14:cNvPr>
                <p14:cNvContentPartPr/>
                <p14:nvPr/>
              </p14:nvContentPartPr>
              <p14:xfrm>
                <a:off x="8315191" y="5421522"/>
                <a:ext cx="71640" cy="846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BBB7CD24-8231-1D8E-04D1-9A10A6540ED0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8297191" y="5403522"/>
                  <a:ext cx="1072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E1F9C665-BD27-458B-7FD7-5FB8EBFDAE8B}"/>
                    </a:ext>
                  </a:extLst>
                </p14:cNvPr>
                <p14:cNvContentPartPr/>
                <p14:nvPr/>
              </p14:nvContentPartPr>
              <p14:xfrm>
                <a:off x="8417431" y="5418642"/>
                <a:ext cx="91440" cy="810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E1F9C665-BD27-458B-7FD7-5FB8EBFDAE8B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8399431" y="5400642"/>
                  <a:ext cx="1270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B48E7D2-D7DC-EC58-7A0A-F317D62546A3}"/>
                    </a:ext>
                  </a:extLst>
                </p14:cNvPr>
                <p14:cNvContentPartPr/>
                <p14:nvPr/>
              </p14:nvContentPartPr>
              <p14:xfrm>
                <a:off x="8595631" y="5392362"/>
                <a:ext cx="129240" cy="97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B48E7D2-D7DC-EC58-7A0A-F317D62546A3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8577631" y="5374362"/>
                  <a:ext cx="1648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75623BFD-8A5B-B375-996B-AE56BE4FA09B}"/>
                    </a:ext>
                  </a:extLst>
                </p14:cNvPr>
                <p14:cNvContentPartPr/>
                <p14:nvPr/>
              </p14:nvContentPartPr>
              <p14:xfrm>
                <a:off x="8651431" y="5452482"/>
                <a:ext cx="55440" cy="471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75623BFD-8A5B-B375-996B-AE56BE4FA09B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8633431" y="5434842"/>
                  <a:ext cx="910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B052A2F2-DD80-29C5-837F-F7B655996E3C}"/>
                    </a:ext>
                  </a:extLst>
                </p14:cNvPr>
                <p14:cNvContentPartPr/>
                <p14:nvPr/>
              </p14:nvContentPartPr>
              <p14:xfrm>
                <a:off x="4961071" y="1449282"/>
                <a:ext cx="149760" cy="2329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B052A2F2-DD80-29C5-837F-F7B655996E3C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4943431" y="1431282"/>
                  <a:ext cx="1854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BCBEDE11-C4DD-6F8B-1759-1049BD0F5CBB}"/>
                    </a:ext>
                  </a:extLst>
                </p14:cNvPr>
                <p14:cNvContentPartPr/>
                <p14:nvPr/>
              </p14:nvContentPartPr>
              <p14:xfrm>
                <a:off x="5003551" y="1569162"/>
                <a:ext cx="74880" cy="345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BCBEDE11-C4DD-6F8B-1759-1049BD0F5CBB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4985911" y="1551162"/>
                  <a:ext cx="1105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6FBD5569-113A-BEF0-B159-F81D9AF3C180}"/>
                    </a:ext>
                  </a:extLst>
                </p14:cNvPr>
                <p14:cNvContentPartPr/>
                <p14:nvPr/>
              </p14:nvContentPartPr>
              <p14:xfrm>
                <a:off x="5148631" y="1531002"/>
                <a:ext cx="115920" cy="1641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6FBD5569-113A-BEF0-B159-F81D9AF3C180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5130991" y="1513002"/>
                  <a:ext cx="1515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1DAC7E7-5AE4-B5D4-CE37-4D2133066D40}"/>
                    </a:ext>
                  </a:extLst>
                </p14:cNvPr>
                <p14:cNvContentPartPr/>
                <p14:nvPr/>
              </p14:nvContentPartPr>
              <p14:xfrm>
                <a:off x="5310631" y="1546482"/>
                <a:ext cx="65160" cy="720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1DAC7E7-5AE4-B5D4-CE37-4D2133066D40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5292991" y="1528842"/>
                  <a:ext cx="1008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FD715D82-1FA2-ECAA-058F-7DBA693EA79A}"/>
                    </a:ext>
                  </a:extLst>
                </p14:cNvPr>
                <p14:cNvContentPartPr/>
                <p14:nvPr/>
              </p14:nvContentPartPr>
              <p14:xfrm>
                <a:off x="5331151" y="1553322"/>
                <a:ext cx="82800" cy="12024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FD715D82-1FA2-ECAA-058F-7DBA693EA79A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5313511" y="1535682"/>
                  <a:ext cx="1184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120C26DC-90BA-19E6-AE4C-534970481374}"/>
                    </a:ext>
                  </a:extLst>
                </p14:cNvPr>
                <p14:cNvContentPartPr/>
                <p14:nvPr/>
              </p14:nvContentPartPr>
              <p14:xfrm>
                <a:off x="5327911" y="1603002"/>
                <a:ext cx="44280" cy="43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120C26DC-90BA-19E6-AE4C-534970481374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5310271" y="1585362"/>
                  <a:ext cx="799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51D64131-38A3-5D52-D3F0-9A140E202619}"/>
                    </a:ext>
                  </a:extLst>
                </p14:cNvPr>
                <p14:cNvContentPartPr/>
                <p14:nvPr/>
              </p14:nvContentPartPr>
              <p14:xfrm>
                <a:off x="5481631" y="1525962"/>
                <a:ext cx="242280" cy="13932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51D64131-38A3-5D52-D3F0-9A140E202619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5463991" y="1507962"/>
                  <a:ext cx="2779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D251965-F1E7-35AF-594D-4714AA49F055}"/>
                    </a:ext>
                  </a:extLst>
                </p14:cNvPr>
                <p14:cNvContentPartPr/>
                <p14:nvPr/>
              </p14:nvContentPartPr>
              <p14:xfrm>
                <a:off x="5649751" y="1506882"/>
                <a:ext cx="94680" cy="5220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D251965-F1E7-35AF-594D-4714AA49F055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5632111" y="1488882"/>
                  <a:ext cx="1303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B070E527-9ACD-4DF6-AF9C-B90B947E95A9}"/>
                    </a:ext>
                  </a:extLst>
                </p14:cNvPr>
                <p14:cNvContentPartPr/>
                <p14:nvPr/>
              </p14:nvContentPartPr>
              <p14:xfrm>
                <a:off x="4920031" y="1879482"/>
                <a:ext cx="131400" cy="14904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B070E527-9ACD-4DF6-AF9C-B90B947E95A9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4902391" y="1861482"/>
                  <a:ext cx="1670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2E02817-A81E-84FD-D087-E9D141E6BBEB}"/>
                    </a:ext>
                  </a:extLst>
                </p14:cNvPr>
                <p14:cNvContentPartPr/>
                <p14:nvPr/>
              </p14:nvContentPartPr>
              <p14:xfrm>
                <a:off x="5128111" y="1899642"/>
                <a:ext cx="72720" cy="1386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2E02817-A81E-84FD-D087-E9D141E6BBEB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5110111" y="1882002"/>
                  <a:ext cx="108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755D3509-1144-FE22-44D6-9E03FD1E5A2A}"/>
                    </a:ext>
                  </a:extLst>
                </p14:cNvPr>
                <p14:cNvContentPartPr/>
                <p14:nvPr/>
              </p14:nvContentPartPr>
              <p14:xfrm>
                <a:off x="5280751" y="1890642"/>
                <a:ext cx="81720" cy="208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755D3509-1144-FE22-44D6-9E03FD1E5A2A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5263111" y="1873002"/>
                  <a:ext cx="1173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3C57DDB4-EFE9-698D-4623-2BAF804C47AB}"/>
                    </a:ext>
                  </a:extLst>
                </p14:cNvPr>
                <p14:cNvContentPartPr/>
                <p14:nvPr/>
              </p14:nvContentPartPr>
              <p14:xfrm>
                <a:off x="5276071" y="1922682"/>
                <a:ext cx="82080" cy="1018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3C57DDB4-EFE9-698D-4623-2BAF804C47AB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5258431" y="1905042"/>
                  <a:ext cx="1177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1E2EAE7B-6FD2-454E-473F-3C5760A9019F}"/>
                    </a:ext>
                  </a:extLst>
                </p14:cNvPr>
                <p14:cNvContentPartPr/>
                <p14:nvPr/>
              </p14:nvContentPartPr>
              <p14:xfrm>
                <a:off x="5303071" y="1949322"/>
                <a:ext cx="55440" cy="1116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1E2EAE7B-6FD2-454E-473F-3C5760A9019F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5285071" y="1931322"/>
                  <a:ext cx="910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B7A7F080-7B44-6B99-DA19-752823B48F94}"/>
                    </a:ext>
                  </a:extLst>
                </p14:cNvPr>
                <p14:cNvContentPartPr/>
                <p14:nvPr/>
              </p14:nvContentPartPr>
              <p14:xfrm>
                <a:off x="5449231" y="1884522"/>
                <a:ext cx="131760" cy="12996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B7A7F080-7B44-6B99-DA19-752823B48F94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5431591" y="1866522"/>
                  <a:ext cx="167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73A27C49-DA07-0831-40B1-39DB9B92F51F}"/>
                    </a:ext>
                  </a:extLst>
                </p14:cNvPr>
                <p14:cNvContentPartPr/>
                <p14:nvPr/>
              </p14:nvContentPartPr>
              <p14:xfrm>
                <a:off x="4957111" y="2136882"/>
                <a:ext cx="7200" cy="1335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73A27C49-DA07-0831-40B1-39DB9B92F51F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4939111" y="2118882"/>
                  <a:ext cx="42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8F09B3F6-921D-33BD-E717-90597F2F57ED}"/>
                    </a:ext>
                  </a:extLst>
                </p14:cNvPr>
                <p14:cNvContentPartPr/>
                <p14:nvPr/>
              </p14:nvContentPartPr>
              <p14:xfrm>
                <a:off x="4961791" y="2124642"/>
                <a:ext cx="72360" cy="6516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8F09B3F6-921D-33BD-E717-90597F2F57ED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4943791" y="2107002"/>
                  <a:ext cx="1080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3319A12-4F92-6AEF-3F71-29D3934207D8}"/>
                    </a:ext>
                  </a:extLst>
                </p14:cNvPr>
                <p14:cNvContentPartPr/>
                <p14:nvPr/>
              </p14:nvContentPartPr>
              <p14:xfrm>
                <a:off x="5082391" y="2147682"/>
                <a:ext cx="102600" cy="1191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3319A12-4F92-6AEF-3F71-29D3934207D8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5064391" y="2129682"/>
                  <a:ext cx="1382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4F204B14-450A-52A9-64F7-A5B5F9542F08}"/>
                    </a:ext>
                  </a:extLst>
                </p14:cNvPr>
                <p14:cNvContentPartPr/>
                <p14:nvPr/>
              </p14:nvContentPartPr>
              <p14:xfrm>
                <a:off x="5219191" y="2162442"/>
                <a:ext cx="77760" cy="9288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4F204B14-450A-52A9-64F7-A5B5F9542F08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5201191" y="2144802"/>
                  <a:ext cx="113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0096D81D-6A66-C00D-2F7E-0892D37E6C12}"/>
                    </a:ext>
                  </a:extLst>
                </p14:cNvPr>
                <p14:cNvContentPartPr/>
                <p14:nvPr/>
              </p14:nvContentPartPr>
              <p14:xfrm>
                <a:off x="5342311" y="2136882"/>
                <a:ext cx="19800" cy="13788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0096D81D-6A66-C00D-2F7E-0892D37E6C12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5324311" y="2119242"/>
                  <a:ext cx="55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795C0BBC-87BE-5B39-2B9A-9E5AB8B47EEF}"/>
                    </a:ext>
                  </a:extLst>
                </p14:cNvPr>
                <p14:cNvContentPartPr/>
                <p14:nvPr/>
              </p14:nvContentPartPr>
              <p14:xfrm>
                <a:off x="5340511" y="2117082"/>
                <a:ext cx="94320" cy="190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795C0BBC-87BE-5B39-2B9A-9E5AB8B47EEF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5322871" y="2099082"/>
                  <a:ext cx="1299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E4E64F98-AEC8-F3AF-66E7-89231764633A}"/>
                    </a:ext>
                  </a:extLst>
                </p14:cNvPr>
                <p14:cNvContentPartPr/>
                <p14:nvPr/>
              </p14:nvContentPartPr>
              <p14:xfrm>
                <a:off x="5372551" y="2185482"/>
                <a:ext cx="59400" cy="1368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E4E64F98-AEC8-F3AF-66E7-89231764633A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5354911" y="2167482"/>
                  <a:ext cx="950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C6E4C29A-9143-8E46-021E-A6EE77899002}"/>
                    </a:ext>
                  </a:extLst>
                </p14:cNvPr>
                <p14:cNvContentPartPr/>
                <p14:nvPr/>
              </p14:nvContentPartPr>
              <p14:xfrm>
                <a:off x="5486671" y="2144802"/>
                <a:ext cx="9720" cy="1544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C6E4C29A-9143-8E46-021E-A6EE77899002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5469031" y="2127162"/>
                  <a:ext cx="453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E73746AF-6FFE-C114-5591-65345E87BD3D}"/>
                    </a:ext>
                  </a:extLst>
                </p14:cNvPr>
                <p14:cNvContentPartPr/>
                <p14:nvPr/>
              </p14:nvContentPartPr>
              <p14:xfrm>
                <a:off x="5577031" y="2133642"/>
                <a:ext cx="78840" cy="11628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E73746AF-6FFE-C114-5591-65345E87BD3D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5559391" y="2116002"/>
                  <a:ext cx="1144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5845B96F-1D55-0A4C-C2B1-721F93A21113}"/>
                    </a:ext>
                  </a:extLst>
                </p14:cNvPr>
                <p14:cNvContentPartPr/>
                <p14:nvPr/>
              </p14:nvContentPartPr>
              <p14:xfrm>
                <a:off x="5651191" y="2100522"/>
                <a:ext cx="96120" cy="1548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5845B96F-1D55-0A4C-C2B1-721F93A21113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5633191" y="2082522"/>
                  <a:ext cx="131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6390A328-8FA9-2CE4-E054-D0D6EBB1F61D}"/>
                    </a:ext>
                  </a:extLst>
                </p14:cNvPr>
                <p14:cNvContentPartPr/>
                <p14:nvPr/>
              </p14:nvContentPartPr>
              <p14:xfrm>
                <a:off x="5682151" y="2162802"/>
                <a:ext cx="56520" cy="2232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6390A328-8FA9-2CE4-E054-D0D6EBB1F61D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5664511" y="2145162"/>
                  <a:ext cx="921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E63F2FCF-9D5D-BA6D-EFCB-45BCB4D1F5F6}"/>
                    </a:ext>
                  </a:extLst>
                </p14:cNvPr>
                <p14:cNvContentPartPr/>
                <p14:nvPr/>
              </p14:nvContentPartPr>
              <p14:xfrm>
                <a:off x="5803831" y="2109162"/>
                <a:ext cx="112680" cy="13140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E63F2FCF-9D5D-BA6D-EFCB-45BCB4D1F5F6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5786191" y="2091522"/>
                  <a:ext cx="1483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3160666E-7AB1-87F0-DDD1-1E3FC3DDFB11}"/>
                    </a:ext>
                  </a:extLst>
                </p14:cNvPr>
                <p14:cNvContentPartPr/>
                <p14:nvPr/>
              </p14:nvContentPartPr>
              <p14:xfrm>
                <a:off x="4796551" y="1756722"/>
                <a:ext cx="35640" cy="71460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3160666E-7AB1-87F0-DDD1-1E3FC3DDFB11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4778551" y="1739082"/>
                  <a:ext cx="71280" cy="75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76A2592A-6EAC-6E9E-068B-ADE3469F274D}"/>
                    </a:ext>
                  </a:extLst>
                </p14:cNvPr>
                <p14:cNvContentPartPr/>
                <p14:nvPr/>
              </p14:nvContentPartPr>
              <p14:xfrm>
                <a:off x="4862791" y="2475282"/>
                <a:ext cx="1109520" cy="5544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76A2592A-6EAC-6E9E-068B-ADE3469F274D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4844791" y="2457282"/>
                  <a:ext cx="114516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6727399D-9DFF-7945-69E7-7E5E02F3AAE4}"/>
                    </a:ext>
                  </a:extLst>
                </p14:cNvPr>
                <p14:cNvContentPartPr/>
                <p14:nvPr/>
              </p14:nvContentPartPr>
              <p14:xfrm>
                <a:off x="5969071" y="1682562"/>
                <a:ext cx="50040" cy="73440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6727399D-9DFF-7945-69E7-7E5E02F3AAE4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5951431" y="1664562"/>
                  <a:ext cx="8568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F99E7D79-A5C3-D3C5-C517-2535536D76AA}"/>
                    </a:ext>
                  </a:extLst>
                </p14:cNvPr>
                <p14:cNvContentPartPr/>
                <p14:nvPr/>
              </p14:nvContentPartPr>
              <p14:xfrm>
                <a:off x="4826431" y="1377642"/>
                <a:ext cx="36360" cy="49752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F99E7D79-A5C3-D3C5-C517-2535536D76AA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4808791" y="1359642"/>
                  <a:ext cx="7200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09CB088B-334A-2EC0-F3AA-DE2358FB6991}"/>
                    </a:ext>
                  </a:extLst>
                </p14:cNvPr>
                <p14:cNvContentPartPr/>
                <p14:nvPr/>
              </p14:nvContentPartPr>
              <p14:xfrm>
                <a:off x="4888711" y="1358562"/>
                <a:ext cx="1106280" cy="3607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09CB088B-334A-2EC0-F3AA-DE2358FB6991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4870711" y="1340922"/>
                  <a:ext cx="114192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2ECED58E-E14B-7686-B37B-28A05E539A46}"/>
                    </a:ext>
                  </a:extLst>
                </p14:cNvPr>
                <p14:cNvContentPartPr/>
                <p14:nvPr/>
              </p14:nvContentPartPr>
              <p14:xfrm>
                <a:off x="5923711" y="2440362"/>
                <a:ext cx="37440" cy="730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2ECED58E-E14B-7686-B37B-28A05E539A46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5905711" y="2422362"/>
                  <a:ext cx="730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30A72640-21F5-C32D-54D7-7B0362180A05}"/>
                    </a:ext>
                  </a:extLst>
                </p14:cNvPr>
                <p14:cNvContentPartPr/>
                <p14:nvPr/>
              </p14:nvContentPartPr>
              <p14:xfrm>
                <a:off x="4837231" y="2440362"/>
                <a:ext cx="10800" cy="11520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30A72640-21F5-C32D-54D7-7B0362180A05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4819231" y="2422722"/>
                  <a:ext cx="464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3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CDAE2322-100A-89FE-FE4C-DFBC124DDB8C}"/>
                    </a:ext>
                  </a:extLst>
                </p14:cNvPr>
                <p14:cNvContentPartPr/>
                <p14:nvPr/>
              </p14:nvContentPartPr>
              <p14:xfrm>
                <a:off x="4935871" y="2989362"/>
                <a:ext cx="144720" cy="18828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CDAE2322-100A-89FE-FE4C-DFBC124DDB8C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4917871" y="2971362"/>
                  <a:ext cx="1803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5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725B342B-60BD-80CF-E0AC-F403B0D7C678}"/>
                    </a:ext>
                  </a:extLst>
                </p14:cNvPr>
                <p14:cNvContentPartPr/>
                <p14:nvPr/>
              </p14:nvContentPartPr>
              <p14:xfrm>
                <a:off x="4952791" y="3126882"/>
                <a:ext cx="87480" cy="936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725B342B-60BD-80CF-E0AC-F403B0D7C678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4935151" y="3109242"/>
                  <a:ext cx="1231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7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0AB5438B-C902-B89B-84BB-B3CA37E0D9CD}"/>
                    </a:ext>
                  </a:extLst>
                </p14:cNvPr>
                <p14:cNvContentPartPr/>
                <p14:nvPr/>
              </p14:nvContentPartPr>
              <p14:xfrm>
                <a:off x="5098951" y="3003042"/>
                <a:ext cx="109080" cy="16380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0AB5438B-C902-B89B-84BB-B3CA37E0D9CD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5081311" y="2985402"/>
                  <a:ext cx="1447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9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D34CEF03-7486-6386-DE6F-8F2C9CBD7C29}"/>
                    </a:ext>
                  </a:extLst>
                </p14:cNvPr>
                <p14:cNvContentPartPr/>
                <p14:nvPr/>
              </p14:nvContentPartPr>
              <p14:xfrm>
                <a:off x="5258071" y="3022842"/>
                <a:ext cx="51840" cy="2448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D34CEF03-7486-6386-DE6F-8F2C9CBD7C29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5240431" y="3004842"/>
                  <a:ext cx="874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E3D3309B-CD6C-36FB-9C78-841829C8120F}"/>
                    </a:ext>
                  </a:extLst>
                </p14:cNvPr>
                <p14:cNvContentPartPr/>
                <p14:nvPr/>
              </p14:nvContentPartPr>
              <p14:xfrm>
                <a:off x="5254111" y="3040482"/>
                <a:ext cx="76320" cy="10908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E3D3309B-CD6C-36FB-9C78-841829C8120F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5236111" y="3022842"/>
                  <a:ext cx="1119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B2B26A3F-AFBB-A2A2-11DA-4E234A5A807C}"/>
                    </a:ext>
                  </a:extLst>
                </p14:cNvPr>
                <p14:cNvContentPartPr/>
                <p14:nvPr/>
              </p14:nvContentPartPr>
              <p14:xfrm>
                <a:off x="5252311" y="3065682"/>
                <a:ext cx="66240" cy="3348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B2B26A3F-AFBB-A2A2-11DA-4E234A5A807C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5234311" y="3047682"/>
                  <a:ext cx="1018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03B45253-90D1-F0EB-CE9B-319793D0A995}"/>
                    </a:ext>
                  </a:extLst>
                </p14:cNvPr>
                <p14:cNvContentPartPr/>
                <p14:nvPr/>
              </p14:nvContentPartPr>
              <p14:xfrm>
                <a:off x="5380111" y="3005922"/>
                <a:ext cx="139320" cy="12888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03B45253-90D1-F0EB-CE9B-319793D0A995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5362111" y="2988282"/>
                  <a:ext cx="1749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508C8953-7FF2-C15C-7601-0C5DBBAC6FE8}"/>
                    </a:ext>
                  </a:extLst>
                </p14:cNvPr>
                <p14:cNvContentPartPr/>
                <p14:nvPr/>
              </p14:nvContentPartPr>
              <p14:xfrm>
                <a:off x="5580631" y="3007362"/>
                <a:ext cx="23400" cy="13896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508C8953-7FF2-C15C-7601-0C5DBBAC6FE8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5562991" y="2989722"/>
                  <a:ext cx="590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70FA7C87-3277-0629-0E9B-31DB209CD719}"/>
                    </a:ext>
                  </a:extLst>
                </p14:cNvPr>
                <p14:cNvContentPartPr/>
                <p14:nvPr/>
              </p14:nvContentPartPr>
              <p14:xfrm>
                <a:off x="5515831" y="2977122"/>
                <a:ext cx="124200" cy="1224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70FA7C87-3277-0629-0E9B-31DB209CD719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5497831" y="2959122"/>
                  <a:ext cx="1598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DC20FED-4E3A-6AC8-CCF6-CD2E0BC138B4}"/>
                    </a:ext>
                  </a:extLst>
                </p14:cNvPr>
                <p14:cNvContentPartPr/>
                <p14:nvPr/>
              </p14:nvContentPartPr>
              <p14:xfrm>
                <a:off x="4975471" y="3314442"/>
                <a:ext cx="95400" cy="13248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DC20FED-4E3A-6AC8-CCF6-CD2E0BC138B4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4957471" y="3296442"/>
                  <a:ext cx="1310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D6F2ADEF-324E-1920-62D8-995AA8B948E7}"/>
                    </a:ext>
                  </a:extLst>
                </p14:cNvPr>
                <p14:cNvContentPartPr/>
                <p14:nvPr/>
              </p14:nvContentPartPr>
              <p14:xfrm>
                <a:off x="5101111" y="3418482"/>
                <a:ext cx="23400" cy="1656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D6F2ADEF-324E-1920-62D8-995AA8B948E7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083471" y="3400482"/>
                  <a:ext cx="590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5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0689DD54-9C14-40F6-0688-3AA7A536EB3E}"/>
                    </a:ext>
                  </a:extLst>
                </p14:cNvPr>
                <p14:cNvContentPartPr/>
                <p14:nvPr/>
              </p14:nvContentPartPr>
              <p14:xfrm>
                <a:off x="5210911" y="3309762"/>
                <a:ext cx="68040" cy="1108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0689DD54-9C14-40F6-0688-3AA7A536EB3E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5192911" y="3292122"/>
                  <a:ext cx="1036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51071657-7142-05EA-2874-A5121C788F29}"/>
                    </a:ext>
                  </a:extLst>
                </p14:cNvPr>
                <p14:cNvContentPartPr/>
                <p14:nvPr/>
              </p14:nvContentPartPr>
              <p14:xfrm>
                <a:off x="5323231" y="3407322"/>
                <a:ext cx="23400" cy="1152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51071657-7142-05EA-2874-A5121C788F29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5305591" y="3389682"/>
                  <a:ext cx="590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408EFB52-4703-C657-80F3-C911318DD6E7}"/>
                    </a:ext>
                  </a:extLst>
                </p14:cNvPr>
                <p14:cNvContentPartPr/>
                <p14:nvPr/>
              </p14:nvContentPartPr>
              <p14:xfrm>
                <a:off x="5451031" y="3322362"/>
                <a:ext cx="43920" cy="907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408EFB52-4703-C657-80F3-C911318DD6E7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5433391" y="3304722"/>
                  <a:ext cx="795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4C73CEF5-926B-AB71-B818-D086B7877F92}"/>
                    </a:ext>
                  </a:extLst>
                </p14:cNvPr>
                <p14:cNvContentPartPr/>
                <p14:nvPr/>
              </p14:nvContentPartPr>
              <p14:xfrm>
                <a:off x="5550391" y="3199962"/>
                <a:ext cx="15120" cy="18648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4C73CEF5-926B-AB71-B818-D086B7877F92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5532751" y="3181962"/>
                  <a:ext cx="507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A3445D88-A62A-6A9D-54B1-4A5CB5326660}"/>
                    </a:ext>
                  </a:extLst>
                </p14:cNvPr>
                <p14:cNvContentPartPr/>
                <p14:nvPr/>
              </p14:nvContentPartPr>
              <p14:xfrm>
                <a:off x="5498911" y="3259722"/>
                <a:ext cx="97560" cy="972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A3445D88-A62A-6A9D-54B1-4A5CB5326660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5480911" y="3241722"/>
                  <a:ext cx="1332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B45E73B0-404F-687F-71F8-5DCF514A8F61}"/>
                    </a:ext>
                  </a:extLst>
                </p14:cNvPr>
                <p14:cNvContentPartPr/>
                <p14:nvPr/>
              </p14:nvContentPartPr>
              <p14:xfrm>
                <a:off x="5628511" y="3327762"/>
                <a:ext cx="50040" cy="5328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B45E73B0-404F-687F-71F8-5DCF514A8F61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5610511" y="3310122"/>
                  <a:ext cx="856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32D13B7F-72B8-3E56-F83E-DE91E1374F8B}"/>
                    </a:ext>
                  </a:extLst>
                </p14:cNvPr>
                <p14:cNvContentPartPr/>
                <p14:nvPr/>
              </p14:nvContentPartPr>
              <p14:xfrm>
                <a:off x="5685391" y="3324882"/>
                <a:ext cx="56520" cy="766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32D13B7F-72B8-3E56-F83E-DE91E1374F8B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5667391" y="3307242"/>
                  <a:ext cx="921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67DEC0E2-776A-D556-6BCE-9BF470DD4F36}"/>
                    </a:ext>
                  </a:extLst>
                </p14:cNvPr>
                <p14:cNvContentPartPr/>
                <p14:nvPr/>
              </p14:nvContentPartPr>
              <p14:xfrm>
                <a:off x="5763511" y="3211842"/>
                <a:ext cx="81720" cy="1753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67DEC0E2-776A-D556-6BCE-9BF470DD4F36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5745511" y="3194202"/>
                  <a:ext cx="117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49055D5F-DD1D-F09E-79F7-AAB80E0960C0}"/>
                    </a:ext>
                  </a:extLst>
                </p14:cNvPr>
                <p14:cNvContentPartPr/>
                <p14:nvPr/>
              </p14:nvContentPartPr>
              <p14:xfrm>
                <a:off x="5807071" y="3355482"/>
                <a:ext cx="41400" cy="2772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49055D5F-DD1D-F09E-79F7-AAB80E0960C0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5789071" y="3337482"/>
                  <a:ext cx="7704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51D93B22-CA4B-97A3-18D2-536EC2ADBE0A}"/>
                    </a:ext>
                  </a:extLst>
                </p14:cNvPr>
                <p14:cNvContentPartPr/>
                <p14:nvPr/>
              </p14:nvContentPartPr>
              <p14:xfrm>
                <a:off x="5027311" y="3512802"/>
                <a:ext cx="63000" cy="201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51D93B22-CA4B-97A3-18D2-536EC2ADBE0A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5009311" y="3495162"/>
                  <a:ext cx="986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EAD10864-FB03-F1BE-9427-4AF7C9B56C21}"/>
                    </a:ext>
                  </a:extLst>
                </p14:cNvPr>
                <p14:cNvContentPartPr/>
                <p14:nvPr/>
              </p14:nvContentPartPr>
              <p14:xfrm>
                <a:off x="5009671" y="3539442"/>
                <a:ext cx="71640" cy="11700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EAD10864-FB03-F1BE-9427-4AF7C9B56C21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4992031" y="3521442"/>
                  <a:ext cx="1072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3AA6FBCC-EBEF-B27D-E14D-3AE0D03A39AD}"/>
                    </a:ext>
                  </a:extLst>
                </p14:cNvPr>
                <p14:cNvContentPartPr/>
                <p14:nvPr/>
              </p14:nvContentPartPr>
              <p14:xfrm>
                <a:off x="5030911" y="3578322"/>
                <a:ext cx="68040" cy="2340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3AA6FBCC-EBEF-B27D-E14D-3AE0D03A39AD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5012911" y="3560322"/>
                  <a:ext cx="1036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747155C8-8BFD-B366-6CB6-E821C5372172}"/>
                    </a:ext>
                  </a:extLst>
                </p14:cNvPr>
                <p14:cNvContentPartPr/>
                <p14:nvPr/>
              </p14:nvContentPartPr>
              <p14:xfrm>
                <a:off x="5167711" y="3545562"/>
                <a:ext cx="96120" cy="1180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747155C8-8BFD-B366-6CB6-E821C5372172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5150071" y="3527922"/>
                  <a:ext cx="1317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0CC0A98-21EE-4279-5FB7-D023D7568840}"/>
                    </a:ext>
                  </a:extLst>
                </p14:cNvPr>
                <p14:cNvContentPartPr/>
                <p14:nvPr/>
              </p14:nvContentPartPr>
              <p14:xfrm>
                <a:off x="5200831" y="3547362"/>
                <a:ext cx="77400" cy="810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0CC0A98-21EE-4279-5FB7-D023D7568840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5182831" y="3529362"/>
                  <a:ext cx="1130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3D013CED-4DED-D1B4-D815-80A493088D81}"/>
                    </a:ext>
                  </a:extLst>
                </p14:cNvPr>
                <p14:cNvContentPartPr/>
                <p14:nvPr/>
              </p14:nvContentPartPr>
              <p14:xfrm>
                <a:off x="5343391" y="3527202"/>
                <a:ext cx="78120" cy="903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3D013CED-4DED-D1B4-D815-80A493088D81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5325751" y="3509562"/>
                  <a:ext cx="1137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51908603-2AAE-ADC0-B2A1-3AED5D24041B}"/>
                    </a:ext>
                  </a:extLst>
                </p14:cNvPr>
                <p14:cNvContentPartPr/>
                <p14:nvPr/>
              </p14:nvContentPartPr>
              <p14:xfrm>
                <a:off x="5465791" y="3500562"/>
                <a:ext cx="77040" cy="13500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51908603-2AAE-ADC0-B2A1-3AED5D24041B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5448151" y="3482922"/>
                  <a:ext cx="1126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3FA3FB23-D2A2-BC40-3D48-AF0FFCC75FF4}"/>
                    </a:ext>
                  </a:extLst>
                </p14:cNvPr>
                <p14:cNvContentPartPr/>
                <p14:nvPr/>
              </p14:nvContentPartPr>
              <p14:xfrm>
                <a:off x="5480191" y="3582282"/>
                <a:ext cx="45720" cy="201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3FA3FB23-D2A2-BC40-3D48-AF0FFCC75FF4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5462191" y="3564642"/>
                  <a:ext cx="813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54DAD278-D33C-20A6-2AA5-3316145C5FBC}"/>
                    </a:ext>
                  </a:extLst>
                </p14:cNvPr>
                <p14:cNvContentPartPr/>
                <p14:nvPr/>
              </p14:nvContentPartPr>
              <p14:xfrm>
                <a:off x="5586031" y="3526122"/>
                <a:ext cx="113040" cy="13284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54DAD278-D33C-20A6-2AA5-3316145C5FBC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5568031" y="3508482"/>
                  <a:ext cx="1486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52F828B2-2C9E-B5D9-8CD1-EFD3DBD0B66E}"/>
                    </a:ext>
                  </a:extLst>
                </p14:cNvPr>
                <p14:cNvContentPartPr/>
                <p14:nvPr/>
              </p14:nvContentPartPr>
              <p14:xfrm>
                <a:off x="5735071" y="3561042"/>
                <a:ext cx="9360" cy="8424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52F828B2-2C9E-B5D9-8CD1-EFD3DBD0B66E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5717431" y="3543402"/>
                  <a:ext cx="450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E2B9891-C90F-F251-492E-4341DE591650}"/>
                    </a:ext>
                  </a:extLst>
                </p14:cNvPr>
                <p14:cNvContentPartPr/>
                <p14:nvPr/>
              </p14:nvContentPartPr>
              <p14:xfrm>
                <a:off x="5701231" y="3542682"/>
                <a:ext cx="76680" cy="1980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E2B9891-C90F-F251-492E-4341DE591650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5683591" y="3524682"/>
                  <a:ext cx="1123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EBCAEB26-792C-59D2-0365-0410C31090C7}"/>
                    </a:ext>
                  </a:extLst>
                </p14:cNvPr>
                <p14:cNvContentPartPr/>
                <p14:nvPr/>
              </p14:nvContentPartPr>
              <p14:xfrm>
                <a:off x="4858471" y="3158202"/>
                <a:ext cx="1052640" cy="8244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EBCAEB26-792C-59D2-0365-0410C31090C7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4840831" y="3140562"/>
                  <a:ext cx="10882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D852E502-B2D7-DBF8-442A-5E49E071E0C7}"/>
                    </a:ext>
                  </a:extLst>
                </p14:cNvPr>
                <p14:cNvContentPartPr/>
                <p14:nvPr/>
              </p14:nvContentPartPr>
              <p14:xfrm>
                <a:off x="4853071" y="3174042"/>
                <a:ext cx="1041480" cy="71244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D852E502-B2D7-DBF8-442A-5E49E071E0C7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4835431" y="3156042"/>
                  <a:ext cx="1077120" cy="74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3E275219-049F-1FB8-F2CC-091BADFB5C81}"/>
                    </a:ext>
                  </a:extLst>
                </p14:cNvPr>
                <p14:cNvContentPartPr/>
                <p14:nvPr/>
              </p14:nvContentPartPr>
              <p14:xfrm>
                <a:off x="4839751" y="2986482"/>
                <a:ext cx="23760" cy="33192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3E275219-049F-1FB8-F2CC-091BADFB5C81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4821751" y="2968842"/>
                  <a:ext cx="5940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F023ECAD-0D41-B62C-0727-3AC78112598D}"/>
                    </a:ext>
                  </a:extLst>
                </p14:cNvPr>
                <p14:cNvContentPartPr/>
                <p14:nvPr/>
              </p14:nvContentPartPr>
              <p14:xfrm>
                <a:off x="4845511" y="2906922"/>
                <a:ext cx="1027800" cy="30708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F023ECAD-0D41-B62C-0727-3AC78112598D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4827511" y="2888922"/>
                  <a:ext cx="10634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9DA9B167-99C3-519D-A109-8CE22504FEA7}"/>
                    </a:ext>
                  </a:extLst>
                </p14:cNvPr>
                <p14:cNvContentPartPr/>
                <p14:nvPr/>
              </p14:nvContentPartPr>
              <p14:xfrm>
                <a:off x="5946031" y="3558882"/>
                <a:ext cx="153720" cy="6624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9DA9B167-99C3-519D-A109-8CE22504FEA7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5928391" y="3540882"/>
                  <a:ext cx="1893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A768EB7F-A256-12CF-0706-E3D6992FBBE7}"/>
                    </a:ext>
                  </a:extLst>
                </p14:cNvPr>
                <p14:cNvContentPartPr/>
                <p14:nvPr/>
              </p14:nvContentPartPr>
              <p14:xfrm>
                <a:off x="5951431" y="3634482"/>
                <a:ext cx="115200" cy="15588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A768EB7F-A256-12CF-0706-E3D6992FBBE7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5933431" y="3616482"/>
                  <a:ext cx="15084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F0FA1DEE-2F90-E3B7-A726-8C24B416E4A6}"/>
                    </a:ext>
                  </a:extLst>
                </p14:cNvPr>
                <p14:cNvContentPartPr/>
                <p14:nvPr/>
              </p14:nvContentPartPr>
              <p14:xfrm>
                <a:off x="5797351" y="3789282"/>
                <a:ext cx="1913400" cy="56808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F0FA1DEE-2F90-E3B7-A726-8C24B416E4A6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5779711" y="3771642"/>
                  <a:ext cx="1949040" cy="6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03DCDDB6-4341-E115-B319-D0EE2AD06E18}"/>
                    </a:ext>
                  </a:extLst>
                </p14:cNvPr>
                <p14:cNvContentPartPr/>
                <p14:nvPr/>
              </p14:nvContentPartPr>
              <p14:xfrm>
                <a:off x="5836231" y="3823842"/>
                <a:ext cx="360" cy="36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03DCDDB6-4341-E115-B319-D0EE2AD06E18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5818591" y="380620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36F75468-C42F-9D9D-342E-A47317D2C341}"/>
                    </a:ext>
                  </a:extLst>
                </p14:cNvPr>
                <p14:cNvContentPartPr/>
                <p14:nvPr/>
              </p14:nvContentPartPr>
              <p14:xfrm>
                <a:off x="5775031" y="3787842"/>
                <a:ext cx="217440" cy="21636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36F75468-C42F-9D9D-342E-A47317D2C341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5757391" y="3769842"/>
                  <a:ext cx="2530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527F32AC-BADF-3DED-9C88-19D182E002B8}"/>
                    </a:ext>
                  </a:extLst>
                </p14:cNvPr>
                <p14:cNvContentPartPr/>
                <p14:nvPr/>
              </p14:nvContentPartPr>
              <p14:xfrm>
                <a:off x="6053311" y="3604602"/>
                <a:ext cx="28800" cy="18684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527F32AC-BADF-3DED-9C88-19D182E002B8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6035311" y="3586602"/>
                  <a:ext cx="644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5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392D99A4-C07B-5F74-D4EB-D106DFAA158C}"/>
                    </a:ext>
                  </a:extLst>
                </p14:cNvPr>
                <p14:cNvContentPartPr/>
                <p14:nvPr/>
              </p14:nvContentPartPr>
              <p14:xfrm>
                <a:off x="5974111" y="3610362"/>
                <a:ext cx="116640" cy="1105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392D99A4-C07B-5F74-D4EB-D106DFAA158C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5956471" y="3592722"/>
                  <a:ext cx="1522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A227DCC9-7C6C-7148-6C9A-7F1C5E8105F4}"/>
                    </a:ext>
                  </a:extLst>
                </p14:cNvPr>
                <p14:cNvContentPartPr/>
                <p14:nvPr/>
              </p14:nvContentPartPr>
              <p14:xfrm>
                <a:off x="4268431" y="4358802"/>
                <a:ext cx="3438360" cy="87048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A227DCC9-7C6C-7148-6C9A-7F1C5E8105F4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4250791" y="4341162"/>
                  <a:ext cx="3474000" cy="90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AF07437D-3AE3-69FB-CC77-3693A7293A84}"/>
                    </a:ext>
                  </a:extLst>
                </p14:cNvPr>
                <p14:cNvContentPartPr/>
                <p14:nvPr/>
              </p14:nvContentPartPr>
              <p14:xfrm>
                <a:off x="7433551" y="5106882"/>
                <a:ext cx="291240" cy="24696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AF07437D-3AE3-69FB-CC77-3693A7293A84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7415551" y="5089242"/>
                  <a:ext cx="3268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708D819E-B708-00EF-4336-8A476FDD9BB6}"/>
                    </a:ext>
                  </a:extLst>
                </p14:cNvPr>
                <p14:cNvContentPartPr/>
                <p14:nvPr/>
              </p14:nvContentPartPr>
              <p14:xfrm>
                <a:off x="5260951" y="2539002"/>
                <a:ext cx="15840" cy="33912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708D819E-B708-00EF-4336-8A476FDD9BB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5243311" y="2521362"/>
                  <a:ext cx="5148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D5931747-F3AC-E332-81DC-28D7AD1681FC}"/>
                    </a:ext>
                  </a:extLst>
                </p14:cNvPr>
                <p14:cNvContentPartPr/>
                <p14:nvPr/>
              </p14:nvContentPartPr>
              <p14:xfrm>
                <a:off x="5138191" y="2741682"/>
                <a:ext cx="263520" cy="15876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D5931747-F3AC-E332-81DC-28D7AD1681FC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5120551" y="2724042"/>
                  <a:ext cx="2991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E67ECDBC-8EAF-F2CE-BBD7-CB62370DB306}"/>
                    </a:ext>
                  </a:extLst>
                </p14:cNvPr>
                <p14:cNvContentPartPr/>
                <p14:nvPr/>
              </p14:nvContentPartPr>
              <p14:xfrm>
                <a:off x="4563631" y="1118082"/>
                <a:ext cx="74880" cy="22392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E67ECDBC-8EAF-F2CE-BBD7-CB62370DB306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4545631" y="1100082"/>
                  <a:ext cx="1105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7D4C5AC7-5F27-6967-4CF9-A02BF85099F6}"/>
                    </a:ext>
                  </a:extLst>
                </p14:cNvPr>
                <p14:cNvContentPartPr/>
                <p14:nvPr/>
              </p14:nvContentPartPr>
              <p14:xfrm>
                <a:off x="4418191" y="996402"/>
                <a:ext cx="397080" cy="44064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7D4C5AC7-5F27-6967-4CF9-A02BF85099F6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4400551" y="978402"/>
                  <a:ext cx="432720" cy="47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9DC92413-14C9-8CEA-167B-05873E0D83D8}"/>
                    </a:ext>
                  </a:extLst>
                </p14:cNvPr>
                <p14:cNvContentPartPr/>
                <p14:nvPr/>
              </p14:nvContentPartPr>
              <p14:xfrm>
                <a:off x="4534111" y="2661402"/>
                <a:ext cx="169200" cy="21816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9DC92413-14C9-8CEA-167B-05873E0D83D8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4516471" y="2643402"/>
                  <a:ext cx="204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03355D99-52C7-9848-301B-634C28470A5F}"/>
                    </a:ext>
                  </a:extLst>
                </p14:cNvPr>
                <p14:cNvContentPartPr/>
                <p14:nvPr/>
              </p14:nvContentPartPr>
              <p14:xfrm>
                <a:off x="4440871" y="2511282"/>
                <a:ext cx="338400" cy="51948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03355D99-52C7-9848-301B-634C28470A5F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4423231" y="2493282"/>
                  <a:ext cx="374040" cy="55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91E6ED5C-6B77-7197-4083-6E37223639E4}"/>
                    </a:ext>
                  </a:extLst>
                </p14:cNvPr>
                <p14:cNvContentPartPr/>
                <p14:nvPr/>
              </p14:nvContentPartPr>
              <p14:xfrm>
                <a:off x="7049431" y="5412162"/>
                <a:ext cx="175680" cy="26568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91E6ED5C-6B77-7197-4083-6E37223639E4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7031431" y="5394522"/>
                  <a:ext cx="211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2F7D0BB4-D1AF-B761-A4BA-62928CE2584C}"/>
                    </a:ext>
                  </a:extLst>
                </p14:cNvPr>
                <p14:cNvContentPartPr/>
                <p14:nvPr/>
              </p14:nvContentPartPr>
              <p14:xfrm>
                <a:off x="6928471" y="5307042"/>
                <a:ext cx="396000" cy="55872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2F7D0BB4-D1AF-B761-A4BA-62928CE2584C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6910471" y="5289042"/>
                  <a:ext cx="431640" cy="59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3D2DB541-C1EF-6D26-3DE8-C95E68735855}"/>
                    </a:ext>
                  </a:extLst>
                </p14:cNvPr>
                <p14:cNvContentPartPr/>
                <p14:nvPr/>
              </p14:nvContentPartPr>
              <p14:xfrm>
                <a:off x="9704431" y="1038522"/>
                <a:ext cx="208800" cy="21780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3D2DB541-C1EF-6D26-3DE8-C95E68735855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9686791" y="1020882"/>
                  <a:ext cx="2444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DD3501C5-55A5-9817-7129-890159D1E8BF}"/>
                    </a:ext>
                  </a:extLst>
                </p14:cNvPr>
                <p14:cNvContentPartPr/>
                <p14:nvPr/>
              </p14:nvContentPartPr>
              <p14:xfrm>
                <a:off x="10002511" y="1039962"/>
                <a:ext cx="164520" cy="1962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DD3501C5-55A5-9817-7129-890159D1E8BF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9984871" y="1021962"/>
                  <a:ext cx="2001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74243392-6E0E-DEAF-7E6B-F73E71080125}"/>
                    </a:ext>
                  </a:extLst>
                </p14:cNvPr>
                <p14:cNvContentPartPr/>
                <p14:nvPr/>
              </p14:nvContentPartPr>
              <p14:xfrm>
                <a:off x="9959671" y="1003602"/>
                <a:ext cx="194400" cy="756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74243392-6E0E-DEAF-7E6B-F73E71080125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942031" y="985962"/>
                  <a:ext cx="2300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ECFF8BBC-F349-77B3-B700-68FD4A288DE0}"/>
                    </a:ext>
                  </a:extLst>
                </p14:cNvPr>
                <p14:cNvContentPartPr/>
                <p14:nvPr/>
              </p14:nvContentPartPr>
              <p14:xfrm>
                <a:off x="9577351" y="1439202"/>
                <a:ext cx="202680" cy="12744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ECFF8BBC-F349-77B3-B700-68FD4A288DE0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559351" y="1421202"/>
                  <a:ext cx="238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2FD60DFA-E26C-230C-B0A8-B7FA09560CD6}"/>
                    </a:ext>
                  </a:extLst>
                </p14:cNvPr>
                <p14:cNvContentPartPr/>
                <p14:nvPr/>
              </p14:nvContentPartPr>
              <p14:xfrm>
                <a:off x="9810271" y="1460082"/>
                <a:ext cx="175320" cy="11520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2FD60DFA-E26C-230C-B0A8-B7FA09560CD6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792631" y="1442442"/>
                  <a:ext cx="2109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B1AE9A03-9B68-83D9-A04D-B53D09E201B0}"/>
                    </a:ext>
                  </a:extLst>
                </p14:cNvPr>
                <p14:cNvContentPartPr/>
                <p14:nvPr/>
              </p14:nvContentPartPr>
              <p14:xfrm>
                <a:off x="10029511" y="1325082"/>
                <a:ext cx="145080" cy="22248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B1AE9A03-9B68-83D9-A04D-B53D09E201B0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0011511" y="1307442"/>
                  <a:ext cx="1807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D4742EC9-B072-D128-5345-FD67CCF030C3}"/>
                    </a:ext>
                  </a:extLst>
                </p14:cNvPr>
                <p14:cNvContentPartPr/>
                <p14:nvPr/>
              </p14:nvContentPartPr>
              <p14:xfrm>
                <a:off x="10332271" y="1407162"/>
                <a:ext cx="168120" cy="11592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D4742EC9-B072-D128-5345-FD67CCF030C3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10314271" y="1389522"/>
                  <a:ext cx="2037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F7B9F4C5-E771-78D3-46FC-3FCF7399D2CE}"/>
                    </a:ext>
                  </a:extLst>
                </p14:cNvPr>
                <p14:cNvContentPartPr/>
                <p14:nvPr/>
              </p14:nvContentPartPr>
              <p14:xfrm>
                <a:off x="10517671" y="1438122"/>
                <a:ext cx="95400" cy="23904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F7B9F4C5-E771-78D3-46FC-3FCF7399D2CE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10500031" y="1420122"/>
                  <a:ext cx="13104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3CCCDB35-DF3D-14CC-BEA1-69D587BCF66C}"/>
                    </a:ext>
                  </a:extLst>
                </p14:cNvPr>
                <p14:cNvContentPartPr/>
                <p14:nvPr/>
              </p14:nvContentPartPr>
              <p14:xfrm>
                <a:off x="10641151" y="1427322"/>
                <a:ext cx="82080" cy="2282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3CCCDB35-DF3D-14CC-BEA1-69D587BCF66C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10623151" y="1409682"/>
                  <a:ext cx="117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16860C3D-AB12-8184-0499-32200F264019}"/>
                    </a:ext>
                  </a:extLst>
                </p14:cNvPr>
                <p14:cNvContentPartPr/>
                <p14:nvPr/>
              </p14:nvContentPartPr>
              <p14:xfrm>
                <a:off x="9436951" y="974082"/>
                <a:ext cx="81720" cy="86976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16860C3D-AB12-8184-0499-32200F264019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9418951" y="956442"/>
                  <a:ext cx="117360" cy="90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F1ECA72C-3E03-D4E3-3951-DADD4392F0DA}"/>
                    </a:ext>
                  </a:extLst>
                </p14:cNvPr>
                <p14:cNvContentPartPr/>
                <p14:nvPr/>
              </p14:nvContentPartPr>
              <p14:xfrm>
                <a:off x="9582031" y="909642"/>
                <a:ext cx="1335600" cy="85896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F1ECA72C-3E03-D4E3-3951-DADD4392F0DA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9564031" y="891642"/>
                  <a:ext cx="1371240" cy="89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F0A1F238-412D-851F-18F3-52E23D2A8870}"/>
                    </a:ext>
                  </a:extLst>
                </p14:cNvPr>
                <p14:cNvContentPartPr/>
                <p14:nvPr/>
              </p14:nvContentPartPr>
              <p14:xfrm>
                <a:off x="9546751" y="1815402"/>
                <a:ext cx="1402920" cy="4212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F0A1F238-412D-851F-18F3-52E23D2A8870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9529111" y="1797762"/>
                  <a:ext cx="143856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302BD7D-B09A-4F68-3680-C33ABD3DFFB0}"/>
                    </a:ext>
                  </a:extLst>
                </p14:cNvPr>
                <p14:cNvContentPartPr/>
                <p14:nvPr/>
              </p14:nvContentPartPr>
              <p14:xfrm>
                <a:off x="2376271" y="2400042"/>
                <a:ext cx="21240" cy="44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302BD7D-B09A-4F68-3680-C33ABD3DFFB0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2358271" y="2382402"/>
                  <a:ext cx="568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8365853-21B1-D4D5-7159-0493F13EF782}"/>
                    </a:ext>
                  </a:extLst>
                </p14:cNvPr>
                <p14:cNvContentPartPr/>
                <p14:nvPr/>
              </p14:nvContentPartPr>
              <p14:xfrm>
                <a:off x="2644471" y="2171802"/>
                <a:ext cx="330120" cy="252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8365853-21B1-D4D5-7159-0493F13EF782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2626471" y="2153802"/>
                  <a:ext cx="36576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C4B792-6604-AFD5-CC99-9051B91A7E4A}"/>
                    </a:ext>
                  </a:extLst>
                </p14:cNvPr>
                <p14:cNvContentPartPr/>
                <p14:nvPr/>
              </p14:nvContentPartPr>
              <p14:xfrm>
                <a:off x="2785951" y="2150202"/>
                <a:ext cx="51480" cy="328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C4B792-6604-AFD5-CC99-9051B91A7E4A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2768311" y="2132562"/>
                  <a:ext cx="8712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4D313214-8F38-397D-0DC1-B1F0A99C8B35}"/>
                    </a:ext>
                  </a:extLst>
                </p14:cNvPr>
                <p14:cNvContentPartPr/>
                <p14:nvPr/>
              </p14:nvContentPartPr>
              <p14:xfrm>
                <a:off x="3108151" y="2204202"/>
                <a:ext cx="33840" cy="14904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4D313214-8F38-397D-0DC1-B1F0A99C8B35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3090511" y="2186202"/>
                  <a:ext cx="694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B4C2C3EA-C9BF-5896-9906-1955F886751A}"/>
                    </a:ext>
                  </a:extLst>
                </p14:cNvPr>
                <p14:cNvContentPartPr/>
                <p14:nvPr/>
              </p14:nvContentPartPr>
              <p14:xfrm>
                <a:off x="3093391" y="2170002"/>
                <a:ext cx="108360" cy="22716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B4C2C3EA-C9BF-5896-9906-1955F886751A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3075751" y="2152002"/>
                  <a:ext cx="1440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C9C4991B-62BB-8A19-C275-3F62269DF146}"/>
                    </a:ext>
                  </a:extLst>
                </p14:cNvPr>
                <p14:cNvContentPartPr/>
                <p14:nvPr/>
              </p14:nvContentPartPr>
              <p14:xfrm>
                <a:off x="3227671" y="2258922"/>
                <a:ext cx="79200" cy="9828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C9C4991B-62BB-8A19-C275-3F62269DF146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3209671" y="2240922"/>
                  <a:ext cx="114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F17D0E5A-43F6-AE83-4963-95C1A3996767}"/>
                    </a:ext>
                  </a:extLst>
                </p14:cNvPr>
                <p14:cNvContentPartPr/>
                <p14:nvPr/>
              </p14:nvContentPartPr>
              <p14:xfrm>
                <a:off x="3348991" y="2248842"/>
                <a:ext cx="61200" cy="9072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F17D0E5A-43F6-AE83-4963-95C1A3996767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3330991" y="2231202"/>
                  <a:ext cx="968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9B155EE8-D7B7-7785-F3DC-E42EA7D7739F}"/>
                    </a:ext>
                  </a:extLst>
                </p14:cNvPr>
                <p14:cNvContentPartPr/>
                <p14:nvPr/>
              </p14:nvContentPartPr>
              <p14:xfrm>
                <a:off x="3387151" y="2131122"/>
                <a:ext cx="44280" cy="18108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9B155EE8-D7B7-7785-F3DC-E42EA7D7739F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3369511" y="2113122"/>
                  <a:ext cx="799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FCEC0CC3-A258-7920-7221-584389B95943}"/>
                    </a:ext>
                  </a:extLst>
                </p14:cNvPr>
                <p14:cNvContentPartPr/>
                <p14:nvPr/>
              </p14:nvContentPartPr>
              <p14:xfrm>
                <a:off x="3468151" y="2246322"/>
                <a:ext cx="200160" cy="24660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FCEC0CC3-A258-7920-7221-584389B95943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3450511" y="2228682"/>
                  <a:ext cx="235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AA9454AA-6C3E-13FE-93EC-A81DB0448B9A}"/>
                    </a:ext>
                  </a:extLst>
                </p14:cNvPr>
                <p14:cNvContentPartPr/>
                <p14:nvPr/>
              </p14:nvContentPartPr>
              <p14:xfrm>
                <a:off x="3685951" y="2182962"/>
                <a:ext cx="18000" cy="14400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AA9454AA-6C3E-13FE-93EC-A81DB0448B9A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3667951" y="2164962"/>
                  <a:ext cx="53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7AE07520-F074-F365-3116-1962BDEFBBA4}"/>
                    </a:ext>
                  </a:extLst>
                </p14:cNvPr>
                <p14:cNvContentPartPr/>
                <p14:nvPr/>
              </p14:nvContentPartPr>
              <p14:xfrm>
                <a:off x="3632311" y="2194842"/>
                <a:ext cx="64080" cy="1908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7AE07520-F074-F365-3116-1962BDEFBBA4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3614311" y="2177202"/>
                  <a:ext cx="997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C8C92B4D-2F7C-3359-0E78-D88BAAE5F017}"/>
                    </a:ext>
                  </a:extLst>
                </p14:cNvPr>
                <p14:cNvContentPartPr/>
                <p14:nvPr/>
              </p14:nvContentPartPr>
              <p14:xfrm>
                <a:off x="7910551" y="720282"/>
                <a:ext cx="50040" cy="27072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C8C92B4D-2F7C-3359-0E78-D88BAAE5F017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7892551" y="702282"/>
                  <a:ext cx="856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BAB2ECD8-43DC-0F0C-CE73-54930F704362}"/>
                    </a:ext>
                  </a:extLst>
                </p14:cNvPr>
                <p14:cNvContentPartPr/>
                <p14:nvPr/>
              </p14:nvContentPartPr>
              <p14:xfrm>
                <a:off x="7880311" y="670602"/>
                <a:ext cx="48240" cy="4032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BAB2ECD8-43DC-0F0C-CE73-54930F704362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7862671" y="652602"/>
                  <a:ext cx="838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7">
              <p14:nvContentPartPr>
                <p14:cNvPr id="647" name="Ink 646">
                  <a:extLst>
                    <a:ext uri="{FF2B5EF4-FFF2-40B4-BE49-F238E27FC236}">
                      <a16:creationId xmlns:a16="http://schemas.microsoft.com/office/drawing/2014/main" id="{02F3F61B-2D83-1F19-C8D6-99CC4306DEB9}"/>
                    </a:ext>
                  </a:extLst>
                </p14:cNvPr>
                <p14:cNvContentPartPr/>
                <p14:nvPr/>
              </p14:nvContentPartPr>
              <p14:xfrm>
                <a:off x="7874191" y="621282"/>
                <a:ext cx="150840" cy="100440"/>
              </p14:xfrm>
            </p:contentPart>
          </mc:Choice>
          <mc:Fallback xmlns="">
            <p:pic>
              <p:nvPicPr>
                <p:cNvPr id="647" name="Ink 646">
                  <a:extLst>
                    <a:ext uri="{FF2B5EF4-FFF2-40B4-BE49-F238E27FC236}">
                      <a16:creationId xmlns:a16="http://schemas.microsoft.com/office/drawing/2014/main" id="{02F3F61B-2D83-1F19-C8D6-99CC4306DEB9}"/>
                    </a:ext>
                  </a:extLst>
                </p:cNvPr>
                <p:cNvPicPr/>
                <p:nvPr/>
              </p:nvPicPr>
              <p:blipFill>
                <a:blip r:embed="rId758"/>
                <a:stretch>
                  <a:fillRect/>
                </a:stretch>
              </p:blipFill>
              <p:spPr>
                <a:xfrm>
                  <a:off x="7856191" y="603282"/>
                  <a:ext cx="1864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DDF06ABC-8746-58CC-2016-A644E65D04BA}"/>
                    </a:ext>
                  </a:extLst>
                </p14:cNvPr>
                <p14:cNvContentPartPr/>
                <p14:nvPr/>
              </p14:nvContentPartPr>
              <p14:xfrm>
                <a:off x="5986711" y="1750962"/>
                <a:ext cx="214560" cy="7848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DDF06ABC-8746-58CC-2016-A644E65D04BA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5969071" y="1732962"/>
                  <a:ext cx="25020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1">
              <p14:nvContentPartPr>
                <p14:cNvPr id="650" name="Ink 649">
                  <a:extLst>
                    <a:ext uri="{FF2B5EF4-FFF2-40B4-BE49-F238E27FC236}">
                      <a16:creationId xmlns:a16="http://schemas.microsoft.com/office/drawing/2014/main" id="{F82277EE-A183-DB70-5364-6C51EFF77C1C}"/>
                    </a:ext>
                  </a:extLst>
                </p14:cNvPr>
                <p14:cNvContentPartPr/>
                <p14:nvPr/>
              </p14:nvContentPartPr>
              <p14:xfrm>
                <a:off x="6324031" y="1574562"/>
                <a:ext cx="103680" cy="163080"/>
              </p14:xfrm>
            </p:contentPart>
          </mc:Choice>
          <mc:Fallback xmlns="">
            <p:pic>
              <p:nvPicPr>
                <p:cNvPr id="650" name="Ink 649">
                  <a:extLst>
                    <a:ext uri="{FF2B5EF4-FFF2-40B4-BE49-F238E27FC236}">
                      <a16:creationId xmlns:a16="http://schemas.microsoft.com/office/drawing/2014/main" id="{F82277EE-A183-DB70-5364-6C51EFF77C1C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6306391" y="1556562"/>
                  <a:ext cx="1393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3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DEB5EA62-6744-A495-BDC2-472A7158A630}"/>
                    </a:ext>
                  </a:extLst>
                </p14:cNvPr>
                <p14:cNvContentPartPr/>
                <p14:nvPr/>
              </p14:nvContentPartPr>
              <p14:xfrm>
                <a:off x="6520231" y="1543242"/>
                <a:ext cx="59400" cy="20340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DEB5EA62-6744-A495-BDC2-472A7158A630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6502591" y="1525242"/>
                  <a:ext cx="950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92CEA0AC-B91C-07AC-82F3-04FE76364214}"/>
                    </a:ext>
                  </a:extLst>
                </p14:cNvPr>
                <p14:cNvContentPartPr/>
                <p14:nvPr/>
              </p14:nvContentPartPr>
              <p14:xfrm>
                <a:off x="6641911" y="1559802"/>
                <a:ext cx="30600" cy="15012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92CEA0AC-B91C-07AC-82F3-04FE76364214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6623911" y="1542162"/>
                  <a:ext cx="662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C7EA60FC-4461-1848-8A5C-A82582333C2B}"/>
                    </a:ext>
                  </a:extLst>
                </p14:cNvPr>
                <p14:cNvContentPartPr/>
                <p14:nvPr/>
              </p14:nvContentPartPr>
              <p14:xfrm>
                <a:off x="6657391" y="1546842"/>
                <a:ext cx="127800" cy="18540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C7EA60FC-4461-1848-8A5C-A82582333C2B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6639751" y="1528842"/>
                  <a:ext cx="1634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FEC2467B-4207-8EBE-CE83-52D0CDF66625}"/>
                    </a:ext>
                  </a:extLst>
                </p14:cNvPr>
                <p14:cNvContentPartPr/>
                <p14:nvPr/>
              </p14:nvContentPartPr>
              <p14:xfrm>
                <a:off x="6266791" y="1356762"/>
                <a:ext cx="715680" cy="48420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FEC2467B-4207-8EBE-CE83-52D0CDF66625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6248791" y="1339122"/>
                  <a:ext cx="751320" cy="51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9D6F69EE-6AD4-0230-6B31-4869F0F5CF15}"/>
                    </a:ext>
                  </a:extLst>
                </p14:cNvPr>
                <p14:cNvContentPartPr/>
                <p14:nvPr/>
              </p14:nvContentPartPr>
              <p14:xfrm>
                <a:off x="5123431" y="3843282"/>
                <a:ext cx="22320" cy="21096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9D6F69EE-6AD4-0230-6B31-4869F0F5CF15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5105791" y="3825642"/>
                  <a:ext cx="579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976B0204-B5F9-05DE-1F2D-4C25D10EAD5B}"/>
                    </a:ext>
                  </a:extLst>
                </p14:cNvPr>
                <p14:cNvContentPartPr/>
                <p14:nvPr/>
              </p14:nvContentPartPr>
              <p14:xfrm>
                <a:off x="5231071" y="4062522"/>
                <a:ext cx="86040" cy="11988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976B0204-B5F9-05DE-1F2D-4C25D10EAD5B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5213071" y="4044882"/>
                  <a:ext cx="1216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3618533C-D718-1FF6-0DBD-B6A9BB44A8AA}"/>
                    </a:ext>
                  </a:extLst>
                </p14:cNvPr>
                <p14:cNvContentPartPr/>
                <p14:nvPr/>
              </p14:nvContentPartPr>
              <p14:xfrm>
                <a:off x="5383711" y="4050282"/>
                <a:ext cx="55080" cy="13788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3618533C-D718-1FF6-0DBD-B6A9BB44A8AA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5365711" y="4032642"/>
                  <a:ext cx="907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0079153E-7679-C36A-0126-9B68C627E354}"/>
                    </a:ext>
                  </a:extLst>
                </p14:cNvPr>
                <p14:cNvContentPartPr/>
                <p14:nvPr/>
              </p14:nvContentPartPr>
              <p14:xfrm>
                <a:off x="5512591" y="4049202"/>
                <a:ext cx="131760" cy="16704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0079153E-7679-C36A-0126-9B68C627E354}"/>
                    </a:ext>
                  </a:extLst>
                </p:cNvPr>
                <p:cNvPicPr/>
                <p:nvPr/>
              </p:nvPicPr>
              <p:blipFill>
                <a:blip r:embed="rId778"/>
                <a:stretch>
                  <a:fillRect/>
                </a:stretch>
              </p:blipFill>
              <p:spPr>
                <a:xfrm>
                  <a:off x="5494591" y="4031562"/>
                  <a:ext cx="1674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9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EB21C7E3-F9DA-6ED7-2FDF-FCEEC452EE55}"/>
                    </a:ext>
                  </a:extLst>
                </p14:cNvPr>
                <p14:cNvContentPartPr/>
                <p14:nvPr/>
              </p14:nvContentPartPr>
              <p14:xfrm>
                <a:off x="5181751" y="3897642"/>
                <a:ext cx="521280" cy="40932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EB21C7E3-F9DA-6ED7-2FDF-FCEEC452EE55}"/>
                    </a:ext>
                  </a:extLst>
                </p:cNvPr>
                <p:cNvPicPr/>
                <p:nvPr/>
              </p:nvPicPr>
              <p:blipFill>
                <a:blip r:embed="rId780"/>
                <a:stretch>
                  <a:fillRect/>
                </a:stretch>
              </p:blipFill>
              <p:spPr>
                <a:xfrm>
                  <a:off x="5163751" y="3880002"/>
                  <a:ext cx="55692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1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6B60FAB7-F5A1-C0F0-6C9D-AC6FC0E0C3C2}"/>
                    </a:ext>
                  </a:extLst>
                </p14:cNvPr>
                <p14:cNvContentPartPr/>
                <p14:nvPr/>
              </p14:nvContentPartPr>
              <p14:xfrm>
                <a:off x="8008831" y="5683962"/>
                <a:ext cx="118440" cy="23400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6B60FAB7-F5A1-C0F0-6C9D-AC6FC0E0C3C2}"/>
                    </a:ext>
                  </a:extLst>
                </p:cNvPr>
                <p:cNvPicPr/>
                <p:nvPr/>
              </p:nvPicPr>
              <p:blipFill>
                <a:blip r:embed="rId782"/>
                <a:stretch>
                  <a:fillRect/>
                </a:stretch>
              </p:blipFill>
              <p:spPr>
                <a:xfrm>
                  <a:off x="7990831" y="5666322"/>
                  <a:ext cx="1540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3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7F79B2DB-1727-018F-DC56-EDE492917488}"/>
                    </a:ext>
                  </a:extLst>
                </p14:cNvPr>
                <p14:cNvContentPartPr/>
                <p14:nvPr/>
              </p14:nvContentPartPr>
              <p14:xfrm>
                <a:off x="8254711" y="5812122"/>
                <a:ext cx="111960" cy="11232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7F79B2DB-1727-018F-DC56-EDE492917488}"/>
                    </a:ext>
                  </a:extLst>
                </p:cNvPr>
                <p:cNvPicPr/>
                <p:nvPr/>
              </p:nvPicPr>
              <p:blipFill>
                <a:blip r:embed="rId784"/>
                <a:stretch>
                  <a:fillRect/>
                </a:stretch>
              </p:blipFill>
              <p:spPr>
                <a:xfrm>
                  <a:off x="8236711" y="5794482"/>
                  <a:ext cx="147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5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07C774BE-3BF6-E748-97FB-ADB1F3E2FF8E}"/>
                    </a:ext>
                  </a:extLst>
                </p14:cNvPr>
                <p14:cNvContentPartPr/>
                <p14:nvPr/>
              </p14:nvContentPartPr>
              <p14:xfrm>
                <a:off x="8451271" y="5761002"/>
                <a:ext cx="48600" cy="14508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07C774BE-3BF6-E748-97FB-ADB1F3E2FF8E}"/>
                    </a:ext>
                  </a:extLst>
                </p:cNvPr>
                <p:cNvPicPr/>
                <p:nvPr/>
              </p:nvPicPr>
              <p:blipFill>
                <a:blip r:embed="rId786"/>
                <a:stretch>
                  <a:fillRect/>
                </a:stretch>
              </p:blipFill>
              <p:spPr>
                <a:xfrm>
                  <a:off x="8433631" y="5743362"/>
                  <a:ext cx="842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7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C1F864BF-2B68-80AD-98D1-C379D6DAAB82}"/>
                    </a:ext>
                  </a:extLst>
                </p14:cNvPr>
                <p14:cNvContentPartPr/>
                <p14:nvPr/>
              </p14:nvContentPartPr>
              <p14:xfrm>
                <a:off x="8574751" y="5793762"/>
                <a:ext cx="14040" cy="11016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C1F864BF-2B68-80AD-98D1-C379D6DAAB82}"/>
                    </a:ext>
                  </a:extLst>
                </p:cNvPr>
                <p:cNvPicPr/>
                <p:nvPr/>
              </p:nvPicPr>
              <p:blipFill>
                <a:blip r:embed="rId788"/>
                <a:stretch>
                  <a:fillRect/>
                </a:stretch>
              </p:blipFill>
              <p:spPr>
                <a:xfrm>
                  <a:off x="8556751" y="5775762"/>
                  <a:ext cx="496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9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689FA864-BF38-7720-53E1-B25A07540977}"/>
                    </a:ext>
                  </a:extLst>
                </p14:cNvPr>
                <p14:cNvContentPartPr/>
                <p14:nvPr/>
              </p14:nvContentPartPr>
              <p14:xfrm>
                <a:off x="8586271" y="5791242"/>
                <a:ext cx="127080" cy="1548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689FA864-BF38-7720-53E1-B25A07540977}"/>
                    </a:ext>
                  </a:extLst>
                </p:cNvPr>
                <p:cNvPicPr/>
                <p:nvPr/>
              </p:nvPicPr>
              <p:blipFill>
                <a:blip r:embed="rId790"/>
                <a:stretch>
                  <a:fillRect/>
                </a:stretch>
              </p:blipFill>
              <p:spPr>
                <a:xfrm>
                  <a:off x="8568631" y="5773602"/>
                  <a:ext cx="1627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1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74D837F6-918F-DC7D-8779-52417C211CA3}"/>
                    </a:ext>
                  </a:extLst>
                </p14:cNvPr>
                <p14:cNvContentPartPr/>
                <p14:nvPr/>
              </p14:nvContentPartPr>
              <p14:xfrm>
                <a:off x="8204671" y="5589282"/>
                <a:ext cx="558720" cy="53280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74D837F6-918F-DC7D-8779-52417C211CA3}"/>
                    </a:ext>
                  </a:extLst>
                </p:cNvPr>
                <p:cNvPicPr/>
                <p:nvPr/>
              </p:nvPicPr>
              <p:blipFill>
                <a:blip r:embed="rId792"/>
                <a:stretch>
                  <a:fillRect/>
                </a:stretch>
              </p:blipFill>
              <p:spPr>
                <a:xfrm>
                  <a:off x="8186671" y="5571642"/>
                  <a:ext cx="59436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408B95B2-1768-5526-5EA1-6AA8A770CD9E}"/>
                    </a:ext>
                  </a:extLst>
                </p14:cNvPr>
                <p14:cNvContentPartPr/>
                <p14:nvPr/>
              </p14:nvContentPartPr>
              <p14:xfrm>
                <a:off x="7930711" y="3341442"/>
                <a:ext cx="15840" cy="20160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408B95B2-1768-5526-5EA1-6AA8A770CD9E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7913071" y="3323442"/>
                  <a:ext cx="514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9B497BAB-C814-1928-02CF-80F9B488C3B9}"/>
                    </a:ext>
                  </a:extLst>
                </p14:cNvPr>
                <p14:cNvContentPartPr/>
                <p14:nvPr/>
              </p14:nvContentPartPr>
              <p14:xfrm>
                <a:off x="7945111" y="3347562"/>
                <a:ext cx="107640" cy="16632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9B497BAB-C814-1928-02CF-80F9B488C3B9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7927471" y="3329922"/>
                  <a:ext cx="1432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2009671C-BFE5-EB03-5EE1-7FE4D64BA617}"/>
                    </a:ext>
                  </a:extLst>
                </p14:cNvPr>
                <p14:cNvContentPartPr/>
                <p14:nvPr/>
              </p14:nvContentPartPr>
              <p14:xfrm>
                <a:off x="8133391" y="3344682"/>
                <a:ext cx="100800" cy="13680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2009671C-BFE5-EB03-5EE1-7FE4D64BA617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8115751" y="3327042"/>
                  <a:ext cx="1364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55682A32-24BC-85A2-A3B4-4171E74B6E46}"/>
                    </a:ext>
                  </a:extLst>
                </p14:cNvPr>
                <p14:cNvContentPartPr/>
                <p14:nvPr/>
              </p14:nvContentPartPr>
              <p14:xfrm>
                <a:off x="8280271" y="3313002"/>
                <a:ext cx="105480" cy="19116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55682A32-24BC-85A2-A3B4-4171E74B6E46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8262271" y="3295362"/>
                  <a:ext cx="1411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825AAEB0-633E-C159-EF39-BBB2F0A7BB22}"/>
                    </a:ext>
                  </a:extLst>
                </p14:cNvPr>
                <p14:cNvContentPartPr/>
                <p14:nvPr/>
              </p14:nvContentPartPr>
              <p14:xfrm>
                <a:off x="8491951" y="3405162"/>
                <a:ext cx="56520" cy="11664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825AAEB0-633E-C159-EF39-BBB2F0A7BB22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8473951" y="3387522"/>
                  <a:ext cx="921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634F1625-3FE7-7BE2-79FC-321757A653F1}"/>
                    </a:ext>
                  </a:extLst>
                </p14:cNvPr>
                <p14:cNvContentPartPr/>
                <p14:nvPr/>
              </p14:nvContentPartPr>
              <p14:xfrm>
                <a:off x="8573311" y="3431442"/>
                <a:ext cx="74880" cy="9432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634F1625-3FE7-7BE2-79FC-321757A653F1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8555311" y="3413442"/>
                  <a:ext cx="110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3FBAE19B-9680-AE4F-10DC-945AE26168DC}"/>
                    </a:ext>
                  </a:extLst>
                </p14:cNvPr>
                <p14:cNvContentPartPr/>
                <p14:nvPr/>
              </p14:nvContentPartPr>
              <p14:xfrm>
                <a:off x="8687791" y="3431442"/>
                <a:ext cx="67680" cy="9360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3FBAE19B-9680-AE4F-10DC-945AE26168DC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8670151" y="3413442"/>
                  <a:ext cx="103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80E61F56-87D9-9141-F200-1D2466844E48}"/>
                    </a:ext>
                  </a:extLst>
                </p14:cNvPr>
                <p14:cNvContentPartPr/>
                <p14:nvPr/>
              </p14:nvContentPartPr>
              <p14:xfrm>
                <a:off x="8805871" y="3532962"/>
                <a:ext cx="17280" cy="86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80E61F56-87D9-9141-F200-1D2466844E48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8788231" y="3515322"/>
                  <a:ext cx="529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F3F31194-D74F-896C-33DB-2CE4EEEF46A4}"/>
                    </a:ext>
                  </a:extLst>
                </p14:cNvPr>
                <p14:cNvContentPartPr/>
                <p14:nvPr/>
              </p14:nvContentPartPr>
              <p14:xfrm>
                <a:off x="8035471" y="3646362"/>
                <a:ext cx="83160" cy="12096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F3F31194-D74F-896C-33DB-2CE4EEEF46A4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8017831" y="3628362"/>
                  <a:ext cx="118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FCEE8113-CC26-6500-582C-F4F8847DE4B5}"/>
                    </a:ext>
                  </a:extLst>
                </p14:cNvPr>
                <p14:cNvContentPartPr/>
                <p14:nvPr/>
              </p14:nvContentPartPr>
              <p14:xfrm>
                <a:off x="8194951" y="3621162"/>
                <a:ext cx="15840" cy="13428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FCEE8113-CC26-6500-582C-F4F8847DE4B5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8177311" y="3603162"/>
                  <a:ext cx="514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EB4D6DC7-A55B-B826-26E1-8DE0551DF398}"/>
                    </a:ext>
                  </a:extLst>
                </p14:cNvPr>
                <p14:cNvContentPartPr/>
                <p14:nvPr/>
              </p14:nvContentPartPr>
              <p14:xfrm>
                <a:off x="8180911" y="3660042"/>
                <a:ext cx="87840" cy="136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EB4D6DC7-A55B-B826-26E1-8DE0551DF398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8162911" y="3642042"/>
                  <a:ext cx="1234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4A698B4F-7E32-C36F-2F65-312D5E1C5BA8}"/>
                    </a:ext>
                  </a:extLst>
                </p14:cNvPr>
                <p14:cNvContentPartPr/>
                <p14:nvPr/>
              </p14:nvContentPartPr>
              <p14:xfrm>
                <a:off x="8277751" y="3693522"/>
                <a:ext cx="79560" cy="676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4A698B4F-7E32-C36F-2F65-312D5E1C5BA8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8259751" y="3675522"/>
                  <a:ext cx="11520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7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C5F614AE-D343-DD83-A255-81CEAB3F0570}"/>
                    </a:ext>
                  </a:extLst>
                </p14:cNvPr>
                <p14:cNvContentPartPr/>
                <p14:nvPr/>
              </p14:nvContentPartPr>
              <p14:xfrm>
                <a:off x="8393671" y="3682722"/>
                <a:ext cx="87480" cy="8748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C5F614AE-D343-DD83-A255-81CEAB3F0570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8375671" y="3664722"/>
                  <a:ext cx="1231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9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9230E841-47E1-B1CC-4465-B539DCFA9D2D}"/>
                    </a:ext>
                  </a:extLst>
                </p14:cNvPr>
                <p14:cNvContentPartPr/>
                <p14:nvPr/>
              </p14:nvContentPartPr>
              <p14:xfrm>
                <a:off x="8506711" y="3638442"/>
                <a:ext cx="102600" cy="1245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9230E841-47E1-B1CC-4465-B539DCFA9D2D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8488711" y="3620442"/>
                  <a:ext cx="1382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8331495E-A69C-0345-9A9B-CF3A373B4435}"/>
                    </a:ext>
                  </a:extLst>
                </p14:cNvPr>
                <p14:cNvContentPartPr/>
                <p14:nvPr/>
              </p14:nvContentPartPr>
              <p14:xfrm>
                <a:off x="8573311" y="3737082"/>
                <a:ext cx="36000" cy="2592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8331495E-A69C-0345-9A9B-CF3A373B4435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8555671" y="3719082"/>
                  <a:ext cx="716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FEE6910-B040-4A0E-AD7B-8EDF6FC54088}"/>
                    </a:ext>
                  </a:extLst>
                </p14:cNvPr>
                <p14:cNvContentPartPr/>
                <p14:nvPr/>
              </p14:nvContentPartPr>
              <p14:xfrm>
                <a:off x="7815871" y="3194562"/>
                <a:ext cx="50760" cy="8384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FEE6910-B040-4A0E-AD7B-8EDF6FC54088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7797871" y="3176922"/>
                  <a:ext cx="86400" cy="87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D0A18CB5-387E-4D3C-E276-F2C7F6448A68}"/>
                    </a:ext>
                  </a:extLst>
                </p14:cNvPr>
                <p14:cNvContentPartPr/>
                <p14:nvPr/>
              </p14:nvContentPartPr>
              <p14:xfrm>
                <a:off x="7901911" y="3184122"/>
                <a:ext cx="1024200" cy="92664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D0A18CB5-387E-4D3C-E276-F2C7F6448A68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7884271" y="3166122"/>
                  <a:ext cx="1059840" cy="9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7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AD4087A1-7AB8-395C-B7D6-67BD28864771}"/>
                    </a:ext>
                  </a:extLst>
                </p14:cNvPr>
                <p14:cNvContentPartPr/>
                <p14:nvPr/>
              </p14:nvContentPartPr>
              <p14:xfrm>
                <a:off x="7856551" y="4126242"/>
                <a:ext cx="1006920" cy="5580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AD4087A1-7AB8-395C-B7D6-67BD28864771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7838911" y="4108602"/>
                  <a:ext cx="10425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9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B4DF9889-D378-F856-0B7B-A1D64B5654AF}"/>
                    </a:ext>
                  </a:extLst>
                </p14:cNvPr>
                <p14:cNvContentPartPr/>
                <p14:nvPr/>
              </p14:nvContentPartPr>
              <p14:xfrm>
                <a:off x="7881751" y="3584802"/>
                <a:ext cx="911520" cy="5832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B4DF9889-D378-F856-0B7B-A1D64B5654AF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7863751" y="3566802"/>
                  <a:ext cx="9471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1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E1095093-C4CA-7D0F-608A-55493F4B549F}"/>
                    </a:ext>
                  </a:extLst>
                </p14:cNvPr>
                <p14:cNvContentPartPr/>
                <p14:nvPr/>
              </p14:nvContentPartPr>
              <p14:xfrm>
                <a:off x="8768791" y="3623682"/>
                <a:ext cx="123840" cy="2232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E1095093-C4CA-7D0F-608A-55493F4B549F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8750791" y="3606042"/>
                  <a:ext cx="1594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3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293B2210-9D29-DE9C-AF97-6BA77FB4E43C}"/>
                    </a:ext>
                  </a:extLst>
                </p14:cNvPr>
                <p14:cNvContentPartPr/>
                <p14:nvPr/>
              </p14:nvContentPartPr>
              <p14:xfrm>
                <a:off x="8890471" y="4090242"/>
                <a:ext cx="49680" cy="11556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293B2210-9D29-DE9C-AF97-6BA77FB4E43C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8872471" y="4072242"/>
                  <a:ext cx="853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5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A1F9A0AB-1A87-1C06-CB13-7A29B6BB44F2}"/>
                    </a:ext>
                  </a:extLst>
                </p14:cNvPr>
                <p14:cNvContentPartPr/>
                <p14:nvPr/>
              </p14:nvContentPartPr>
              <p14:xfrm>
                <a:off x="7822351" y="4009242"/>
                <a:ext cx="23400" cy="14580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A1F9A0AB-1A87-1C06-CB13-7A29B6BB44F2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7804351" y="3991242"/>
                  <a:ext cx="590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7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06EF3D74-A7B1-4FE9-835E-20D079DEC314}"/>
                    </a:ext>
                  </a:extLst>
                </p14:cNvPr>
                <p14:cNvContentPartPr/>
                <p14:nvPr/>
              </p14:nvContentPartPr>
              <p14:xfrm>
                <a:off x="7932511" y="3871002"/>
                <a:ext cx="15840" cy="18072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06EF3D74-A7B1-4FE9-835E-20D079DEC314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7914871" y="3853362"/>
                  <a:ext cx="514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9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FC2C9510-212F-21D9-E651-E04B9B0EF2BE}"/>
                    </a:ext>
                  </a:extLst>
                </p14:cNvPr>
                <p14:cNvContentPartPr/>
                <p14:nvPr/>
              </p14:nvContentPartPr>
              <p14:xfrm>
                <a:off x="7919911" y="3882882"/>
                <a:ext cx="79920" cy="1800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FC2C9510-212F-21D9-E651-E04B9B0EF2BE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7901911" y="3865242"/>
                  <a:ext cx="1155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1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239ABC6C-8780-F05D-DCF1-C1ADF07AD3C3}"/>
                    </a:ext>
                  </a:extLst>
                </p14:cNvPr>
                <p14:cNvContentPartPr/>
                <p14:nvPr/>
              </p14:nvContentPartPr>
              <p14:xfrm>
                <a:off x="7924951" y="3962802"/>
                <a:ext cx="61560" cy="144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239ABC6C-8780-F05D-DCF1-C1ADF07AD3C3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7907311" y="3944802"/>
                  <a:ext cx="972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3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2898A14D-E11C-CC03-5DD5-91240208081B}"/>
                    </a:ext>
                  </a:extLst>
                </p14:cNvPr>
                <p14:cNvContentPartPr/>
                <p14:nvPr/>
              </p14:nvContentPartPr>
              <p14:xfrm>
                <a:off x="7995511" y="3984762"/>
                <a:ext cx="69840" cy="5364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2898A14D-E11C-CC03-5DD5-91240208081B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7977511" y="3967122"/>
                  <a:ext cx="105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5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F052D30A-6018-63A3-1C3C-C4E363D8B326}"/>
                    </a:ext>
                  </a:extLst>
                </p14:cNvPr>
                <p14:cNvContentPartPr/>
                <p14:nvPr/>
              </p14:nvContentPartPr>
              <p14:xfrm>
                <a:off x="8132671" y="3959922"/>
                <a:ext cx="67320" cy="6696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F052D30A-6018-63A3-1C3C-C4E363D8B326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8114671" y="3942282"/>
                  <a:ext cx="1029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7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5563091F-36ED-B2C0-81B9-9B66E4ACE856}"/>
                    </a:ext>
                  </a:extLst>
                </p14:cNvPr>
                <p14:cNvContentPartPr/>
                <p14:nvPr/>
              </p14:nvContentPartPr>
              <p14:xfrm>
                <a:off x="8235991" y="3964602"/>
                <a:ext cx="97200" cy="666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5563091F-36ED-B2C0-81B9-9B66E4ACE856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8217991" y="3946602"/>
                  <a:ext cx="1328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9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3ADFA88B-249F-A646-83E8-C955775B10C6}"/>
                    </a:ext>
                  </a:extLst>
                </p14:cNvPr>
                <p14:cNvContentPartPr/>
                <p14:nvPr/>
              </p14:nvContentPartPr>
              <p14:xfrm>
                <a:off x="8280991" y="3817722"/>
                <a:ext cx="61200" cy="20520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3ADFA88B-249F-A646-83E8-C955775B10C6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8262991" y="3799722"/>
                  <a:ext cx="96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1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CF7EE894-9367-A239-A162-1B7E631BEE6D}"/>
                    </a:ext>
                  </a:extLst>
                </p14:cNvPr>
                <p14:cNvContentPartPr/>
                <p14:nvPr/>
              </p14:nvContentPartPr>
              <p14:xfrm>
                <a:off x="8386111" y="3946242"/>
                <a:ext cx="101520" cy="8928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CF7EE894-9367-A239-A162-1B7E631BEE6D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8368471" y="3928602"/>
                  <a:ext cx="1371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322B9302-C4A5-09A4-FAD2-623058793FA7}"/>
                    </a:ext>
                  </a:extLst>
                </p14:cNvPr>
                <p14:cNvContentPartPr/>
                <p14:nvPr/>
              </p14:nvContentPartPr>
              <p14:xfrm>
                <a:off x="8541631" y="3980442"/>
                <a:ext cx="2520" cy="252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322B9302-C4A5-09A4-FAD2-623058793FA7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8523991" y="3962802"/>
                  <a:ext cx="38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B17BC453-EF62-D12E-BDDA-D6B2C2DE2C8C}"/>
                    </a:ext>
                  </a:extLst>
                </p14:cNvPr>
                <p14:cNvContentPartPr/>
                <p14:nvPr/>
              </p14:nvContentPartPr>
              <p14:xfrm>
                <a:off x="8515711" y="3882882"/>
                <a:ext cx="333360" cy="17136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B17BC453-EF62-D12E-BDDA-D6B2C2DE2C8C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8498071" y="3864882"/>
                  <a:ext cx="3690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E9573226-1268-AFEB-FCD6-3B14C4549FBA}"/>
                    </a:ext>
                  </a:extLst>
                </p14:cNvPr>
                <p14:cNvContentPartPr/>
                <p14:nvPr/>
              </p14:nvContentPartPr>
              <p14:xfrm>
                <a:off x="8811271" y="3890442"/>
                <a:ext cx="60120" cy="936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E9573226-1268-AFEB-FCD6-3B14C4549FBA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8793271" y="3872802"/>
                  <a:ext cx="957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E82F8A22-7988-90C6-1069-1B9B4EAF2433}"/>
                    </a:ext>
                  </a:extLst>
                </p14:cNvPr>
                <p14:cNvContentPartPr/>
                <p14:nvPr/>
              </p14:nvContentPartPr>
              <p14:xfrm>
                <a:off x="8235271" y="2980002"/>
                <a:ext cx="57960" cy="20232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E82F8A22-7988-90C6-1069-1B9B4EAF2433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8217271" y="2962362"/>
                  <a:ext cx="936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FB937E7E-0029-A6AD-06D3-35DE30F5B765}"/>
                    </a:ext>
                  </a:extLst>
                </p14:cNvPr>
                <p14:cNvContentPartPr/>
                <p14:nvPr/>
              </p14:nvContentPartPr>
              <p14:xfrm>
                <a:off x="8049151" y="2492562"/>
                <a:ext cx="25920" cy="44604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FB937E7E-0029-A6AD-06D3-35DE30F5B765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8031511" y="2474562"/>
                  <a:ext cx="61560" cy="48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0F30CD95-FA09-56C0-503E-EC0902E64647}"/>
                    </a:ext>
                  </a:extLst>
                </p14:cNvPr>
                <p14:cNvContentPartPr/>
                <p14:nvPr/>
              </p14:nvContentPartPr>
              <p14:xfrm>
                <a:off x="8022871" y="2410842"/>
                <a:ext cx="801000" cy="29376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0F30CD95-FA09-56C0-503E-EC0902E64647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8005231" y="2392842"/>
                  <a:ext cx="83664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5BA0DD94-6BAB-E947-98E2-A62922FE698A}"/>
                    </a:ext>
                  </a:extLst>
                </p14:cNvPr>
                <p14:cNvContentPartPr/>
                <p14:nvPr/>
              </p14:nvContentPartPr>
              <p14:xfrm>
                <a:off x="8088031" y="2937162"/>
                <a:ext cx="621720" cy="4896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5BA0DD94-6BAB-E947-98E2-A62922FE698A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8070031" y="2919522"/>
                  <a:ext cx="6573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7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275ACC0D-253C-7DD5-F4C9-CB74BC7AD7EF}"/>
                    </a:ext>
                  </a:extLst>
                </p14:cNvPr>
                <p14:cNvContentPartPr/>
                <p14:nvPr/>
              </p14:nvContentPartPr>
              <p14:xfrm>
                <a:off x="8752951" y="2731602"/>
                <a:ext cx="27000" cy="23364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275ACC0D-253C-7DD5-F4C9-CB74BC7AD7EF}"/>
                    </a:ext>
                  </a:extLst>
                </p:cNvPr>
                <p:cNvPicPr/>
                <p:nvPr/>
              </p:nvPicPr>
              <p:blipFill>
                <a:blip r:embed="rId868"/>
                <a:stretch>
                  <a:fillRect/>
                </a:stretch>
              </p:blipFill>
              <p:spPr>
                <a:xfrm>
                  <a:off x="8735311" y="2713962"/>
                  <a:ext cx="6264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71849ADA-A611-FF52-AC51-9C3F9EE9EB10}"/>
                    </a:ext>
                  </a:extLst>
                </p14:cNvPr>
                <p14:cNvContentPartPr/>
                <p14:nvPr/>
              </p14:nvContentPartPr>
              <p14:xfrm>
                <a:off x="8145991" y="2779482"/>
                <a:ext cx="100800" cy="982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71849ADA-A611-FF52-AC51-9C3F9EE9EB10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8128351" y="2761482"/>
                  <a:ext cx="1364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F8F9F32D-9382-AAF0-62C0-FBDA5414008F}"/>
                    </a:ext>
                  </a:extLst>
                </p14:cNvPr>
                <p14:cNvContentPartPr/>
                <p14:nvPr/>
              </p14:nvContentPartPr>
              <p14:xfrm>
                <a:off x="8189551" y="2650602"/>
                <a:ext cx="70560" cy="19512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F8F9F32D-9382-AAF0-62C0-FBDA5414008F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8171911" y="2632962"/>
                  <a:ext cx="106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7B9331F0-E6F5-B26B-ECD5-4C671BDE1D1E}"/>
                    </a:ext>
                  </a:extLst>
                </p14:cNvPr>
                <p14:cNvContentPartPr/>
                <p14:nvPr/>
              </p14:nvContentPartPr>
              <p14:xfrm>
                <a:off x="8330311" y="2762202"/>
                <a:ext cx="59040" cy="8712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7B9331F0-E6F5-B26B-ECD5-4C671BDE1D1E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8312311" y="2744202"/>
                  <a:ext cx="946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DA5FB474-5DAF-63B0-6261-F37B8980DE87}"/>
                    </a:ext>
                  </a:extLst>
                </p14:cNvPr>
                <p14:cNvContentPartPr/>
                <p14:nvPr/>
              </p14:nvContentPartPr>
              <p14:xfrm>
                <a:off x="8411311" y="2743122"/>
                <a:ext cx="127080" cy="9504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DA5FB474-5DAF-63B0-6261-F37B8980DE87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8393311" y="2725482"/>
                  <a:ext cx="1627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43A95B5F-6C36-6B26-684C-2F2BA7B876C9}"/>
                    </a:ext>
                  </a:extLst>
                </p14:cNvPr>
                <p14:cNvContentPartPr/>
                <p14:nvPr/>
              </p14:nvContentPartPr>
              <p14:xfrm>
                <a:off x="8567551" y="2752842"/>
                <a:ext cx="94320" cy="13428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43A95B5F-6C36-6B26-684C-2F2BA7B876C9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8549551" y="2735202"/>
                  <a:ext cx="12996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09F7BAEF-9486-719A-95E8-9073C7BC6A6F}"/>
                    </a:ext>
                  </a:extLst>
                </p14:cNvPr>
                <p14:cNvContentPartPr/>
                <p14:nvPr/>
              </p14:nvContentPartPr>
              <p14:xfrm>
                <a:off x="3732391" y="841602"/>
                <a:ext cx="684720" cy="6120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09F7BAEF-9486-719A-95E8-9073C7BC6A6F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3714751" y="823962"/>
                  <a:ext cx="7203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3BB5391D-9576-B2B7-5812-C77849625306}"/>
                    </a:ext>
                  </a:extLst>
                </p14:cNvPr>
                <p14:cNvContentPartPr/>
                <p14:nvPr/>
              </p14:nvContentPartPr>
              <p14:xfrm>
                <a:off x="3669031" y="794082"/>
                <a:ext cx="751680" cy="83448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3BB5391D-9576-B2B7-5812-C77849625306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3651031" y="776442"/>
                  <a:ext cx="787320" cy="87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3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16692B90-7CAE-02F9-95ED-12197B924BD4}"/>
                    </a:ext>
                  </a:extLst>
                </p14:cNvPr>
                <p14:cNvContentPartPr/>
                <p14:nvPr/>
              </p14:nvContentPartPr>
              <p14:xfrm>
                <a:off x="4191391" y="940962"/>
                <a:ext cx="187560" cy="1656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6692B90-7CAE-02F9-95ED-12197B924BD4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4173751" y="922962"/>
                  <a:ext cx="2232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5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89564758-FF22-C004-EFD5-7E0B3AE1CCA1}"/>
                    </a:ext>
                  </a:extLst>
                </p14:cNvPr>
                <p14:cNvContentPartPr/>
                <p14:nvPr/>
              </p14:nvContentPartPr>
              <p14:xfrm>
                <a:off x="4339351" y="1482042"/>
                <a:ext cx="5040" cy="360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89564758-FF22-C004-EFD5-7E0B3AE1CCA1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4321351" y="1464402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B3B664D1-B7DC-9CAA-3F37-CE7EF1731103}"/>
                    </a:ext>
                  </a:extLst>
                </p14:cNvPr>
                <p14:cNvContentPartPr/>
                <p14:nvPr/>
              </p14:nvContentPartPr>
              <p14:xfrm>
                <a:off x="4443391" y="1448202"/>
                <a:ext cx="357120" cy="25272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B3B664D1-B7DC-9CAA-3F37-CE7EF1731103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4425751" y="1430562"/>
                  <a:ext cx="3927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596A6E75-9A87-5B11-16ED-1AB545BF13A2}"/>
                    </a:ext>
                  </a:extLst>
                </p14:cNvPr>
                <p14:cNvContentPartPr/>
                <p14:nvPr/>
              </p14:nvContentPartPr>
              <p14:xfrm>
                <a:off x="4634191" y="1562682"/>
                <a:ext cx="191520" cy="20952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596A6E75-9A87-5B11-16ED-1AB545BF13A2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4616551" y="1545042"/>
                  <a:ext cx="227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7455EC0A-99AC-231A-00DE-F34BE95D4AFE}"/>
                    </a:ext>
                  </a:extLst>
                </p14:cNvPr>
                <p14:cNvContentPartPr/>
                <p14:nvPr/>
              </p14:nvContentPartPr>
              <p14:xfrm>
                <a:off x="4169071" y="1525602"/>
                <a:ext cx="265320" cy="112104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7455EC0A-99AC-231A-00DE-F34BE95D4AFE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4151431" y="1507962"/>
                  <a:ext cx="300960" cy="11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3DF48CE4-B668-775B-5945-7AD8FBD64C1A}"/>
                    </a:ext>
                  </a:extLst>
                </p14:cNvPr>
                <p14:cNvContentPartPr/>
                <p14:nvPr/>
              </p14:nvContentPartPr>
              <p14:xfrm>
                <a:off x="4224151" y="2416602"/>
                <a:ext cx="241920" cy="22248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3DF48CE4-B668-775B-5945-7AD8FBD64C1A}"/>
                    </a:ext>
                  </a:extLst>
                </p:cNvPr>
                <p:cNvPicPr/>
                <p:nvPr/>
              </p:nvPicPr>
              <p:blipFill>
                <a:blip r:embed="rId894"/>
                <a:stretch>
                  <a:fillRect/>
                </a:stretch>
              </p:blipFill>
              <p:spPr>
                <a:xfrm>
                  <a:off x="4206151" y="2398962"/>
                  <a:ext cx="2775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5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726BD7EC-F177-EA06-6DEA-D5F8452EEF2F}"/>
                    </a:ext>
                  </a:extLst>
                </p14:cNvPr>
                <p14:cNvContentPartPr/>
                <p14:nvPr/>
              </p14:nvContentPartPr>
              <p14:xfrm>
                <a:off x="9228871" y="5388042"/>
                <a:ext cx="122760" cy="15696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726BD7EC-F177-EA06-6DEA-D5F8452EEF2F}"/>
                    </a:ext>
                  </a:extLst>
                </p:cNvPr>
                <p:cNvPicPr/>
                <p:nvPr/>
              </p:nvPicPr>
              <p:blipFill>
                <a:blip r:embed="rId896"/>
                <a:stretch>
                  <a:fillRect/>
                </a:stretch>
              </p:blipFill>
              <p:spPr>
                <a:xfrm>
                  <a:off x="9211231" y="5370402"/>
                  <a:ext cx="158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7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8D042912-DC13-2524-F9D6-5FBD02052519}"/>
                    </a:ext>
                  </a:extLst>
                </p14:cNvPr>
                <p14:cNvContentPartPr/>
                <p14:nvPr/>
              </p14:nvContentPartPr>
              <p14:xfrm>
                <a:off x="9428671" y="5327202"/>
                <a:ext cx="118440" cy="24840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8D042912-DC13-2524-F9D6-5FBD02052519}"/>
                    </a:ext>
                  </a:extLst>
                </p:cNvPr>
                <p:cNvPicPr/>
                <p:nvPr/>
              </p:nvPicPr>
              <p:blipFill>
                <a:blip r:embed="rId898"/>
                <a:stretch>
                  <a:fillRect/>
                </a:stretch>
              </p:blipFill>
              <p:spPr>
                <a:xfrm>
                  <a:off x="9410671" y="5309562"/>
                  <a:ext cx="1540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9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5AEC8CC7-6DC6-1B4B-D953-9E20712B4ED3}"/>
                    </a:ext>
                  </a:extLst>
                </p14:cNvPr>
                <p14:cNvContentPartPr/>
                <p14:nvPr/>
              </p14:nvContentPartPr>
              <p14:xfrm>
                <a:off x="9686791" y="5245122"/>
                <a:ext cx="76320" cy="2505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5AEC8CC7-6DC6-1B4B-D953-9E20712B4ED3}"/>
                    </a:ext>
                  </a:extLst>
                </p:cNvPr>
                <p:cNvPicPr/>
                <p:nvPr/>
              </p:nvPicPr>
              <p:blipFill>
                <a:blip r:embed="rId900"/>
                <a:stretch>
                  <a:fillRect/>
                </a:stretch>
              </p:blipFill>
              <p:spPr>
                <a:xfrm>
                  <a:off x="9668791" y="5227482"/>
                  <a:ext cx="1119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1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05AE9CC-70D0-A0AF-9A48-26DF1892E027}"/>
                    </a:ext>
                  </a:extLst>
                </p14:cNvPr>
                <p14:cNvContentPartPr/>
                <p14:nvPr/>
              </p14:nvContentPartPr>
              <p14:xfrm>
                <a:off x="9292231" y="5755242"/>
                <a:ext cx="116280" cy="32940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05AE9CC-70D0-A0AF-9A48-26DF1892E027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9274231" y="5737602"/>
                  <a:ext cx="1519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3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E611BD89-55B7-103E-35D9-B54D686FE63D}"/>
                    </a:ext>
                  </a:extLst>
                </p14:cNvPr>
                <p14:cNvContentPartPr/>
                <p14:nvPr/>
              </p14:nvContentPartPr>
              <p14:xfrm>
                <a:off x="9449911" y="5756322"/>
                <a:ext cx="225000" cy="16704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E611BD89-55B7-103E-35D9-B54D686FE63D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9432271" y="5738322"/>
                  <a:ext cx="2606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AFD93DE3-C13F-6F1F-BD21-C9E2DB531753}"/>
                    </a:ext>
                  </a:extLst>
                </p14:cNvPr>
                <p14:cNvContentPartPr/>
                <p14:nvPr/>
              </p14:nvContentPartPr>
              <p14:xfrm>
                <a:off x="9606511" y="5555442"/>
                <a:ext cx="206640" cy="33732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AFD93DE3-C13F-6F1F-BD21-C9E2DB531753}"/>
                    </a:ext>
                  </a:extLst>
                </p:cNvPr>
                <p:cNvPicPr/>
                <p:nvPr/>
              </p:nvPicPr>
              <p:blipFill>
                <a:blip r:embed="rId906"/>
                <a:stretch>
                  <a:fillRect/>
                </a:stretch>
              </p:blipFill>
              <p:spPr>
                <a:xfrm>
                  <a:off x="9588511" y="5537802"/>
                  <a:ext cx="24228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7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FDB2E430-F99D-7BB3-FABC-C24C6636E596}"/>
                    </a:ext>
                  </a:extLst>
                </p14:cNvPr>
                <p14:cNvContentPartPr/>
                <p14:nvPr/>
              </p14:nvContentPartPr>
              <p14:xfrm>
                <a:off x="3012751" y="820362"/>
                <a:ext cx="689040" cy="12456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FDB2E430-F99D-7BB3-FABC-C24C6636E596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2995111" y="802362"/>
                  <a:ext cx="724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9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7BA82A68-2459-909E-D947-246CF657A0B3}"/>
                    </a:ext>
                  </a:extLst>
                </p14:cNvPr>
                <p14:cNvContentPartPr/>
                <p14:nvPr/>
              </p14:nvContentPartPr>
              <p14:xfrm>
                <a:off x="2998351" y="898842"/>
                <a:ext cx="697680" cy="4870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7BA82A68-2459-909E-D947-246CF657A0B3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2980711" y="881202"/>
                  <a:ext cx="73332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1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2AE56917-24B6-8CB1-B762-178251A38E6F}"/>
                    </a:ext>
                  </a:extLst>
                </p14:cNvPr>
                <p14:cNvContentPartPr/>
                <p14:nvPr/>
              </p14:nvContentPartPr>
              <p14:xfrm>
                <a:off x="3077191" y="1000722"/>
                <a:ext cx="35640" cy="21600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2AE56917-24B6-8CB1-B762-178251A38E6F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3059191" y="982722"/>
                  <a:ext cx="7128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3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E9CAEB2F-FF78-9472-24B1-18212D1FE753}"/>
                    </a:ext>
                  </a:extLst>
                </p14:cNvPr>
                <p14:cNvContentPartPr/>
                <p14:nvPr/>
              </p14:nvContentPartPr>
              <p14:xfrm>
                <a:off x="3097351" y="973002"/>
                <a:ext cx="198000" cy="2394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E9CAEB2F-FF78-9472-24B1-18212D1FE753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3079711" y="955002"/>
                  <a:ext cx="2336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5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E1C232C3-022A-3688-6AF6-459533815A7F}"/>
                    </a:ext>
                  </a:extLst>
                </p14:cNvPr>
                <p14:cNvContentPartPr/>
                <p14:nvPr/>
              </p14:nvContentPartPr>
              <p14:xfrm>
                <a:off x="3343591" y="1025562"/>
                <a:ext cx="96480" cy="17028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E1C232C3-022A-3688-6AF6-459533815A7F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3325591" y="1007562"/>
                  <a:ext cx="1321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7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61581594-4BA1-7014-EEB9-4B3BE9B85625}"/>
                    </a:ext>
                  </a:extLst>
                </p14:cNvPr>
                <p14:cNvContentPartPr/>
                <p14:nvPr/>
              </p14:nvContentPartPr>
              <p14:xfrm>
                <a:off x="3508831" y="984162"/>
                <a:ext cx="33480" cy="17748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61581594-4BA1-7014-EEB9-4B3BE9B85625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3490831" y="966522"/>
                  <a:ext cx="691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9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C6D18C9A-0C58-235B-265F-719DB754CD73}"/>
                    </a:ext>
                  </a:extLst>
                </p14:cNvPr>
                <p14:cNvContentPartPr/>
                <p14:nvPr/>
              </p14:nvContentPartPr>
              <p14:xfrm>
                <a:off x="3489391" y="952482"/>
                <a:ext cx="109440" cy="10116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C6D18C9A-0C58-235B-265F-719DB754CD73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3471751" y="934842"/>
                  <a:ext cx="145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1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3BF0EDC8-F293-88EB-FD99-71EC1374A4C5}"/>
                    </a:ext>
                  </a:extLst>
                </p14:cNvPr>
                <p14:cNvContentPartPr/>
                <p14:nvPr/>
              </p14:nvContentPartPr>
              <p14:xfrm>
                <a:off x="1657351" y="1110162"/>
                <a:ext cx="1282320" cy="155700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3BF0EDC8-F293-88EB-FD99-71EC1374A4C5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1639711" y="1092162"/>
                  <a:ext cx="1317960" cy="159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3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7E82CD8D-62D0-0362-815F-5942F5F1170F}"/>
                    </a:ext>
                  </a:extLst>
                </p14:cNvPr>
                <p14:cNvContentPartPr/>
                <p14:nvPr/>
              </p14:nvContentPartPr>
              <p14:xfrm>
                <a:off x="2605231" y="1018362"/>
                <a:ext cx="403200" cy="25272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7E82CD8D-62D0-0362-815F-5942F5F1170F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2587591" y="1000362"/>
                  <a:ext cx="4388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5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7F0E63BA-1E83-3910-D5BD-B5395D17FE84}"/>
                    </a:ext>
                  </a:extLst>
                </p14:cNvPr>
                <p14:cNvContentPartPr/>
                <p14:nvPr/>
              </p14:nvContentPartPr>
              <p14:xfrm>
                <a:off x="3697471" y="916122"/>
                <a:ext cx="66600" cy="18900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7F0E63BA-1E83-3910-D5BD-B5395D17FE84}"/>
                    </a:ext>
                  </a:extLst>
                </p:cNvPr>
                <p:cNvPicPr/>
                <p:nvPr/>
              </p:nvPicPr>
              <p:blipFill>
                <a:blip r:embed="rId926"/>
                <a:stretch>
                  <a:fillRect/>
                </a:stretch>
              </p:blipFill>
              <p:spPr>
                <a:xfrm>
                  <a:off x="3679831" y="898482"/>
                  <a:ext cx="1022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BBC88D93-41AD-CFC8-20AE-075D63C18681}"/>
                    </a:ext>
                  </a:extLst>
                </p14:cNvPr>
                <p14:cNvContentPartPr/>
                <p14:nvPr/>
              </p14:nvContentPartPr>
              <p14:xfrm>
                <a:off x="3750751" y="924762"/>
                <a:ext cx="48960" cy="13428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BBC88D93-41AD-CFC8-20AE-075D63C18681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3733111" y="907122"/>
                  <a:ext cx="846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8D2F6878-CF3F-A534-AA50-06692DB3F233}"/>
                    </a:ext>
                  </a:extLst>
                </p14:cNvPr>
                <p14:cNvContentPartPr/>
                <p14:nvPr/>
              </p14:nvContentPartPr>
              <p14:xfrm>
                <a:off x="3730231" y="1029522"/>
                <a:ext cx="73080" cy="1332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8D2F6878-CF3F-A534-AA50-06692DB3F233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3712591" y="1011522"/>
                  <a:ext cx="1087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1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D2C21C80-6D49-E989-7E4C-979B89EEB5F1}"/>
                    </a:ext>
                  </a:extLst>
                </p14:cNvPr>
                <p14:cNvContentPartPr/>
                <p14:nvPr/>
              </p14:nvContentPartPr>
              <p14:xfrm>
                <a:off x="3812311" y="955362"/>
                <a:ext cx="108720" cy="13032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D2C21C80-6D49-E989-7E4C-979B89EEB5F1}"/>
                    </a:ext>
                  </a:extLst>
                </p:cNvPr>
                <p:cNvPicPr/>
                <p:nvPr/>
              </p:nvPicPr>
              <p:blipFill>
                <a:blip r:embed="rId932"/>
                <a:stretch>
                  <a:fillRect/>
                </a:stretch>
              </p:blipFill>
              <p:spPr>
                <a:xfrm>
                  <a:off x="3794311" y="937722"/>
                  <a:ext cx="1443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C3A2EA4-29DD-0F49-C57A-963AAA8463F7}"/>
                    </a:ext>
                  </a:extLst>
                </p14:cNvPr>
                <p14:cNvContentPartPr/>
                <p14:nvPr/>
              </p14:nvContentPartPr>
              <p14:xfrm>
                <a:off x="3967111" y="949242"/>
                <a:ext cx="61920" cy="165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C3A2EA4-29DD-0F49-C57A-963AAA8463F7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3949111" y="931242"/>
                  <a:ext cx="975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9FBF2398-83F9-F7B2-9D9C-F1463086B452}"/>
                    </a:ext>
                  </a:extLst>
                </p14:cNvPr>
                <p14:cNvContentPartPr/>
                <p14:nvPr/>
              </p14:nvContentPartPr>
              <p14:xfrm>
                <a:off x="3948031" y="967242"/>
                <a:ext cx="92160" cy="10116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FBF2398-83F9-F7B2-9D9C-F1463086B452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3930391" y="949242"/>
                  <a:ext cx="1278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320D6780-4CCD-C835-A912-ED6A1EB7AB39}"/>
                    </a:ext>
                  </a:extLst>
                </p14:cNvPr>
                <p14:cNvContentPartPr/>
                <p14:nvPr/>
              </p14:nvContentPartPr>
              <p14:xfrm>
                <a:off x="3947671" y="1000002"/>
                <a:ext cx="60120" cy="1512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320D6780-4CCD-C835-A912-ED6A1EB7AB39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3930031" y="982362"/>
                  <a:ext cx="957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0B86657E-3DE7-A59C-1E07-A69DDAED448E}"/>
                    </a:ext>
                  </a:extLst>
                </p14:cNvPr>
                <p14:cNvContentPartPr/>
                <p14:nvPr/>
              </p14:nvContentPartPr>
              <p14:xfrm>
                <a:off x="4041631" y="951762"/>
                <a:ext cx="161280" cy="12420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0B86657E-3DE7-A59C-1E07-A69DDAED448E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4023631" y="934122"/>
                  <a:ext cx="1969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3CACDC58-9B30-BF9F-7622-6FB203D2FA96}"/>
                    </a:ext>
                  </a:extLst>
                </p14:cNvPr>
                <p14:cNvContentPartPr/>
                <p14:nvPr/>
              </p14:nvContentPartPr>
              <p14:xfrm>
                <a:off x="4297231" y="934482"/>
                <a:ext cx="10440" cy="13428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3CACDC58-9B30-BF9F-7622-6FB203D2FA96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4279591" y="916842"/>
                  <a:ext cx="4608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63BD121B-F378-DDF8-1896-E5E2029BE2AC}"/>
                    </a:ext>
                  </a:extLst>
                </p14:cNvPr>
                <p14:cNvContentPartPr/>
                <p14:nvPr/>
              </p14:nvContentPartPr>
              <p14:xfrm>
                <a:off x="3746431" y="1254882"/>
                <a:ext cx="82080" cy="16740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63BD121B-F378-DDF8-1896-E5E2029BE2AC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3728431" y="1236882"/>
                  <a:ext cx="1177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8270AE75-1A00-E8D0-5AEF-CBE808DD600C}"/>
                    </a:ext>
                  </a:extLst>
                </p14:cNvPr>
                <p14:cNvContentPartPr/>
                <p14:nvPr/>
              </p14:nvContentPartPr>
              <p14:xfrm>
                <a:off x="3873151" y="1260282"/>
                <a:ext cx="27000" cy="17064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8270AE75-1A00-E8D0-5AEF-CBE808DD600C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3855151" y="1242642"/>
                  <a:ext cx="626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BA985430-5F38-A39A-A98A-6650070D8C78}"/>
                    </a:ext>
                  </a:extLst>
                </p14:cNvPr>
                <p14:cNvContentPartPr/>
                <p14:nvPr/>
              </p14:nvContentPartPr>
              <p14:xfrm>
                <a:off x="3884311" y="1249842"/>
                <a:ext cx="66600" cy="17496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BA985430-5F38-A39A-A98A-6650070D8C78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3866671" y="1232202"/>
                  <a:ext cx="1022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9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730B3376-5752-E6A2-D3F7-E4082826AEE8}"/>
                    </a:ext>
                  </a:extLst>
                </p14:cNvPr>
                <p14:cNvContentPartPr/>
                <p14:nvPr/>
              </p14:nvContentPartPr>
              <p14:xfrm>
                <a:off x="3989791" y="1246602"/>
                <a:ext cx="57240" cy="18324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730B3376-5752-E6A2-D3F7-E4082826AEE8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3971791" y="1228962"/>
                  <a:ext cx="92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1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81E84C09-2A8B-7D4D-0DF6-7613EC586809}"/>
                    </a:ext>
                  </a:extLst>
                </p14:cNvPr>
                <p14:cNvContentPartPr/>
                <p14:nvPr/>
              </p14:nvContentPartPr>
              <p14:xfrm>
                <a:off x="4101391" y="1292322"/>
                <a:ext cx="3600" cy="180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81E84C09-2A8B-7D4D-0DF6-7613EC586809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4083391" y="1274682"/>
                  <a:ext cx="39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3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7D80D553-B2DF-48AF-9186-E7EE9704C32A}"/>
                    </a:ext>
                  </a:extLst>
                </p14:cNvPr>
                <p14:cNvContentPartPr/>
                <p14:nvPr/>
              </p14:nvContentPartPr>
              <p14:xfrm>
                <a:off x="4073311" y="1205562"/>
                <a:ext cx="29520" cy="23184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7D80D553-B2DF-48AF-9186-E7EE9704C32A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4055311" y="1187562"/>
                  <a:ext cx="651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5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FF546A15-2FAB-4BAA-5FB0-A45D73F04C55}"/>
                    </a:ext>
                  </a:extLst>
                </p14:cNvPr>
                <p14:cNvContentPartPr/>
                <p14:nvPr/>
              </p14:nvContentPartPr>
              <p14:xfrm>
                <a:off x="4099951" y="1297722"/>
                <a:ext cx="77760" cy="5544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FF546A15-2FAB-4BAA-5FB0-A45D73F04C55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4081951" y="1279722"/>
                  <a:ext cx="1134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7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73508DBB-3A00-E4F8-7637-BC574C025093}"/>
                    </a:ext>
                  </a:extLst>
                </p14:cNvPr>
                <p14:cNvContentPartPr/>
                <p14:nvPr/>
              </p14:nvContentPartPr>
              <p14:xfrm>
                <a:off x="4137031" y="1217082"/>
                <a:ext cx="64080" cy="22104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73508DBB-3A00-E4F8-7637-BC574C025093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4119391" y="1199442"/>
                  <a:ext cx="99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9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4ACF533A-EC49-AD3C-B122-5849CC156A20}"/>
                    </a:ext>
                  </a:extLst>
                </p14:cNvPr>
                <p14:cNvContentPartPr/>
                <p14:nvPr/>
              </p14:nvContentPartPr>
              <p14:xfrm>
                <a:off x="4246111" y="1406802"/>
                <a:ext cx="3240" cy="612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4ACF533A-EC49-AD3C-B122-5849CC156A20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4228111" y="1388802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0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C161587D-0E20-56E2-D258-F24820806B95}"/>
                    </a:ext>
                  </a:extLst>
                </p14:cNvPr>
                <p14:cNvContentPartPr/>
                <p14:nvPr/>
              </p14:nvContentPartPr>
              <p14:xfrm>
                <a:off x="6351391" y="2051202"/>
                <a:ext cx="27360" cy="10908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C161587D-0E20-56E2-D258-F24820806B95}"/>
                    </a:ext>
                  </a:extLst>
                </p:cNvPr>
                <p:cNvPicPr/>
                <p:nvPr/>
              </p:nvPicPr>
              <p:blipFill>
                <a:blip r:embed="rId961"/>
                <a:stretch>
                  <a:fillRect/>
                </a:stretch>
              </p:blipFill>
              <p:spPr>
                <a:xfrm>
                  <a:off x="6333751" y="2033562"/>
                  <a:ext cx="630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2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4B18A819-D0E2-0D18-9B48-2766DFB915A8}"/>
                    </a:ext>
                  </a:extLst>
                </p14:cNvPr>
                <p14:cNvContentPartPr/>
                <p14:nvPr/>
              </p14:nvContentPartPr>
              <p14:xfrm>
                <a:off x="6351751" y="2032842"/>
                <a:ext cx="84600" cy="7956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4B18A819-D0E2-0D18-9B48-2766DFB915A8}"/>
                    </a:ext>
                  </a:extLst>
                </p:cNvPr>
                <p:cNvPicPr/>
                <p:nvPr/>
              </p:nvPicPr>
              <p:blipFill>
                <a:blip r:embed="rId963"/>
                <a:stretch>
                  <a:fillRect/>
                </a:stretch>
              </p:blipFill>
              <p:spPr>
                <a:xfrm>
                  <a:off x="6333751" y="2014842"/>
                  <a:ext cx="1202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4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7EA29E0-93D5-386F-BEF5-FC5FAB38AFEC}"/>
                    </a:ext>
                  </a:extLst>
                </p14:cNvPr>
                <p14:cNvContentPartPr/>
                <p14:nvPr/>
              </p14:nvContentPartPr>
              <p14:xfrm>
                <a:off x="6461551" y="2033922"/>
                <a:ext cx="14400" cy="14688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7EA29E0-93D5-386F-BEF5-FC5FAB38AFEC}"/>
                    </a:ext>
                  </a:extLst>
                </p:cNvPr>
                <p:cNvPicPr/>
                <p:nvPr/>
              </p:nvPicPr>
              <p:blipFill>
                <a:blip r:embed="rId965"/>
                <a:stretch>
                  <a:fillRect/>
                </a:stretch>
              </p:blipFill>
              <p:spPr>
                <a:xfrm>
                  <a:off x="6443911" y="2016282"/>
                  <a:ext cx="500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6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F9AAEF07-3985-5D88-FE29-AAB6F77CD3FB}"/>
                    </a:ext>
                  </a:extLst>
                </p14:cNvPr>
                <p14:cNvContentPartPr/>
                <p14:nvPr/>
              </p14:nvContentPartPr>
              <p14:xfrm>
                <a:off x="6458311" y="2034642"/>
                <a:ext cx="100440" cy="1281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F9AAEF07-3985-5D88-FE29-AAB6F77CD3FB}"/>
                    </a:ext>
                  </a:extLst>
                </p:cNvPr>
                <p:cNvPicPr/>
                <p:nvPr/>
              </p:nvPicPr>
              <p:blipFill>
                <a:blip r:embed="rId967"/>
                <a:stretch>
                  <a:fillRect/>
                </a:stretch>
              </p:blipFill>
              <p:spPr>
                <a:xfrm>
                  <a:off x="6440671" y="2017002"/>
                  <a:ext cx="13608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8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CC96919E-EB9C-013E-4F36-28ED421DB375}"/>
                    </a:ext>
                  </a:extLst>
                </p14:cNvPr>
                <p14:cNvContentPartPr/>
                <p14:nvPr/>
              </p14:nvContentPartPr>
              <p14:xfrm>
                <a:off x="6587191" y="2027082"/>
                <a:ext cx="93960" cy="1440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CC96919E-EB9C-013E-4F36-28ED421DB375}"/>
                    </a:ext>
                  </a:extLst>
                </p:cNvPr>
                <p:cNvPicPr/>
                <p:nvPr/>
              </p:nvPicPr>
              <p:blipFill>
                <a:blip r:embed="rId969"/>
                <a:stretch>
                  <a:fillRect/>
                </a:stretch>
              </p:blipFill>
              <p:spPr>
                <a:xfrm>
                  <a:off x="6569551" y="2009082"/>
                  <a:ext cx="1296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0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5133D174-BF25-6D00-BE00-975B5383F9B2}"/>
                    </a:ext>
                  </a:extLst>
                </p14:cNvPr>
                <p14:cNvContentPartPr/>
                <p14:nvPr/>
              </p14:nvContentPartPr>
              <p14:xfrm>
                <a:off x="6738391" y="2023122"/>
                <a:ext cx="2160" cy="1278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5133D174-BF25-6D00-BE00-975B5383F9B2}"/>
                    </a:ext>
                  </a:extLst>
                </p:cNvPr>
                <p:cNvPicPr/>
                <p:nvPr/>
              </p:nvPicPr>
              <p:blipFill>
                <a:blip r:embed="rId971"/>
                <a:stretch>
                  <a:fillRect/>
                </a:stretch>
              </p:blipFill>
              <p:spPr>
                <a:xfrm>
                  <a:off x="6720751" y="2005122"/>
                  <a:ext cx="378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2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047CBC15-D6EA-2F61-B326-2EC5A6C9368A}"/>
                    </a:ext>
                  </a:extLst>
                </p14:cNvPr>
                <p14:cNvContentPartPr/>
                <p14:nvPr/>
              </p14:nvContentPartPr>
              <p14:xfrm>
                <a:off x="6711391" y="2010882"/>
                <a:ext cx="84960" cy="1008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047CBC15-D6EA-2F61-B326-2EC5A6C9368A}"/>
                    </a:ext>
                  </a:extLst>
                </p:cNvPr>
                <p:cNvPicPr/>
                <p:nvPr/>
              </p:nvPicPr>
              <p:blipFill>
                <a:blip r:embed="rId973"/>
                <a:stretch>
                  <a:fillRect/>
                </a:stretch>
              </p:blipFill>
              <p:spPr>
                <a:xfrm>
                  <a:off x="6693751" y="1993242"/>
                  <a:ext cx="1206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4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E646192A-3EC1-DB23-2973-7C3E92963921}"/>
                    </a:ext>
                  </a:extLst>
                </p14:cNvPr>
                <p14:cNvContentPartPr/>
                <p14:nvPr/>
              </p14:nvContentPartPr>
              <p14:xfrm>
                <a:off x="6754591" y="2070282"/>
                <a:ext cx="41400" cy="1440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E646192A-3EC1-DB23-2973-7C3E92963921}"/>
                    </a:ext>
                  </a:extLst>
                </p:cNvPr>
                <p:cNvPicPr/>
                <p:nvPr/>
              </p:nvPicPr>
              <p:blipFill>
                <a:blip r:embed="rId975"/>
                <a:stretch>
                  <a:fillRect/>
                </a:stretch>
              </p:blipFill>
              <p:spPr>
                <a:xfrm>
                  <a:off x="6736591" y="2052282"/>
                  <a:ext cx="770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6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A85760CA-DED5-E55E-F903-2DACF32E1F79}"/>
                    </a:ext>
                  </a:extLst>
                </p14:cNvPr>
                <p14:cNvContentPartPr/>
                <p14:nvPr/>
              </p14:nvContentPartPr>
              <p14:xfrm>
                <a:off x="6830551" y="2001522"/>
                <a:ext cx="32400" cy="16164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A85760CA-DED5-E55E-F903-2DACF32E1F79}"/>
                    </a:ext>
                  </a:extLst>
                </p:cNvPr>
                <p:cNvPicPr/>
                <p:nvPr/>
              </p:nvPicPr>
              <p:blipFill>
                <a:blip r:embed="rId977"/>
                <a:stretch>
                  <a:fillRect/>
                </a:stretch>
              </p:blipFill>
              <p:spPr>
                <a:xfrm>
                  <a:off x="6812551" y="1983882"/>
                  <a:ext cx="680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8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22684EBE-F580-7A68-6EC3-931CB2D33521}"/>
                    </a:ext>
                  </a:extLst>
                </p14:cNvPr>
                <p14:cNvContentPartPr/>
                <p14:nvPr/>
              </p14:nvContentPartPr>
              <p14:xfrm>
                <a:off x="6896071" y="2011962"/>
                <a:ext cx="100800" cy="14004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22684EBE-F580-7A68-6EC3-931CB2D33521}"/>
                    </a:ext>
                  </a:extLst>
                </p:cNvPr>
                <p:cNvPicPr/>
                <p:nvPr/>
              </p:nvPicPr>
              <p:blipFill>
                <a:blip r:embed="rId979"/>
                <a:stretch>
                  <a:fillRect/>
                </a:stretch>
              </p:blipFill>
              <p:spPr>
                <a:xfrm>
                  <a:off x="6878071" y="1994322"/>
                  <a:ext cx="1364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0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A282983E-D5E9-C5C0-5AB7-4048696EEC66}"/>
                    </a:ext>
                  </a:extLst>
                </p14:cNvPr>
                <p14:cNvContentPartPr/>
                <p14:nvPr/>
              </p14:nvContentPartPr>
              <p14:xfrm>
                <a:off x="7004791" y="2016282"/>
                <a:ext cx="75600" cy="17964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A282983E-D5E9-C5C0-5AB7-4048696EEC66}"/>
                    </a:ext>
                  </a:extLst>
                </p:cNvPr>
                <p:cNvPicPr/>
                <p:nvPr/>
              </p:nvPicPr>
              <p:blipFill>
                <a:blip r:embed="rId981"/>
                <a:stretch>
                  <a:fillRect/>
                </a:stretch>
              </p:blipFill>
              <p:spPr>
                <a:xfrm>
                  <a:off x="6987151" y="1998282"/>
                  <a:ext cx="1112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2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664653AB-B1F7-0B00-22A1-8116044EA6C6}"/>
                    </a:ext>
                  </a:extLst>
                </p14:cNvPr>
                <p14:cNvContentPartPr/>
                <p14:nvPr/>
              </p14:nvContentPartPr>
              <p14:xfrm>
                <a:off x="7020991" y="2088642"/>
                <a:ext cx="61560" cy="1368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664653AB-B1F7-0B00-22A1-8116044EA6C6}"/>
                    </a:ext>
                  </a:extLst>
                </p:cNvPr>
                <p:cNvPicPr/>
                <p:nvPr/>
              </p:nvPicPr>
              <p:blipFill>
                <a:blip r:embed="rId983"/>
                <a:stretch>
                  <a:fillRect/>
                </a:stretch>
              </p:blipFill>
              <p:spPr>
                <a:xfrm>
                  <a:off x="7003351" y="2070642"/>
                  <a:ext cx="972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4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B90C9C42-8D2F-5E57-76E2-CDCB9B7203F1}"/>
                    </a:ext>
                  </a:extLst>
                </p14:cNvPr>
                <p14:cNvContentPartPr/>
                <p14:nvPr/>
              </p14:nvContentPartPr>
              <p14:xfrm>
                <a:off x="7128631" y="1986762"/>
                <a:ext cx="105840" cy="19944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B90C9C42-8D2F-5E57-76E2-CDCB9B7203F1}"/>
                    </a:ext>
                  </a:extLst>
                </p:cNvPr>
                <p:cNvPicPr/>
                <p:nvPr/>
              </p:nvPicPr>
              <p:blipFill>
                <a:blip r:embed="rId985"/>
                <a:stretch>
                  <a:fillRect/>
                </a:stretch>
              </p:blipFill>
              <p:spPr>
                <a:xfrm>
                  <a:off x="7110631" y="1969122"/>
                  <a:ext cx="1414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6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83E73072-D922-41CD-61F1-709D03F5431E}"/>
                    </a:ext>
                  </a:extLst>
                </p14:cNvPr>
                <p14:cNvContentPartPr/>
                <p14:nvPr/>
              </p14:nvContentPartPr>
              <p14:xfrm>
                <a:off x="6570991" y="2287002"/>
                <a:ext cx="24120" cy="12420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83E73072-D922-41CD-61F1-709D03F5431E}"/>
                    </a:ext>
                  </a:extLst>
                </p:cNvPr>
                <p:cNvPicPr/>
                <p:nvPr/>
              </p:nvPicPr>
              <p:blipFill>
                <a:blip r:embed="rId987"/>
                <a:stretch>
                  <a:fillRect/>
                </a:stretch>
              </p:blipFill>
              <p:spPr>
                <a:xfrm>
                  <a:off x="6553351" y="2269362"/>
                  <a:ext cx="5976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06AE1F5C-1A1E-F524-932D-21CAF880A309}"/>
                    </a:ext>
                  </a:extLst>
                </p14:cNvPr>
                <p14:cNvContentPartPr/>
                <p14:nvPr/>
              </p14:nvContentPartPr>
              <p14:xfrm>
                <a:off x="6553711" y="2296002"/>
                <a:ext cx="76320" cy="14688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06AE1F5C-1A1E-F524-932D-21CAF880A309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6536071" y="2278362"/>
                  <a:ext cx="1119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166C08CF-F9FE-FD37-0D2B-260389FCA915}"/>
                    </a:ext>
                  </a:extLst>
                </p14:cNvPr>
                <p14:cNvContentPartPr/>
                <p14:nvPr/>
              </p14:nvContentPartPr>
              <p14:xfrm>
                <a:off x="6705631" y="2393922"/>
                <a:ext cx="3960" cy="1404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166C08CF-F9FE-FD37-0D2B-260389FCA915}"/>
                    </a:ext>
                  </a:extLst>
                </p:cNvPr>
                <p:cNvPicPr/>
                <p:nvPr/>
              </p:nvPicPr>
              <p:blipFill>
                <a:blip r:embed="rId991"/>
                <a:stretch>
                  <a:fillRect/>
                </a:stretch>
              </p:blipFill>
              <p:spPr>
                <a:xfrm>
                  <a:off x="6687991" y="2376282"/>
                  <a:ext cx="396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2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BEEB4972-6981-2660-738A-EAD9906806BE}"/>
                    </a:ext>
                  </a:extLst>
                </p14:cNvPr>
                <p14:cNvContentPartPr/>
                <p14:nvPr/>
              </p14:nvContentPartPr>
              <p14:xfrm>
                <a:off x="6800671" y="2330202"/>
                <a:ext cx="8280" cy="9216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BEEB4972-6981-2660-738A-EAD9906806BE}"/>
                    </a:ext>
                  </a:extLst>
                </p:cNvPr>
                <p:cNvPicPr/>
                <p:nvPr/>
              </p:nvPicPr>
              <p:blipFill>
                <a:blip r:embed="rId993"/>
                <a:stretch>
                  <a:fillRect/>
                </a:stretch>
              </p:blipFill>
              <p:spPr>
                <a:xfrm>
                  <a:off x="6782671" y="2312202"/>
                  <a:ext cx="439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4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E0A2D568-C056-0DA6-DDDB-E49363666FD6}"/>
                    </a:ext>
                  </a:extLst>
                </p14:cNvPr>
                <p14:cNvContentPartPr/>
                <p14:nvPr/>
              </p14:nvContentPartPr>
              <p14:xfrm>
                <a:off x="6771871" y="2289882"/>
                <a:ext cx="116280" cy="16164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E0A2D568-C056-0DA6-DDDB-E49363666FD6}"/>
                    </a:ext>
                  </a:extLst>
                </p:cNvPr>
                <p:cNvPicPr/>
                <p:nvPr/>
              </p:nvPicPr>
              <p:blipFill>
                <a:blip r:embed="rId995"/>
                <a:stretch>
                  <a:fillRect/>
                </a:stretch>
              </p:blipFill>
              <p:spPr>
                <a:xfrm>
                  <a:off x="6753871" y="2271882"/>
                  <a:ext cx="1519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6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10A96D07-5D65-BFDC-D154-19B314B0DF61}"/>
                    </a:ext>
                  </a:extLst>
                </p14:cNvPr>
                <p14:cNvContentPartPr/>
                <p14:nvPr/>
              </p14:nvContentPartPr>
              <p14:xfrm>
                <a:off x="6937471" y="2403642"/>
                <a:ext cx="28440" cy="3240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10A96D07-5D65-BFDC-D154-19B314B0DF61}"/>
                    </a:ext>
                  </a:extLst>
                </p:cNvPr>
                <p:cNvPicPr/>
                <p:nvPr/>
              </p:nvPicPr>
              <p:blipFill>
                <a:blip r:embed="rId997"/>
                <a:stretch>
                  <a:fillRect/>
                </a:stretch>
              </p:blipFill>
              <p:spPr>
                <a:xfrm>
                  <a:off x="6919471" y="2385642"/>
                  <a:ext cx="640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5757248B-E4F1-654E-AB45-0FC41B5B9571}"/>
                    </a:ext>
                  </a:extLst>
                </p14:cNvPr>
                <p14:cNvContentPartPr/>
                <p14:nvPr/>
              </p14:nvContentPartPr>
              <p14:xfrm>
                <a:off x="6271831" y="1912602"/>
                <a:ext cx="36000" cy="4665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5757248B-E4F1-654E-AB45-0FC41B5B9571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6253831" y="1894962"/>
                  <a:ext cx="7164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6B8A247A-2077-F272-2F21-C0D630DF862E}"/>
                    </a:ext>
                  </a:extLst>
                </p14:cNvPr>
                <p14:cNvContentPartPr/>
                <p14:nvPr/>
              </p14:nvContentPartPr>
              <p14:xfrm>
                <a:off x="7331311" y="1899642"/>
                <a:ext cx="47520" cy="57060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6B8A247A-2077-F272-2F21-C0D630DF862E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7313671" y="1882002"/>
                  <a:ext cx="83160" cy="60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6F77F7C-E091-BDF0-49E1-90A6E91887F5}"/>
                    </a:ext>
                  </a:extLst>
                </p14:cNvPr>
                <p14:cNvContentPartPr/>
                <p14:nvPr/>
              </p14:nvContentPartPr>
              <p14:xfrm>
                <a:off x="6325111" y="2434962"/>
                <a:ext cx="989280" cy="14256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6F77F7C-E091-BDF0-49E1-90A6E91887F5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6307471" y="2416962"/>
                  <a:ext cx="102492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AAC8D0CB-F191-4891-8F81-13963C5EF15C}"/>
                    </a:ext>
                  </a:extLst>
                </p14:cNvPr>
                <p14:cNvContentPartPr/>
                <p14:nvPr/>
              </p14:nvContentPartPr>
              <p14:xfrm>
                <a:off x="6272191" y="1858602"/>
                <a:ext cx="1101960" cy="11484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AAC8D0CB-F191-4891-8F81-13963C5EF15C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6254551" y="1840602"/>
                  <a:ext cx="11376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92FF7B26-39C3-FD69-4CA6-0254EC964EC3}"/>
                    </a:ext>
                  </a:extLst>
                </p14:cNvPr>
                <p14:cNvContentPartPr/>
                <p14:nvPr/>
              </p14:nvContentPartPr>
              <p14:xfrm>
                <a:off x="6423751" y="2922402"/>
                <a:ext cx="98280" cy="12168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92FF7B26-39C3-FD69-4CA6-0254EC964EC3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6406111" y="2904402"/>
                  <a:ext cx="1339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F23BE6E0-7134-C77E-13C4-53A6F8FC1BE3}"/>
                    </a:ext>
                  </a:extLst>
                </p14:cNvPr>
                <p14:cNvContentPartPr/>
                <p14:nvPr/>
              </p14:nvContentPartPr>
              <p14:xfrm>
                <a:off x="6388831" y="2929962"/>
                <a:ext cx="110880" cy="432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F23BE6E0-7134-C77E-13C4-53A6F8FC1BE3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6370831" y="2912322"/>
                  <a:ext cx="146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3633A99B-C757-7CB2-14AA-2DC3494D47B2}"/>
                    </a:ext>
                  </a:extLst>
                </p14:cNvPr>
                <p14:cNvContentPartPr/>
                <p14:nvPr/>
              </p14:nvContentPartPr>
              <p14:xfrm>
                <a:off x="6561631" y="2920242"/>
                <a:ext cx="16200" cy="1465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3633A99B-C757-7CB2-14AA-2DC3494D47B2}"/>
                    </a:ext>
                  </a:extLst>
                </p:cNvPr>
                <p:cNvPicPr/>
                <p:nvPr/>
              </p:nvPicPr>
              <p:blipFill>
                <a:blip r:embed="rId1011"/>
                <a:stretch>
                  <a:fillRect/>
                </a:stretch>
              </p:blipFill>
              <p:spPr>
                <a:xfrm>
                  <a:off x="6543631" y="2902242"/>
                  <a:ext cx="518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2">
              <p14:nvContentPartPr>
                <p14:cNvPr id="784" name="Ink 783">
                  <a:extLst>
                    <a:ext uri="{FF2B5EF4-FFF2-40B4-BE49-F238E27FC236}">
                      <a16:creationId xmlns:a16="http://schemas.microsoft.com/office/drawing/2014/main" id="{51AD61DC-3FDE-7E93-B1EB-082CEA02CF96}"/>
                    </a:ext>
                  </a:extLst>
                </p14:cNvPr>
                <p14:cNvContentPartPr/>
                <p14:nvPr/>
              </p14:nvContentPartPr>
              <p14:xfrm>
                <a:off x="6574231" y="2931042"/>
                <a:ext cx="104400" cy="112680"/>
              </p14:xfrm>
            </p:contentPart>
          </mc:Choice>
          <mc:Fallback xmlns="">
            <p:pic>
              <p:nvPicPr>
                <p:cNvPr id="784" name="Ink 783">
                  <a:extLst>
                    <a:ext uri="{FF2B5EF4-FFF2-40B4-BE49-F238E27FC236}">
                      <a16:creationId xmlns:a16="http://schemas.microsoft.com/office/drawing/2014/main" id="{51AD61DC-3FDE-7E93-B1EB-082CEA02CF96}"/>
                    </a:ext>
                  </a:extLst>
                </p:cNvPr>
                <p:cNvPicPr/>
                <p:nvPr/>
              </p:nvPicPr>
              <p:blipFill>
                <a:blip r:embed="rId1013"/>
                <a:stretch>
                  <a:fillRect/>
                </a:stretch>
              </p:blipFill>
              <p:spPr>
                <a:xfrm>
                  <a:off x="6556231" y="2913402"/>
                  <a:ext cx="1400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4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1F3C0F68-D972-83BE-A3F2-4B82794FDD10}"/>
                    </a:ext>
                  </a:extLst>
                </p14:cNvPr>
                <p14:cNvContentPartPr/>
                <p14:nvPr/>
              </p14:nvContentPartPr>
              <p14:xfrm>
                <a:off x="6737671" y="2912682"/>
                <a:ext cx="95040" cy="12168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1F3C0F68-D972-83BE-A3F2-4B82794FDD10}"/>
                    </a:ext>
                  </a:extLst>
                </p:cNvPr>
                <p:cNvPicPr/>
                <p:nvPr/>
              </p:nvPicPr>
              <p:blipFill>
                <a:blip r:embed="rId1015"/>
                <a:stretch>
                  <a:fillRect/>
                </a:stretch>
              </p:blipFill>
              <p:spPr>
                <a:xfrm>
                  <a:off x="6719671" y="2895042"/>
                  <a:ext cx="13068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6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ECD0A9E5-9EA8-BBB5-6ACC-9611514C809E}"/>
                    </a:ext>
                  </a:extLst>
                </p14:cNvPr>
                <p14:cNvContentPartPr/>
                <p14:nvPr/>
              </p14:nvContentPartPr>
              <p14:xfrm>
                <a:off x="6899311" y="2893602"/>
                <a:ext cx="89640" cy="2448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ECD0A9E5-9EA8-BBB5-6ACC-9611514C809E}"/>
                    </a:ext>
                  </a:extLst>
                </p:cNvPr>
                <p:cNvPicPr/>
                <p:nvPr/>
              </p:nvPicPr>
              <p:blipFill>
                <a:blip r:embed="rId1017"/>
                <a:stretch>
                  <a:fillRect/>
                </a:stretch>
              </p:blipFill>
              <p:spPr>
                <a:xfrm>
                  <a:off x="6881311" y="2875602"/>
                  <a:ext cx="1252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8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9C176F71-BEB3-8326-0D2C-CEBA1D4687F1}"/>
                    </a:ext>
                  </a:extLst>
                </p14:cNvPr>
                <p14:cNvContentPartPr/>
                <p14:nvPr/>
              </p14:nvContentPartPr>
              <p14:xfrm>
                <a:off x="6911191" y="2922762"/>
                <a:ext cx="91080" cy="12960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9C176F71-BEB3-8326-0D2C-CEBA1D4687F1}"/>
                    </a:ext>
                  </a:extLst>
                </p:cNvPr>
                <p:cNvPicPr/>
                <p:nvPr/>
              </p:nvPicPr>
              <p:blipFill>
                <a:blip r:embed="rId1019"/>
                <a:stretch>
                  <a:fillRect/>
                </a:stretch>
              </p:blipFill>
              <p:spPr>
                <a:xfrm>
                  <a:off x="6893191" y="2905122"/>
                  <a:ext cx="1267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0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5F64806E-F973-A7D8-2E15-376D57399473}"/>
                    </a:ext>
                  </a:extLst>
                </p14:cNvPr>
                <p14:cNvContentPartPr/>
                <p14:nvPr/>
              </p14:nvContentPartPr>
              <p14:xfrm>
                <a:off x="6928831" y="2949042"/>
                <a:ext cx="55800" cy="1656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5F64806E-F973-A7D8-2E15-376D57399473}"/>
                    </a:ext>
                  </a:extLst>
                </p:cNvPr>
                <p:cNvPicPr/>
                <p:nvPr/>
              </p:nvPicPr>
              <p:blipFill>
                <a:blip r:embed="rId1021"/>
                <a:stretch>
                  <a:fillRect/>
                </a:stretch>
              </p:blipFill>
              <p:spPr>
                <a:xfrm>
                  <a:off x="6911191" y="2931042"/>
                  <a:ext cx="914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2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B2F12C6D-24EC-7077-BA43-8B9008B8079F}"/>
                    </a:ext>
                  </a:extLst>
                </p14:cNvPr>
                <p14:cNvContentPartPr/>
                <p14:nvPr/>
              </p14:nvContentPartPr>
              <p14:xfrm>
                <a:off x="7042231" y="2902242"/>
                <a:ext cx="40320" cy="14040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B2F12C6D-24EC-7077-BA43-8B9008B8079F}"/>
                    </a:ext>
                  </a:extLst>
                </p:cNvPr>
                <p:cNvPicPr/>
                <p:nvPr/>
              </p:nvPicPr>
              <p:blipFill>
                <a:blip r:embed="rId1023"/>
                <a:stretch>
                  <a:fillRect/>
                </a:stretch>
              </p:blipFill>
              <p:spPr>
                <a:xfrm>
                  <a:off x="7024231" y="2884602"/>
                  <a:ext cx="75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4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DFD493D7-B1DF-F397-3EF1-22B42BE4AD84}"/>
                    </a:ext>
                  </a:extLst>
                </p14:cNvPr>
                <p14:cNvContentPartPr/>
                <p14:nvPr/>
              </p14:nvContentPartPr>
              <p14:xfrm>
                <a:off x="7181551" y="2930682"/>
                <a:ext cx="31680" cy="12852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DFD493D7-B1DF-F397-3EF1-22B42BE4AD84}"/>
                    </a:ext>
                  </a:extLst>
                </p:cNvPr>
                <p:cNvPicPr/>
                <p:nvPr/>
              </p:nvPicPr>
              <p:blipFill>
                <a:blip r:embed="rId1025"/>
                <a:stretch>
                  <a:fillRect/>
                </a:stretch>
              </p:blipFill>
              <p:spPr>
                <a:xfrm>
                  <a:off x="7163551" y="2912682"/>
                  <a:ext cx="673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6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D376774A-8179-9223-F962-070DB09F2992}"/>
                    </a:ext>
                  </a:extLst>
                </p14:cNvPr>
                <p14:cNvContentPartPr/>
                <p14:nvPr/>
              </p14:nvContentPartPr>
              <p14:xfrm>
                <a:off x="7119991" y="2863002"/>
                <a:ext cx="99360" cy="4140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D376774A-8179-9223-F962-070DB09F2992}"/>
                    </a:ext>
                  </a:extLst>
                </p:cNvPr>
                <p:cNvPicPr/>
                <p:nvPr/>
              </p:nvPicPr>
              <p:blipFill>
                <a:blip r:embed="rId1027"/>
                <a:stretch>
                  <a:fillRect/>
                </a:stretch>
              </p:blipFill>
              <p:spPr>
                <a:xfrm>
                  <a:off x="7102351" y="2845362"/>
                  <a:ext cx="13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8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F395B5BB-B0F8-2E81-DAD7-37AD20AA9AF6}"/>
                    </a:ext>
                  </a:extLst>
                </p14:cNvPr>
                <p14:cNvContentPartPr/>
                <p14:nvPr/>
              </p14:nvContentPartPr>
              <p14:xfrm>
                <a:off x="7259671" y="3035082"/>
                <a:ext cx="360" cy="36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F395B5BB-B0F8-2E81-DAD7-37AD20AA9AF6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7241671" y="301708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6B54E160-84DA-4913-F91B-E4F7B79A1125}"/>
                    </a:ext>
                  </a:extLst>
                </p14:cNvPr>
                <p14:cNvContentPartPr/>
                <p14:nvPr/>
              </p14:nvContentPartPr>
              <p14:xfrm>
                <a:off x="6137551" y="2725482"/>
                <a:ext cx="1180080" cy="10224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6B54E160-84DA-4913-F91B-E4F7B79A1125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6119911" y="2707842"/>
                  <a:ext cx="12157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A6EB5CAE-E3F5-F8BB-0FB9-E88B0DD239D1}"/>
                    </a:ext>
                  </a:extLst>
                </p14:cNvPr>
                <p14:cNvContentPartPr/>
                <p14:nvPr/>
              </p14:nvContentPartPr>
              <p14:xfrm>
                <a:off x="6152671" y="2807922"/>
                <a:ext cx="38520" cy="48492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A6EB5CAE-E3F5-F8BB-0FB9-E88B0DD239D1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6135031" y="2789922"/>
                  <a:ext cx="7416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EFA1BF33-5F27-980B-77D3-CD9F653E7B9D}"/>
                    </a:ext>
                  </a:extLst>
                </p14:cNvPr>
                <p14:cNvContentPartPr/>
                <p14:nvPr/>
              </p14:nvContentPartPr>
              <p14:xfrm>
                <a:off x="6221791" y="3318042"/>
                <a:ext cx="987480" cy="22824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EFA1BF33-5F27-980B-77D3-CD9F653E7B9D}"/>
                    </a:ext>
                  </a:extLst>
                </p:cNvPr>
                <p:cNvPicPr/>
                <p:nvPr/>
              </p:nvPicPr>
              <p:blipFill>
                <a:blip r:embed="rId1034"/>
                <a:stretch>
                  <a:fillRect/>
                </a:stretch>
              </p:blipFill>
              <p:spPr>
                <a:xfrm>
                  <a:off x="6204151" y="3300042"/>
                  <a:ext cx="10231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5">
              <p14:nvContentPartPr>
                <p14:cNvPr id="803" name="Ink 802">
                  <a:extLst>
                    <a:ext uri="{FF2B5EF4-FFF2-40B4-BE49-F238E27FC236}">
                      <a16:creationId xmlns:a16="http://schemas.microsoft.com/office/drawing/2014/main" id="{C9447651-19D5-BE41-481E-25C20B85AE55}"/>
                    </a:ext>
                  </a:extLst>
                </p14:cNvPr>
                <p14:cNvContentPartPr/>
                <p14:nvPr/>
              </p14:nvContentPartPr>
              <p14:xfrm>
                <a:off x="7320871" y="2746362"/>
                <a:ext cx="35280" cy="663120"/>
              </p14:xfrm>
            </p:contentPart>
          </mc:Choice>
          <mc:Fallback xmlns="">
            <p:pic>
              <p:nvPicPr>
                <p:cNvPr id="803" name="Ink 802">
                  <a:extLst>
                    <a:ext uri="{FF2B5EF4-FFF2-40B4-BE49-F238E27FC236}">
                      <a16:creationId xmlns:a16="http://schemas.microsoft.com/office/drawing/2014/main" id="{C9447651-19D5-BE41-481E-25C20B85AE55}"/>
                    </a:ext>
                  </a:extLst>
                </p:cNvPr>
                <p:cNvPicPr/>
                <p:nvPr/>
              </p:nvPicPr>
              <p:blipFill>
                <a:blip r:embed="rId1036"/>
                <a:stretch>
                  <a:fillRect/>
                </a:stretch>
              </p:blipFill>
              <p:spPr>
                <a:xfrm>
                  <a:off x="7302871" y="2728722"/>
                  <a:ext cx="70920" cy="69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7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15A3C6C6-85FC-D433-348A-4FC1989BA64A}"/>
                    </a:ext>
                  </a:extLst>
                </p14:cNvPr>
                <p14:cNvContentPartPr/>
                <p14:nvPr/>
              </p14:nvContentPartPr>
              <p14:xfrm>
                <a:off x="5823631" y="3211482"/>
                <a:ext cx="391680" cy="1512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15A3C6C6-85FC-D433-348A-4FC1989BA64A}"/>
                    </a:ext>
                  </a:extLst>
                </p:cNvPr>
                <p:cNvPicPr/>
                <p:nvPr/>
              </p:nvPicPr>
              <p:blipFill>
                <a:blip r:embed="rId1038"/>
                <a:stretch>
                  <a:fillRect/>
                </a:stretch>
              </p:blipFill>
              <p:spPr>
                <a:xfrm>
                  <a:off x="5805991" y="3193842"/>
                  <a:ext cx="4273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9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B59CC53B-3F21-C647-8D14-D472380A980B}"/>
                    </a:ext>
                  </a:extLst>
                </p14:cNvPr>
                <p14:cNvContentPartPr/>
                <p14:nvPr/>
              </p14:nvContentPartPr>
              <p14:xfrm>
                <a:off x="6055471" y="3125082"/>
                <a:ext cx="162000" cy="22536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B59CC53B-3F21-C647-8D14-D472380A980B}"/>
                    </a:ext>
                  </a:extLst>
                </p:cNvPr>
                <p:cNvPicPr/>
                <p:nvPr/>
              </p:nvPicPr>
              <p:blipFill>
                <a:blip r:embed="rId1040"/>
                <a:stretch>
                  <a:fillRect/>
                </a:stretch>
              </p:blipFill>
              <p:spPr>
                <a:xfrm>
                  <a:off x="6037471" y="3107082"/>
                  <a:ext cx="1976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1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00DCD1D0-5E57-F49D-4592-8FC24148702A}"/>
                    </a:ext>
                  </a:extLst>
                </p14:cNvPr>
                <p14:cNvContentPartPr/>
                <p14:nvPr/>
              </p14:nvContentPartPr>
              <p14:xfrm>
                <a:off x="5956831" y="2152362"/>
                <a:ext cx="327240" cy="5544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00DCD1D0-5E57-F49D-4592-8FC24148702A}"/>
                    </a:ext>
                  </a:extLst>
                </p:cNvPr>
                <p:cNvPicPr/>
                <p:nvPr/>
              </p:nvPicPr>
              <p:blipFill>
                <a:blip r:embed="rId1042"/>
                <a:stretch>
                  <a:fillRect/>
                </a:stretch>
              </p:blipFill>
              <p:spPr>
                <a:xfrm>
                  <a:off x="5938831" y="2134722"/>
                  <a:ext cx="3628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3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59D131FA-BC1D-350E-3DC4-FEC3A6E7110E}"/>
                    </a:ext>
                  </a:extLst>
                </p14:cNvPr>
                <p14:cNvContentPartPr/>
                <p14:nvPr/>
              </p14:nvContentPartPr>
              <p14:xfrm>
                <a:off x="6129271" y="2077122"/>
                <a:ext cx="151200" cy="27216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59D131FA-BC1D-350E-3DC4-FEC3A6E7110E}"/>
                    </a:ext>
                  </a:extLst>
                </p:cNvPr>
                <p:cNvPicPr/>
                <p:nvPr/>
              </p:nvPicPr>
              <p:blipFill>
                <a:blip r:embed="rId1044"/>
                <a:stretch>
                  <a:fillRect/>
                </a:stretch>
              </p:blipFill>
              <p:spPr>
                <a:xfrm>
                  <a:off x="6111631" y="2059482"/>
                  <a:ext cx="18684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5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5ACB9F04-F308-4E91-E13E-3BF67B96E624}"/>
                    </a:ext>
                  </a:extLst>
                </p14:cNvPr>
                <p14:cNvContentPartPr/>
                <p14:nvPr/>
              </p14:nvContentPartPr>
              <p14:xfrm>
                <a:off x="7171111" y="3374562"/>
                <a:ext cx="128160" cy="10656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5ACB9F04-F308-4E91-E13E-3BF67B96E624}"/>
                    </a:ext>
                  </a:extLst>
                </p:cNvPr>
                <p:cNvPicPr/>
                <p:nvPr/>
              </p:nvPicPr>
              <p:blipFill>
                <a:blip r:embed="rId1046"/>
                <a:stretch>
                  <a:fillRect/>
                </a:stretch>
              </p:blipFill>
              <p:spPr>
                <a:xfrm>
                  <a:off x="7153111" y="3356562"/>
                  <a:ext cx="1638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7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E89153FF-EAAB-7CFC-C64F-AC47131494B7}"/>
                    </a:ext>
                  </a:extLst>
                </p14:cNvPr>
                <p14:cNvContentPartPr/>
                <p14:nvPr/>
              </p14:nvContentPartPr>
              <p14:xfrm>
                <a:off x="7368751" y="1597962"/>
                <a:ext cx="1931760" cy="145980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E89153FF-EAAB-7CFC-C64F-AC47131494B7}"/>
                    </a:ext>
                  </a:extLst>
                </p:cNvPr>
                <p:cNvPicPr/>
                <p:nvPr/>
              </p:nvPicPr>
              <p:blipFill>
                <a:blip r:embed="rId1048"/>
                <a:stretch>
                  <a:fillRect/>
                </a:stretch>
              </p:blipFill>
              <p:spPr>
                <a:xfrm>
                  <a:off x="7350751" y="1580322"/>
                  <a:ext cx="1967400" cy="14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494DE7F5-AC41-BA13-DD3B-D0F273955DC2}"/>
                    </a:ext>
                  </a:extLst>
                </p14:cNvPr>
                <p14:cNvContentPartPr/>
                <p14:nvPr/>
              </p14:nvContentPartPr>
              <p14:xfrm>
                <a:off x="9273151" y="1444602"/>
                <a:ext cx="31320" cy="24840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494DE7F5-AC41-BA13-DD3B-D0F273955DC2}"/>
                    </a:ext>
                  </a:extLst>
                </p:cNvPr>
                <p:cNvPicPr/>
                <p:nvPr/>
              </p:nvPicPr>
              <p:blipFill>
                <a:blip r:embed="rId1050"/>
                <a:stretch>
                  <a:fillRect/>
                </a:stretch>
              </p:blipFill>
              <p:spPr>
                <a:xfrm>
                  <a:off x="9255511" y="1426962"/>
                  <a:ext cx="669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1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4B3C6F5D-047B-F1C2-6DF1-4D6DC5536BBA}"/>
                    </a:ext>
                  </a:extLst>
                </p14:cNvPr>
                <p14:cNvContentPartPr/>
                <p14:nvPr/>
              </p14:nvContentPartPr>
              <p14:xfrm>
                <a:off x="7420951" y="1537482"/>
                <a:ext cx="1825560" cy="52956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4B3C6F5D-047B-F1C2-6DF1-4D6DC5536BBA}"/>
                    </a:ext>
                  </a:extLst>
                </p:cNvPr>
                <p:cNvPicPr/>
                <p:nvPr/>
              </p:nvPicPr>
              <p:blipFill>
                <a:blip r:embed="rId1052"/>
                <a:stretch>
                  <a:fillRect/>
                </a:stretch>
              </p:blipFill>
              <p:spPr>
                <a:xfrm>
                  <a:off x="7402951" y="1519482"/>
                  <a:ext cx="186120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3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21D781B6-D6C2-0182-CC89-B0A28580C567}"/>
                    </a:ext>
                  </a:extLst>
                </p14:cNvPr>
                <p14:cNvContentPartPr/>
                <p14:nvPr/>
              </p14:nvContentPartPr>
              <p14:xfrm>
                <a:off x="6416551" y="3095202"/>
                <a:ext cx="38880" cy="8424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21D781B6-D6C2-0182-CC89-B0A28580C567}"/>
                    </a:ext>
                  </a:extLst>
                </p:cNvPr>
                <p:cNvPicPr/>
                <p:nvPr/>
              </p:nvPicPr>
              <p:blipFill>
                <a:blip r:embed="rId1054"/>
                <a:stretch>
                  <a:fillRect/>
                </a:stretch>
              </p:blipFill>
              <p:spPr>
                <a:xfrm>
                  <a:off x="6398551" y="3077202"/>
                  <a:ext cx="745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5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16A77D2C-0E2D-9010-259A-096E2439C217}"/>
                    </a:ext>
                  </a:extLst>
                </p14:cNvPr>
                <p14:cNvContentPartPr/>
                <p14:nvPr/>
              </p14:nvContentPartPr>
              <p14:xfrm>
                <a:off x="6463711" y="3109962"/>
                <a:ext cx="77040" cy="8352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16A77D2C-0E2D-9010-259A-096E2439C217}"/>
                    </a:ext>
                  </a:extLst>
                </p:cNvPr>
                <p:cNvPicPr/>
                <p:nvPr/>
              </p:nvPicPr>
              <p:blipFill>
                <a:blip r:embed="rId1056"/>
                <a:stretch>
                  <a:fillRect/>
                </a:stretch>
              </p:blipFill>
              <p:spPr>
                <a:xfrm>
                  <a:off x="6445711" y="3091962"/>
                  <a:ext cx="112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7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6D8C3667-F95F-7D7C-BA8C-6C5FCDF105C1}"/>
                    </a:ext>
                  </a:extLst>
                </p14:cNvPr>
                <p14:cNvContentPartPr/>
                <p14:nvPr/>
              </p14:nvContentPartPr>
              <p14:xfrm>
                <a:off x="6445711" y="3145242"/>
                <a:ext cx="90360" cy="288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6D8C3667-F95F-7D7C-BA8C-6C5FCDF105C1}"/>
                    </a:ext>
                  </a:extLst>
                </p:cNvPr>
                <p:cNvPicPr/>
                <p:nvPr/>
              </p:nvPicPr>
              <p:blipFill>
                <a:blip r:embed="rId1058"/>
                <a:stretch>
                  <a:fillRect/>
                </a:stretch>
              </p:blipFill>
              <p:spPr>
                <a:xfrm>
                  <a:off x="6428071" y="3127602"/>
                  <a:ext cx="1260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9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C41D5971-F143-3B6A-2435-E0FF947FDB6D}"/>
                    </a:ext>
                  </a:extLst>
                </p14:cNvPr>
                <p14:cNvContentPartPr/>
                <p14:nvPr/>
              </p14:nvContentPartPr>
              <p14:xfrm>
                <a:off x="6585751" y="3110322"/>
                <a:ext cx="12240" cy="7164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C41D5971-F143-3B6A-2435-E0FF947FDB6D}"/>
                    </a:ext>
                  </a:extLst>
                </p:cNvPr>
                <p:cNvPicPr/>
                <p:nvPr/>
              </p:nvPicPr>
              <p:blipFill>
                <a:blip r:embed="rId1060"/>
                <a:stretch>
                  <a:fillRect/>
                </a:stretch>
              </p:blipFill>
              <p:spPr>
                <a:xfrm>
                  <a:off x="6567751" y="3092682"/>
                  <a:ext cx="478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1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DC1D1A27-C75B-6D13-4804-33DC0FBF04DE}"/>
                    </a:ext>
                  </a:extLst>
                </p14:cNvPr>
                <p14:cNvContentPartPr/>
                <p14:nvPr/>
              </p14:nvContentPartPr>
              <p14:xfrm>
                <a:off x="6577831" y="3112482"/>
                <a:ext cx="123480" cy="8676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DC1D1A27-C75B-6D13-4804-33DC0FBF04DE}"/>
                    </a:ext>
                  </a:extLst>
                </p:cNvPr>
                <p:cNvPicPr/>
                <p:nvPr/>
              </p:nvPicPr>
              <p:blipFill>
                <a:blip r:embed="rId1062"/>
                <a:stretch>
                  <a:fillRect/>
                </a:stretch>
              </p:blipFill>
              <p:spPr>
                <a:xfrm>
                  <a:off x="6559831" y="3094842"/>
                  <a:ext cx="159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3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7033B9E7-4A61-4FD7-9567-6F0E3FE85D5E}"/>
                    </a:ext>
                  </a:extLst>
                </p14:cNvPr>
                <p14:cNvContentPartPr/>
                <p14:nvPr/>
              </p14:nvContentPartPr>
              <p14:xfrm>
                <a:off x="6717871" y="3127242"/>
                <a:ext cx="96840" cy="8424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7033B9E7-4A61-4FD7-9567-6F0E3FE85D5E}"/>
                    </a:ext>
                  </a:extLst>
                </p:cNvPr>
                <p:cNvPicPr/>
                <p:nvPr/>
              </p:nvPicPr>
              <p:blipFill>
                <a:blip r:embed="rId1064"/>
                <a:stretch>
                  <a:fillRect/>
                </a:stretch>
              </p:blipFill>
              <p:spPr>
                <a:xfrm>
                  <a:off x="6699871" y="3109242"/>
                  <a:ext cx="1324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5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BA3FCA7D-4445-81DC-687C-1AA353B55A89}"/>
                    </a:ext>
                  </a:extLst>
                </p14:cNvPr>
                <p14:cNvContentPartPr/>
                <p14:nvPr/>
              </p14:nvContentPartPr>
              <p14:xfrm>
                <a:off x="6880231" y="3094842"/>
                <a:ext cx="4320" cy="9648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BA3FCA7D-4445-81DC-687C-1AA353B55A89}"/>
                    </a:ext>
                  </a:extLst>
                </p:cNvPr>
                <p:cNvPicPr/>
                <p:nvPr/>
              </p:nvPicPr>
              <p:blipFill>
                <a:blip r:embed="rId1066"/>
                <a:stretch>
                  <a:fillRect/>
                </a:stretch>
              </p:blipFill>
              <p:spPr>
                <a:xfrm>
                  <a:off x="6862591" y="3076842"/>
                  <a:ext cx="399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7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D5D5F92B-99BE-7C0C-983C-6AE49759D463}"/>
                    </a:ext>
                  </a:extLst>
                </p14:cNvPr>
                <p14:cNvContentPartPr/>
                <p14:nvPr/>
              </p14:nvContentPartPr>
              <p14:xfrm>
                <a:off x="6932071" y="3108522"/>
                <a:ext cx="78840" cy="10800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D5D5F92B-99BE-7C0C-983C-6AE49759D463}"/>
                    </a:ext>
                  </a:extLst>
                </p:cNvPr>
                <p:cNvPicPr/>
                <p:nvPr/>
              </p:nvPicPr>
              <p:blipFill>
                <a:blip r:embed="rId1068"/>
                <a:stretch>
                  <a:fillRect/>
                </a:stretch>
              </p:blipFill>
              <p:spPr>
                <a:xfrm>
                  <a:off x="6914071" y="3090522"/>
                  <a:ext cx="1144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9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513EB89C-E909-8960-F64E-EC0F61A79324}"/>
                    </a:ext>
                  </a:extLst>
                </p14:cNvPr>
                <p14:cNvContentPartPr/>
                <p14:nvPr/>
              </p14:nvContentPartPr>
              <p14:xfrm>
                <a:off x="7051951" y="3090522"/>
                <a:ext cx="77040" cy="324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513EB89C-E909-8960-F64E-EC0F61A79324}"/>
                    </a:ext>
                  </a:extLst>
                </p:cNvPr>
                <p:cNvPicPr/>
                <p:nvPr/>
              </p:nvPicPr>
              <p:blipFill>
                <a:blip r:embed="rId1070"/>
                <a:stretch>
                  <a:fillRect/>
                </a:stretch>
              </p:blipFill>
              <p:spPr>
                <a:xfrm>
                  <a:off x="7034311" y="3072522"/>
                  <a:ext cx="112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1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C73242ED-5680-9DE9-FAF4-8859CFC5C221}"/>
                    </a:ext>
                  </a:extLst>
                </p14:cNvPr>
                <p14:cNvContentPartPr/>
                <p14:nvPr/>
              </p14:nvContentPartPr>
              <p14:xfrm>
                <a:off x="7033591" y="3144882"/>
                <a:ext cx="86400" cy="6372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C73242ED-5680-9DE9-FAF4-8859CFC5C221}"/>
                    </a:ext>
                  </a:extLst>
                </p:cNvPr>
                <p:cNvPicPr/>
                <p:nvPr/>
              </p:nvPicPr>
              <p:blipFill>
                <a:blip r:embed="rId1072"/>
                <a:stretch>
                  <a:fillRect/>
                </a:stretch>
              </p:blipFill>
              <p:spPr>
                <a:xfrm>
                  <a:off x="7015951" y="3127242"/>
                  <a:ext cx="122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3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AD05192E-CA0D-7B48-86FA-043695E420A3}"/>
                    </a:ext>
                  </a:extLst>
                </p14:cNvPr>
                <p14:cNvContentPartPr/>
                <p14:nvPr/>
              </p14:nvContentPartPr>
              <p14:xfrm>
                <a:off x="7059871" y="3136962"/>
                <a:ext cx="60480" cy="1584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AD05192E-CA0D-7B48-86FA-043695E420A3}"/>
                    </a:ext>
                  </a:extLst>
                </p:cNvPr>
                <p:cNvPicPr/>
                <p:nvPr/>
              </p:nvPicPr>
              <p:blipFill>
                <a:blip r:embed="rId1074"/>
                <a:stretch>
                  <a:fillRect/>
                </a:stretch>
              </p:blipFill>
              <p:spPr>
                <a:xfrm>
                  <a:off x="7042231" y="3119322"/>
                  <a:ext cx="961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5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E06D26BA-1249-E9ED-E067-624E73479476}"/>
                    </a:ext>
                  </a:extLst>
                </p14:cNvPr>
                <p14:cNvContentPartPr/>
                <p14:nvPr/>
              </p14:nvContentPartPr>
              <p14:xfrm>
                <a:off x="7164631" y="3093762"/>
                <a:ext cx="76320" cy="15444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E06D26BA-1249-E9ED-E067-624E73479476}"/>
                    </a:ext>
                  </a:extLst>
                </p:cNvPr>
                <p:cNvPicPr/>
                <p:nvPr/>
              </p:nvPicPr>
              <p:blipFill>
                <a:blip r:embed="rId1076"/>
                <a:stretch>
                  <a:fillRect/>
                </a:stretch>
              </p:blipFill>
              <p:spPr>
                <a:xfrm>
                  <a:off x="7146631" y="3075762"/>
                  <a:ext cx="1119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7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96B65DAD-E322-14EE-F726-A6C021E14CA2}"/>
                    </a:ext>
                  </a:extLst>
                </p14:cNvPr>
                <p14:cNvContentPartPr/>
                <p14:nvPr/>
              </p14:nvContentPartPr>
              <p14:xfrm>
                <a:off x="6514471" y="3348282"/>
                <a:ext cx="15480" cy="90360"/>
              </p14:xfrm>
            </p:contentPart>
          </mc:Choice>
          <mc:Fallback xmlns=""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96B65DAD-E322-14EE-F726-A6C021E14CA2}"/>
                    </a:ext>
                  </a:extLst>
                </p:cNvPr>
                <p:cNvPicPr/>
                <p:nvPr/>
              </p:nvPicPr>
              <p:blipFill>
                <a:blip r:embed="rId1078"/>
                <a:stretch>
                  <a:fillRect/>
                </a:stretch>
              </p:blipFill>
              <p:spPr>
                <a:xfrm>
                  <a:off x="6496471" y="3330642"/>
                  <a:ext cx="511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9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6B637B18-3619-BA13-B7F1-7818A12DE6F9}"/>
                    </a:ext>
                  </a:extLst>
                </p14:cNvPr>
                <p14:cNvContentPartPr/>
                <p14:nvPr/>
              </p14:nvContentPartPr>
              <p14:xfrm>
                <a:off x="6434191" y="3338202"/>
                <a:ext cx="183240" cy="13248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6B637B18-3619-BA13-B7F1-7818A12DE6F9}"/>
                    </a:ext>
                  </a:extLst>
                </p:cNvPr>
                <p:cNvPicPr/>
                <p:nvPr/>
              </p:nvPicPr>
              <p:blipFill>
                <a:blip r:embed="rId1080"/>
                <a:stretch>
                  <a:fillRect/>
                </a:stretch>
              </p:blipFill>
              <p:spPr>
                <a:xfrm>
                  <a:off x="6416191" y="3320202"/>
                  <a:ext cx="2188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1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7C24221C-9A95-8FFA-65EB-7B2AE3A4E566}"/>
                    </a:ext>
                  </a:extLst>
                </p14:cNvPr>
                <p14:cNvContentPartPr/>
                <p14:nvPr/>
              </p14:nvContentPartPr>
              <p14:xfrm>
                <a:off x="6723631" y="3413082"/>
                <a:ext cx="16200" cy="720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7C24221C-9A95-8FFA-65EB-7B2AE3A4E566}"/>
                    </a:ext>
                  </a:extLst>
                </p:cNvPr>
                <p:cNvPicPr/>
                <p:nvPr/>
              </p:nvPicPr>
              <p:blipFill>
                <a:blip r:embed="rId1082"/>
                <a:stretch>
                  <a:fillRect/>
                </a:stretch>
              </p:blipFill>
              <p:spPr>
                <a:xfrm>
                  <a:off x="6705631" y="3395442"/>
                  <a:ext cx="51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3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867A729B-FF8E-2613-777C-B0616750FABF}"/>
                    </a:ext>
                  </a:extLst>
                </p14:cNvPr>
                <p14:cNvContentPartPr/>
                <p14:nvPr/>
              </p14:nvContentPartPr>
              <p14:xfrm>
                <a:off x="6832351" y="3348642"/>
                <a:ext cx="28080" cy="9108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867A729B-FF8E-2613-777C-B0616750FABF}"/>
                    </a:ext>
                  </a:extLst>
                </p:cNvPr>
                <p:cNvPicPr/>
                <p:nvPr/>
              </p:nvPicPr>
              <p:blipFill>
                <a:blip r:embed="rId1084"/>
                <a:stretch>
                  <a:fillRect/>
                </a:stretch>
              </p:blipFill>
              <p:spPr>
                <a:xfrm>
                  <a:off x="6814711" y="3331002"/>
                  <a:ext cx="637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5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DC39C509-38E2-757D-E874-E7B3F5B2A6B7}"/>
                    </a:ext>
                  </a:extLst>
                </p14:cNvPr>
                <p14:cNvContentPartPr/>
                <p14:nvPr/>
              </p14:nvContentPartPr>
              <p14:xfrm>
                <a:off x="6819031" y="3287802"/>
                <a:ext cx="136080" cy="17856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DC39C509-38E2-757D-E874-E7B3F5B2A6B7}"/>
                    </a:ext>
                  </a:extLst>
                </p:cNvPr>
                <p:cNvPicPr/>
                <p:nvPr/>
              </p:nvPicPr>
              <p:blipFill>
                <a:blip r:embed="rId1086"/>
                <a:stretch>
                  <a:fillRect/>
                </a:stretch>
              </p:blipFill>
              <p:spPr>
                <a:xfrm>
                  <a:off x="6801391" y="3270162"/>
                  <a:ext cx="17172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7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EDB50642-B37E-9863-9375-0DF8899B7777}"/>
                    </a:ext>
                  </a:extLst>
                </p14:cNvPr>
                <p14:cNvContentPartPr/>
                <p14:nvPr/>
              </p14:nvContentPartPr>
              <p14:xfrm>
                <a:off x="7064191" y="3373842"/>
                <a:ext cx="24120" cy="5400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EDB50642-B37E-9863-9375-0DF8899B7777}"/>
                    </a:ext>
                  </a:extLst>
                </p:cNvPr>
                <p:cNvPicPr/>
                <p:nvPr/>
              </p:nvPicPr>
              <p:blipFill>
                <a:blip r:embed="rId1088"/>
                <a:stretch>
                  <a:fillRect/>
                </a:stretch>
              </p:blipFill>
              <p:spPr>
                <a:xfrm>
                  <a:off x="7046191" y="3356202"/>
                  <a:ext cx="597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9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82DF2670-FF1E-4BC5-6173-780399694C94}"/>
                    </a:ext>
                  </a:extLst>
                </p14:cNvPr>
                <p14:cNvContentPartPr/>
                <p14:nvPr/>
              </p14:nvContentPartPr>
              <p14:xfrm>
                <a:off x="6935311" y="4628442"/>
                <a:ext cx="117360" cy="14940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82DF2670-FF1E-4BC5-6173-780399694C94}"/>
                    </a:ext>
                  </a:extLst>
                </p:cNvPr>
                <p:cNvPicPr/>
                <p:nvPr/>
              </p:nvPicPr>
              <p:blipFill>
                <a:blip r:embed="rId1090"/>
                <a:stretch>
                  <a:fillRect/>
                </a:stretch>
              </p:blipFill>
              <p:spPr>
                <a:xfrm>
                  <a:off x="6917311" y="4610802"/>
                  <a:ext cx="1530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1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42D58146-A10E-0054-5D07-A6F66300D3D9}"/>
                    </a:ext>
                  </a:extLst>
                </p14:cNvPr>
                <p14:cNvContentPartPr/>
                <p14:nvPr/>
              </p14:nvContentPartPr>
              <p14:xfrm>
                <a:off x="7121071" y="4564362"/>
                <a:ext cx="6840" cy="18216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42D58146-A10E-0054-5D07-A6F66300D3D9}"/>
                    </a:ext>
                  </a:extLst>
                </p:cNvPr>
                <p:cNvPicPr/>
                <p:nvPr/>
              </p:nvPicPr>
              <p:blipFill>
                <a:blip r:embed="rId1092"/>
                <a:stretch>
                  <a:fillRect/>
                </a:stretch>
              </p:blipFill>
              <p:spPr>
                <a:xfrm>
                  <a:off x="7103431" y="4546722"/>
                  <a:ext cx="424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3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C6945278-68DB-F27C-FFD7-8C77906C5A47}"/>
                    </a:ext>
                  </a:extLst>
                </p14:cNvPr>
                <p14:cNvContentPartPr/>
                <p14:nvPr/>
              </p14:nvContentPartPr>
              <p14:xfrm>
                <a:off x="7087591" y="4644282"/>
                <a:ext cx="46080" cy="1188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C6945278-68DB-F27C-FFD7-8C77906C5A47}"/>
                    </a:ext>
                  </a:extLst>
                </p:cNvPr>
                <p:cNvPicPr/>
                <p:nvPr/>
              </p:nvPicPr>
              <p:blipFill>
                <a:blip r:embed="rId1094"/>
                <a:stretch>
                  <a:fillRect/>
                </a:stretch>
              </p:blipFill>
              <p:spPr>
                <a:xfrm>
                  <a:off x="7069951" y="4626282"/>
                  <a:ext cx="817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5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0E59DC34-1FF8-F5B2-0F5F-66F8874FC9D8}"/>
                    </a:ext>
                  </a:extLst>
                </p14:cNvPr>
                <p14:cNvContentPartPr/>
                <p14:nvPr/>
              </p14:nvContentPartPr>
              <p14:xfrm>
                <a:off x="7172191" y="4682442"/>
                <a:ext cx="60120" cy="8316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0E59DC34-1FF8-F5B2-0F5F-66F8874FC9D8}"/>
                    </a:ext>
                  </a:extLst>
                </p:cNvPr>
                <p:cNvPicPr/>
                <p:nvPr/>
              </p:nvPicPr>
              <p:blipFill>
                <a:blip r:embed="rId1096"/>
                <a:stretch>
                  <a:fillRect/>
                </a:stretch>
              </p:blipFill>
              <p:spPr>
                <a:xfrm>
                  <a:off x="7154191" y="4664802"/>
                  <a:ext cx="957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7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61B9A7BE-8FE2-7936-90E5-FDAC211662F8}"/>
                    </a:ext>
                  </a:extLst>
                </p14:cNvPr>
                <p14:cNvContentPartPr/>
                <p14:nvPr/>
              </p14:nvContentPartPr>
              <p14:xfrm>
                <a:off x="7237711" y="4670922"/>
                <a:ext cx="80280" cy="9648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61B9A7BE-8FE2-7936-90E5-FDAC211662F8}"/>
                    </a:ext>
                  </a:extLst>
                </p:cNvPr>
                <p:cNvPicPr/>
                <p:nvPr/>
              </p:nvPicPr>
              <p:blipFill>
                <a:blip r:embed="rId1098"/>
                <a:stretch>
                  <a:fillRect/>
                </a:stretch>
              </p:blipFill>
              <p:spPr>
                <a:xfrm>
                  <a:off x="7220071" y="4652922"/>
                  <a:ext cx="1159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9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55FF2A06-3F79-EFC8-4BBB-5B936690CC27}"/>
                    </a:ext>
                  </a:extLst>
                </p14:cNvPr>
                <p14:cNvContentPartPr/>
                <p14:nvPr/>
              </p14:nvContentPartPr>
              <p14:xfrm>
                <a:off x="7333831" y="4556802"/>
                <a:ext cx="55440" cy="19800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55FF2A06-3F79-EFC8-4BBB-5B936690CC27}"/>
                    </a:ext>
                  </a:extLst>
                </p:cNvPr>
                <p:cNvPicPr/>
                <p:nvPr/>
              </p:nvPicPr>
              <p:blipFill>
                <a:blip r:embed="rId1100"/>
                <a:stretch>
                  <a:fillRect/>
                </a:stretch>
              </p:blipFill>
              <p:spPr>
                <a:xfrm>
                  <a:off x="7316191" y="4538802"/>
                  <a:ext cx="910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1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CC326DA1-BEA1-C917-E22D-8EAB2599D59F}"/>
                    </a:ext>
                  </a:extLst>
                </p14:cNvPr>
                <p14:cNvContentPartPr/>
                <p14:nvPr/>
              </p14:nvContentPartPr>
              <p14:xfrm>
                <a:off x="7360111" y="4680282"/>
                <a:ext cx="53280" cy="8352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CC326DA1-BEA1-C917-E22D-8EAB2599D59F}"/>
                    </a:ext>
                  </a:extLst>
                </p:cNvPr>
                <p:cNvPicPr/>
                <p:nvPr/>
              </p:nvPicPr>
              <p:blipFill>
                <a:blip r:embed="rId1102"/>
                <a:stretch>
                  <a:fillRect/>
                </a:stretch>
              </p:blipFill>
              <p:spPr>
                <a:xfrm>
                  <a:off x="7342471" y="4662642"/>
                  <a:ext cx="889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3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E0DE6FA9-FF7D-F581-466C-63E9E16F6233}"/>
                    </a:ext>
                  </a:extLst>
                </p14:cNvPr>
                <p14:cNvContentPartPr/>
                <p14:nvPr/>
              </p14:nvContentPartPr>
              <p14:xfrm>
                <a:off x="7071391" y="4858482"/>
                <a:ext cx="10440" cy="10656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E0DE6FA9-FF7D-F581-466C-63E9E16F6233}"/>
                    </a:ext>
                  </a:extLst>
                </p:cNvPr>
                <p:cNvPicPr/>
                <p:nvPr/>
              </p:nvPicPr>
              <p:blipFill>
                <a:blip r:embed="rId1104"/>
                <a:stretch>
                  <a:fillRect/>
                </a:stretch>
              </p:blipFill>
              <p:spPr>
                <a:xfrm>
                  <a:off x="7053391" y="4840842"/>
                  <a:ext cx="460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5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51FBD72E-16C6-7229-0388-7DFC1C4C375F}"/>
                    </a:ext>
                  </a:extLst>
                </p14:cNvPr>
                <p14:cNvContentPartPr/>
                <p14:nvPr/>
              </p14:nvContentPartPr>
              <p14:xfrm>
                <a:off x="7036471" y="4859562"/>
                <a:ext cx="105120" cy="12096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51FBD72E-16C6-7229-0388-7DFC1C4C375F}"/>
                    </a:ext>
                  </a:extLst>
                </p:cNvPr>
                <p:cNvPicPr/>
                <p:nvPr/>
              </p:nvPicPr>
              <p:blipFill>
                <a:blip r:embed="rId1106"/>
                <a:stretch>
                  <a:fillRect/>
                </a:stretch>
              </p:blipFill>
              <p:spPr>
                <a:xfrm>
                  <a:off x="7018471" y="4841562"/>
                  <a:ext cx="140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7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15726322-1C87-D59D-DD58-3C5EC09513D5}"/>
                    </a:ext>
                  </a:extLst>
                </p14:cNvPr>
                <p14:cNvContentPartPr/>
                <p14:nvPr/>
              </p14:nvContentPartPr>
              <p14:xfrm>
                <a:off x="7199191" y="4866402"/>
                <a:ext cx="16920" cy="11304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15726322-1C87-D59D-DD58-3C5EC09513D5}"/>
                    </a:ext>
                  </a:extLst>
                </p:cNvPr>
                <p:cNvPicPr/>
                <p:nvPr/>
              </p:nvPicPr>
              <p:blipFill>
                <a:blip r:embed="rId1108"/>
                <a:stretch>
                  <a:fillRect/>
                </a:stretch>
              </p:blipFill>
              <p:spPr>
                <a:xfrm>
                  <a:off x="7181551" y="4848402"/>
                  <a:ext cx="525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9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6FE22C94-54EB-9E2E-744C-6E12559799C0}"/>
                    </a:ext>
                  </a:extLst>
                </p14:cNvPr>
                <p14:cNvContentPartPr/>
                <p14:nvPr/>
              </p14:nvContentPartPr>
              <p14:xfrm>
                <a:off x="7199911" y="4853442"/>
                <a:ext cx="94680" cy="14148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6FE22C94-54EB-9E2E-744C-6E12559799C0}"/>
                    </a:ext>
                  </a:extLst>
                </p:cNvPr>
                <p:cNvPicPr/>
                <p:nvPr/>
              </p:nvPicPr>
              <p:blipFill>
                <a:blip r:embed="rId1110"/>
                <a:stretch>
                  <a:fillRect/>
                </a:stretch>
              </p:blipFill>
              <p:spPr>
                <a:xfrm>
                  <a:off x="7181911" y="4835802"/>
                  <a:ext cx="1303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1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96C3B08E-A0AA-0F5A-64B8-382D0205A04F}"/>
                    </a:ext>
                  </a:extLst>
                </p14:cNvPr>
                <p14:cNvContentPartPr/>
                <p14:nvPr/>
              </p14:nvContentPartPr>
              <p14:xfrm>
                <a:off x="6799231" y="4443042"/>
                <a:ext cx="678240" cy="12132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96C3B08E-A0AA-0F5A-64B8-382D0205A04F}"/>
                    </a:ext>
                  </a:extLst>
                </p:cNvPr>
                <p:cNvPicPr/>
                <p:nvPr/>
              </p:nvPicPr>
              <p:blipFill>
                <a:blip r:embed="rId1112"/>
                <a:stretch>
                  <a:fillRect/>
                </a:stretch>
              </p:blipFill>
              <p:spPr>
                <a:xfrm>
                  <a:off x="6781591" y="4425042"/>
                  <a:ext cx="7138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3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62E11E5D-CD36-98D3-15E1-9989A706C51E}"/>
                    </a:ext>
                  </a:extLst>
                </p14:cNvPr>
                <p14:cNvContentPartPr/>
                <p14:nvPr/>
              </p14:nvContentPartPr>
              <p14:xfrm>
                <a:off x="6819031" y="4507842"/>
                <a:ext cx="31320" cy="41400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62E11E5D-CD36-98D3-15E1-9989A706C51E}"/>
                    </a:ext>
                  </a:extLst>
                </p:cNvPr>
                <p:cNvPicPr/>
                <p:nvPr/>
              </p:nvPicPr>
              <p:blipFill>
                <a:blip r:embed="rId1114"/>
                <a:stretch>
                  <a:fillRect/>
                </a:stretch>
              </p:blipFill>
              <p:spPr>
                <a:xfrm>
                  <a:off x="6801031" y="4490202"/>
                  <a:ext cx="6696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5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8D8539FF-7A87-E39E-067E-B7BE0F87D51F}"/>
                    </a:ext>
                  </a:extLst>
                </p14:cNvPr>
                <p14:cNvContentPartPr/>
                <p14:nvPr/>
              </p14:nvContentPartPr>
              <p14:xfrm>
                <a:off x="7135831" y="5004642"/>
                <a:ext cx="336240" cy="6588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8D8539FF-7A87-E39E-067E-B7BE0F87D51F}"/>
                    </a:ext>
                  </a:extLst>
                </p:cNvPr>
                <p:cNvPicPr/>
                <p:nvPr/>
              </p:nvPicPr>
              <p:blipFill>
                <a:blip r:embed="rId1116"/>
                <a:stretch>
                  <a:fillRect/>
                </a:stretch>
              </p:blipFill>
              <p:spPr>
                <a:xfrm>
                  <a:off x="7118191" y="4987002"/>
                  <a:ext cx="3718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7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DE124E8F-305D-1853-9FF4-BEF2BFA1787A}"/>
                    </a:ext>
                  </a:extLst>
                </p14:cNvPr>
                <p14:cNvContentPartPr/>
                <p14:nvPr/>
              </p14:nvContentPartPr>
              <p14:xfrm>
                <a:off x="7449751" y="4499922"/>
                <a:ext cx="75240" cy="54432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DE124E8F-305D-1853-9FF4-BEF2BFA1787A}"/>
                    </a:ext>
                  </a:extLst>
                </p:cNvPr>
                <p:cNvPicPr/>
                <p:nvPr/>
              </p:nvPicPr>
              <p:blipFill>
                <a:blip r:embed="rId1118"/>
                <a:stretch>
                  <a:fillRect/>
                </a:stretch>
              </p:blipFill>
              <p:spPr>
                <a:xfrm>
                  <a:off x="7432111" y="4482282"/>
                  <a:ext cx="11088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9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7F6ABDE8-BC7D-D4DF-ADAF-89FFC1253637}"/>
                    </a:ext>
                  </a:extLst>
                </p14:cNvPr>
                <p14:cNvContentPartPr/>
                <p14:nvPr/>
              </p14:nvContentPartPr>
              <p14:xfrm>
                <a:off x="7540471" y="4490202"/>
                <a:ext cx="470160" cy="20772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7F6ABDE8-BC7D-D4DF-ADAF-89FFC1253637}"/>
                    </a:ext>
                  </a:extLst>
                </p:cNvPr>
                <p:cNvPicPr/>
                <p:nvPr/>
              </p:nvPicPr>
              <p:blipFill>
                <a:blip r:embed="rId1120"/>
                <a:stretch>
                  <a:fillRect/>
                </a:stretch>
              </p:blipFill>
              <p:spPr>
                <a:xfrm>
                  <a:off x="7522471" y="4472562"/>
                  <a:ext cx="5058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1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DD22F571-0D67-510E-C050-EB67CF0D79F9}"/>
                    </a:ext>
                  </a:extLst>
                </p14:cNvPr>
                <p14:cNvContentPartPr/>
                <p14:nvPr/>
              </p14:nvContentPartPr>
              <p14:xfrm>
                <a:off x="7504831" y="4426122"/>
                <a:ext cx="220320" cy="18000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DD22F571-0D67-510E-C050-EB67CF0D79F9}"/>
                    </a:ext>
                  </a:extLst>
                </p:cNvPr>
                <p:cNvPicPr/>
                <p:nvPr/>
              </p:nvPicPr>
              <p:blipFill>
                <a:blip r:embed="rId1122"/>
                <a:stretch>
                  <a:fillRect/>
                </a:stretch>
              </p:blipFill>
              <p:spPr>
                <a:xfrm>
                  <a:off x="7487191" y="4408482"/>
                  <a:ext cx="2559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3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E87889A9-A236-8391-93F3-EF993D426C19}"/>
                    </a:ext>
                  </a:extLst>
                </p14:cNvPr>
                <p14:cNvContentPartPr/>
                <p14:nvPr/>
              </p14:nvContentPartPr>
              <p14:xfrm>
                <a:off x="7266871" y="1635402"/>
                <a:ext cx="2034000" cy="283248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E87889A9-A236-8391-93F3-EF993D426C19}"/>
                    </a:ext>
                  </a:extLst>
                </p:cNvPr>
                <p:cNvPicPr/>
                <p:nvPr/>
              </p:nvPicPr>
              <p:blipFill>
                <a:blip r:embed="rId1124"/>
                <a:stretch>
                  <a:fillRect/>
                </a:stretch>
              </p:blipFill>
              <p:spPr>
                <a:xfrm>
                  <a:off x="7248871" y="1617402"/>
                  <a:ext cx="2069640" cy="2868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98261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EE8FDBBA-CDFA-CBEF-247F-722852F83172}"/>
                  </a:ext>
                </a:extLst>
              </p14:cNvPr>
              <p14:cNvContentPartPr/>
              <p14:nvPr/>
            </p14:nvContentPartPr>
            <p14:xfrm>
              <a:off x="3789631" y="1790922"/>
              <a:ext cx="196560" cy="288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EE8FDBBA-CDFA-CBEF-247F-722852F8317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71991" y="1772922"/>
                <a:ext cx="232200" cy="6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6E0B3356-6BF8-CB72-AB36-7399FB49DBDF}"/>
                  </a:ext>
                </a:extLst>
              </p14:cNvPr>
              <p14:cNvContentPartPr/>
              <p14:nvPr/>
            </p14:nvContentPartPr>
            <p14:xfrm>
              <a:off x="10015831" y="636762"/>
              <a:ext cx="215280" cy="15505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6E0B3356-6BF8-CB72-AB36-7399FB49DBD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998191" y="619122"/>
                <a:ext cx="250920" cy="1586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86" name="Group 285">
            <a:extLst>
              <a:ext uri="{FF2B5EF4-FFF2-40B4-BE49-F238E27FC236}">
                <a16:creationId xmlns:a16="http://schemas.microsoft.com/office/drawing/2014/main" id="{89B890AE-ADF9-792D-7E96-1D3C8965794B}"/>
              </a:ext>
            </a:extLst>
          </p:cNvPr>
          <p:cNvGrpSpPr/>
          <p:nvPr/>
        </p:nvGrpSpPr>
        <p:grpSpPr>
          <a:xfrm>
            <a:off x="2577511" y="74442"/>
            <a:ext cx="5805360" cy="565200"/>
            <a:chOff x="2577511" y="74442"/>
            <a:chExt cx="5805360" cy="56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0CD600C-79ED-8A23-83A5-970D966911D5}"/>
                    </a:ext>
                  </a:extLst>
                </p14:cNvPr>
                <p14:cNvContentPartPr/>
                <p14:nvPr/>
              </p14:nvContentPartPr>
              <p14:xfrm>
                <a:off x="2714671" y="178842"/>
                <a:ext cx="183960" cy="2721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0CD600C-79ED-8A23-83A5-970D966911D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97031" y="161202"/>
                  <a:ext cx="2196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1DB2BC3-2CB3-5753-D049-674D097FE3E1}"/>
                    </a:ext>
                  </a:extLst>
                </p14:cNvPr>
                <p14:cNvContentPartPr/>
                <p14:nvPr/>
              </p14:nvContentPartPr>
              <p14:xfrm>
                <a:off x="3002311" y="164802"/>
                <a:ext cx="110520" cy="222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1DB2BC3-2CB3-5753-D049-674D097FE3E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84671" y="147162"/>
                  <a:ext cx="14616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4D21961-75C3-647C-36A9-F59217C3A5DE}"/>
                    </a:ext>
                  </a:extLst>
                </p14:cNvPr>
                <p14:cNvContentPartPr/>
                <p14:nvPr/>
              </p14:nvContentPartPr>
              <p14:xfrm>
                <a:off x="3239191" y="154722"/>
                <a:ext cx="105120" cy="34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4D21961-75C3-647C-36A9-F59217C3A5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21191" y="137082"/>
                  <a:ext cx="1407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2FAF05D-1F37-544E-7493-C8D779A5634C}"/>
                    </a:ext>
                  </a:extLst>
                </p14:cNvPr>
                <p14:cNvContentPartPr/>
                <p14:nvPr/>
              </p14:nvContentPartPr>
              <p14:xfrm>
                <a:off x="3240631" y="153642"/>
                <a:ext cx="106920" cy="217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2FAF05D-1F37-544E-7493-C8D779A5634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2631" y="136002"/>
                  <a:ext cx="1425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967B0F-28E9-70C6-6CFA-461C2AF988CF}"/>
                    </a:ext>
                  </a:extLst>
                </p14:cNvPr>
                <p14:cNvContentPartPr/>
                <p14:nvPr/>
              </p14:nvContentPartPr>
              <p14:xfrm>
                <a:off x="3245671" y="250122"/>
                <a:ext cx="75960" cy="1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967B0F-28E9-70C6-6CFA-461C2AF988C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27671" y="232482"/>
                  <a:ext cx="1116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03B9A88-03E8-8C69-BD16-A838BF9EBD15}"/>
                    </a:ext>
                  </a:extLst>
                </p14:cNvPr>
                <p14:cNvContentPartPr/>
                <p14:nvPr/>
              </p14:nvContentPartPr>
              <p14:xfrm>
                <a:off x="3429991" y="141402"/>
                <a:ext cx="244440" cy="236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03B9A88-03E8-8C69-BD16-A838BF9EBD1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412351" y="123762"/>
                  <a:ext cx="28008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517F777-ADCA-B118-48DB-78A8AED4436A}"/>
                    </a:ext>
                  </a:extLst>
                </p14:cNvPr>
                <p14:cNvContentPartPr/>
                <p14:nvPr/>
              </p14:nvContentPartPr>
              <p14:xfrm>
                <a:off x="4099951" y="163722"/>
                <a:ext cx="118800" cy="14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517F777-ADCA-B118-48DB-78A8AED443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82311" y="145722"/>
                  <a:ext cx="154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3A85B3D-3F90-72A9-ED3D-2E17872DC63B}"/>
                    </a:ext>
                  </a:extLst>
                </p14:cNvPr>
                <p14:cNvContentPartPr/>
                <p14:nvPr/>
              </p14:nvContentPartPr>
              <p14:xfrm>
                <a:off x="4095271" y="178482"/>
                <a:ext cx="111240" cy="210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3A85B3D-3F90-72A9-ED3D-2E17872DC6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77271" y="160482"/>
                  <a:ext cx="14688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DBCAD79-B5AA-7073-34DE-B58F43D47A4D}"/>
                    </a:ext>
                  </a:extLst>
                </p14:cNvPr>
                <p14:cNvContentPartPr/>
                <p14:nvPr/>
              </p14:nvContentPartPr>
              <p14:xfrm>
                <a:off x="4110751" y="277842"/>
                <a:ext cx="68400" cy="9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DBCAD79-B5AA-7073-34DE-B58F43D47A4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93111" y="260202"/>
                  <a:ext cx="104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D3C1844-A118-458D-8FA6-A3CC7BD19269}"/>
                    </a:ext>
                  </a:extLst>
                </p14:cNvPr>
                <p14:cNvContentPartPr/>
                <p14:nvPr/>
              </p14:nvContentPartPr>
              <p14:xfrm>
                <a:off x="4296511" y="186762"/>
                <a:ext cx="100080" cy="195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D3C1844-A118-458D-8FA6-A3CC7BD1926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78511" y="169122"/>
                  <a:ext cx="1357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499DD6C-5919-6E98-B0FE-3D802FD3F1D9}"/>
                    </a:ext>
                  </a:extLst>
                </p14:cNvPr>
                <p14:cNvContentPartPr/>
                <p14:nvPr/>
              </p14:nvContentPartPr>
              <p14:xfrm>
                <a:off x="4275991" y="233562"/>
                <a:ext cx="176040" cy="90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499DD6C-5919-6E98-B0FE-3D802FD3F1D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257991" y="215562"/>
                  <a:ext cx="2116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54417AD-A71B-3B99-163C-433EB865A636}"/>
                    </a:ext>
                  </a:extLst>
                </p14:cNvPr>
                <p14:cNvContentPartPr/>
                <p14:nvPr/>
              </p14:nvContentPartPr>
              <p14:xfrm>
                <a:off x="4491271" y="163362"/>
                <a:ext cx="140760" cy="225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54417AD-A71B-3B99-163C-433EB865A63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473271" y="145362"/>
                  <a:ext cx="1764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36666BA-B966-BF84-7904-1EE70DDCF13A}"/>
                    </a:ext>
                  </a:extLst>
                </p14:cNvPr>
                <p14:cNvContentPartPr/>
                <p14:nvPr/>
              </p14:nvContentPartPr>
              <p14:xfrm>
                <a:off x="4772071" y="167682"/>
                <a:ext cx="138600" cy="20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36666BA-B966-BF84-7904-1EE70DDCF13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54431" y="150042"/>
                  <a:ext cx="1742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8EC295A-8741-B377-537F-0FF94FE95AE4}"/>
                    </a:ext>
                  </a:extLst>
                </p14:cNvPr>
                <p14:cNvContentPartPr/>
                <p14:nvPr/>
              </p14:nvContentPartPr>
              <p14:xfrm>
                <a:off x="4767391" y="251202"/>
                <a:ext cx="123480" cy="32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8EC295A-8741-B377-537F-0FF94FE95AE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749751" y="233562"/>
                  <a:ext cx="1591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7B21D1B-73A6-117F-6608-FFFB4C5B0187}"/>
                    </a:ext>
                  </a:extLst>
                </p14:cNvPr>
                <p14:cNvContentPartPr/>
                <p14:nvPr/>
              </p14:nvContentPartPr>
              <p14:xfrm>
                <a:off x="5034511" y="160482"/>
                <a:ext cx="216720" cy="227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7B21D1B-73A6-117F-6608-FFFB4C5B018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16871" y="142482"/>
                  <a:ext cx="2523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2E7D8C0-1FB2-92AD-25F2-9511C84BF1B8}"/>
                    </a:ext>
                  </a:extLst>
                </p14:cNvPr>
                <p14:cNvContentPartPr/>
                <p14:nvPr/>
              </p14:nvContentPartPr>
              <p14:xfrm>
                <a:off x="5283631" y="171642"/>
                <a:ext cx="38520" cy="197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2E7D8C0-1FB2-92AD-25F2-9511C84BF1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65631" y="153642"/>
                  <a:ext cx="741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8D828D6-E31D-B0C9-6BE9-A91923DD289D}"/>
                    </a:ext>
                  </a:extLst>
                </p14:cNvPr>
                <p14:cNvContentPartPr/>
                <p14:nvPr/>
              </p14:nvContentPartPr>
              <p14:xfrm>
                <a:off x="5439151" y="121242"/>
                <a:ext cx="174600" cy="221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8D828D6-E31D-B0C9-6BE9-A91923DD289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421151" y="103602"/>
                  <a:ext cx="210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747A9E3-55EB-0DFE-908D-1C06D1593683}"/>
                    </a:ext>
                  </a:extLst>
                </p14:cNvPr>
                <p14:cNvContentPartPr/>
                <p14:nvPr/>
              </p14:nvContentPartPr>
              <p14:xfrm>
                <a:off x="5454991" y="227082"/>
                <a:ext cx="127080" cy="18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747A9E3-55EB-0DFE-908D-1C06D159368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436991" y="209442"/>
                  <a:ext cx="1627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5D4BF0-1D86-BB0E-063D-E8D9EBF0B112}"/>
                    </a:ext>
                  </a:extLst>
                </p14:cNvPr>
                <p14:cNvContentPartPr/>
                <p14:nvPr/>
              </p14:nvContentPartPr>
              <p14:xfrm>
                <a:off x="5675311" y="148242"/>
                <a:ext cx="522360" cy="200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5D4BF0-1D86-BB0E-063D-E8D9EBF0B1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657671" y="130242"/>
                  <a:ext cx="5580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16E7D4E-F0B8-9F8C-EAAB-9C2676995E33}"/>
                    </a:ext>
                  </a:extLst>
                </p14:cNvPr>
                <p14:cNvContentPartPr/>
                <p14:nvPr/>
              </p14:nvContentPartPr>
              <p14:xfrm>
                <a:off x="6255631" y="98922"/>
                <a:ext cx="250200" cy="225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16E7D4E-F0B8-9F8C-EAAB-9C2676995E3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237631" y="80922"/>
                  <a:ext cx="2858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922219-CFFA-4E08-FB7D-F65F0014EA53}"/>
                    </a:ext>
                  </a:extLst>
                </p14:cNvPr>
                <p14:cNvContentPartPr/>
                <p14:nvPr/>
              </p14:nvContentPartPr>
              <p14:xfrm>
                <a:off x="6358231" y="232842"/>
                <a:ext cx="122760" cy="20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922219-CFFA-4E08-FB7D-F65F0014EA5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340231" y="215202"/>
                  <a:ext cx="1584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99DE95E-7F27-55B4-817A-ED78D3F33ECF}"/>
                    </a:ext>
                  </a:extLst>
                </p14:cNvPr>
                <p14:cNvContentPartPr/>
                <p14:nvPr/>
              </p14:nvContentPartPr>
              <p14:xfrm>
                <a:off x="6938191" y="105042"/>
                <a:ext cx="316080" cy="274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99DE95E-7F27-55B4-817A-ED78D3F33E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920191" y="87042"/>
                  <a:ext cx="35172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BC4B5F3-5E1B-E1B4-6FBD-7A5E4E060953}"/>
                    </a:ext>
                  </a:extLst>
                </p14:cNvPr>
                <p14:cNvContentPartPr/>
                <p14:nvPr/>
              </p14:nvContentPartPr>
              <p14:xfrm>
                <a:off x="7532551" y="111882"/>
                <a:ext cx="252720" cy="249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BC4B5F3-5E1B-E1B4-6FBD-7A5E4E06095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514551" y="93882"/>
                  <a:ext cx="2883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95C38C-B681-CECF-1E85-738978A17636}"/>
                    </a:ext>
                  </a:extLst>
                </p14:cNvPr>
                <p14:cNvContentPartPr/>
                <p14:nvPr/>
              </p14:nvContentPartPr>
              <p14:xfrm>
                <a:off x="8030791" y="110802"/>
                <a:ext cx="47880" cy="267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95C38C-B681-CECF-1E85-738978A1763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013151" y="92802"/>
                  <a:ext cx="835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DF6854E-F17A-FBEE-A193-518F6853346D}"/>
                    </a:ext>
                  </a:extLst>
                </p14:cNvPr>
                <p14:cNvContentPartPr/>
                <p14:nvPr/>
              </p14:nvContentPartPr>
              <p14:xfrm>
                <a:off x="2640511" y="514362"/>
                <a:ext cx="5634000" cy="1252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DF6854E-F17A-FBEE-A193-518F6853346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622511" y="496362"/>
                  <a:ext cx="56696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FC590247-6BCF-4E12-FF19-FB7D9F4D941E}"/>
                    </a:ext>
                  </a:extLst>
                </p14:cNvPr>
                <p14:cNvContentPartPr/>
                <p14:nvPr/>
              </p14:nvContentPartPr>
              <p14:xfrm>
                <a:off x="2577511" y="108282"/>
                <a:ext cx="55800" cy="4402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FC590247-6BCF-4E12-FF19-FB7D9F4D941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59871" y="90642"/>
                  <a:ext cx="9144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4D17990B-AF90-AF3A-F77A-24AEA2BE3EF3}"/>
                    </a:ext>
                  </a:extLst>
                </p14:cNvPr>
                <p14:cNvContentPartPr/>
                <p14:nvPr/>
              </p14:nvContentPartPr>
              <p14:xfrm>
                <a:off x="8318071" y="74442"/>
                <a:ext cx="64800" cy="3697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4D17990B-AF90-AF3A-F77A-24AEA2BE3EF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300071" y="56442"/>
                  <a:ext cx="100440" cy="40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508D7F6-63B4-BF37-911E-97686F6C0684}"/>
              </a:ext>
            </a:extLst>
          </p:cNvPr>
          <p:cNvGrpSpPr/>
          <p:nvPr/>
        </p:nvGrpSpPr>
        <p:grpSpPr>
          <a:xfrm>
            <a:off x="728911" y="796962"/>
            <a:ext cx="11310120" cy="5634000"/>
            <a:chOff x="728911" y="796962"/>
            <a:chExt cx="11310120" cy="56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CF8832C-BBF4-0D9B-E90D-AE16B9675303}"/>
                    </a:ext>
                  </a:extLst>
                </p14:cNvPr>
                <p14:cNvContentPartPr/>
                <p14:nvPr/>
              </p14:nvContentPartPr>
              <p14:xfrm>
                <a:off x="728911" y="2337762"/>
                <a:ext cx="536040" cy="45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CF8832C-BBF4-0D9B-E90D-AE16B967530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10911" y="2320122"/>
                  <a:ext cx="571680" cy="49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10F889D-F806-7547-20B9-451396590C04}"/>
                    </a:ext>
                  </a:extLst>
                </p14:cNvPr>
                <p14:cNvContentPartPr/>
                <p14:nvPr/>
              </p14:nvContentPartPr>
              <p14:xfrm>
                <a:off x="972271" y="2791362"/>
                <a:ext cx="24120" cy="349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10F889D-F806-7547-20B9-451396590C0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54271" y="2773722"/>
                  <a:ext cx="5976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89DC91-6111-3197-7B1E-C678597A84AF}"/>
                    </a:ext>
                  </a:extLst>
                </p14:cNvPr>
                <p14:cNvContentPartPr/>
                <p14:nvPr/>
              </p14:nvContentPartPr>
              <p14:xfrm>
                <a:off x="766711" y="3154242"/>
                <a:ext cx="252000" cy="357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89DC91-6111-3197-7B1E-C678597A84A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49071" y="3136242"/>
                  <a:ext cx="28764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2A48F99-3938-CA37-CFAA-8C58EADE5165}"/>
                    </a:ext>
                  </a:extLst>
                </p14:cNvPr>
                <p14:cNvContentPartPr/>
                <p14:nvPr/>
              </p14:nvContentPartPr>
              <p14:xfrm>
                <a:off x="1001791" y="3180882"/>
                <a:ext cx="99000" cy="350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2A48F99-3938-CA37-CFAA-8C58EADE516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84151" y="3162882"/>
                  <a:ext cx="13464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C266BEC-1D84-2706-2E0B-D2F139B5BA71}"/>
                    </a:ext>
                  </a:extLst>
                </p14:cNvPr>
                <p14:cNvContentPartPr/>
                <p14:nvPr/>
              </p14:nvContentPartPr>
              <p14:xfrm>
                <a:off x="729271" y="2957322"/>
                <a:ext cx="493920" cy="39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C266BEC-1D84-2706-2E0B-D2F139B5BA7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11631" y="2939322"/>
                  <a:ext cx="5295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90D07AD-C2F1-4D85-31DF-F70FBB7AD54B}"/>
                    </a:ext>
                  </a:extLst>
                </p14:cNvPr>
                <p14:cNvContentPartPr/>
                <p14:nvPr/>
              </p14:nvContentPartPr>
              <p14:xfrm>
                <a:off x="1478791" y="2189802"/>
                <a:ext cx="593640" cy="559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90D07AD-C2F1-4D85-31DF-F70FBB7AD54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460791" y="2171802"/>
                  <a:ext cx="62928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6DB5ECD-6890-C560-3381-7BEB37B2F010}"/>
                    </a:ext>
                  </a:extLst>
                </p14:cNvPr>
                <p14:cNvContentPartPr/>
                <p14:nvPr/>
              </p14:nvContentPartPr>
              <p14:xfrm>
                <a:off x="1919791" y="2096202"/>
                <a:ext cx="266040" cy="225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6DB5ECD-6890-C560-3381-7BEB37B2F01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902151" y="2078202"/>
                  <a:ext cx="3016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5521797-CD30-C1B0-B122-DE9322B6CC19}"/>
                    </a:ext>
                  </a:extLst>
                </p14:cNvPr>
                <p14:cNvContentPartPr/>
                <p14:nvPr/>
              </p14:nvContentPartPr>
              <p14:xfrm>
                <a:off x="2231911" y="1771842"/>
                <a:ext cx="155520" cy="233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5521797-CD30-C1B0-B122-DE9322B6CC1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213911" y="1754202"/>
                  <a:ext cx="191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0150A0A-160E-5FB2-64C9-05F8C17AFB9B}"/>
                    </a:ext>
                  </a:extLst>
                </p14:cNvPr>
                <p14:cNvContentPartPr/>
                <p14:nvPr/>
              </p14:nvContentPartPr>
              <p14:xfrm>
                <a:off x="2455111" y="1856802"/>
                <a:ext cx="20160" cy="117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0150A0A-160E-5FB2-64C9-05F8C17AFB9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437471" y="1838802"/>
                  <a:ext cx="558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3EF7380-52B2-B8E4-2656-6E14BEB9CBDB}"/>
                    </a:ext>
                  </a:extLst>
                </p14:cNvPr>
                <p14:cNvContentPartPr/>
                <p14:nvPr/>
              </p14:nvContentPartPr>
              <p14:xfrm>
                <a:off x="2456551" y="1817562"/>
                <a:ext cx="93240" cy="97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3EF7380-52B2-B8E4-2656-6E14BEB9CBD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438551" y="1799562"/>
                  <a:ext cx="128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8130D6-9FBF-D28F-6734-D76CC4F52710}"/>
                    </a:ext>
                  </a:extLst>
                </p14:cNvPr>
                <p14:cNvContentPartPr/>
                <p14:nvPr/>
              </p14:nvContentPartPr>
              <p14:xfrm>
                <a:off x="2627551" y="1847802"/>
                <a:ext cx="22320" cy="1310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8130D6-9FBF-D28F-6734-D76CC4F5271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609551" y="1829802"/>
                  <a:ext cx="57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42B7121-854F-8EC0-82F7-9A588E64E34D}"/>
                    </a:ext>
                  </a:extLst>
                </p14:cNvPr>
                <p14:cNvContentPartPr/>
                <p14:nvPr/>
              </p14:nvContentPartPr>
              <p14:xfrm>
                <a:off x="2583991" y="1823322"/>
                <a:ext cx="208440" cy="151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42B7121-854F-8EC0-82F7-9A588E64E34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565991" y="1805322"/>
                  <a:ext cx="2440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77BCD5-75F6-C417-A7E7-9DE679290E65}"/>
                    </a:ext>
                  </a:extLst>
                </p14:cNvPr>
                <p14:cNvContentPartPr/>
                <p14:nvPr/>
              </p14:nvContentPartPr>
              <p14:xfrm>
                <a:off x="2856871" y="1900722"/>
                <a:ext cx="17280" cy="24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77BCD5-75F6-C417-A7E7-9DE679290E6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38871" y="1883082"/>
                  <a:ext cx="52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2B7DA68-1EE2-4A45-76B2-51C555964A8B}"/>
                    </a:ext>
                  </a:extLst>
                </p14:cNvPr>
                <p14:cNvContentPartPr/>
                <p14:nvPr/>
              </p14:nvContentPartPr>
              <p14:xfrm>
                <a:off x="2853271" y="1840962"/>
                <a:ext cx="153360" cy="134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2B7DA68-1EE2-4A45-76B2-51C555964A8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35271" y="1822962"/>
                  <a:ext cx="1890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0648FFB-4F69-030B-A5B2-6CD53CE65894}"/>
                    </a:ext>
                  </a:extLst>
                </p14:cNvPr>
                <p14:cNvContentPartPr/>
                <p14:nvPr/>
              </p14:nvContentPartPr>
              <p14:xfrm>
                <a:off x="3029311" y="1813962"/>
                <a:ext cx="180000" cy="149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0648FFB-4F69-030B-A5B2-6CD53CE6589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011311" y="1796322"/>
                  <a:ext cx="2156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BF885DB-F895-635C-E978-380DC6E822D4}"/>
                    </a:ext>
                  </a:extLst>
                </p14:cNvPr>
                <p14:cNvContentPartPr/>
                <p14:nvPr/>
              </p14:nvContentPartPr>
              <p14:xfrm>
                <a:off x="3380311" y="1700202"/>
                <a:ext cx="153000" cy="278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BF885DB-F895-635C-E978-380DC6E822D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362311" y="1682562"/>
                  <a:ext cx="1886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E5BF088-D31D-92A0-F1EA-4C6A97F9B2BB}"/>
                    </a:ext>
                  </a:extLst>
                </p14:cNvPr>
                <p14:cNvContentPartPr/>
                <p14:nvPr/>
              </p14:nvContentPartPr>
              <p14:xfrm>
                <a:off x="3407311" y="1868682"/>
                <a:ext cx="127800" cy="38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E5BF088-D31D-92A0-F1EA-4C6A97F9B2B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89671" y="1851042"/>
                  <a:ext cx="1634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1500F19-86EB-2952-F779-125384E2739D}"/>
                    </a:ext>
                  </a:extLst>
                </p14:cNvPr>
                <p14:cNvContentPartPr/>
                <p14:nvPr/>
              </p14:nvContentPartPr>
              <p14:xfrm>
                <a:off x="3655711" y="1945362"/>
                <a:ext cx="5040" cy="27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1500F19-86EB-2952-F779-125384E2739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638071" y="1927362"/>
                  <a:ext cx="40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3D13378-05E7-02B8-AFCC-7EA0E7CE04B8}"/>
                    </a:ext>
                  </a:extLst>
                </p14:cNvPr>
                <p14:cNvContentPartPr/>
                <p14:nvPr/>
              </p14:nvContentPartPr>
              <p14:xfrm>
                <a:off x="1484551" y="2891802"/>
                <a:ext cx="541440" cy="736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3D13378-05E7-02B8-AFCC-7EA0E7CE04B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66551" y="2874162"/>
                  <a:ext cx="577080" cy="77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C9BA0B8-95C3-FAEA-A988-2C7CCB3DAFBC}"/>
                    </a:ext>
                  </a:extLst>
                </p14:cNvPr>
                <p14:cNvContentPartPr/>
                <p14:nvPr/>
              </p14:nvContentPartPr>
              <p14:xfrm>
                <a:off x="1823671" y="3549882"/>
                <a:ext cx="260280" cy="25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C9BA0B8-95C3-FAEA-A988-2C7CCB3DAFB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806031" y="3531882"/>
                  <a:ext cx="2959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7C6C9A3-275C-82B5-A19A-B798BE69860F}"/>
                    </a:ext>
                  </a:extLst>
                </p14:cNvPr>
                <p14:cNvContentPartPr/>
                <p14:nvPr/>
              </p14:nvContentPartPr>
              <p14:xfrm>
                <a:off x="2184391" y="3559242"/>
                <a:ext cx="125280" cy="247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7C6C9A3-275C-82B5-A19A-B798BE69860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66751" y="3541242"/>
                  <a:ext cx="16092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4AC150-4433-261B-01C1-8AA34806C757}"/>
                    </a:ext>
                  </a:extLst>
                </p14:cNvPr>
                <p14:cNvContentPartPr/>
                <p14:nvPr/>
              </p14:nvContentPartPr>
              <p14:xfrm>
                <a:off x="2391391" y="3525402"/>
                <a:ext cx="117360" cy="227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4AC150-4433-261B-01C1-8AA34806C75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73751" y="3507402"/>
                  <a:ext cx="1530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6278C24-2159-651D-1B70-2462143BC0CC}"/>
                    </a:ext>
                  </a:extLst>
                </p14:cNvPr>
                <p14:cNvContentPartPr/>
                <p14:nvPr/>
              </p14:nvContentPartPr>
              <p14:xfrm>
                <a:off x="2612071" y="3541962"/>
                <a:ext cx="33840" cy="2016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6278C24-2159-651D-1B70-2462143BC0C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94431" y="3524322"/>
                  <a:ext cx="694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F36A0B6-5968-6ADC-AC5B-3BA56FC7FCA7}"/>
                    </a:ext>
                  </a:extLst>
                </p14:cNvPr>
                <p14:cNvContentPartPr/>
                <p14:nvPr/>
              </p14:nvContentPartPr>
              <p14:xfrm>
                <a:off x="2576431" y="3533682"/>
                <a:ext cx="212400" cy="205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F36A0B6-5968-6ADC-AC5B-3BA56FC7FCA7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58791" y="3516042"/>
                  <a:ext cx="2480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B09E6CB-60D6-A19D-7DF9-DCC6EBC882BE}"/>
                    </a:ext>
                  </a:extLst>
                </p14:cNvPr>
                <p14:cNvContentPartPr/>
                <p14:nvPr/>
              </p14:nvContentPartPr>
              <p14:xfrm>
                <a:off x="2847871" y="3536922"/>
                <a:ext cx="146160" cy="162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B09E6CB-60D6-A19D-7DF9-DCC6EBC882B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830231" y="3519282"/>
                  <a:ext cx="1818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611E9C6-0144-36BC-4E0E-408F4DECA3A7}"/>
                    </a:ext>
                  </a:extLst>
                </p14:cNvPr>
                <p14:cNvContentPartPr/>
                <p14:nvPr/>
              </p14:nvContentPartPr>
              <p14:xfrm>
                <a:off x="3026071" y="3546282"/>
                <a:ext cx="204480" cy="191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611E9C6-0144-36BC-4E0E-408F4DECA3A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08071" y="3528282"/>
                  <a:ext cx="2401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82CDA59-FDD8-E700-2E7F-27962E478577}"/>
                    </a:ext>
                  </a:extLst>
                </p14:cNvPr>
                <p14:cNvContentPartPr/>
                <p14:nvPr/>
              </p14:nvContentPartPr>
              <p14:xfrm>
                <a:off x="3407311" y="3458082"/>
                <a:ext cx="135360" cy="26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82CDA59-FDD8-E700-2E7F-27962E47857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389311" y="3440442"/>
                  <a:ext cx="1710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D485F9C-135C-BC58-BC9A-853EF5C600A0}"/>
                    </a:ext>
                  </a:extLst>
                </p14:cNvPr>
                <p14:cNvContentPartPr/>
                <p14:nvPr/>
              </p14:nvContentPartPr>
              <p14:xfrm>
                <a:off x="3654991" y="3719082"/>
                <a:ext cx="37080" cy="13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D485F9C-135C-BC58-BC9A-853EF5C600A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636991" y="3701442"/>
                  <a:ext cx="727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A54A971-64EC-D980-D323-F4F92D5602DB}"/>
                    </a:ext>
                  </a:extLst>
                </p14:cNvPr>
                <p14:cNvContentPartPr/>
                <p14:nvPr/>
              </p14:nvContentPartPr>
              <p14:xfrm>
                <a:off x="4127671" y="1307442"/>
                <a:ext cx="178920" cy="255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A54A971-64EC-D980-D323-F4F92D5602D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109671" y="1289802"/>
                  <a:ext cx="2145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AD7B2A1-9DC6-7FC1-D8BC-29D9DF7F444F}"/>
                    </a:ext>
                  </a:extLst>
                </p14:cNvPr>
                <p14:cNvContentPartPr/>
                <p14:nvPr/>
              </p14:nvContentPartPr>
              <p14:xfrm>
                <a:off x="4147471" y="1462242"/>
                <a:ext cx="120960" cy="392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AD7B2A1-9DC6-7FC1-D8BC-29D9DF7F444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129471" y="1444242"/>
                  <a:ext cx="1566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4068F3F-D600-636C-07CC-CAE0BD054656}"/>
                    </a:ext>
                  </a:extLst>
                </p14:cNvPr>
                <p14:cNvContentPartPr/>
                <p14:nvPr/>
              </p14:nvContentPartPr>
              <p14:xfrm>
                <a:off x="4373191" y="1386642"/>
                <a:ext cx="147240" cy="162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4068F3F-D600-636C-07CC-CAE0BD05465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355551" y="1369002"/>
                  <a:ext cx="1828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30260F8-B221-5B48-9533-994E2AB56951}"/>
                    </a:ext>
                  </a:extLst>
                </p14:cNvPr>
                <p14:cNvContentPartPr/>
                <p14:nvPr/>
              </p14:nvContentPartPr>
              <p14:xfrm>
                <a:off x="4605391" y="1356402"/>
                <a:ext cx="150480" cy="219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30260F8-B221-5B48-9533-994E2AB5695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587751" y="1338402"/>
                  <a:ext cx="18612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D2BC8F0-0C41-A83D-F30D-924BD436EEFE}"/>
                    </a:ext>
                  </a:extLst>
                </p14:cNvPr>
                <p14:cNvContentPartPr/>
                <p14:nvPr/>
              </p14:nvContentPartPr>
              <p14:xfrm>
                <a:off x="5005711" y="1300962"/>
                <a:ext cx="96840" cy="223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D2BC8F0-0C41-A83D-F30D-924BD436EEF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988071" y="1282962"/>
                  <a:ext cx="13248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64F090D-BF66-E7F8-FC47-5B9B80B95EAE}"/>
                    </a:ext>
                  </a:extLst>
                </p14:cNvPr>
                <p14:cNvContentPartPr/>
                <p14:nvPr/>
              </p14:nvContentPartPr>
              <p14:xfrm>
                <a:off x="5192551" y="1313202"/>
                <a:ext cx="95040" cy="2019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64F090D-BF66-E7F8-FC47-5B9B80B95EA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174551" y="1295202"/>
                  <a:ext cx="1306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7916410-8062-54D8-5B09-ABCFB8E22A24}"/>
                    </a:ext>
                  </a:extLst>
                </p14:cNvPr>
                <p14:cNvContentPartPr/>
                <p14:nvPr/>
              </p14:nvContentPartPr>
              <p14:xfrm>
                <a:off x="5371111" y="1303482"/>
                <a:ext cx="16200" cy="2034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7916410-8062-54D8-5B09-ABCFB8E22A2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353111" y="1285482"/>
                  <a:ext cx="518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D1C1547-2E7E-01C9-6740-5D3D55156114}"/>
                    </a:ext>
                  </a:extLst>
                </p14:cNvPr>
                <p14:cNvContentPartPr/>
                <p14:nvPr/>
              </p14:nvContentPartPr>
              <p14:xfrm>
                <a:off x="5380111" y="1324362"/>
                <a:ext cx="109440" cy="2048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D1C1547-2E7E-01C9-6740-5D3D5515611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362111" y="1306362"/>
                  <a:ext cx="1450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DC8D400-1A67-C2E8-680F-3EDB31DDE7E3}"/>
                    </a:ext>
                  </a:extLst>
                </p14:cNvPr>
                <p14:cNvContentPartPr/>
                <p14:nvPr/>
              </p14:nvContentPartPr>
              <p14:xfrm>
                <a:off x="5564431" y="1398882"/>
                <a:ext cx="75600" cy="10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DC8D400-1A67-C2E8-680F-3EDB31DDE7E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546431" y="1380882"/>
                  <a:ext cx="1112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D821F75-7119-D7DF-AE80-9544F2145C98}"/>
                    </a:ext>
                  </a:extLst>
                </p14:cNvPr>
                <p14:cNvContentPartPr/>
                <p14:nvPr/>
              </p14:nvContentPartPr>
              <p14:xfrm>
                <a:off x="5724631" y="1268562"/>
                <a:ext cx="160560" cy="213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D821F75-7119-D7DF-AE80-9544F2145C9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706991" y="1250922"/>
                  <a:ext cx="19620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38BF847-E25C-826E-989E-47BCB40023E0}"/>
                    </a:ext>
                  </a:extLst>
                </p14:cNvPr>
                <p14:cNvContentPartPr/>
                <p14:nvPr/>
              </p14:nvContentPartPr>
              <p14:xfrm>
                <a:off x="5915071" y="1216002"/>
                <a:ext cx="185400" cy="263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38BF847-E25C-826E-989E-47BCB40023E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897431" y="1198362"/>
                  <a:ext cx="2210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4BD0B01-C9A5-D021-859E-C834C4A48467}"/>
                    </a:ext>
                  </a:extLst>
                </p14:cNvPr>
                <p14:cNvContentPartPr/>
                <p14:nvPr/>
              </p14:nvContentPartPr>
              <p14:xfrm>
                <a:off x="6137191" y="1242642"/>
                <a:ext cx="116640" cy="225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4BD0B01-C9A5-D021-859E-C834C4A4846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119551" y="1224642"/>
                  <a:ext cx="152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8B2BB54-59EE-3E9C-2CFE-1A6E4D29C515}"/>
                    </a:ext>
                  </a:extLst>
                </p14:cNvPr>
                <p14:cNvContentPartPr/>
                <p14:nvPr/>
              </p14:nvContentPartPr>
              <p14:xfrm>
                <a:off x="6368671" y="1272162"/>
                <a:ext cx="16200" cy="1875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8B2BB54-59EE-3E9C-2CFE-1A6E4D29C51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351031" y="1254162"/>
                  <a:ext cx="518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2730DDE-FDD1-BD76-E5C6-5D944862A11A}"/>
                    </a:ext>
                  </a:extLst>
                </p14:cNvPr>
                <p14:cNvContentPartPr/>
                <p14:nvPr/>
              </p14:nvContentPartPr>
              <p14:xfrm>
                <a:off x="6297391" y="1222122"/>
                <a:ext cx="207720" cy="51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2730DDE-FDD1-BD76-E5C6-5D944862A11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279751" y="1204482"/>
                  <a:ext cx="2433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391DCC9-E2E9-C923-9A8E-A598BB52D538}"/>
                    </a:ext>
                  </a:extLst>
                </p14:cNvPr>
                <p14:cNvContentPartPr/>
                <p14:nvPr/>
              </p14:nvContentPartPr>
              <p14:xfrm>
                <a:off x="4234591" y="1716762"/>
                <a:ext cx="7560" cy="236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391DCC9-E2E9-C923-9A8E-A598BB52D53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216951" y="1699122"/>
                  <a:ext cx="432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6E1C913-0911-ECD0-5745-09B9FD5123F5}"/>
                    </a:ext>
                  </a:extLst>
                </p14:cNvPr>
                <p14:cNvContentPartPr/>
                <p14:nvPr/>
              </p14:nvContentPartPr>
              <p14:xfrm>
                <a:off x="4246111" y="1735122"/>
                <a:ext cx="173880" cy="235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6E1C913-0911-ECD0-5745-09B9FD5123F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228471" y="1717482"/>
                  <a:ext cx="2095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97C2E0A-50DE-5B1C-4231-7CD3FC9EB713}"/>
                    </a:ext>
                  </a:extLst>
                </p14:cNvPr>
                <p14:cNvContentPartPr/>
                <p14:nvPr/>
              </p14:nvContentPartPr>
              <p14:xfrm>
                <a:off x="4518631" y="1741242"/>
                <a:ext cx="163800" cy="230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97C2E0A-50DE-5B1C-4231-7CD3FC9EB71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500631" y="1723602"/>
                  <a:ext cx="1994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CD0AA3C-0BF8-2ECD-5F9E-8DD793968B4A}"/>
                    </a:ext>
                  </a:extLst>
                </p14:cNvPr>
                <p14:cNvContentPartPr/>
                <p14:nvPr/>
              </p14:nvContentPartPr>
              <p14:xfrm>
                <a:off x="4785031" y="1733682"/>
                <a:ext cx="119520" cy="2185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CD0AA3C-0BF8-2ECD-5F9E-8DD793968B4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67031" y="1715682"/>
                  <a:ext cx="15516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5ACA666-F6CA-8C93-C3E7-B86790D4944D}"/>
                    </a:ext>
                  </a:extLst>
                </p14:cNvPr>
                <p14:cNvContentPartPr/>
                <p14:nvPr/>
              </p14:nvContentPartPr>
              <p14:xfrm>
                <a:off x="5061871" y="1826202"/>
                <a:ext cx="136800" cy="1234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5ACA666-F6CA-8C93-C3E7-B86790D4944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043871" y="1808202"/>
                  <a:ext cx="1724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CDD5DD7-3A54-621A-268A-64480FC62D51}"/>
                    </a:ext>
                  </a:extLst>
                </p14:cNvPr>
                <p14:cNvContentPartPr/>
                <p14:nvPr/>
              </p14:nvContentPartPr>
              <p14:xfrm>
                <a:off x="5291551" y="1791642"/>
                <a:ext cx="95760" cy="167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CDD5DD7-3A54-621A-268A-64480FC62D5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273551" y="1774002"/>
                  <a:ext cx="1314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D6A6BF8-E570-3361-9F96-49E255B7F257}"/>
                    </a:ext>
                  </a:extLst>
                </p14:cNvPr>
                <p14:cNvContentPartPr/>
                <p14:nvPr/>
              </p14:nvContentPartPr>
              <p14:xfrm>
                <a:off x="5489551" y="1816482"/>
                <a:ext cx="5760" cy="151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D6A6BF8-E570-3361-9F96-49E255B7F25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471551" y="1798482"/>
                  <a:ext cx="41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9EF0126-325C-B36A-A277-299D9A206430}"/>
                    </a:ext>
                  </a:extLst>
                </p14:cNvPr>
                <p14:cNvContentPartPr/>
                <p14:nvPr/>
              </p14:nvContentPartPr>
              <p14:xfrm>
                <a:off x="5616631" y="1779762"/>
                <a:ext cx="103680" cy="14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9EF0126-325C-B36A-A277-299D9A206430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98991" y="1762122"/>
                  <a:ext cx="1393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73920A0-25A2-49D7-0328-22033C499464}"/>
                    </a:ext>
                  </a:extLst>
                </p14:cNvPr>
                <p14:cNvContentPartPr/>
                <p14:nvPr/>
              </p14:nvContentPartPr>
              <p14:xfrm>
                <a:off x="5612671" y="1812882"/>
                <a:ext cx="95400" cy="156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73920A0-25A2-49D7-0328-22033C49946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595031" y="1794882"/>
                  <a:ext cx="131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1DE01B-6979-23A5-C95F-73A0F0A5C623}"/>
                    </a:ext>
                  </a:extLst>
                </p14:cNvPr>
                <p14:cNvContentPartPr/>
                <p14:nvPr/>
              </p14:nvContentPartPr>
              <p14:xfrm>
                <a:off x="5612671" y="1871562"/>
                <a:ext cx="66600" cy="10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1DE01B-6979-23A5-C95F-73A0F0A5C62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94671" y="1853922"/>
                  <a:ext cx="1022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F30D9CC-B457-6AB7-1162-3D6E42EB369A}"/>
                    </a:ext>
                  </a:extLst>
                </p14:cNvPr>
                <p14:cNvContentPartPr/>
                <p14:nvPr/>
              </p14:nvContentPartPr>
              <p14:xfrm>
                <a:off x="5787991" y="1763202"/>
                <a:ext cx="170280" cy="183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F30D9CC-B457-6AB7-1162-3D6E42EB369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770351" y="1745202"/>
                  <a:ext cx="2059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FF5D61F-BBF7-D60E-00C8-315B75DDD02D}"/>
                    </a:ext>
                  </a:extLst>
                </p14:cNvPr>
                <p14:cNvContentPartPr/>
                <p14:nvPr/>
              </p14:nvContentPartPr>
              <p14:xfrm>
                <a:off x="6100111" y="1777602"/>
                <a:ext cx="10080" cy="138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FF5D61F-BBF7-D60E-00C8-315B75DDD02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082111" y="1759962"/>
                  <a:ext cx="457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E35AF03-6013-907B-3490-D5CDB57B43AF}"/>
                    </a:ext>
                  </a:extLst>
                </p14:cNvPr>
                <p14:cNvContentPartPr/>
                <p14:nvPr/>
              </p14:nvContentPartPr>
              <p14:xfrm>
                <a:off x="5978431" y="1735122"/>
                <a:ext cx="213480" cy="21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E35AF03-6013-907B-3490-D5CDB57B43A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960791" y="1717482"/>
                  <a:ext cx="2491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B838BDC-C79E-0232-061F-F26F8518F056}"/>
                    </a:ext>
                  </a:extLst>
                </p14:cNvPr>
                <p14:cNvContentPartPr/>
                <p14:nvPr/>
              </p14:nvContentPartPr>
              <p14:xfrm>
                <a:off x="6783031" y="799122"/>
                <a:ext cx="204840" cy="1376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B838BDC-C79E-0232-061F-F26F8518F05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765391" y="781122"/>
                  <a:ext cx="240480" cy="141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7F62EF9-E22F-40ED-5982-30ADCD09ED8D}"/>
                    </a:ext>
                  </a:extLst>
                </p14:cNvPr>
                <p14:cNvContentPartPr/>
                <p14:nvPr/>
              </p14:nvContentPartPr>
              <p14:xfrm>
                <a:off x="7038271" y="942402"/>
                <a:ext cx="101160" cy="15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7F62EF9-E22F-40ED-5982-30ADCD09ED8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020631" y="924762"/>
                  <a:ext cx="1368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4991A36-0EFA-89E5-88A1-28474C0D33E5}"/>
                    </a:ext>
                  </a:extLst>
                </p14:cNvPr>
                <p14:cNvContentPartPr/>
                <p14:nvPr/>
              </p14:nvContentPartPr>
              <p14:xfrm>
                <a:off x="7321951" y="824322"/>
                <a:ext cx="188640" cy="275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4991A36-0EFA-89E5-88A1-28474C0D33E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304311" y="806682"/>
                  <a:ext cx="2242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5411583-A485-CAB6-9717-320A0AE189D3}"/>
                    </a:ext>
                  </a:extLst>
                </p14:cNvPr>
                <p14:cNvContentPartPr/>
                <p14:nvPr/>
              </p14:nvContentPartPr>
              <p14:xfrm>
                <a:off x="7595551" y="919722"/>
                <a:ext cx="29520" cy="142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5411583-A485-CAB6-9717-320A0AE189D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577551" y="901722"/>
                  <a:ext cx="651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D047D5B-D552-851B-95B0-858742C39726}"/>
                    </a:ext>
                  </a:extLst>
                </p14:cNvPr>
                <p14:cNvContentPartPr/>
                <p14:nvPr/>
              </p14:nvContentPartPr>
              <p14:xfrm>
                <a:off x="7738471" y="916122"/>
                <a:ext cx="20880" cy="146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D047D5B-D552-851B-95B0-858742C3972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720831" y="898482"/>
                  <a:ext cx="56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F97D3C0-A68D-AFE8-B067-515BDD79A857}"/>
                    </a:ext>
                  </a:extLst>
                </p14:cNvPr>
                <p14:cNvContentPartPr/>
                <p14:nvPr/>
              </p14:nvContentPartPr>
              <p14:xfrm>
                <a:off x="7695631" y="905682"/>
                <a:ext cx="92520" cy="12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F97D3C0-A68D-AFE8-B067-515BDD79A85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677631" y="887682"/>
                  <a:ext cx="128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DE7A2DB-0222-12B2-536D-D0E36583D409}"/>
                    </a:ext>
                  </a:extLst>
                </p14:cNvPr>
                <p14:cNvContentPartPr/>
                <p14:nvPr/>
              </p14:nvContentPartPr>
              <p14:xfrm>
                <a:off x="7881751" y="891642"/>
                <a:ext cx="138960" cy="180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DE7A2DB-0222-12B2-536D-D0E36583D40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863751" y="873642"/>
                  <a:ext cx="174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4E7D92B-B283-D49A-48A8-2F4ADE3D55F0}"/>
                    </a:ext>
                  </a:extLst>
                </p14:cNvPr>
                <p14:cNvContentPartPr/>
                <p14:nvPr/>
              </p14:nvContentPartPr>
              <p14:xfrm>
                <a:off x="8095591" y="886962"/>
                <a:ext cx="325080" cy="227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4E7D92B-B283-D49A-48A8-2F4ADE3D55F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077591" y="868962"/>
                  <a:ext cx="3607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839E4C5-DD60-AABC-5073-16027BB7C532}"/>
                    </a:ext>
                  </a:extLst>
                </p14:cNvPr>
                <p14:cNvContentPartPr/>
                <p14:nvPr/>
              </p14:nvContentPartPr>
              <p14:xfrm>
                <a:off x="8700031" y="796962"/>
                <a:ext cx="185760" cy="266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839E4C5-DD60-AABC-5073-16027BB7C53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682031" y="779322"/>
                  <a:ext cx="2214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DDEBC2B-925B-AB33-D95A-C7D6E01B8545}"/>
                    </a:ext>
                  </a:extLst>
                </p14:cNvPr>
                <p14:cNvContentPartPr/>
                <p14:nvPr/>
              </p14:nvContentPartPr>
              <p14:xfrm>
                <a:off x="8911351" y="914682"/>
                <a:ext cx="169200" cy="12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DDEBC2B-925B-AB33-D95A-C7D6E01B854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893711" y="897042"/>
                  <a:ext cx="204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9EBFD8B-9552-79AF-C14B-2DF6A14AC29E}"/>
                    </a:ext>
                  </a:extLst>
                </p14:cNvPr>
                <p14:cNvContentPartPr/>
                <p14:nvPr/>
              </p14:nvContentPartPr>
              <p14:xfrm>
                <a:off x="9132391" y="900642"/>
                <a:ext cx="125280" cy="146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9EBFD8B-9552-79AF-C14B-2DF6A14AC29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114391" y="883002"/>
                  <a:ext cx="1609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CE3612E-A0C2-8212-0432-01572AC71F84}"/>
                    </a:ext>
                  </a:extLst>
                </p14:cNvPr>
                <p14:cNvContentPartPr/>
                <p14:nvPr/>
              </p14:nvContentPartPr>
              <p14:xfrm>
                <a:off x="9338671" y="904242"/>
                <a:ext cx="23760" cy="1573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CE3612E-A0C2-8212-0432-01572AC71F8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321031" y="886242"/>
                  <a:ext cx="594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40325E9-D8E6-FAC0-61C6-E039FF00A9D5}"/>
                    </a:ext>
                  </a:extLst>
                </p14:cNvPr>
                <p14:cNvContentPartPr/>
                <p14:nvPr/>
              </p14:nvContentPartPr>
              <p14:xfrm>
                <a:off x="9421471" y="905682"/>
                <a:ext cx="151560" cy="1436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40325E9-D8E6-FAC0-61C6-E039FF00A9D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403831" y="887682"/>
                  <a:ext cx="1872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881AF8C-0234-277C-1C0E-D39B4E9BA14F}"/>
                    </a:ext>
                  </a:extLst>
                </p14:cNvPr>
                <p14:cNvContentPartPr/>
                <p14:nvPr/>
              </p14:nvContentPartPr>
              <p14:xfrm>
                <a:off x="9615871" y="907842"/>
                <a:ext cx="143640" cy="145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881AF8C-0234-277C-1C0E-D39B4E9BA14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98231" y="889842"/>
                  <a:ext cx="1792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D3CD1FF-1F4E-934F-A36F-65C407AE0445}"/>
                    </a:ext>
                  </a:extLst>
                </p14:cNvPr>
                <p14:cNvContentPartPr/>
                <p14:nvPr/>
              </p14:nvContentPartPr>
              <p14:xfrm>
                <a:off x="9839791" y="914682"/>
                <a:ext cx="34200" cy="122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D3CD1FF-1F4E-934F-A36F-65C407AE044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821791" y="896682"/>
                  <a:ext cx="69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83ECA75-530A-A98B-085A-112448481A88}"/>
                    </a:ext>
                  </a:extLst>
                </p14:cNvPr>
                <p14:cNvContentPartPr/>
                <p14:nvPr/>
              </p14:nvContentPartPr>
              <p14:xfrm>
                <a:off x="9795871" y="878682"/>
                <a:ext cx="167040" cy="216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83ECA75-530A-A98B-085A-112448481A8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77871" y="861042"/>
                  <a:ext cx="2026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1DE305F-78A2-8058-92C7-B68DEBEAAEF8}"/>
                    </a:ext>
                  </a:extLst>
                </p14:cNvPr>
                <p14:cNvContentPartPr/>
                <p14:nvPr/>
              </p14:nvContentPartPr>
              <p14:xfrm>
                <a:off x="7023511" y="1535322"/>
                <a:ext cx="175680" cy="25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1DE305F-78A2-8058-92C7-B68DEBEAAEF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005511" y="1517682"/>
                  <a:ext cx="2113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1494563-DE54-ACEE-062B-06C6286D5FC9}"/>
                    </a:ext>
                  </a:extLst>
                </p14:cNvPr>
                <p14:cNvContentPartPr/>
                <p14:nvPr/>
              </p14:nvContentPartPr>
              <p14:xfrm>
                <a:off x="7412311" y="1419042"/>
                <a:ext cx="191880" cy="2307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1494563-DE54-ACEE-062B-06C6286D5FC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394671" y="1401402"/>
                  <a:ext cx="2275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B17631B-3DD3-4EF4-33B4-1526D3972DB7}"/>
                    </a:ext>
                  </a:extLst>
                </p14:cNvPr>
                <p14:cNvContentPartPr/>
                <p14:nvPr/>
              </p14:nvContentPartPr>
              <p14:xfrm>
                <a:off x="7737391" y="1433442"/>
                <a:ext cx="110880" cy="1864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B17631B-3DD3-4EF4-33B4-1526D3972DB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719751" y="1415442"/>
                  <a:ext cx="1465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10C8AB4-D542-2D22-D664-C893BECDEBBE}"/>
                    </a:ext>
                  </a:extLst>
                </p14:cNvPr>
                <p14:cNvContentPartPr/>
                <p14:nvPr/>
              </p14:nvContentPartPr>
              <p14:xfrm>
                <a:off x="7952311" y="1417962"/>
                <a:ext cx="150840" cy="1969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10C8AB4-D542-2D22-D664-C893BECDEBB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934671" y="1400322"/>
                  <a:ext cx="1864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445D083-352F-2BBA-12B8-B4A8390F6EFB}"/>
                    </a:ext>
                  </a:extLst>
                </p14:cNvPr>
                <p14:cNvContentPartPr/>
                <p14:nvPr/>
              </p14:nvContentPartPr>
              <p14:xfrm>
                <a:off x="8208631" y="1446042"/>
                <a:ext cx="351000" cy="1440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445D083-352F-2BBA-12B8-B4A8390F6EF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190631" y="1428402"/>
                  <a:ext cx="386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2ED57645-022E-411C-F9E9-D8FE158EE8E8}"/>
                    </a:ext>
                  </a:extLst>
                </p14:cNvPr>
                <p14:cNvContentPartPr/>
                <p14:nvPr/>
              </p14:nvContentPartPr>
              <p14:xfrm>
                <a:off x="8465671" y="1401402"/>
                <a:ext cx="189720" cy="1782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2ED57645-022E-411C-F9E9-D8FE158EE8E8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447671" y="1383402"/>
                  <a:ext cx="22536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9567BF0-4C5A-5CD0-2A2B-FB67C0E81BB8}"/>
                    </a:ext>
                  </a:extLst>
                </p14:cNvPr>
                <p14:cNvContentPartPr/>
                <p14:nvPr/>
              </p14:nvContentPartPr>
              <p14:xfrm>
                <a:off x="8756551" y="1372962"/>
                <a:ext cx="157320" cy="218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9567BF0-4C5A-5CD0-2A2B-FB67C0E81BB8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738551" y="1355322"/>
                  <a:ext cx="1929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BF8E6D0-834F-FB19-B729-A218466712DF}"/>
                    </a:ext>
                  </a:extLst>
                </p14:cNvPr>
                <p14:cNvContentPartPr/>
                <p14:nvPr/>
              </p14:nvContentPartPr>
              <p14:xfrm>
                <a:off x="8725951" y="1469802"/>
                <a:ext cx="119880" cy="381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BF8E6D0-834F-FB19-B729-A218466712D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707951" y="1451802"/>
                  <a:ext cx="155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6C5515E-2DA9-9522-6066-B0D58EF17F3D}"/>
                    </a:ext>
                  </a:extLst>
                </p14:cNvPr>
                <p14:cNvContentPartPr/>
                <p14:nvPr/>
              </p14:nvContentPartPr>
              <p14:xfrm>
                <a:off x="7152391" y="2071002"/>
                <a:ext cx="152280" cy="21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6C5515E-2DA9-9522-6066-B0D58EF17F3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134751" y="2053362"/>
                  <a:ext cx="187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B925BBA-34B0-D165-E39F-8C6D6DE42164}"/>
                    </a:ext>
                  </a:extLst>
                </p14:cNvPr>
                <p14:cNvContentPartPr/>
                <p14:nvPr/>
              </p14:nvContentPartPr>
              <p14:xfrm>
                <a:off x="7546591" y="1916922"/>
                <a:ext cx="210240" cy="199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B925BBA-34B0-D165-E39F-8C6D6DE4216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528591" y="1899282"/>
                  <a:ext cx="24588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079C588-6CEC-E7FE-DD3C-773FC0047233}"/>
                    </a:ext>
                  </a:extLst>
                </p14:cNvPr>
                <p14:cNvContentPartPr/>
                <p14:nvPr/>
              </p14:nvContentPartPr>
              <p14:xfrm>
                <a:off x="7814431" y="1890282"/>
                <a:ext cx="204120" cy="1990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079C588-6CEC-E7FE-DD3C-773FC004723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796431" y="1872282"/>
                  <a:ext cx="2397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A4E34ED-7633-F389-4177-A233980BC598}"/>
                    </a:ext>
                  </a:extLst>
                </p14:cNvPr>
                <p14:cNvContentPartPr/>
                <p14:nvPr/>
              </p14:nvContentPartPr>
              <p14:xfrm>
                <a:off x="8122951" y="1864362"/>
                <a:ext cx="146880" cy="196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A4E34ED-7633-F389-4177-A233980BC59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105311" y="1846362"/>
                  <a:ext cx="1825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AD82E01-2642-5AE7-E41B-AF9395C861C8}"/>
                    </a:ext>
                  </a:extLst>
                </p14:cNvPr>
                <p14:cNvContentPartPr/>
                <p14:nvPr/>
              </p14:nvContentPartPr>
              <p14:xfrm>
                <a:off x="8437951" y="1892082"/>
                <a:ext cx="44280" cy="1566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AD82E01-2642-5AE7-E41B-AF9395C861C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420311" y="1874082"/>
                  <a:ext cx="799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0D55378-26DB-DDA5-613A-64214E0A0D78}"/>
                    </a:ext>
                  </a:extLst>
                </p14:cNvPr>
                <p14:cNvContentPartPr/>
                <p14:nvPr/>
              </p14:nvContentPartPr>
              <p14:xfrm>
                <a:off x="8330671" y="1846362"/>
                <a:ext cx="251640" cy="514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0D55378-26DB-DDA5-613A-64214E0A0D78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312671" y="1828722"/>
                  <a:ext cx="287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4AE93FE-B446-4208-573A-A45162424CBC}"/>
                    </a:ext>
                  </a:extLst>
                </p14:cNvPr>
                <p14:cNvContentPartPr/>
                <p14:nvPr/>
              </p14:nvContentPartPr>
              <p14:xfrm>
                <a:off x="8787871" y="1808562"/>
                <a:ext cx="179280" cy="2224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4AE93FE-B446-4208-573A-A45162424CB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8770231" y="1790922"/>
                  <a:ext cx="21492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558616B-D7AA-EED7-CDEE-74D767EC98CC}"/>
                    </a:ext>
                  </a:extLst>
                </p14:cNvPr>
                <p14:cNvContentPartPr/>
                <p14:nvPr/>
              </p14:nvContentPartPr>
              <p14:xfrm>
                <a:off x="9116191" y="1797402"/>
                <a:ext cx="102600" cy="2163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558616B-D7AA-EED7-CDEE-74D767EC98C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098191" y="1779762"/>
                  <a:ext cx="1382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9DECFE6-5567-7D73-1BBA-371724A39835}"/>
                    </a:ext>
                  </a:extLst>
                </p14:cNvPr>
                <p14:cNvContentPartPr/>
                <p14:nvPr/>
              </p14:nvContentPartPr>
              <p14:xfrm>
                <a:off x="9360991" y="1830522"/>
                <a:ext cx="30960" cy="174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9DECFE6-5567-7D73-1BBA-371724A3983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342991" y="1812882"/>
                  <a:ext cx="666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85A86BE-4C84-CA13-B256-68B0E5DEF9DF}"/>
                    </a:ext>
                  </a:extLst>
                </p14:cNvPr>
                <p14:cNvContentPartPr/>
                <p14:nvPr/>
              </p14:nvContentPartPr>
              <p14:xfrm>
                <a:off x="9292231" y="1775442"/>
                <a:ext cx="224280" cy="38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85A86BE-4C84-CA13-B256-68B0E5DEF9D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274231" y="1757802"/>
                  <a:ext cx="2599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79B3556-30DB-C51F-8F1D-3E6C62F46DE9}"/>
                    </a:ext>
                  </a:extLst>
                </p14:cNvPr>
                <p14:cNvContentPartPr/>
                <p14:nvPr/>
              </p14:nvContentPartPr>
              <p14:xfrm>
                <a:off x="9492031" y="2416602"/>
                <a:ext cx="2347560" cy="16131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79B3556-30DB-C51F-8F1D-3E6C62F46DE9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474031" y="2398962"/>
                  <a:ext cx="2383200" cy="164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ADC40D0-DB92-E7F7-B62C-07B3514CBDA7}"/>
                    </a:ext>
                  </a:extLst>
                </p14:cNvPr>
                <p14:cNvContentPartPr/>
                <p14:nvPr/>
              </p14:nvContentPartPr>
              <p14:xfrm>
                <a:off x="3800791" y="3628002"/>
                <a:ext cx="153720" cy="68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ADC40D0-DB92-E7F7-B62C-07B3514CBDA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782791" y="3610362"/>
                  <a:ext cx="1893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51DC10AD-F740-20DD-9851-112300D5198C}"/>
                    </a:ext>
                  </a:extLst>
                </p14:cNvPr>
                <p14:cNvContentPartPr/>
                <p14:nvPr/>
              </p14:nvContentPartPr>
              <p14:xfrm>
                <a:off x="10355311" y="1270722"/>
                <a:ext cx="503640" cy="107280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51DC10AD-F740-20DD-9851-112300D5198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337671" y="1253082"/>
                  <a:ext cx="539280" cy="11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A989ACE6-70BB-440C-0679-BBEACD8F8DFE}"/>
                    </a:ext>
                  </a:extLst>
                </p14:cNvPr>
                <p14:cNvContentPartPr/>
                <p14:nvPr/>
              </p14:nvContentPartPr>
              <p14:xfrm>
                <a:off x="10624591" y="2182602"/>
                <a:ext cx="170280" cy="19908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A989ACE6-70BB-440C-0679-BBEACD8F8DFE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06951" y="2164602"/>
                  <a:ext cx="205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9FD99D0-B398-D606-F7C2-02A3BDB99D50}"/>
                    </a:ext>
                  </a:extLst>
                </p14:cNvPr>
                <p14:cNvContentPartPr/>
                <p14:nvPr/>
              </p14:nvContentPartPr>
              <p14:xfrm>
                <a:off x="10656631" y="2185482"/>
                <a:ext cx="264240" cy="1814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9FD99D0-B398-D606-F7C2-02A3BDB99D5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638991" y="2167482"/>
                  <a:ext cx="299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640469E4-17BF-1715-F731-131790B19191}"/>
                    </a:ext>
                  </a:extLst>
                </p14:cNvPr>
                <p14:cNvContentPartPr/>
                <p14:nvPr/>
              </p14:nvContentPartPr>
              <p14:xfrm>
                <a:off x="10672111" y="2173242"/>
                <a:ext cx="266400" cy="806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640469E4-17BF-1715-F731-131790B19191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654111" y="2155602"/>
                  <a:ext cx="302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826FA1F-215E-BC89-995A-E6284A5A2C05}"/>
                    </a:ext>
                  </a:extLst>
                </p14:cNvPr>
                <p14:cNvContentPartPr/>
                <p14:nvPr/>
              </p14:nvContentPartPr>
              <p14:xfrm>
                <a:off x="10226791" y="2650242"/>
                <a:ext cx="20880" cy="2307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826FA1F-215E-BC89-995A-E6284A5A2C0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209151" y="2632242"/>
                  <a:ext cx="565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57F99D3-F6D9-14F6-6CC0-C5229E8F988F}"/>
                    </a:ext>
                  </a:extLst>
                </p14:cNvPr>
                <p14:cNvContentPartPr/>
                <p14:nvPr/>
              </p14:nvContentPartPr>
              <p14:xfrm>
                <a:off x="10242991" y="2623962"/>
                <a:ext cx="148680" cy="2397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57F99D3-F6D9-14F6-6CC0-C5229E8F988F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224991" y="2606322"/>
                  <a:ext cx="184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65A9D409-9751-23CF-0D63-30E56695A47F}"/>
                    </a:ext>
                  </a:extLst>
                </p14:cNvPr>
                <p14:cNvContentPartPr/>
                <p14:nvPr/>
              </p14:nvContentPartPr>
              <p14:xfrm>
                <a:off x="10482391" y="2687322"/>
                <a:ext cx="136800" cy="1555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65A9D409-9751-23CF-0D63-30E56695A47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464391" y="2669682"/>
                  <a:ext cx="1724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EC34FA5-0660-E11B-FA20-A58D44D865CC}"/>
                    </a:ext>
                  </a:extLst>
                </p14:cNvPr>
                <p14:cNvContentPartPr/>
                <p14:nvPr/>
              </p14:nvContentPartPr>
              <p14:xfrm>
                <a:off x="9784351" y="3013122"/>
                <a:ext cx="174960" cy="2066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EC34FA5-0660-E11B-FA20-A58D44D865C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766351" y="2995482"/>
                  <a:ext cx="2106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4549C82-5934-D4AD-E786-FB54C03E1F6A}"/>
                    </a:ext>
                  </a:extLst>
                </p14:cNvPr>
                <p14:cNvContentPartPr/>
                <p14:nvPr/>
              </p14:nvContentPartPr>
              <p14:xfrm>
                <a:off x="10043191" y="3018882"/>
                <a:ext cx="146160" cy="1760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4549C82-5934-D4AD-E786-FB54C03E1F6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025551" y="3001242"/>
                  <a:ext cx="1818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C5F3650-5A33-9FF5-5B07-60EDA0570014}"/>
                    </a:ext>
                  </a:extLst>
                </p14:cNvPr>
                <p14:cNvContentPartPr/>
                <p14:nvPr/>
              </p14:nvContentPartPr>
              <p14:xfrm>
                <a:off x="10233271" y="3020682"/>
                <a:ext cx="148320" cy="192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C5F3650-5A33-9FF5-5B07-60EDA0570014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215271" y="3002682"/>
                  <a:ext cx="1839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46C1CB78-81F2-362C-20FC-531BDF30EE10}"/>
                    </a:ext>
                  </a:extLst>
                </p14:cNvPr>
                <p14:cNvContentPartPr/>
                <p14:nvPr/>
              </p14:nvContentPartPr>
              <p14:xfrm>
                <a:off x="10239031" y="3110682"/>
                <a:ext cx="111600" cy="13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46C1CB78-81F2-362C-20FC-531BDF30EE1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10221391" y="3093042"/>
                  <a:ext cx="1472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70BA752-C622-662A-5E24-4A1650070197}"/>
                    </a:ext>
                  </a:extLst>
                </p14:cNvPr>
                <p14:cNvContentPartPr/>
                <p14:nvPr/>
              </p14:nvContentPartPr>
              <p14:xfrm>
                <a:off x="10443871" y="2999802"/>
                <a:ext cx="393480" cy="1879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70BA752-C622-662A-5E24-4A165007019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0426231" y="2981802"/>
                  <a:ext cx="42912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D6532993-3B2C-2976-90CD-994D1E1FFF13}"/>
                    </a:ext>
                  </a:extLst>
                </p14:cNvPr>
                <p14:cNvContentPartPr/>
                <p14:nvPr/>
              </p14:nvContentPartPr>
              <p14:xfrm>
                <a:off x="10706311" y="2986482"/>
                <a:ext cx="344880" cy="181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D6532993-3B2C-2976-90CD-994D1E1FFF1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688671" y="2968842"/>
                  <a:ext cx="380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327441A-5EA8-6B6C-ED51-39CDC275541C}"/>
                    </a:ext>
                  </a:extLst>
                </p14:cNvPr>
                <p14:cNvContentPartPr/>
                <p14:nvPr/>
              </p14:nvContentPartPr>
              <p14:xfrm>
                <a:off x="11112031" y="3011682"/>
                <a:ext cx="168840" cy="1386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327441A-5EA8-6B6C-ED51-39CDC275541C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1094391" y="2994042"/>
                  <a:ext cx="2044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9DA2867F-1F7F-18CC-823E-956DC4E5203E}"/>
                    </a:ext>
                  </a:extLst>
                </p14:cNvPr>
                <p14:cNvContentPartPr/>
                <p14:nvPr/>
              </p14:nvContentPartPr>
              <p14:xfrm>
                <a:off x="10018351" y="3402642"/>
                <a:ext cx="145440" cy="2124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9DA2867F-1F7F-18CC-823E-956DC4E5203E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000351" y="3384642"/>
                  <a:ext cx="181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69B45B7-1A65-3627-A6A7-34D04791A819}"/>
                    </a:ext>
                  </a:extLst>
                </p14:cNvPr>
                <p14:cNvContentPartPr/>
                <p14:nvPr/>
              </p14:nvContentPartPr>
              <p14:xfrm>
                <a:off x="10289071" y="3441882"/>
                <a:ext cx="122040" cy="1882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69B45B7-1A65-3627-A6A7-34D04791A819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271431" y="3424242"/>
                  <a:ext cx="1576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D1B20A8-D928-96CA-171C-8216133FA9AE}"/>
                    </a:ext>
                  </a:extLst>
                </p14:cNvPr>
                <p14:cNvContentPartPr/>
                <p14:nvPr/>
              </p14:nvContentPartPr>
              <p14:xfrm>
                <a:off x="10477711" y="3426402"/>
                <a:ext cx="131400" cy="1882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D1B20A8-D928-96CA-171C-8216133FA9A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460071" y="3408402"/>
                  <a:ext cx="1670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E385BD6-2374-0A15-CF51-7E9C1BB8AB9E}"/>
                    </a:ext>
                  </a:extLst>
                </p14:cNvPr>
                <p14:cNvContentPartPr/>
                <p14:nvPr/>
              </p14:nvContentPartPr>
              <p14:xfrm>
                <a:off x="10735111" y="3447282"/>
                <a:ext cx="25560" cy="1141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E385BD6-2374-0A15-CF51-7E9C1BB8AB9E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717471" y="3429282"/>
                  <a:ext cx="612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4C0CD5F-88C9-ADE9-CA66-1FF33CBFB0BC}"/>
                    </a:ext>
                  </a:extLst>
                </p14:cNvPr>
                <p14:cNvContentPartPr/>
                <p14:nvPr/>
              </p14:nvContentPartPr>
              <p14:xfrm>
                <a:off x="10652311" y="3413442"/>
                <a:ext cx="390960" cy="1479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4C0CD5F-88C9-ADE9-CA66-1FF33CBFB0B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634311" y="3395802"/>
                  <a:ext cx="4266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103D91BF-202A-F534-AF80-9A09FABFF32E}"/>
                    </a:ext>
                  </a:extLst>
                </p14:cNvPr>
                <p14:cNvContentPartPr/>
                <p14:nvPr/>
              </p14:nvContentPartPr>
              <p14:xfrm>
                <a:off x="10905391" y="3509562"/>
                <a:ext cx="116640" cy="241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103D91BF-202A-F534-AF80-9A09FABFF32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887391" y="3491562"/>
                  <a:ext cx="1522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13AFD1D-BAB0-95E0-E929-4F1CAFD9F79D}"/>
                    </a:ext>
                  </a:extLst>
                </p14:cNvPr>
                <p14:cNvContentPartPr/>
                <p14:nvPr/>
              </p14:nvContentPartPr>
              <p14:xfrm>
                <a:off x="11155951" y="3410202"/>
                <a:ext cx="234720" cy="175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13AFD1D-BAB0-95E0-E929-4F1CAFD9F79D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138311" y="3392562"/>
                  <a:ext cx="2703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D480CC0C-783C-A291-B02F-D89ED9BD1BD4}"/>
                    </a:ext>
                  </a:extLst>
                </p14:cNvPr>
                <p14:cNvContentPartPr/>
                <p14:nvPr/>
              </p14:nvContentPartPr>
              <p14:xfrm>
                <a:off x="6887431" y="4138842"/>
                <a:ext cx="3269520" cy="16002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D480CC0C-783C-A291-B02F-D89ED9BD1BD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869791" y="4120842"/>
                  <a:ext cx="3305160" cy="163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C3E85280-83B2-9A50-934F-662D9BEA8B89}"/>
                    </a:ext>
                  </a:extLst>
                </p14:cNvPr>
                <p14:cNvContentPartPr/>
                <p14:nvPr/>
              </p14:nvContentPartPr>
              <p14:xfrm>
                <a:off x="10006831" y="4034442"/>
                <a:ext cx="177480" cy="33120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C3E85280-83B2-9A50-934F-662D9BEA8B8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9988831" y="4016442"/>
                  <a:ext cx="2131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C8D4C8B-B9F9-10FD-42FD-71B94E37D6BD}"/>
                    </a:ext>
                  </a:extLst>
                </p14:cNvPr>
                <p14:cNvContentPartPr/>
                <p14:nvPr/>
              </p14:nvContentPartPr>
              <p14:xfrm>
                <a:off x="4140271" y="3431802"/>
                <a:ext cx="245880" cy="2167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C8D4C8B-B9F9-10FD-42FD-71B94E37D6B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4122271" y="3414162"/>
                  <a:ext cx="2815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2C37F9C-05C8-1F8D-5556-5273DD408ED8}"/>
                    </a:ext>
                  </a:extLst>
                </p14:cNvPr>
                <p14:cNvContentPartPr/>
                <p14:nvPr/>
              </p14:nvContentPartPr>
              <p14:xfrm>
                <a:off x="4453111" y="3424962"/>
                <a:ext cx="105480" cy="212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2C37F9C-05C8-1F8D-5556-5273DD408ED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435111" y="3407322"/>
                  <a:ext cx="1411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133F8F9-9167-171A-F5E7-61A62412E20E}"/>
                    </a:ext>
                  </a:extLst>
                </p14:cNvPr>
                <p14:cNvContentPartPr/>
                <p14:nvPr/>
              </p14:nvContentPartPr>
              <p14:xfrm>
                <a:off x="4456711" y="3454842"/>
                <a:ext cx="109440" cy="1825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133F8F9-9167-171A-F5E7-61A62412E20E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4438711" y="3437202"/>
                  <a:ext cx="1450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AF3C07C7-A09F-3655-2021-92AFD7508034}"/>
                    </a:ext>
                  </a:extLst>
                </p14:cNvPr>
                <p14:cNvContentPartPr/>
                <p14:nvPr/>
              </p14:nvContentPartPr>
              <p14:xfrm>
                <a:off x="4461751" y="3541242"/>
                <a:ext cx="77760" cy="169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AF3C07C7-A09F-3655-2021-92AFD7508034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444111" y="3523242"/>
                  <a:ext cx="1134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E36F90B-9970-CA00-5748-CEA829A0908A}"/>
                    </a:ext>
                  </a:extLst>
                </p14:cNvPr>
                <p14:cNvContentPartPr/>
                <p14:nvPr/>
              </p14:nvContentPartPr>
              <p14:xfrm>
                <a:off x="4645351" y="3396162"/>
                <a:ext cx="152640" cy="2430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E36F90B-9970-CA00-5748-CEA829A0908A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627351" y="3378522"/>
                  <a:ext cx="18828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5E01BD9-014F-7FD3-4BAD-F9BEDD364B8C}"/>
                    </a:ext>
                  </a:extLst>
                </p14:cNvPr>
                <p14:cNvContentPartPr/>
                <p14:nvPr/>
              </p14:nvContentPartPr>
              <p14:xfrm>
                <a:off x="5038471" y="3407322"/>
                <a:ext cx="136080" cy="191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5E01BD9-014F-7FD3-4BAD-F9BEDD364B8C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020471" y="3389682"/>
                  <a:ext cx="1717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3052C3C-FB73-E1E2-3882-71AF004F6496}"/>
                    </a:ext>
                  </a:extLst>
                </p14:cNvPr>
                <p14:cNvContentPartPr/>
                <p14:nvPr/>
              </p14:nvContentPartPr>
              <p14:xfrm>
                <a:off x="5232511" y="3396162"/>
                <a:ext cx="89280" cy="2253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3052C3C-FB73-E1E2-3882-71AF004F649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214511" y="3378522"/>
                  <a:ext cx="12492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1654629E-DAB0-BB0F-939C-7B1943286F40}"/>
                    </a:ext>
                  </a:extLst>
                </p14:cNvPr>
                <p14:cNvContentPartPr/>
                <p14:nvPr/>
              </p14:nvContentPartPr>
              <p14:xfrm>
                <a:off x="5434831" y="3389682"/>
                <a:ext cx="106560" cy="217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1654629E-DAB0-BB0F-939C-7B1943286F4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417191" y="3371682"/>
                  <a:ext cx="14220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9947BCA-AA50-1688-C0D3-11265E027A9D}"/>
                    </a:ext>
                  </a:extLst>
                </p14:cNvPr>
                <p14:cNvContentPartPr/>
                <p14:nvPr/>
              </p14:nvContentPartPr>
              <p14:xfrm>
                <a:off x="4513951" y="3851562"/>
                <a:ext cx="221760" cy="3056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9947BCA-AA50-1688-C0D3-11265E027A9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495951" y="3833562"/>
                  <a:ext cx="25740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270D6853-A720-7172-F85C-4077D2567537}"/>
                    </a:ext>
                  </a:extLst>
                </p14:cNvPr>
                <p14:cNvContentPartPr/>
                <p14:nvPr/>
              </p14:nvContentPartPr>
              <p14:xfrm>
                <a:off x="4926871" y="3829602"/>
                <a:ext cx="153720" cy="2768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270D6853-A720-7172-F85C-4077D256753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908871" y="3811962"/>
                  <a:ext cx="1893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9CB659DD-9F52-8FBA-FA40-679EE5752D70}"/>
                    </a:ext>
                  </a:extLst>
                </p14:cNvPr>
                <p14:cNvContentPartPr/>
                <p14:nvPr/>
              </p14:nvContentPartPr>
              <p14:xfrm>
                <a:off x="4885111" y="3819882"/>
                <a:ext cx="210240" cy="280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9CB659DD-9F52-8FBA-FA40-679EE5752D7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867111" y="3802242"/>
                  <a:ext cx="2458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92520214-0FF8-BB23-99F4-448E0D56083F}"/>
                    </a:ext>
                  </a:extLst>
                </p14:cNvPr>
                <p14:cNvContentPartPr/>
                <p14:nvPr/>
              </p14:nvContentPartPr>
              <p14:xfrm>
                <a:off x="5957551" y="2886402"/>
                <a:ext cx="161640" cy="20782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92520214-0FF8-BB23-99F4-448E0D56083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939551" y="2868762"/>
                  <a:ext cx="197280" cy="21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3F23912-C046-0C83-9633-CC245D537B07}"/>
                    </a:ext>
                  </a:extLst>
                </p14:cNvPr>
                <p14:cNvContentPartPr/>
                <p14:nvPr/>
              </p14:nvContentPartPr>
              <p14:xfrm>
                <a:off x="6045391" y="2729442"/>
                <a:ext cx="2822400" cy="993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3F23912-C046-0C83-9633-CC245D537B07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027751" y="2711442"/>
                  <a:ext cx="28580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4ED832D8-96AE-D8C2-1561-2C5C79503E8B}"/>
                    </a:ext>
                  </a:extLst>
                </p14:cNvPr>
                <p14:cNvContentPartPr/>
                <p14:nvPr/>
              </p14:nvContentPartPr>
              <p14:xfrm>
                <a:off x="8870311" y="2731242"/>
                <a:ext cx="144360" cy="27316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4ED832D8-96AE-D8C2-1561-2C5C79503E8B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852311" y="2713242"/>
                  <a:ext cx="180000" cy="27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4F33216-B5D2-8355-1F32-F4E00870C4EA}"/>
                    </a:ext>
                  </a:extLst>
                </p14:cNvPr>
                <p14:cNvContentPartPr/>
                <p14:nvPr/>
              </p14:nvContentPartPr>
              <p14:xfrm>
                <a:off x="6157711" y="5075562"/>
                <a:ext cx="2710440" cy="2754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4F33216-B5D2-8355-1F32-F4E00870C4EA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140071" y="5057922"/>
                  <a:ext cx="274608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CEB7AF4-CCD8-4394-A208-D74392F8E293}"/>
                    </a:ext>
                  </a:extLst>
                </p14:cNvPr>
                <p14:cNvContentPartPr/>
                <p14:nvPr/>
              </p14:nvContentPartPr>
              <p14:xfrm>
                <a:off x="6924871" y="2770482"/>
                <a:ext cx="291600" cy="24660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CEB7AF4-CCD8-4394-A208-D74392F8E293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907231" y="2752482"/>
                  <a:ext cx="327240" cy="250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6C22BE3-9DD6-DC78-5F6B-14F4F7A05F0E}"/>
                    </a:ext>
                  </a:extLst>
                </p14:cNvPr>
                <p14:cNvContentPartPr/>
                <p14:nvPr/>
              </p14:nvContentPartPr>
              <p14:xfrm>
                <a:off x="6132871" y="3276282"/>
                <a:ext cx="171360" cy="15699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6C22BE3-9DD6-DC78-5F6B-14F4F7A05F0E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115231" y="3258282"/>
                  <a:ext cx="207000" cy="160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9C14876-1F4D-ECF3-2B86-8AF4E7AEA213}"/>
                    </a:ext>
                  </a:extLst>
                </p14:cNvPr>
                <p14:cNvContentPartPr/>
                <p14:nvPr/>
              </p14:nvContentPartPr>
              <p14:xfrm>
                <a:off x="6158431" y="3206082"/>
                <a:ext cx="545040" cy="5076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9C14876-1F4D-ECF3-2B86-8AF4E7AEA213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140431" y="3188442"/>
                  <a:ext cx="5806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F7C11297-A274-9231-F4FF-896C5092A809}"/>
                    </a:ext>
                  </a:extLst>
                </p14:cNvPr>
                <p14:cNvContentPartPr/>
                <p14:nvPr/>
              </p14:nvContentPartPr>
              <p14:xfrm>
                <a:off x="6748471" y="3295002"/>
                <a:ext cx="75600" cy="131544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F7C11297-A274-9231-F4FF-896C5092A80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730471" y="3277002"/>
                  <a:ext cx="111240" cy="13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D5D8374-88FB-9E25-9529-F721212102AD}"/>
                    </a:ext>
                  </a:extLst>
                </p14:cNvPr>
                <p14:cNvContentPartPr/>
                <p14:nvPr/>
              </p14:nvContentPartPr>
              <p14:xfrm>
                <a:off x="6384151" y="4654362"/>
                <a:ext cx="345600" cy="88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D5D8374-88FB-9E25-9529-F721212102AD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6366151" y="4636722"/>
                  <a:ext cx="3812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90EC13E-D634-F66C-8592-B9347ED31BC9}"/>
                    </a:ext>
                  </a:extLst>
                </p14:cNvPr>
                <p14:cNvContentPartPr/>
                <p14:nvPr/>
              </p14:nvContentPartPr>
              <p14:xfrm>
                <a:off x="6336991" y="4928682"/>
                <a:ext cx="52560" cy="2563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90EC13E-D634-F66C-8592-B9347ED31BC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6319351" y="4910682"/>
                  <a:ext cx="882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2AD0A77-13E8-8E43-70D7-FC3128BB84DE}"/>
                    </a:ext>
                  </a:extLst>
                </p14:cNvPr>
                <p14:cNvContentPartPr/>
                <p14:nvPr/>
              </p14:nvContentPartPr>
              <p14:xfrm>
                <a:off x="6434911" y="4799442"/>
                <a:ext cx="419760" cy="4219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2AD0A77-13E8-8E43-70D7-FC3128BB84D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6417271" y="4781802"/>
                  <a:ext cx="45540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5839DF6-1D83-3E23-1C4D-7EC3172D84F3}"/>
                    </a:ext>
                  </a:extLst>
                </p14:cNvPr>
                <p14:cNvContentPartPr/>
                <p14:nvPr/>
              </p14:nvContentPartPr>
              <p14:xfrm>
                <a:off x="6453991" y="4947042"/>
                <a:ext cx="275040" cy="73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5839DF6-1D83-3E23-1C4D-7EC3172D84F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6435991" y="4929042"/>
                  <a:ext cx="3106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2C8B3E1-3ACD-0D37-E924-79291E45C4F4}"/>
                    </a:ext>
                  </a:extLst>
                </p14:cNvPr>
                <p14:cNvContentPartPr/>
                <p14:nvPr/>
              </p14:nvContentPartPr>
              <p14:xfrm>
                <a:off x="6495751" y="5082402"/>
                <a:ext cx="237600" cy="6156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2C8B3E1-3ACD-0D37-E924-79291E45C4F4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6478111" y="5064762"/>
                  <a:ext cx="273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8082E612-348E-9DEA-5F1B-00CC57512FA9}"/>
                    </a:ext>
                  </a:extLst>
                </p14:cNvPr>
                <p14:cNvContentPartPr/>
                <p14:nvPr/>
              </p14:nvContentPartPr>
              <p14:xfrm>
                <a:off x="6261751" y="3347562"/>
                <a:ext cx="413640" cy="95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8082E612-348E-9DEA-5F1B-00CC57512FA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6243751" y="3329922"/>
                  <a:ext cx="4492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1310A34-E13A-01D4-EDB4-884244F51188}"/>
                    </a:ext>
                  </a:extLst>
                </p14:cNvPr>
                <p14:cNvContentPartPr/>
                <p14:nvPr/>
              </p14:nvContentPartPr>
              <p14:xfrm>
                <a:off x="6323671" y="3527562"/>
                <a:ext cx="354960" cy="558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1310A34-E13A-01D4-EDB4-884244F5118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6306031" y="3509922"/>
                  <a:ext cx="390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D3CC83FE-F706-32C9-654E-2F11D8DB0BDF}"/>
                    </a:ext>
                  </a:extLst>
                </p14:cNvPr>
                <p14:cNvContentPartPr/>
                <p14:nvPr/>
              </p14:nvContentPartPr>
              <p14:xfrm>
                <a:off x="6338791" y="3689562"/>
                <a:ext cx="266040" cy="295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D3CC83FE-F706-32C9-654E-2F11D8DB0BDF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6321151" y="3671922"/>
                  <a:ext cx="3016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B02ED7F-1B1F-CC75-1265-61B77F4A892B}"/>
                    </a:ext>
                  </a:extLst>
                </p14:cNvPr>
                <p14:cNvContentPartPr/>
                <p14:nvPr/>
              </p14:nvContentPartPr>
              <p14:xfrm>
                <a:off x="6371911" y="3864882"/>
                <a:ext cx="316800" cy="4140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B02ED7F-1B1F-CC75-1265-61B77F4A892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6353911" y="3846882"/>
                  <a:ext cx="3524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8957205-EE68-5E00-A3A7-FDA6CFA0D864}"/>
                    </a:ext>
                  </a:extLst>
                </p14:cNvPr>
                <p14:cNvContentPartPr/>
                <p14:nvPr/>
              </p14:nvContentPartPr>
              <p14:xfrm>
                <a:off x="6067711" y="2909442"/>
                <a:ext cx="130320" cy="2358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8957205-EE68-5E00-A3A7-FDA6CFA0D86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6050071" y="2891442"/>
                  <a:ext cx="1659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DEC2F7B-E039-94E5-8E77-934CE64302FB}"/>
                    </a:ext>
                  </a:extLst>
                </p14:cNvPr>
                <p14:cNvContentPartPr/>
                <p14:nvPr/>
              </p14:nvContentPartPr>
              <p14:xfrm>
                <a:off x="6283351" y="2946522"/>
                <a:ext cx="156600" cy="1796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DEC2F7B-E039-94E5-8E77-934CE64302FB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6265351" y="2928882"/>
                  <a:ext cx="1922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C53CA2B8-7B66-4AD3-2F8A-2CEB1B8B3A1A}"/>
                    </a:ext>
                  </a:extLst>
                </p14:cNvPr>
                <p14:cNvContentPartPr/>
                <p14:nvPr/>
              </p14:nvContentPartPr>
              <p14:xfrm>
                <a:off x="6522751" y="2907642"/>
                <a:ext cx="120960" cy="167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C53CA2B8-7B66-4AD3-2F8A-2CEB1B8B3A1A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6505111" y="2889642"/>
                  <a:ext cx="156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FFF4B427-69BB-0F02-B489-5747073423D1}"/>
                    </a:ext>
                  </a:extLst>
                </p14:cNvPr>
                <p14:cNvContentPartPr/>
                <p14:nvPr/>
              </p14:nvContentPartPr>
              <p14:xfrm>
                <a:off x="6720751" y="2921322"/>
                <a:ext cx="46440" cy="1623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FFF4B427-69BB-0F02-B489-5747073423D1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6703111" y="2903322"/>
                  <a:ext cx="820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B1DA1B49-FF5D-DF87-8345-A848AC1F0556}"/>
                    </a:ext>
                  </a:extLst>
                </p14:cNvPr>
                <p14:cNvContentPartPr/>
                <p14:nvPr/>
              </p14:nvContentPartPr>
              <p14:xfrm>
                <a:off x="6675751" y="2856522"/>
                <a:ext cx="155520" cy="4392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B1DA1B49-FF5D-DF87-8345-A848AC1F055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657751" y="2838882"/>
                  <a:ext cx="1911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7956955-C0C5-819E-9734-2532A9419F29}"/>
                    </a:ext>
                  </a:extLst>
                </p14:cNvPr>
                <p14:cNvContentPartPr/>
                <p14:nvPr/>
              </p14:nvContentPartPr>
              <p14:xfrm>
                <a:off x="7265431" y="2882082"/>
                <a:ext cx="125640" cy="1447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7956955-C0C5-819E-9734-2532A9419F2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7247431" y="2864082"/>
                  <a:ext cx="1612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3BF7C4B-8FFC-4714-A733-CC3CD4065E4C}"/>
                    </a:ext>
                  </a:extLst>
                </p14:cNvPr>
                <p14:cNvContentPartPr/>
                <p14:nvPr/>
              </p14:nvContentPartPr>
              <p14:xfrm>
                <a:off x="7458751" y="2911962"/>
                <a:ext cx="103320" cy="979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3BF7C4B-8FFC-4714-A733-CC3CD4065E4C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7441111" y="2893962"/>
                  <a:ext cx="138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34071994-3106-795C-923D-8C708B4B9D21}"/>
                    </a:ext>
                  </a:extLst>
                </p14:cNvPr>
                <p14:cNvContentPartPr/>
                <p14:nvPr/>
              </p14:nvContentPartPr>
              <p14:xfrm>
                <a:off x="7611751" y="2856522"/>
                <a:ext cx="172080" cy="1501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34071994-3106-795C-923D-8C708B4B9D2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7593751" y="2838522"/>
                  <a:ext cx="2077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28D10991-6BB5-41E9-AA5C-653C35496BC5}"/>
                    </a:ext>
                  </a:extLst>
                </p14:cNvPr>
                <p14:cNvContentPartPr/>
                <p14:nvPr/>
              </p14:nvContentPartPr>
              <p14:xfrm>
                <a:off x="7856911" y="2882802"/>
                <a:ext cx="40320" cy="1249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28D10991-6BB5-41E9-AA5C-653C35496BC5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7839271" y="2864802"/>
                  <a:ext cx="759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9C8F0D9-2FFB-FE7C-0CC2-2F7C3E76C956}"/>
                    </a:ext>
                  </a:extLst>
                </p14:cNvPr>
                <p14:cNvContentPartPr/>
                <p14:nvPr/>
              </p14:nvContentPartPr>
              <p14:xfrm>
                <a:off x="7779511" y="2853642"/>
                <a:ext cx="300600" cy="1616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9C8F0D9-2FFB-FE7C-0CC2-2F7C3E76C95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7761511" y="2836002"/>
                  <a:ext cx="3362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54E5FD7-1FDA-33E3-C310-EF5E2FC9FA50}"/>
                    </a:ext>
                  </a:extLst>
                </p14:cNvPr>
                <p14:cNvContentPartPr/>
                <p14:nvPr/>
              </p14:nvContentPartPr>
              <p14:xfrm>
                <a:off x="7941151" y="2929962"/>
                <a:ext cx="84240" cy="176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54E5FD7-1FDA-33E3-C310-EF5E2FC9FA50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7923511" y="2911962"/>
                  <a:ext cx="119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B5E52735-AC27-F7CB-1D35-538008AB3EE8}"/>
                    </a:ext>
                  </a:extLst>
                </p14:cNvPr>
                <p14:cNvContentPartPr/>
                <p14:nvPr/>
              </p14:nvContentPartPr>
              <p14:xfrm>
                <a:off x="8128711" y="2865162"/>
                <a:ext cx="289080" cy="1677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B5E52735-AC27-F7CB-1D35-538008AB3EE8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111071" y="2847162"/>
                  <a:ext cx="3247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7C53DF5-B8FC-0F74-C4A5-A47369CBF0BC}"/>
                    </a:ext>
                  </a:extLst>
                </p14:cNvPr>
                <p14:cNvContentPartPr/>
                <p14:nvPr/>
              </p14:nvContentPartPr>
              <p14:xfrm>
                <a:off x="8348311" y="2849682"/>
                <a:ext cx="88920" cy="1980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7C53DF5-B8FC-0F74-C4A5-A47369CBF0B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330671" y="2832042"/>
                  <a:ext cx="1245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9DDE7332-646D-4F50-14B6-F02380F7CFAB}"/>
                    </a:ext>
                  </a:extLst>
                </p14:cNvPr>
                <p14:cNvContentPartPr/>
                <p14:nvPr/>
              </p14:nvContentPartPr>
              <p14:xfrm>
                <a:off x="7258231" y="3145602"/>
                <a:ext cx="79560" cy="1281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9DDE7332-646D-4F50-14B6-F02380F7CFAB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7240591" y="3127962"/>
                  <a:ext cx="1152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4763517-289F-6993-8446-6079CD12654D}"/>
                    </a:ext>
                  </a:extLst>
                </p14:cNvPr>
                <p14:cNvContentPartPr/>
                <p14:nvPr/>
              </p14:nvContentPartPr>
              <p14:xfrm>
                <a:off x="7409431" y="3154602"/>
                <a:ext cx="28080" cy="1047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4763517-289F-6993-8446-6079CD12654D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7391431" y="3136962"/>
                  <a:ext cx="63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9434201-477B-9F32-5D10-5806A37DC0D8}"/>
                    </a:ext>
                  </a:extLst>
                </p14:cNvPr>
                <p14:cNvContentPartPr/>
                <p14:nvPr/>
              </p14:nvContentPartPr>
              <p14:xfrm>
                <a:off x="7524991" y="3144162"/>
                <a:ext cx="70200" cy="1162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9434201-477B-9F32-5D10-5806A37DC0D8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7507351" y="3126162"/>
                  <a:ext cx="1058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0EF1855-335A-0CB9-A7C8-4D9E3FCA22EA}"/>
                    </a:ext>
                  </a:extLst>
                </p14:cNvPr>
                <p14:cNvContentPartPr/>
                <p14:nvPr/>
              </p14:nvContentPartPr>
              <p14:xfrm>
                <a:off x="7667191" y="3144882"/>
                <a:ext cx="103320" cy="817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0EF1855-335A-0CB9-A7C8-4D9E3FCA22EA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7649191" y="3127242"/>
                  <a:ext cx="1389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BF3F6F8-D02F-FF55-E678-48C353A9CF1A}"/>
                    </a:ext>
                  </a:extLst>
                </p14:cNvPr>
                <p14:cNvContentPartPr/>
                <p14:nvPr/>
              </p14:nvContentPartPr>
              <p14:xfrm>
                <a:off x="7841071" y="3115002"/>
                <a:ext cx="123480" cy="1278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BF3F6F8-D02F-FF55-E678-48C353A9CF1A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7823431" y="3097002"/>
                  <a:ext cx="1591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C2A6C85-6A61-751A-07A4-2E3C57E2A4B1}"/>
                    </a:ext>
                  </a:extLst>
                </p14:cNvPr>
                <p14:cNvContentPartPr/>
                <p14:nvPr/>
              </p14:nvContentPartPr>
              <p14:xfrm>
                <a:off x="8049871" y="3102402"/>
                <a:ext cx="80640" cy="1249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C2A6C85-6A61-751A-07A4-2E3C57E2A4B1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032231" y="3084402"/>
                  <a:ext cx="1162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48CAFE8-A283-E400-75C2-E940511FDDDA}"/>
                    </a:ext>
                  </a:extLst>
                </p14:cNvPr>
                <p14:cNvContentPartPr/>
                <p14:nvPr/>
              </p14:nvContentPartPr>
              <p14:xfrm>
                <a:off x="8176591" y="3142722"/>
                <a:ext cx="40680" cy="903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D48CAFE8-A283-E400-75C2-E940511FDDDA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158591" y="3124722"/>
                  <a:ext cx="76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D10F7EA-BE5D-DB82-560C-99C08EAC1DB7}"/>
                    </a:ext>
                  </a:extLst>
                </p14:cNvPr>
                <p14:cNvContentPartPr/>
                <p14:nvPr/>
              </p14:nvContentPartPr>
              <p14:xfrm>
                <a:off x="8279191" y="3096282"/>
                <a:ext cx="88920" cy="164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D10F7EA-BE5D-DB82-560C-99C08EAC1DB7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261551" y="3078642"/>
                  <a:ext cx="1245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82B47C94-2BE4-5E92-63C5-0AB679D9EE63}"/>
                    </a:ext>
                  </a:extLst>
                </p14:cNvPr>
                <p14:cNvContentPartPr/>
                <p14:nvPr/>
              </p14:nvContentPartPr>
              <p14:xfrm>
                <a:off x="8306911" y="3199242"/>
                <a:ext cx="31680" cy="108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82B47C94-2BE4-5E92-63C5-0AB679D9EE63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289271" y="3181602"/>
                  <a:ext cx="673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E445EA3-BD4F-1365-59E9-DE70C5BE7FA3}"/>
                    </a:ext>
                  </a:extLst>
                </p14:cNvPr>
                <p14:cNvContentPartPr/>
                <p14:nvPr/>
              </p14:nvContentPartPr>
              <p14:xfrm>
                <a:off x="8392591" y="3113202"/>
                <a:ext cx="107640" cy="1598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E445EA3-BD4F-1365-59E9-DE70C5BE7FA3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374591" y="3095202"/>
                  <a:ext cx="143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D2AF6C9B-015A-7C3D-0199-2CC4C7B89F64}"/>
                    </a:ext>
                  </a:extLst>
                </p14:cNvPr>
                <p14:cNvContentPartPr/>
                <p14:nvPr/>
              </p14:nvContentPartPr>
              <p14:xfrm>
                <a:off x="8405911" y="3199242"/>
                <a:ext cx="65160" cy="1152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D2AF6C9B-015A-7C3D-0199-2CC4C7B89F64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8388271" y="3181602"/>
                  <a:ext cx="1008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AB668D0D-45CE-AD5F-6CB7-F1A0CCF334EF}"/>
                    </a:ext>
                  </a:extLst>
                </p14:cNvPr>
                <p14:cNvContentPartPr/>
                <p14:nvPr/>
              </p14:nvContentPartPr>
              <p14:xfrm>
                <a:off x="8553871" y="3111402"/>
                <a:ext cx="92520" cy="16164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AB668D0D-45CE-AD5F-6CB7-F1A0CCF334EF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8536231" y="3093762"/>
                  <a:ext cx="12816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2315FC0-4558-C89E-3632-C0A7EC5F139B}"/>
                    </a:ext>
                  </a:extLst>
                </p14:cNvPr>
                <p14:cNvContentPartPr/>
                <p14:nvPr/>
              </p14:nvContentPartPr>
              <p14:xfrm>
                <a:off x="7262191" y="3505962"/>
                <a:ext cx="215640" cy="16570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2315FC0-4558-C89E-3632-C0A7EC5F139B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244191" y="3487962"/>
                  <a:ext cx="251280" cy="169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EFE49A54-04ED-1225-6D5F-4BFE57BFF087}"/>
                    </a:ext>
                  </a:extLst>
                </p14:cNvPr>
                <p14:cNvContentPartPr/>
                <p14:nvPr/>
              </p14:nvContentPartPr>
              <p14:xfrm>
                <a:off x="7295311" y="3469602"/>
                <a:ext cx="1215360" cy="730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EFE49A54-04ED-1225-6D5F-4BFE57BFF087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277671" y="3451962"/>
                  <a:ext cx="12510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5FA1D02-8B66-C41F-0CEB-A8B21EA54308}"/>
                    </a:ext>
                  </a:extLst>
                </p14:cNvPr>
                <p14:cNvContentPartPr/>
                <p14:nvPr/>
              </p14:nvContentPartPr>
              <p14:xfrm>
                <a:off x="8627311" y="3544122"/>
                <a:ext cx="130680" cy="13921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55FA1D02-8B66-C41F-0CEB-A8B21EA5430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8609311" y="3526482"/>
                  <a:ext cx="166320" cy="14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38A579A6-6C6E-9CFD-6B16-E96037D4AA2C}"/>
                    </a:ext>
                  </a:extLst>
                </p14:cNvPr>
                <p14:cNvContentPartPr/>
                <p14:nvPr/>
              </p14:nvContentPartPr>
              <p14:xfrm>
                <a:off x="7414831" y="5004642"/>
                <a:ext cx="1207800" cy="18648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38A579A6-6C6E-9CFD-6B16-E96037D4AA2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7396831" y="4986642"/>
                  <a:ext cx="12434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ECF1773-06C8-6976-CB52-69018D76840B}"/>
                    </a:ext>
                  </a:extLst>
                </p14:cNvPr>
                <p14:cNvContentPartPr/>
                <p14:nvPr/>
              </p14:nvContentPartPr>
              <p14:xfrm>
                <a:off x="7535071" y="3991962"/>
                <a:ext cx="9360" cy="104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ECF1773-06C8-6976-CB52-69018D76840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517431" y="3974322"/>
                  <a:ext cx="450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A8A4325C-2AE3-AFBF-590C-25F77267BE84}"/>
                    </a:ext>
                  </a:extLst>
                </p14:cNvPr>
                <p14:cNvContentPartPr/>
                <p14:nvPr/>
              </p14:nvContentPartPr>
              <p14:xfrm>
                <a:off x="7436431" y="3638802"/>
                <a:ext cx="50760" cy="38304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A8A4325C-2AE3-AFBF-590C-25F77267BE84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418431" y="3621162"/>
                  <a:ext cx="8640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59BB5760-06B7-28F5-47B7-CB7345EFCB29}"/>
                    </a:ext>
                  </a:extLst>
                </p14:cNvPr>
                <p14:cNvContentPartPr/>
                <p14:nvPr/>
              </p14:nvContentPartPr>
              <p14:xfrm>
                <a:off x="7457311" y="3652842"/>
                <a:ext cx="423720" cy="5061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59BB5760-06B7-28F5-47B7-CB7345EFCB29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439311" y="3635202"/>
                  <a:ext cx="45936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2F27CF2-C8DA-0D61-21C6-0B81F3CBD4F2}"/>
                    </a:ext>
                  </a:extLst>
                </p14:cNvPr>
                <p14:cNvContentPartPr/>
                <p14:nvPr/>
              </p14:nvContentPartPr>
              <p14:xfrm>
                <a:off x="8100991" y="3702522"/>
                <a:ext cx="43200" cy="46368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2F27CF2-C8DA-0D61-21C6-0B81F3CBD4F2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082991" y="3684522"/>
                  <a:ext cx="78840" cy="49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27077268-0119-FB2E-1651-4D214CE65D8F}"/>
                    </a:ext>
                  </a:extLst>
                </p14:cNvPr>
                <p14:cNvContentPartPr/>
                <p14:nvPr/>
              </p14:nvContentPartPr>
              <p14:xfrm>
                <a:off x="8090911" y="3674802"/>
                <a:ext cx="444600" cy="5014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27077268-0119-FB2E-1651-4D214CE65D8F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073271" y="3657162"/>
                  <a:ext cx="48024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C5AF123E-9D63-CD68-89CB-556E0DAF42EC}"/>
                    </a:ext>
                  </a:extLst>
                </p14:cNvPr>
                <p14:cNvContentPartPr/>
                <p14:nvPr/>
              </p14:nvContentPartPr>
              <p14:xfrm>
                <a:off x="7468471" y="3791082"/>
                <a:ext cx="370440" cy="1173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C5AF123E-9D63-CD68-89CB-556E0DAF42EC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450831" y="3773082"/>
                  <a:ext cx="4060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0A42775-E498-99DF-0321-7A0B719A41BD}"/>
                    </a:ext>
                  </a:extLst>
                </p14:cNvPr>
                <p14:cNvContentPartPr/>
                <p14:nvPr/>
              </p14:nvContentPartPr>
              <p14:xfrm>
                <a:off x="7489351" y="3986562"/>
                <a:ext cx="399600" cy="4644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0A42775-E498-99DF-0321-7A0B719A41BD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471711" y="3968922"/>
                  <a:ext cx="43524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89BA3F8-BCA8-1104-3334-A4991445F1FD}"/>
                    </a:ext>
                  </a:extLst>
                </p14:cNvPr>
                <p14:cNvContentPartPr/>
                <p14:nvPr/>
              </p14:nvContentPartPr>
              <p14:xfrm>
                <a:off x="7728031" y="4450962"/>
                <a:ext cx="637200" cy="5328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89BA3F8-BCA8-1104-3334-A4991445F1F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7710391" y="4432962"/>
                  <a:ext cx="672840" cy="5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B0A2759B-1CDD-2F0F-B137-DDE1B7711942}"/>
                    </a:ext>
                  </a:extLst>
                </p14:cNvPr>
                <p14:cNvContentPartPr/>
                <p14:nvPr/>
              </p14:nvContentPartPr>
              <p14:xfrm>
                <a:off x="7790311" y="4711962"/>
                <a:ext cx="254520" cy="24984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B0A2759B-1CDD-2F0F-B137-DDE1B7711942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7772671" y="4694322"/>
                  <a:ext cx="2901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605D26F-B03B-E72B-54F3-7A5619A410D1}"/>
                    </a:ext>
                  </a:extLst>
                </p14:cNvPr>
                <p14:cNvContentPartPr/>
                <p14:nvPr/>
              </p14:nvContentPartPr>
              <p14:xfrm>
                <a:off x="7955551" y="4486962"/>
                <a:ext cx="60120" cy="19980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605D26F-B03B-E72B-54F3-7A5619A410D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7937551" y="4468962"/>
                  <a:ext cx="957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601BF45-4445-2A4B-9F27-794C0B6EBDC2}"/>
                    </a:ext>
                  </a:extLst>
                </p14:cNvPr>
                <p14:cNvContentPartPr/>
                <p14:nvPr/>
              </p14:nvContentPartPr>
              <p14:xfrm>
                <a:off x="8002711" y="4570482"/>
                <a:ext cx="221760" cy="1602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601BF45-4445-2A4B-9F27-794C0B6EBDC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7985071" y="4552842"/>
                  <a:ext cx="2574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E5BCA2B7-A5FA-A826-276F-BCAFF328B11C}"/>
                    </a:ext>
                  </a:extLst>
                </p14:cNvPr>
                <p14:cNvContentPartPr/>
                <p14:nvPr/>
              </p14:nvContentPartPr>
              <p14:xfrm>
                <a:off x="8135191" y="3832122"/>
                <a:ext cx="396360" cy="896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E5BCA2B7-A5FA-A826-276F-BCAFF328B11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8117551" y="3814122"/>
                  <a:ext cx="4320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D9C84ED3-E623-E6A7-2C89-36EC71902C8B}"/>
                    </a:ext>
                  </a:extLst>
                </p14:cNvPr>
                <p14:cNvContentPartPr/>
                <p14:nvPr/>
              </p14:nvContentPartPr>
              <p14:xfrm>
                <a:off x="8111791" y="3990522"/>
                <a:ext cx="444960" cy="597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D9C84ED3-E623-E6A7-2C89-36EC71902C8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8093791" y="3972882"/>
                  <a:ext cx="4806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2ACF825B-D067-9E73-6490-F0EB6A9E717F}"/>
                    </a:ext>
                  </a:extLst>
                </p14:cNvPr>
                <p14:cNvContentPartPr/>
                <p14:nvPr/>
              </p14:nvContentPartPr>
              <p14:xfrm>
                <a:off x="8782831" y="5192202"/>
                <a:ext cx="240840" cy="2736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2ACF825B-D067-9E73-6490-F0EB6A9E717F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765191" y="5174562"/>
                  <a:ext cx="2764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838F31D-07F7-5D40-52C0-110C2D4D9D94}"/>
                    </a:ext>
                  </a:extLst>
                </p14:cNvPr>
                <p14:cNvContentPartPr/>
                <p14:nvPr/>
              </p14:nvContentPartPr>
              <p14:xfrm>
                <a:off x="6126751" y="4905282"/>
                <a:ext cx="27360" cy="1879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838F31D-07F7-5D40-52C0-110C2D4D9D9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108751" y="4887642"/>
                  <a:ext cx="630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2047124C-DD5C-1CD7-7EA9-6C27424B3F71}"/>
                    </a:ext>
                  </a:extLst>
                </p14:cNvPr>
                <p14:cNvContentPartPr/>
                <p14:nvPr/>
              </p14:nvContentPartPr>
              <p14:xfrm>
                <a:off x="5787991" y="5016162"/>
                <a:ext cx="28080" cy="9684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2047124C-DD5C-1CD7-7EA9-6C27424B3F71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5770351" y="4998162"/>
                  <a:ext cx="637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A74B896D-953C-F207-9E4F-31D663AD63F1}"/>
                    </a:ext>
                  </a:extLst>
                </p14:cNvPr>
                <p14:cNvContentPartPr/>
                <p14:nvPr/>
              </p14:nvContentPartPr>
              <p14:xfrm>
                <a:off x="4390831" y="4872162"/>
                <a:ext cx="2327760" cy="15588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A74B896D-953C-F207-9E4F-31D663AD63F1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373191" y="4854162"/>
                  <a:ext cx="2363400" cy="159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02E4C4D8-3BA3-ADF6-A159-179D35BB60C3}"/>
                    </a:ext>
                  </a:extLst>
                </p14:cNvPr>
                <p14:cNvContentPartPr/>
                <p14:nvPr/>
              </p14:nvContentPartPr>
              <p14:xfrm>
                <a:off x="4858831" y="5587122"/>
                <a:ext cx="238320" cy="40392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02E4C4D8-3BA3-ADF6-A159-179D35BB60C3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841191" y="5569122"/>
                  <a:ext cx="2739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8F1BF5BB-DDF9-99AE-5ADA-9E09A8FAA017}"/>
                    </a:ext>
                  </a:extLst>
                </p14:cNvPr>
                <p14:cNvContentPartPr/>
                <p14:nvPr/>
              </p14:nvContentPartPr>
              <p14:xfrm>
                <a:off x="4844791" y="5782602"/>
                <a:ext cx="229320" cy="1472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8F1BF5BB-DDF9-99AE-5ADA-9E09A8FAA01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827151" y="5764962"/>
                  <a:ext cx="2649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F96C276D-A194-E44A-E521-88FA84D3BD83}"/>
                    </a:ext>
                  </a:extLst>
                </p14:cNvPr>
                <p14:cNvContentPartPr/>
                <p14:nvPr/>
              </p14:nvContentPartPr>
              <p14:xfrm>
                <a:off x="5113711" y="5653722"/>
                <a:ext cx="257040" cy="2696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F96C276D-A194-E44A-E521-88FA84D3BD83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5096071" y="5635722"/>
                  <a:ext cx="2926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BBD726C1-B5B2-37AA-9578-E881F1A68613}"/>
                    </a:ext>
                  </a:extLst>
                </p14:cNvPr>
                <p14:cNvContentPartPr/>
                <p14:nvPr/>
              </p14:nvContentPartPr>
              <p14:xfrm>
                <a:off x="5398111" y="5616642"/>
                <a:ext cx="131760" cy="2325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BBD726C1-B5B2-37AA-9578-E881F1A6861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5380111" y="5598642"/>
                  <a:ext cx="167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4DDBA63-CEB7-E3DC-DB3F-172424B60ABF}"/>
                    </a:ext>
                  </a:extLst>
                </p14:cNvPr>
                <p14:cNvContentPartPr/>
                <p14:nvPr/>
              </p14:nvContentPartPr>
              <p14:xfrm>
                <a:off x="5652631" y="5500362"/>
                <a:ext cx="273960" cy="2804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4DDBA63-CEB7-E3DC-DB3F-172424B60AB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5634991" y="5482722"/>
                  <a:ext cx="30960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B0273B7B-79D5-D96E-7A97-C3A0D3222C9C}"/>
                    </a:ext>
                  </a:extLst>
                </p14:cNvPr>
                <p14:cNvContentPartPr/>
                <p14:nvPr/>
              </p14:nvContentPartPr>
              <p14:xfrm>
                <a:off x="5912191" y="5418642"/>
                <a:ext cx="111960" cy="496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B0273B7B-79D5-D96E-7A97-C3A0D3222C9C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5894551" y="5400642"/>
                  <a:ext cx="147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464D16F0-85AF-6889-4470-619BD6C1577E}"/>
                    </a:ext>
                  </a:extLst>
                </p14:cNvPr>
                <p14:cNvContentPartPr/>
                <p14:nvPr/>
              </p14:nvContentPartPr>
              <p14:xfrm>
                <a:off x="5897071" y="5469402"/>
                <a:ext cx="249480" cy="2602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464D16F0-85AF-6889-4470-619BD6C1577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879071" y="5451402"/>
                  <a:ext cx="28512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EA09064-A9A5-B7D0-C200-D41A9C156BE3}"/>
                    </a:ext>
                  </a:extLst>
                </p14:cNvPr>
                <p14:cNvContentPartPr/>
                <p14:nvPr/>
              </p14:nvContentPartPr>
              <p14:xfrm>
                <a:off x="5902831" y="5570922"/>
                <a:ext cx="147240" cy="673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EA09064-A9A5-B7D0-C200-D41A9C156BE3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885191" y="5553282"/>
                  <a:ext cx="1828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910A0B88-8CE8-0918-21B2-E3BCFA73547F}"/>
                    </a:ext>
                  </a:extLst>
                </p14:cNvPr>
                <p14:cNvContentPartPr/>
                <p14:nvPr/>
              </p14:nvContentPartPr>
              <p14:xfrm>
                <a:off x="5487391" y="5627082"/>
                <a:ext cx="38520" cy="17892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910A0B88-8CE8-0918-21B2-E3BCFA73547F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469391" y="5609082"/>
                  <a:ext cx="7416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156B0CA-FF10-1B6B-0190-055D4BA9E829}"/>
                    </a:ext>
                  </a:extLst>
                </p14:cNvPr>
                <p14:cNvContentPartPr/>
                <p14:nvPr/>
              </p14:nvContentPartPr>
              <p14:xfrm>
                <a:off x="10568431" y="4367442"/>
                <a:ext cx="153000" cy="29016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156B0CA-FF10-1B6B-0190-055D4BA9E82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10550791" y="4349802"/>
                  <a:ext cx="1886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DB959DD-8A15-971E-ABF9-4181BB0D3AF7}"/>
                    </a:ext>
                  </a:extLst>
                </p14:cNvPr>
                <p14:cNvContentPartPr/>
                <p14:nvPr/>
              </p14:nvContentPartPr>
              <p14:xfrm>
                <a:off x="10553311" y="4618722"/>
                <a:ext cx="155880" cy="673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DB959DD-8A15-971E-ABF9-4181BB0D3AF7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10535671" y="4601082"/>
                  <a:ext cx="1915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AC239E1-5843-41D9-8D7A-0DC8E427DC07}"/>
                    </a:ext>
                  </a:extLst>
                </p14:cNvPr>
                <p14:cNvContentPartPr/>
                <p14:nvPr/>
              </p14:nvContentPartPr>
              <p14:xfrm>
                <a:off x="10787671" y="4464282"/>
                <a:ext cx="180000" cy="2588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AC239E1-5843-41D9-8D7A-0DC8E427DC07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10770031" y="4446642"/>
                  <a:ext cx="2156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1989BC0-098D-EA7A-60B1-F4F07E434E8E}"/>
                    </a:ext>
                  </a:extLst>
                </p14:cNvPr>
                <p14:cNvContentPartPr/>
                <p14:nvPr/>
              </p14:nvContentPartPr>
              <p14:xfrm>
                <a:off x="11005831" y="4370322"/>
                <a:ext cx="425160" cy="25812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1989BC0-098D-EA7A-60B1-F4F07E434E8E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10988191" y="4352322"/>
                  <a:ext cx="4608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4023C86-15EB-8F44-61C5-215E4E01FF99}"/>
                    </a:ext>
                  </a:extLst>
                </p14:cNvPr>
                <p14:cNvContentPartPr/>
                <p14:nvPr/>
              </p14:nvContentPartPr>
              <p14:xfrm>
                <a:off x="11401831" y="4330722"/>
                <a:ext cx="170640" cy="2581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4023C86-15EB-8F44-61C5-215E4E01FF99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11384191" y="4312722"/>
                  <a:ext cx="2062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E255518E-D96E-327C-A100-9F85C4C96606}"/>
                    </a:ext>
                  </a:extLst>
                </p14:cNvPr>
                <p14:cNvContentPartPr/>
                <p14:nvPr/>
              </p14:nvContentPartPr>
              <p14:xfrm>
                <a:off x="11376631" y="4487322"/>
                <a:ext cx="70560" cy="255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E255518E-D96E-327C-A100-9F85C4C96606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11358991" y="4469322"/>
                  <a:ext cx="10620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DCDFEA7B-74B4-DF6F-F681-74F4BB1F7B65}"/>
                    </a:ext>
                  </a:extLst>
                </p14:cNvPr>
                <p14:cNvContentPartPr/>
                <p14:nvPr/>
              </p14:nvContentPartPr>
              <p14:xfrm>
                <a:off x="10682191" y="4547442"/>
                <a:ext cx="68760" cy="1900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DCDFEA7B-74B4-DF6F-F681-74F4BB1F7B65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0664191" y="4529442"/>
                  <a:ext cx="1044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AE4F5F1C-2486-4356-8F4A-746B00E7C151}"/>
                    </a:ext>
                  </a:extLst>
                </p14:cNvPr>
                <p14:cNvContentPartPr/>
                <p14:nvPr/>
              </p14:nvContentPartPr>
              <p14:xfrm>
                <a:off x="10579591" y="4645722"/>
                <a:ext cx="27000" cy="1364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AE4F5F1C-2486-4356-8F4A-746B00E7C151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0561951" y="4627722"/>
                  <a:ext cx="626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63D1DEF-FB06-7B13-15EF-5F74CE76CD8C}"/>
                    </a:ext>
                  </a:extLst>
                </p14:cNvPr>
                <p14:cNvContentPartPr/>
                <p14:nvPr/>
              </p14:nvContentPartPr>
              <p14:xfrm>
                <a:off x="10226431" y="3709362"/>
                <a:ext cx="1812600" cy="14868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63D1DEF-FB06-7B13-15EF-5F74CE76CD8C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0208791" y="3691362"/>
                  <a:ext cx="1848240" cy="1522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87029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D55AF-4EF7-7F42-0274-AEBBB6F8E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00" y="211012"/>
            <a:ext cx="11791950" cy="795855"/>
          </a:xfrm>
        </p:spPr>
        <p:txBody>
          <a:bodyPr/>
          <a:lstStyle/>
          <a:p>
            <a:r>
              <a:rPr lang="en-US" dirty="0"/>
              <a:t>FinWise v0.1 – Architecture Diagram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9D8277-5D5B-8137-0B21-964187CCD077}"/>
              </a:ext>
            </a:extLst>
          </p:cNvPr>
          <p:cNvSpPr/>
          <p:nvPr/>
        </p:nvSpPr>
        <p:spPr>
          <a:xfrm>
            <a:off x="254000" y="1311965"/>
            <a:ext cx="11791950" cy="54351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F1B90A5-8F85-A3A3-F39B-1FBCB5EAF4D8}"/>
              </a:ext>
            </a:extLst>
          </p:cNvPr>
          <p:cNvSpPr/>
          <p:nvPr/>
        </p:nvSpPr>
        <p:spPr>
          <a:xfrm>
            <a:off x="4056382" y="2065924"/>
            <a:ext cx="6610648" cy="31048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FD8C1A-FC5B-5ABA-7247-904EBD2FD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386" y="2945183"/>
            <a:ext cx="388323" cy="34411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36FD4F-CEEB-335C-1325-5235FB817EA1}"/>
              </a:ext>
            </a:extLst>
          </p:cNvPr>
          <p:cNvSpPr/>
          <p:nvPr/>
        </p:nvSpPr>
        <p:spPr>
          <a:xfrm>
            <a:off x="1455136" y="3063133"/>
            <a:ext cx="2047461" cy="1103244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8D9118-AA7E-356E-56BC-8A3B987032D3}"/>
              </a:ext>
            </a:extLst>
          </p:cNvPr>
          <p:cNvSpPr txBox="1"/>
          <p:nvPr/>
        </p:nvSpPr>
        <p:spPr>
          <a:xfrm>
            <a:off x="2225476" y="3073777"/>
            <a:ext cx="11893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1561F285-3B67-5202-FC91-3FA528C5E1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332408" y="3253528"/>
            <a:ext cx="732147" cy="72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C29AEDD-01EC-8577-BF31-14E99B25BE41}"/>
              </a:ext>
            </a:extLst>
          </p:cNvPr>
          <p:cNvSpPr txBox="1"/>
          <p:nvPr/>
        </p:nvSpPr>
        <p:spPr>
          <a:xfrm>
            <a:off x="272774" y="3921342"/>
            <a:ext cx="8916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AD61073-EDB7-4AE6-51AA-823431F6FF97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1064555" y="3614755"/>
            <a:ext cx="390581" cy="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03EEA1-219C-9627-BE4F-51009F103652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>
            <a:off x="3502597" y="3614755"/>
            <a:ext cx="553785" cy="36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7E010E9-27C7-357F-9888-5F7C7DE1DBC5}"/>
              </a:ext>
            </a:extLst>
          </p:cNvPr>
          <p:cNvSpPr txBox="1"/>
          <p:nvPr/>
        </p:nvSpPr>
        <p:spPr>
          <a:xfrm>
            <a:off x="2370933" y="3781752"/>
            <a:ext cx="1026415" cy="30777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D1A2F9-01CA-206D-805C-2F7BA4331D18}"/>
              </a:ext>
            </a:extLst>
          </p:cNvPr>
          <p:cNvSpPr txBox="1"/>
          <p:nvPr/>
        </p:nvSpPr>
        <p:spPr>
          <a:xfrm>
            <a:off x="3353488" y="3613686"/>
            <a:ext cx="844613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white">
                    <a:lumMod val="50000"/>
                  </a:prst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Http Streaming)</a:t>
            </a: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B9FD9E47-C4AF-56C5-5CA0-EA943C68F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6193" y="3466848"/>
            <a:ext cx="261889" cy="261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3098BB68-7BC0-BC59-D5E2-354E5A2C9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0949" y="1968794"/>
            <a:ext cx="521080" cy="521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C49C792-6B9C-7F22-6D33-DEAEDCBBCC1D}"/>
              </a:ext>
            </a:extLst>
          </p:cNvPr>
          <p:cNvSpPr txBox="1"/>
          <p:nvPr/>
        </p:nvSpPr>
        <p:spPr>
          <a:xfrm>
            <a:off x="4559893" y="3438118"/>
            <a:ext cx="8522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 .NET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44E35864-3335-9B0F-240D-D9AD75E04B9F}"/>
              </a:ext>
            </a:extLst>
          </p:cNvPr>
          <p:cNvSpPr>
            <a:spLocks noChangeAspect="1"/>
          </p:cNvSpPr>
          <p:nvPr/>
        </p:nvSpPr>
        <p:spPr>
          <a:xfrm>
            <a:off x="9513247" y="5743724"/>
            <a:ext cx="439592" cy="439592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7AEB19-A4A0-2072-46CE-93E9EB7C4079}"/>
              </a:ext>
            </a:extLst>
          </p:cNvPr>
          <p:cNvSpPr txBox="1"/>
          <p:nvPr/>
        </p:nvSpPr>
        <p:spPr>
          <a:xfrm>
            <a:off x="9511145" y="6179268"/>
            <a:ext cx="4437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FDB02A6E-FD34-918C-909E-62908BF8ED99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8639258" y="4869735"/>
            <a:ext cx="1227656" cy="649076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165E8364-0751-8FC8-94CE-00881C3B93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2480" y="5413595"/>
            <a:ext cx="439592" cy="43959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7F4E8670-BA99-0038-72FD-E9F670502261}"/>
              </a:ext>
            </a:extLst>
          </p:cNvPr>
          <p:cNvSpPr txBox="1"/>
          <p:nvPr/>
        </p:nvSpPr>
        <p:spPr>
          <a:xfrm>
            <a:off x="9896998" y="5651253"/>
            <a:ext cx="641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C3CBEA84-F6B7-9641-97FF-BDDD0AE84B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2684" y="3553630"/>
            <a:ext cx="507034" cy="50703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23A606E5-F210-377B-AE82-42AD123DA1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0583" y="3295647"/>
            <a:ext cx="284945" cy="284945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13982E72-E721-9037-6FD9-AA6AB98214C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42152" y="3286104"/>
            <a:ext cx="304029" cy="304029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BD83DEFF-6B31-9836-D7BB-5835EE4EE82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11330" y="3590133"/>
            <a:ext cx="398002" cy="398002"/>
          </a:xfrm>
          <a:prstGeom prst="rect">
            <a:avLst/>
          </a:prstGeom>
        </p:spPr>
      </p:pic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395EA34C-8A26-05CC-90F8-807F9E3F0E9C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63616"/>
          <a:stretch>
            <a:fillRect/>
          </a:stretch>
        </p:blipFill>
        <p:spPr>
          <a:xfrm>
            <a:off x="9610591" y="5839069"/>
            <a:ext cx="247141" cy="2489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7405545A-9CBE-73CA-272E-50AA53563FA0}"/>
              </a:ext>
            </a:extLst>
          </p:cNvPr>
          <p:cNvSpPr txBox="1"/>
          <p:nvPr/>
        </p:nvSpPr>
        <p:spPr>
          <a:xfrm>
            <a:off x="5580300" y="2058118"/>
            <a:ext cx="3924777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/ Http Service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 </a:t>
            </a: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540DB11-4810-69EF-9AB8-DD860B4A972D}"/>
              </a:ext>
            </a:extLst>
          </p:cNvPr>
          <p:cNvSpPr/>
          <p:nvPr/>
        </p:nvSpPr>
        <p:spPr>
          <a:xfrm>
            <a:off x="5666860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69BF84-03C2-21A1-174D-CF7A4D1E0F66}"/>
              </a:ext>
            </a:extLst>
          </p:cNvPr>
          <p:cNvSpPr txBox="1"/>
          <p:nvPr/>
        </p:nvSpPr>
        <p:spPr>
          <a:xfrm>
            <a:off x="5682061" y="3154486"/>
            <a:ext cx="11893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82A6A7F5-ABF4-88C4-AAEE-451DBBF7FBBA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5924857" y="3562796"/>
            <a:ext cx="673352" cy="45105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B5E35BDA-585C-4A4C-0DCD-ACD3BB161D58}"/>
              </a:ext>
            </a:extLst>
          </p:cNvPr>
          <p:cNvSpPr/>
          <p:nvPr/>
        </p:nvSpPr>
        <p:spPr>
          <a:xfrm>
            <a:off x="4263882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F001A3B-16D1-58A8-D2AF-855CFC169B65}"/>
              </a:ext>
            </a:extLst>
          </p:cNvPr>
          <p:cNvSpPr txBox="1"/>
          <p:nvPr/>
        </p:nvSpPr>
        <p:spPr>
          <a:xfrm>
            <a:off x="4279083" y="3154486"/>
            <a:ext cx="1189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4DD1DBB3-B401-7A2E-F6BF-057EF970588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81066" y="1661242"/>
            <a:ext cx="320845" cy="320845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1C382719-58C2-1A5E-2EC4-FB91AFDDAFDB}"/>
              </a:ext>
            </a:extLst>
          </p:cNvPr>
          <p:cNvSpPr/>
          <p:nvPr/>
        </p:nvSpPr>
        <p:spPr>
          <a:xfrm>
            <a:off x="7072254" y="3175943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D7998A3-8E5B-B3F9-820F-CCCC51EFDD40}"/>
              </a:ext>
            </a:extLst>
          </p:cNvPr>
          <p:cNvSpPr txBox="1"/>
          <p:nvPr/>
        </p:nvSpPr>
        <p:spPr>
          <a:xfrm>
            <a:off x="6990151" y="313759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Orchestrator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D832D9F9-A112-54B2-D95E-300B226E2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9890" y="3599262"/>
            <a:ext cx="388323" cy="344114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9A985CCF-C5C0-7547-7F32-985E44EE1099}"/>
              </a:ext>
            </a:extLst>
          </p:cNvPr>
          <p:cNvSpPr/>
          <p:nvPr/>
        </p:nvSpPr>
        <p:spPr>
          <a:xfrm>
            <a:off x="8446750" y="250554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4FE818A-0A52-E221-7A9A-95B8FC471C19}"/>
              </a:ext>
            </a:extLst>
          </p:cNvPr>
          <p:cNvSpPr txBox="1"/>
          <p:nvPr/>
        </p:nvSpPr>
        <p:spPr>
          <a:xfrm>
            <a:off x="8364647" y="246720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BACFCD47-7E24-DC4B-F935-1EFE9D41D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386" y="4150293"/>
            <a:ext cx="388323" cy="344114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DEC32BE1-387C-726B-46AE-933EF110F3BA}"/>
              </a:ext>
            </a:extLst>
          </p:cNvPr>
          <p:cNvSpPr/>
          <p:nvPr/>
        </p:nvSpPr>
        <p:spPr>
          <a:xfrm>
            <a:off x="8446750" y="371065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FF7F6FA-B190-E880-772D-02AED61C5501}"/>
              </a:ext>
            </a:extLst>
          </p:cNvPr>
          <p:cNvSpPr txBox="1"/>
          <p:nvPr/>
        </p:nvSpPr>
        <p:spPr>
          <a:xfrm>
            <a:off x="8364647" y="367231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Advisor</a:t>
            </a:r>
          </a:p>
          <a:p>
            <a:pPr lvl="0" algn="ctr">
              <a:defRPr/>
            </a:pPr>
            <a:r>
              <a:rPr lang="en-US" sz="12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2BF9C66-431B-BF8B-FEE3-861623D9B87A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5453228" y="3617674"/>
            <a:ext cx="242796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04F441A3-BA9A-83E2-3E24-6CB4479C8446}"/>
              </a:ext>
            </a:extLst>
          </p:cNvPr>
          <p:cNvCxnSpPr>
            <a:cxnSpLocks/>
            <a:stCxn id="61" idx="3"/>
            <a:endCxn id="79" idx="1"/>
          </p:cNvCxnSpPr>
          <p:nvPr/>
        </p:nvCxnSpPr>
        <p:spPr>
          <a:xfrm flipV="1">
            <a:off x="6856206" y="3610837"/>
            <a:ext cx="216048" cy="683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19E201F-B8A1-F75D-5653-550FE889440B}"/>
              </a:ext>
            </a:extLst>
          </p:cNvPr>
          <p:cNvCxnSpPr>
            <a:cxnSpLocks/>
            <a:stCxn id="79" idx="3"/>
          </p:cNvCxnSpPr>
          <p:nvPr/>
        </p:nvCxnSpPr>
        <p:spPr>
          <a:xfrm flipV="1">
            <a:off x="8035850" y="2940441"/>
            <a:ext cx="410900" cy="6703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7A080486-2DCC-CC8F-C093-664DC2CD95C1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8035849" y="3580592"/>
            <a:ext cx="410901" cy="564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9550C59-911F-0CA9-2A6D-345BF700C57E}"/>
              </a:ext>
            </a:extLst>
          </p:cNvPr>
          <p:cNvSpPr/>
          <p:nvPr/>
        </p:nvSpPr>
        <p:spPr>
          <a:xfrm>
            <a:off x="9574552" y="2308699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9D75398-4389-FE63-7B1C-DD77E1B9476A}"/>
              </a:ext>
            </a:extLst>
          </p:cNvPr>
          <p:cNvSpPr txBox="1"/>
          <p:nvPr/>
        </p:nvSpPr>
        <p:spPr>
          <a:xfrm>
            <a:off x="9656654" y="2270352"/>
            <a:ext cx="799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CosmosDB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Store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B1E2B226-1001-2F7F-5602-BF160CE4AE9E}"/>
              </a:ext>
            </a:extLst>
          </p:cNvPr>
          <p:cNvSpPr/>
          <p:nvPr/>
        </p:nvSpPr>
        <p:spPr>
          <a:xfrm>
            <a:off x="9574552" y="3159384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606C1ED3-C7F7-A059-6E76-BE525F463132}"/>
              </a:ext>
            </a:extLst>
          </p:cNvPr>
          <p:cNvSpPr txBox="1"/>
          <p:nvPr/>
        </p:nvSpPr>
        <p:spPr>
          <a:xfrm>
            <a:off x="9492449" y="312103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Profile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In-Memory</a:t>
            </a:r>
          </a:p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Store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6E586303-6C3E-D829-4ACD-93A101B21AF8}"/>
              </a:ext>
            </a:extLst>
          </p:cNvPr>
          <p:cNvCxnSpPr>
            <a:cxnSpLocks/>
          </p:cNvCxnSpPr>
          <p:nvPr/>
        </p:nvCxnSpPr>
        <p:spPr>
          <a:xfrm flipV="1">
            <a:off x="9410346" y="2683525"/>
            <a:ext cx="164206" cy="26165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F9F816F4-8C4A-4010-3F25-BA3A59C7B1A4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9410346" y="2940442"/>
            <a:ext cx="164206" cy="26891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58220BB3-2F6B-9E1E-43CF-79AA6792D7E5}"/>
              </a:ext>
            </a:extLst>
          </p:cNvPr>
          <p:cNvSpPr txBox="1"/>
          <p:nvPr/>
        </p:nvSpPr>
        <p:spPr>
          <a:xfrm>
            <a:off x="9423045" y="2786249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IProfileStore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Interface</a:t>
            </a:r>
            <a:endParaRPr lang="en-US" sz="800" dirty="0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FE75A683-32BB-1D7F-242E-C56411739AE4}"/>
              </a:ext>
            </a:extLst>
          </p:cNvPr>
          <p:cNvSpPr/>
          <p:nvPr/>
        </p:nvSpPr>
        <p:spPr>
          <a:xfrm>
            <a:off x="10879978" y="1880887"/>
            <a:ext cx="963596" cy="96554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07B42FD8-A296-2393-64EA-3C57E5183146}"/>
              </a:ext>
            </a:extLst>
          </p:cNvPr>
          <p:cNvPicPr>
            <a:picLocks noChangeAspect="1"/>
          </p:cNvPicPr>
          <p:nvPr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46346" y="1933032"/>
            <a:ext cx="409349" cy="409349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A3685737-FF07-C4E4-3188-2C84B6DC710A}"/>
              </a:ext>
            </a:extLst>
          </p:cNvPr>
          <p:cNvSpPr txBox="1"/>
          <p:nvPr/>
        </p:nvSpPr>
        <p:spPr>
          <a:xfrm>
            <a:off x="10848526" y="2359386"/>
            <a:ext cx="10408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Azure Cosmos-DB</a:t>
            </a:r>
          </a:p>
          <a:p>
            <a:pPr lvl="0" algn="ctr">
              <a:defRPr/>
            </a:pPr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Docker container emulator</a:t>
            </a:r>
          </a:p>
        </p:txBody>
      </p:sp>
      <p:pic>
        <p:nvPicPr>
          <p:cNvPr id="127" name="Picture 126" descr="Docker logo landscape">
            <a:extLst>
              <a:ext uri="{FF2B5EF4-FFF2-40B4-BE49-F238E27FC236}">
                <a16:creationId xmlns:a16="http://schemas.microsoft.com/office/drawing/2014/main" id="{2A10C64C-766F-5F0A-7A27-306C973D5D8E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33812" b="34617"/>
          <a:stretch>
            <a:fillRect/>
          </a:stretch>
        </p:blipFill>
        <p:spPr>
          <a:xfrm>
            <a:off x="10929138" y="1529879"/>
            <a:ext cx="903013" cy="285094"/>
          </a:xfrm>
          <a:prstGeom prst="rect">
            <a:avLst/>
          </a:prstGeom>
        </p:spPr>
      </p:pic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E515A22B-3DD1-2DD3-E577-A368475DAD1D}"/>
              </a:ext>
            </a:extLst>
          </p:cNvPr>
          <p:cNvSpPr/>
          <p:nvPr/>
        </p:nvSpPr>
        <p:spPr>
          <a:xfrm>
            <a:off x="10763250" y="1507421"/>
            <a:ext cx="1231900" cy="1433020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E546E56B-FA02-7D06-1363-1C0668584816}"/>
              </a:ext>
            </a:extLst>
          </p:cNvPr>
          <p:cNvCxnSpPr>
            <a:cxnSpLocks/>
            <a:stCxn id="106" idx="3"/>
            <a:endCxn id="123" idx="1"/>
          </p:cNvCxnSpPr>
          <p:nvPr/>
        </p:nvCxnSpPr>
        <p:spPr>
          <a:xfrm flipV="1">
            <a:off x="10538148" y="2363658"/>
            <a:ext cx="341830" cy="1305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4BB8731D-5EA0-7B7A-77F8-77DAC75EDB64}"/>
              </a:ext>
            </a:extLst>
          </p:cNvPr>
          <p:cNvSpPr/>
          <p:nvPr/>
        </p:nvSpPr>
        <p:spPr>
          <a:xfrm>
            <a:off x="8968258" y="5340284"/>
            <a:ext cx="1698772" cy="1226936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80564DF1-8EDE-ACF7-E8BD-EB64C9E8610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56046" y="5186713"/>
            <a:ext cx="1197514" cy="409550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0EA56835-96D9-785A-C2B0-8EAC830A272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66193" y="2091380"/>
            <a:ext cx="1114107" cy="287231"/>
          </a:xfrm>
          <a:prstGeom prst="rect">
            <a:avLst/>
          </a:prstGeom>
        </p:spPr>
      </p:pic>
      <p:sp>
        <p:nvSpPr>
          <p:cNvPr id="145" name="TextBox 144">
            <a:extLst>
              <a:ext uri="{FF2B5EF4-FFF2-40B4-BE49-F238E27FC236}">
                <a16:creationId xmlns:a16="http://schemas.microsoft.com/office/drawing/2014/main" id="{73D6D882-2F5F-DF1A-6B21-C9776AE1E1EE}"/>
              </a:ext>
            </a:extLst>
          </p:cNvPr>
          <p:cNvSpPr txBox="1"/>
          <p:nvPr/>
        </p:nvSpPr>
        <p:spPr>
          <a:xfrm>
            <a:off x="8023949" y="3414506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Hand-off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strategy</a:t>
            </a:r>
            <a:endParaRPr lang="en-US" sz="800" dirty="0"/>
          </a:p>
        </p:txBody>
      </p:sp>
      <p:cxnSp>
        <p:nvCxnSpPr>
          <p:cNvPr id="146" name="Connector: Curved 145">
            <a:extLst>
              <a:ext uri="{FF2B5EF4-FFF2-40B4-BE49-F238E27FC236}">
                <a16:creationId xmlns:a16="http://schemas.microsoft.com/office/drawing/2014/main" id="{BC9808E7-1EF2-7EF5-2D72-37563E3575C7}"/>
              </a:ext>
            </a:extLst>
          </p:cNvPr>
          <p:cNvCxnSpPr>
            <a:cxnSpLocks/>
            <a:stCxn id="84" idx="2"/>
            <a:endCxn id="30" idx="0"/>
          </p:cNvCxnSpPr>
          <p:nvPr/>
        </p:nvCxnSpPr>
        <p:spPr>
          <a:xfrm rot="16200000" flipH="1">
            <a:off x="8146601" y="4157281"/>
            <a:ext cx="2368389" cy="804495"/>
          </a:xfrm>
          <a:prstGeom prst="curvedConnector3">
            <a:avLst>
              <a:gd name="adj1" fmla="val 7638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Curved 154">
            <a:extLst>
              <a:ext uri="{FF2B5EF4-FFF2-40B4-BE49-F238E27FC236}">
                <a16:creationId xmlns:a16="http://schemas.microsoft.com/office/drawing/2014/main" id="{48F8C133-10A0-658D-A343-EF2BF797F7F4}"/>
              </a:ext>
            </a:extLst>
          </p:cNvPr>
          <p:cNvCxnSpPr>
            <a:cxnSpLocks/>
            <a:stCxn id="79" idx="2"/>
            <a:endCxn id="30" idx="2"/>
          </p:cNvCxnSpPr>
          <p:nvPr/>
        </p:nvCxnSpPr>
        <p:spPr>
          <a:xfrm rot="16200000" flipH="1">
            <a:off x="7574754" y="4025027"/>
            <a:ext cx="1917790" cy="1959195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924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852989-5E5F-99AD-E601-201FAC3DE9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026" y="0"/>
            <a:ext cx="8947948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CD212F5-C078-A135-E825-C44513BCB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024" y="132743"/>
            <a:ext cx="5187950" cy="627545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rgbClr val="FFFF00"/>
                </a:solidFill>
              </a:rPr>
              <a:t>FinWise v0.1 – Architecture Diagram</a:t>
            </a:r>
          </a:p>
        </p:txBody>
      </p:sp>
    </p:spTree>
    <p:extLst>
      <p:ext uri="{BB962C8B-B14F-4D97-AF65-F5344CB8AC3E}">
        <p14:creationId xmlns:p14="http://schemas.microsoft.com/office/powerpoint/2010/main" val="1010408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A317E-8E14-5946-9240-3EB570669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5EA48A-4048-52F6-077B-8C848DB5F163}"/>
              </a:ext>
            </a:extLst>
          </p:cNvPr>
          <p:cNvSpPr/>
          <p:nvPr/>
        </p:nvSpPr>
        <p:spPr>
          <a:xfrm>
            <a:off x="95250" y="1311965"/>
            <a:ext cx="11950700" cy="54351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BF012265-3448-6BBB-73F3-A9882B9BD5BC}"/>
              </a:ext>
            </a:extLst>
          </p:cNvPr>
          <p:cNvSpPr/>
          <p:nvPr/>
        </p:nvSpPr>
        <p:spPr>
          <a:xfrm>
            <a:off x="10763250" y="1507421"/>
            <a:ext cx="1231900" cy="14330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6E452D-08CF-54F5-7511-AB1EB3A70B0E}"/>
              </a:ext>
            </a:extLst>
          </p:cNvPr>
          <p:cNvSpPr/>
          <p:nvPr/>
        </p:nvSpPr>
        <p:spPr>
          <a:xfrm>
            <a:off x="5494842" y="2236181"/>
            <a:ext cx="5116308" cy="26888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3EC64-7EBA-A767-5131-4B7E29B9C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4000" y="211012"/>
            <a:ext cx="11791950" cy="795855"/>
          </a:xfrm>
        </p:spPr>
        <p:txBody>
          <a:bodyPr/>
          <a:lstStyle/>
          <a:p>
            <a:r>
              <a:rPr lang="en-US" dirty="0"/>
              <a:t>FinWise v0.2 – Architecture Diagram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7036AD-6447-BFA7-AFB4-E482CB4C5FD1}"/>
              </a:ext>
            </a:extLst>
          </p:cNvPr>
          <p:cNvSpPr/>
          <p:nvPr/>
        </p:nvSpPr>
        <p:spPr>
          <a:xfrm>
            <a:off x="3878582" y="1880887"/>
            <a:ext cx="6819900" cy="3289933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F33B5E-6273-065C-5BD9-915CCC181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186" y="2945183"/>
            <a:ext cx="388323" cy="34411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5DE39-919F-D57F-A7A5-A2E5CD8B5B69}"/>
              </a:ext>
            </a:extLst>
          </p:cNvPr>
          <p:cNvSpPr/>
          <p:nvPr/>
        </p:nvSpPr>
        <p:spPr>
          <a:xfrm>
            <a:off x="1277336" y="3063133"/>
            <a:ext cx="2047461" cy="1103244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845D31-CFAF-0DBB-D772-1B641E0E3523}"/>
              </a:ext>
            </a:extLst>
          </p:cNvPr>
          <p:cNvSpPr txBox="1"/>
          <p:nvPr/>
        </p:nvSpPr>
        <p:spPr>
          <a:xfrm>
            <a:off x="2047676" y="3073777"/>
            <a:ext cx="118934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6F1B7AC1-9325-0762-012D-01CC4598B2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154608" y="3253528"/>
            <a:ext cx="732147" cy="72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E777CF-D4CA-5071-90E1-F68682D52BD9}"/>
              </a:ext>
            </a:extLst>
          </p:cNvPr>
          <p:cNvSpPr txBox="1"/>
          <p:nvPr/>
        </p:nvSpPr>
        <p:spPr>
          <a:xfrm>
            <a:off x="94974" y="3921342"/>
            <a:ext cx="8916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874F25-87BC-F1AB-445A-20E2CDEA628D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886755" y="3614755"/>
            <a:ext cx="390581" cy="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CE5FCF-B86C-9733-FD40-5719EBA5F307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24797" y="3614755"/>
            <a:ext cx="553785" cy="361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8A4D60-342B-8A74-CC6B-D7EFB5EC8C30}"/>
              </a:ext>
            </a:extLst>
          </p:cNvPr>
          <p:cNvSpPr txBox="1"/>
          <p:nvPr/>
        </p:nvSpPr>
        <p:spPr>
          <a:xfrm>
            <a:off x="2193133" y="3781752"/>
            <a:ext cx="1026415" cy="30777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2A87D1-FED7-9208-7C01-C77D48802A96}"/>
              </a:ext>
            </a:extLst>
          </p:cNvPr>
          <p:cNvSpPr txBox="1"/>
          <p:nvPr/>
        </p:nvSpPr>
        <p:spPr>
          <a:xfrm>
            <a:off x="3156638" y="3613686"/>
            <a:ext cx="844613" cy="99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Http Streaming)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CAADF956-2363-1FCD-8926-994D7E56261F}"/>
              </a:ext>
            </a:extLst>
          </p:cNvPr>
          <p:cNvSpPr>
            <a:spLocks noChangeAspect="1"/>
          </p:cNvSpPr>
          <p:nvPr/>
        </p:nvSpPr>
        <p:spPr>
          <a:xfrm>
            <a:off x="9513247" y="5743724"/>
            <a:ext cx="439592" cy="439592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C17FD8-C6E4-DAF8-664A-8BF06E976B78}"/>
              </a:ext>
            </a:extLst>
          </p:cNvPr>
          <p:cNvSpPr txBox="1"/>
          <p:nvPr/>
        </p:nvSpPr>
        <p:spPr>
          <a:xfrm>
            <a:off x="9511145" y="6179268"/>
            <a:ext cx="4437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B85C7C74-A04B-1DA2-403D-5F3AD6FCD2AF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8537658" y="4768135"/>
            <a:ext cx="1227656" cy="852276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C2819269-92A6-46FC-1FE7-22CD618C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7080" y="5413595"/>
            <a:ext cx="439592" cy="43959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C6903962-0578-F70B-8466-AF6BCE9E5F08}"/>
              </a:ext>
            </a:extLst>
          </p:cNvPr>
          <p:cNvSpPr txBox="1"/>
          <p:nvPr/>
        </p:nvSpPr>
        <p:spPr>
          <a:xfrm>
            <a:off x="9896998" y="5651253"/>
            <a:ext cx="641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4FD32D9A-E4BF-6994-C905-992EB9197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4884" y="3553630"/>
            <a:ext cx="507034" cy="50703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DA551E8B-DEFE-0AC2-13CD-DE78157AC6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72783" y="3295647"/>
            <a:ext cx="284945" cy="284945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890CC638-A811-65C1-19F2-752FFDD1D4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4352" y="3286104"/>
            <a:ext cx="304029" cy="304029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6CE68F44-BC9E-3905-FD27-0F7F27EEFA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33530" y="3590133"/>
            <a:ext cx="398002" cy="398002"/>
          </a:xfrm>
          <a:prstGeom prst="rect">
            <a:avLst/>
          </a:prstGeom>
        </p:spPr>
      </p:pic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4FDE5CD3-C013-357C-5DDD-B75CEA4E725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63616"/>
          <a:stretch>
            <a:fillRect/>
          </a:stretch>
        </p:blipFill>
        <p:spPr>
          <a:xfrm>
            <a:off x="9610591" y="5839069"/>
            <a:ext cx="247141" cy="2489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FF6761E9-EBC0-8BC8-BAAE-0D0EDA043F89}"/>
              </a:ext>
            </a:extLst>
          </p:cNvPr>
          <p:cNvSpPr txBox="1"/>
          <p:nvPr/>
        </p:nvSpPr>
        <p:spPr>
          <a:xfrm>
            <a:off x="6090209" y="1841899"/>
            <a:ext cx="2524500" cy="3231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</a:t>
            </a:r>
            <a:r>
              <a:rPr kumimoji="0" lang="en-US" sz="15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</a:t>
            </a:r>
            <a:endParaRPr kumimoji="0" lang="en-US" sz="15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8D013D0-8B70-087C-720F-FE9AFAEE895F}"/>
              </a:ext>
            </a:extLst>
          </p:cNvPr>
          <p:cNvSpPr/>
          <p:nvPr/>
        </p:nvSpPr>
        <p:spPr>
          <a:xfrm>
            <a:off x="5616060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03F02EF-4966-4B33-9A5D-5D1CAC6028B2}"/>
              </a:ext>
            </a:extLst>
          </p:cNvPr>
          <p:cNvSpPr txBox="1"/>
          <p:nvPr/>
        </p:nvSpPr>
        <p:spPr>
          <a:xfrm>
            <a:off x="5631261" y="3154486"/>
            <a:ext cx="11893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95907466-DD4C-CB7B-E252-D881469B2D5F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5874057" y="3562796"/>
            <a:ext cx="673352" cy="451057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996B88B3-41F1-BA0A-7C6F-56031BC16E63}"/>
              </a:ext>
            </a:extLst>
          </p:cNvPr>
          <p:cNvSpPr/>
          <p:nvPr/>
        </p:nvSpPr>
        <p:spPr>
          <a:xfrm>
            <a:off x="7021454" y="3175943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7523A2-7E5C-9B99-D37E-A4B9F7A89F84}"/>
              </a:ext>
            </a:extLst>
          </p:cNvPr>
          <p:cNvSpPr txBox="1"/>
          <p:nvPr/>
        </p:nvSpPr>
        <p:spPr>
          <a:xfrm>
            <a:off x="6939351" y="313759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Orchestrator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2AE7E2FB-60EE-2E21-5CBA-377BE0F1E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090" y="3599262"/>
            <a:ext cx="388323" cy="344114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2C3B2F16-6C37-B93A-5940-9B5CCD140799}"/>
              </a:ext>
            </a:extLst>
          </p:cNvPr>
          <p:cNvSpPr/>
          <p:nvPr/>
        </p:nvSpPr>
        <p:spPr>
          <a:xfrm>
            <a:off x="8243550" y="250554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1426794-39FC-E898-A2E3-EA8BEC853B7E}"/>
              </a:ext>
            </a:extLst>
          </p:cNvPr>
          <p:cNvSpPr txBox="1"/>
          <p:nvPr/>
        </p:nvSpPr>
        <p:spPr>
          <a:xfrm>
            <a:off x="8161447" y="246720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B49004FB-3A17-FE90-63A6-71E4E93E9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186" y="4150293"/>
            <a:ext cx="388323" cy="344114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33B65B9-CC18-3851-4135-16F8CF8418AF}"/>
              </a:ext>
            </a:extLst>
          </p:cNvPr>
          <p:cNvSpPr/>
          <p:nvPr/>
        </p:nvSpPr>
        <p:spPr>
          <a:xfrm>
            <a:off x="8243550" y="3710658"/>
            <a:ext cx="96359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9896627-5947-DCB4-006E-272FEA675C18}"/>
              </a:ext>
            </a:extLst>
          </p:cNvPr>
          <p:cNvSpPr txBox="1"/>
          <p:nvPr/>
        </p:nvSpPr>
        <p:spPr>
          <a:xfrm>
            <a:off x="8161447" y="3672312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Advisor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F65E0DF-76ED-95C3-2998-76B7E2764F79}"/>
              </a:ext>
            </a:extLst>
          </p:cNvPr>
          <p:cNvCxnSpPr>
            <a:cxnSpLocks/>
            <a:stCxn id="61" idx="3"/>
            <a:endCxn id="79" idx="1"/>
          </p:cNvCxnSpPr>
          <p:nvPr/>
        </p:nvCxnSpPr>
        <p:spPr>
          <a:xfrm flipV="1">
            <a:off x="6805406" y="3610837"/>
            <a:ext cx="216048" cy="683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BE4E9562-96DA-2C49-8B48-28DA821108C5}"/>
              </a:ext>
            </a:extLst>
          </p:cNvPr>
          <p:cNvCxnSpPr>
            <a:cxnSpLocks/>
            <a:stCxn id="79" idx="3"/>
            <a:endCxn id="84" idx="1"/>
          </p:cNvCxnSpPr>
          <p:nvPr/>
        </p:nvCxnSpPr>
        <p:spPr>
          <a:xfrm flipV="1">
            <a:off x="7985050" y="2940442"/>
            <a:ext cx="258500" cy="67039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4C2117F8-9AC2-9206-3C66-D63B1F6FE9AB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7985326" y="3610837"/>
            <a:ext cx="258224" cy="53471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090559F-F8B6-1702-7EF9-EA877C460012}"/>
              </a:ext>
            </a:extLst>
          </p:cNvPr>
          <p:cNvSpPr/>
          <p:nvPr/>
        </p:nvSpPr>
        <p:spPr>
          <a:xfrm>
            <a:off x="9371352" y="2308699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91D5D6-4230-4127-6C31-E65CE7DD3605}"/>
              </a:ext>
            </a:extLst>
          </p:cNvPr>
          <p:cNvSpPr txBox="1"/>
          <p:nvPr/>
        </p:nvSpPr>
        <p:spPr>
          <a:xfrm>
            <a:off x="9453454" y="2270352"/>
            <a:ext cx="799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AAAEF52-B544-4DA4-44B1-98BD9C173C18}"/>
              </a:ext>
            </a:extLst>
          </p:cNvPr>
          <p:cNvSpPr/>
          <p:nvPr/>
        </p:nvSpPr>
        <p:spPr>
          <a:xfrm>
            <a:off x="9371352" y="3159384"/>
            <a:ext cx="963596" cy="37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008EC209-2180-30B2-6F7C-08797335319F}"/>
              </a:ext>
            </a:extLst>
          </p:cNvPr>
          <p:cNvSpPr txBox="1"/>
          <p:nvPr/>
        </p:nvSpPr>
        <p:spPr>
          <a:xfrm>
            <a:off x="9289249" y="3121037"/>
            <a:ext cx="11278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0E3EB65-5B10-05B1-EFEF-13D25C18AD10}"/>
              </a:ext>
            </a:extLst>
          </p:cNvPr>
          <p:cNvCxnSpPr>
            <a:cxnSpLocks/>
          </p:cNvCxnSpPr>
          <p:nvPr/>
        </p:nvCxnSpPr>
        <p:spPr>
          <a:xfrm flipV="1">
            <a:off x="9207146" y="2683525"/>
            <a:ext cx="164206" cy="26165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9DB907B-1961-6488-CFED-437143919B94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9207146" y="2940442"/>
            <a:ext cx="164206" cy="268917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9824D002-F928-EE2C-3266-C1B7F513D0C5}"/>
              </a:ext>
            </a:extLst>
          </p:cNvPr>
          <p:cNvSpPr/>
          <p:nvPr/>
        </p:nvSpPr>
        <p:spPr>
          <a:xfrm>
            <a:off x="10899028" y="1880887"/>
            <a:ext cx="963596" cy="965542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884808A1-C09D-08C2-8FAB-10852AA072C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65396" y="1933032"/>
            <a:ext cx="409349" cy="409349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C58980D4-56F6-7D7F-A8DF-51BB7BCFE465}"/>
              </a:ext>
            </a:extLst>
          </p:cNvPr>
          <p:cNvSpPr txBox="1"/>
          <p:nvPr/>
        </p:nvSpPr>
        <p:spPr>
          <a:xfrm>
            <a:off x="10867576" y="2359386"/>
            <a:ext cx="10408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Cosmos-DB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 emulator</a:t>
            </a:r>
          </a:p>
        </p:txBody>
      </p:sp>
      <p:pic>
        <p:nvPicPr>
          <p:cNvPr id="127" name="Picture 126" descr="Docker logo landscape">
            <a:extLst>
              <a:ext uri="{FF2B5EF4-FFF2-40B4-BE49-F238E27FC236}">
                <a16:creationId xmlns:a16="http://schemas.microsoft.com/office/drawing/2014/main" id="{716BE472-1977-B766-C22B-8F2BBC3FA50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33812" b="34617"/>
          <a:stretch>
            <a:fillRect/>
          </a:stretch>
        </p:blipFill>
        <p:spPr>
          <a:xfrm>
            <a:off x="10948188" y="1529879"/>
            <a:ext cx="903013" cy="285094"/>
          </a:xfrm>
          <a:prstGeom prst="rect">
            <a:avLst/>
          </a:prstGeom>
        </p:spPr>
      </p:pic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5262D91B-3786-F9A5-E15F-C151E6F7852F}"/>
              </a:ext>
            </a:extLst>
          </p:cNvPr>
          <p:cNvCxnSpPr>
            <a:cxnSpLocks/>
            <a:stCxn id="106" idx="3"/>
            <a:endCxn id="123" idx="1"/>
          </p:cNvCxnSpPr>
          <p:nvPr/>
        </p:nvCxnSpPr>
        <p:spPr>
          <a:xfrm flipV="1">
            <a:off x="10334948" y="2363658"/>
            <a:ext cx="564080" cy="1305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CE06A879-0E69-BD8C-AC83-3492DD6AA177}"/>
              </a:ext>
            </a:extLst>
          </p:cNvPr>
          <p:cNvSpPr/>
          <p:nvPr/>
        </p:nvSpPr>
        <p:spPr>
          <a:xfrm>
            <a:off x="8968258" y="5340284"/>
            <a:ext cx="1698772" cy="1226936"/>
          </a:xfrm>
          <a:prstGeom prst="roundRect">
            <a:avLst/>
          </a:prstGeom>
          <a:noFill/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0BDBB908-10C9-D264-B164-F4AB3F01301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56046" y="5186713"/>
            <a:ext cx="1197514" cy="409550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B34AD89-B721-C927-B846-C81D8CEE0297}"/>
              </a:ext>
            </a:extLst>
          </p:cNvPr>
          <p:cNvSpPr/>
          <p:nvPr/>
        </p:nvSpPr>
        <p:spPr>
          <a:xfrm>
            <a:off x="3973897" y="2236181"/>
            <a:ext cx="1379368" cy="26888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99508F58-53A5-4604-3DFA-7962B7FF28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5347" y="3528829"/>
            <a:ext cx="261889" cy="261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DBACAF3-8554-F613-70B6-C5FBB67B86EA}"/>
              </a:ext>
            </a:extLst>
          </p:cNvPr>
          <p:cNvSpPr txBox="1"/>
          <p:nvPr/>
        </p:nvSpPr>
        <p:spPr>
          <a:xfrm>
            <a:off x="4244035" y="3746313"/>
            <a:ext cx="8522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.NET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E6C86A62-8057-C9ED-8F97-045887C3D4C4}"/>
              </a:ext>
            </a:extLst>
          </p:cNvPr>
          <p:cNvSpPr/>
          <p:nvPr/>
        </p:nvSpPr>
        <p:spPr>
          <a:xfrm>
            <a:off x="4073382" y="3182780"/>
            <a:ext cx="1189346" cy="8697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29C4977-F1FA-D126-BB3A-6CB238BA9C48}"/>
              </a:ext>
            </a:extLst>
          </p:cNvPr>
          <p:cNvSpPr txBox="1"/>
          <p:nvPr/>
        </p:nvSpPr>
        <p:spPr>
          <a:xfrm>
            <a:off x="4088583" y="3154486"/>
            <a:ext cx="11893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B734C3F4-5F69-AB3B-79A1-7E7A82563DE0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5262728" y="3617674"/>
            <a:ext cx="35333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18E9DA6-E2FE-364C-4FF9-3F7D297BD40D}"/>
              </a:ext>
            </a:extLst>
          </p:cNvPr>
          <p:cNvSpPr txBox="1"/>
          <p:nvPr/>
        </p:nvSpPr>
        <p:spPr>
          <a:xfrm>
            <a:off x="4073382" y="2229059"/>
            <a:ext cx="1189346" cy="6463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Http service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(Project)</a:t>
            </a:r>
            <a:endParaRPr kumimoji="0" lang="en-US" sz="12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D2610D3-82A8-9691-05B9-C9D77FBCB7F8}"/>
              </a:ext>
            </a:extLst>
          </p:cNvPr>
          <p:cNvSpPr txBox="1"/>
          <p:nvPr/>
        </p:nvSpPr>
        <p:spPr>
          <a:xfrm>
            <a:off x="5800885" y="2212203"/>
            <a:ext cx="1978835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 Workflow 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(.dll Class-Library Project)</a:t>
            </a:r>
            <a:endParaRPr kumimoji="0" lang="en-US" sz="120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A1B074C-07D9-8135-E1A4-83FD6B321B2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07631" y="4259308"/>
            <a:ext cx="911899" cy="235099"/>
          </a:xfrm>
          <a:prstGeom prst="rect">
            <a:avLst/>
          </a:prstGeom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CA176610-26F2-53DD-4893-B305FB52F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2289" y="4467703"/>
            <a:ext cx="375215" cy="3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9DEF6586-6C79-18A0-700E-1C8F18A309D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23195" y="4497216"/>
            <a:ext cx="320845" cy="320845"/>
          </a:xfrm>
          <a:prstGeom prst="rect">
            <a:avLst/>
          </a:prstGeom>
        </p:spPr>
      </p:pic>
      <p:pic>
        <p:nvPicPr>
          <p:cNvPr id="28" name="Picture 10" descr="Microsoft Dot Net icon SVG Vector &amp; PNG ...">
            <a:extLst>
              <a:ext uri="{FF2B5EF4-FFF2-40B4-BE49-F238E27FC236}">
                <a16:creationId xmlns:a16="http://schemas.microsoft.com/office/drawing/2014/main" id="{361C9631-5DFF-4A67-F811-2DEE174DA4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401" y="4465514"/>
            <a:ext cx="375215" cy="375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Hi-Res C# Logo Download | Logos - NUMI">
            <a:extLst>
              <a:ext uri="{FF2B5EF4-FFF2-40B4-BE49-F238E27FC236}">
                <a16:creationId xmlns:a16="http://schemas.microsoft.com/office/drawing/2014/main" id="{7F01C1F6-407A-AA98-5626-1D3D00C29EF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24307" y="4495027"/>
            <a:ext cx="320845" cy="32084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2D91BF3C-FA5D-9F75-0AA8-15ADD3FE9804}"/>
              </a:ext>
            </a:extLst>
          </p:cNvPr>
          <p:cNvSpPr txBox="1"/>
          <p:nvPr/>
        </p:nvSpPr>
        <p:spPr>
          <a:xfrm>
            <a:off x="9219845" y="2786249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IProfileStore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Interface</a:t>
            </a:r>
            <a:endParaRPr lang="en-US" sz="8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FA0125-E94C-5268-5396-B6F661128395}"/>
              </a:ext>
            </a:extLst>
          </p:cNvPr>
          <p:cNvSpPr txBox="1"/>
          <p:nvPr/>
        </p:nvSpPr>
        <p:spPr>
          <a:xfrm>
            <a:off x="7979499" y="3414506"/>
            <a:ext cx="758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Hand-off</a:t>
            </a:r>
          </a:p>
          <a:p>
            <a:r>
              <a:rPr 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strategy</a:t>
            </a:r>
            <a:endParaRPr lang="en-US" sz="800" dirty="0"/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7D354237-5DDE-643B-3B2A-0E933C78B153}"/>
              </a:ext>
            </a:extLst>
          </p:cNvPr>
          <p:cNvCxnSpPr>
            <a:cxnSpLocks/>
          </p:cNvCxnSpPr>
          <p:nvPr/>
        </p:nvCxnSpPr>
        <p:spPr>
          <a:xfrm rot="16200000" flipH="1">
            <a:off x="8146601" y="4157281"/>
            <a:ext cx="2368389" cy="804495"/>
          </a:xfrm>
          <a:prstGeom prst="curvedConnector3">
            <a:avLst>
              <a:gd name="adj1" fmla="val 7638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370FC463-796A-69E6-F636-BD96C2CD3D44}"/>
              </a:ext>
            </a:extLst>
          </p:cNvPr>
          <p:cNvCxnSpPr>
            <a:cxnSpLocks/>
          </p:cNvCxnSpPr>
          <p:nvPr/>
        </p:nvCxnSpPr>
        <p:spPr>
          <a:xfrm rot="16200000" flipH="1">
            <a:off x="7574754" y="4025027"/>
            <a:ext cx="1917790" cy="1959195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6D3E74D-32C5-4EE0-6343-5433C5A2D36F}"/>
              </a:ext>
            </a:extLst>
          </p:cNvPr>
          <p:cNvSpPr txBox="1"/>
          <p:nvPr/>
        </p:nvSpPr>
        <p:spPr>
          <a:xfrm>
            <a:off x="4073382" y="2880824"/>
            <a:ext cx="1189346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>
                <a:solidFill>
                  <a:srgbClr val="1471EC"/>
                </a:solidFill>
              </a:rPr>
              <a:t>MCPSession</a:t>
            </a:r>
          </a:p>
          <a:p>
            <a:r>
              <a:rPr lang="en-US" sz="500" b="0" dirty="0">
                <a:solidFill>
                  <a:srgbClr val="1471EC"/>
                </a:solidFill>
              </a:rPr>
              <a:t>(StatefulSessionManager)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19BD4D-1DF9-DD44-9D40-226C531874B7}"/>
              </a:ext>
            </a:extLst>
          </p:cNvPr>
          <p:cNvSpPr txBox="1"/>
          <p:nvPr/>
        </p:nvSpPr>
        <p:spPr>
          <a:xfrm>
            <a:off x="5503789" y="3509131"/>
            <a:ext cx="6012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Injected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5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Dependencies</a:t>
            </a:r>
            <a:endParaRPr kumimoji="0" lang="en-US" sz="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D5FE2C-E73A-71F8-1F10-60179F254FF6}"/>
              </a:ext>
            </a:extLst>
          </p:cNvPr>
          <p:cNvSpPr txBox="1"/>
          <p:nvPr/>
        </p:nvSpPr>
        <p:spPr>
          <a:xfrm>
            <a:off x="5616128" y="2880824"/>
            <a:ext cx="1189346" cy="2616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>
                <a:solidFill>
                  <a:srgbClr val="1471EC"/>
                </a:solidFill>
              </a:rPr>
              <a:t>AgentSessionManager</a:t>
            </a:r>
          </a:p>
          <a:p>
            <a:r>
              <a:rPr lang="en-US" sz="500" b="0" dirty="0">
                <a:solidFill>
                  <a:srgbClr val="1471EC"/>
                </a:solidFill>
              </a:rPr>
              <a:t>(In-Memory Agent Session Store)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68CD48-B646-F0FB-D1B4-02CB75651F27}"/>
              </a:ext>
            </a:extLst>
          </p:cNvPr>
          <p:cNvSpPr txBox="1"/>
          <p:nvPr/>
        </p:nvSpPr>
        <p:spPr>
          <a:xfrm>
            <a:off x="8689158" y="4514877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8FA00F-CE60-BF82-CAFF-43DB2D4F591E}"/>
              </a:ext>
            </a:extLst>
          </p:cNvPr>
          <p:cNvSpPr txBox="1"/>
          <p:nvPr/>
        </p:nvSpPr>
        <p:spPr>
          <a:xfrm>
            <a:off x="7038958" y="3963066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C1D1AE-F36B-1E21-1C73-E7CB063E16B6}"/>
              </a:ext>
            </a:extLst>
          </p:cNvPr>
          <p:cNvSpPr txBox="1"/>
          <p:nvPr/>
        </p:nvSpPr>
        <p:spPr>
          <a:xfrm>
            <a:off x="8434536" y="3275809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36" name="Flowchart: Connector 35">
            <a:extLst>
              <a:ext uri="{FF2B5EF4-FFF2-40B4-BE49-F238E27FC236}">
                <a16:creationId xmlns:a16="http://schemas.microsoft.com/office/drawing/2014/main" id="{7BFEB16C-E6AA-D598-2D1A-9C44BE3F1FD1}"/>
              </a:ext>
            </a:extLst>
          </p:cNvPr>
          <p:cNvSpPr/>
          <p:nvPr/>
        </p:nvSpPr>
        <p:spPr>
          <a:xfrm>
            <a:off x="7507471" y="4000942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lowchart: Connector 36">
            <a:extLst>
              <a:ext uri="{FF2B5EF4-FFF2-40B4-BE49-F238E27FC236}">
                <a16:creationId xmlns:a16="http://schemas.microsoft.com/office/drawing/2014/main" id="{D038A284-638D-2E42-D603-6C9162FE9263}"/>
              </a:ext>
            </a:extLst>
          </p:cNvPr>
          <p:cNvSpPr/>
          <p:nvPr/>
        </p:nvSpPr>
        <p:spPr>
          <a:xfrm>
            <a:off x="8687621" y="4532478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lowchart: Connector 37">
            <a:extLst>
              <a:ext uri="{FF2B5EF4-FFF2-40B4-BE49-F238E27FC236}">
                <a16:creationId xmlns:a16="http://schemas.microsoft.com/office/drawing/2014/main" id="{64C187D8-B5F1-B019-06D6-3BA9F9482305}"/>
              </a:ext>
            </a:extLst>
          </p:cNvPr>
          <p:cNvSpPr/>
          <p:nvPr/>
        </p:nvSpPr>
        <p:spPr>
          <a:xfrm>
            <a:off x="8882105" y="3336401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C4E4F5-B004-7BE5-703D-035C284B53BE}"/>
              </a:ext>
            </a:extLst>
          </p:cNvPr>
          <p:cNvCxnSpPr>
            <a:cxnSpLocks/>
          </p:cNvCxnSpPr>
          <p:nvPr/>
        </p:nvCxnSpPr>
        <p:spPr>
          <a:xfrm>
            <a:off x="5262728" y="3009096"/>
            <a:ext cx="353332" cy="0"/>
          </a:xfrm>
          <a:prstGeom prst="straightConnector1">
            <a:avLst/>
          </a:prstGeom>
          <a:ln>
            <a:solidFill>
              <a:srgbClr val="1571EC"/>
            </a:solidFill>
            <a:prstDash val="sysDash"/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0" name="Picture 39" descr="Laptop Coding icon in Windows 11 Color ...">
            <a:extLst>
              <a:ext uri="{FF2B5EF4-FFF2-40B4-BE49-F238E27FC236}">
                <a16:creationId xmlns:a16="http://schemas.microsoft.com/office/drawing/2014/main" id="{EE92114D-2EC7-0A9B-D490-C4C69B11807A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850" y="1404127"/>
            <a:ext cx="586832" cy="586832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0E7D456-BF44-19AB-7EF1-3452B379A529}"/>
              </a:ext>
            </a:extLst>
          </p:cNvPr>
          <p:cNvSpPr txBox="1"/>
          <p:nvPr/>
        </p:nvSpPr>
        <p:spPr>
          <a:xfrm>
            <a:off x="665281" y="1531665"/>
            <a:ext cx="120656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Dev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383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E67C-F263-8835-5954-AFC45FC4A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512BDF-1930-0E87-A810-6EFB7B2BB1DB}"/>
              </a:ext>
            </a:extLst>
          </p:cNvPr>
          <p:cNvSpPr/>
          <p:nvPr/>
        </p:nvSpPr>
        <p:spPr>
          <a:xfrm>
            <a:off x="313381" y="981219"/>
            <a:ext cx="11601449" cy="3572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57B904BB-189D-CB25-F152-6953F8E080D5}"/>
              </a:ext>
            </a:extLst>
          </p:cNvPr>
          <p:cNvSpPr/>
          <p:nvPr/>
        </p:nvSpPr>
        <p:spPr>
          <a:xfrm>
            <a:off x="2422770" y="4646037"/>
            <a:ext cx="7541157" cy="1516505"/>
          </a:xfrm>
          <a:prstGeom prst="roundRect">
            <a:avLst/>
          </a:prstGeom>
          <a:solidFill>
            <a:srgbClr val="DCEAF7"/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5A2A254C-FCF3-7DDE-80BA-787A5FE1C839}"/>
              </a:ext>
            </a:extLst>
          </p:cNvPr>
          <p:cNvSpPr/>
          <p:nvPr/>
        </p:nvSpPr>
        <p:spPr>
          <a:xfrm>
            <a:off x="10155164" y="1123049"/>
            <a:ext cx="1650600" cy="334613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7AF30E-66B2-E30A-DC1E-7614FF092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355" y="98404"/>
            <a:ext cx="11791950" cy="795855"/>
          </a:xfrm>
        </p:spPr>
        <p:txBody>
          <a:bodyPr/>
          <a:lstStyle/>
          <a:p>
            <a:r>
              <a:rPr lang="en-US" dirty="0"/>
              <a:t>FinWise v0.3.0 – Architecture Diagram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7575837-9CF5-06C5-8154-7DB79AFE0ED3}"/>
              </a:ext>
            </a:extLst>
          </p:cNvPr>
          <p:cNvSpPr/>
          <p:nvPr/>
        </p:nvSpPr>
        <p:spPr>
          <a:xfrm>
            <a:off x="4367466" y="1423338"/>
            <a:ext cx="4930869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E247A18-7E88-8CF5-9635-660CA28EF753}"/>
              </a:ext>
            </a:extLst>
          </p:cNvPr>
          <p:cNvSpPr/>
          <p:nvPr/>
        </p:nvSpPr>
        <p:spPr>
          <a:xfrm>
            <a:off x="2492733" y="1123049"/>
            <a:ext cx="7471194" cy="334613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44B528-82C2-21D1-1DFF-9E6AF2063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2949340"/>
            <a:ext cx="271826" cy="24088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4646C7-D75E-DB33-8116-121EF710DF7A}"/>
              </a:ext>
            </a:extLst>
          </p:cNvPr>
          <p:cNvSpPr/>
          <p:nvPr/>
        </p:nvSpPr>
        <p:spPr>
          <a:xfrm>
            <a:off x="1157854" y="2273300"/>
            <a:ext cx="785954" cy="1734953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054A55-10F3-4416-165F-1F3646C1F000}"/>
              </a:ext>
            </a:extLst>
          </p:cNvPr>
          <p:cNvSpPr txBox="1"/>
          <p:nvPr/>
        </p:nvSpPr>
        <p:spPr>
          <a:xfrm>
            <a:off x="1095937" y="2759784"/>
            <a:ext cx="83254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33A32B8D-7092-6E47-23D1-400CF592DE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371944" y="2885781"/>
            <a:ext cx="512503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BF7ADD6-D413-3F9F-C1C0-766B59FB8CD1}"/>
              </a:ext>
            </a:extLst>
          </p:cNvPr>
          <p:cNvSpPr txBox="1"/>
          <p:nvPr/>
        </p:nvSpPr>
        <p:spPr>
          <a:xfrm>
            <a:off x="330200" y="3353251"/>
            <a:ext cx="6241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5894B9-7396-1DCA-790A-E83C294FF3D3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>
            <a:off x="884447" y="3139144"/>
            <a:ext cx="273407" cy="16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1FF980-7BF8-40E4-2398-D9C0A561640F}"/>
              </a:ext>
            </a:extLst>
          </p:cNvPr>
          <p:cNvSpPr txBox="1"/>
          <p:nvPr/>
        </p:nvSpPr>
        <p:spPr>
          <a:xfrm>
            <a:off x="1188267" y="3268644"/>
            <a:ext cx="718491" cy="21544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6890E1-9DA3-74DC-23CC-4A0A3F31FD48}"/>
              </a:ext>
            </a:extLst>
          </p:cNvPr>
          <p:cNvSpPr txBox="1"/>
          <p:nvPr/>
        </p:nvSpPr>
        <p:spPr>
          <a:xfrm>
            <a:off x="1860328" y="3115213"/>
            <a:ext cx="636555" cy="805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Streaming)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B4BF233E-9C02-36E1-3133-C032078E052A}"/>
              </a:ext>
            </a:extLst>
          </p:cNvPr>
          <p:cNvSpPr>
            <a:spLocks noChangeAspect="1"/>
          </p:cNvSpPr>
          <p:nvPr/>
        </p:nvSpPr>
        <p:spPr>
          <a:xfrm>
            <a:off x="9169653" y="5528146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26D208-27ED-0330-B796-FBB7EAA67944}"/>
              </a:ext>
            </a:extLst>
          </p:cNvPr>
          <p:cNvSpPr txBox="1"/>
          <p:nvPr/>
        </p:nvSpPr>
        <p:spPr>
          <a:xfrm>
            <a:off x="9133827" y="5826677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6460CFA4-DBE3-C8E0-0B69-2B617D44FF0A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7520222" y="3878714"/>
            <a:ext cx="1517287" cy="1871704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258CD7EF-AA9C-073B-23EB-B6756712F4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8336" y="5297056"/>
            <a:ext cx="307714" cy="307714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F92D407-F8A2-4D9B-99EE-75754D470567}"/>
              </a:ext>
            </a:extLst>
          </p:cNvPr>
          <p:cNvSpPr txBox="1"/>
          <p:nvPr/>
        </p:nvSpPr>
        <p:spPr>
          <a:xfrm>
            <a:off x="9438278" y="546341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3ECE0BFB-6EB9-FBC3-CE78-C681AF85CF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2589" y="2523985"/>
            <a:ext cx="354924" cy="35492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2AB0BE0D-A510-1A21-957B-1E3486E5C4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61118" y="2343396"/>
            <a:ext cx="199462" cy="199462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FEB3FE61-EFC0-BD91-E9D6-E94675035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5217" y="2336716"/>
            <a:ext cx="212820" cy="212820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98F0CCD0-0A09-C410-2712-457F348B639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13641" y="2549537"/>
            <a:ext cx="278601" cy="278601"/>
          </a:xfrm>
          <a:prstGeom prst="rect">
            <a:avLst/>
          </a:prstGeom>
        </p:spPr>
      </p:pic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237ECD32-70C1-9C5A-AB06-C9249F6E428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63616"/>
          <a:stretch>
            <a:fillRect/>
          </a:stretch>
        </p:blipFill>
        <p:spPr>
          <a:xfrm>
            <a:off x="9237794" y="5594888"/>
            <a:ext cx="172999" cy="17423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31D32049-BA87-596C-B0DD-9A5D75A3CE28}"/>
              </a:ext>
            </a:extLst>
          </p:cNvPr>
          <p:cNvSpPr txBox="1"/>
          <p:nvPr/>
        </p:nvSpPr>
        <p:spPr>
          <a:xfrm>
            <a:off x="3502316" y="1087005"/>
            <a:ext cx="180212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505C4B2-CFC6-1537-CD45-CA02AD3FD47C}"/>
              </a:ext>
            </a:extLst>
          </p:cNvPr>
          <p:cNvSpPr/>
          <p:nvPr/>
        </p:nvSpPr>
        <p:spPr>
          <a:xfrm>
            <a:off x="4747411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CEBDBC-2C1D-5104-377D-C7C35EEECCC9}"/>
              </a:ext>
            </a:extLst>
          </p:cNvPr>
          <p:cNvSpPr txBox="1"/>
          <p:nvPr/>
        </p:nvSpPr>
        <p:spPr>
          <a:xfrm>
            <a:off x="4758051" y="2841852"/>
            <a:ext cx="8325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A5BDD5F0-B543-5BD5-B53E-70C4C1A17A2C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4911061" y="3102269"/>
            <a:ext cx="494643" cy="331346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F7E18DEB-497B-5A08-1225-2A5636722493}"/>
              </a:ext>
            </a:extLst>
          </p:cNvPr>
          <p:cNvSpPr/>
          <p:nvPr/>
        </p:nvSpPr>
        <p:spPr>
          <a:xfrm>
            <a:off x="6150286" y="30727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50EF3CA-75CE-4D1A-F740-18BAD5793AAD}"/>
              </a:ext>
            </a:extLst>
          </p:cNvPr>
          <p:cNvSpPr txBox="1"/>
          <p:nvPr/>
        </p:nvSpPr>
        <p:spPr>
          <a:xfrm>
            <a:off x="6099164" y="3026879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Orchestrator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4D1C6C69-6AB2-0DB4-252E-A90F8707D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632" y="3413545"/>
            <a:ext cx="271826" cy="24088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15BBEC19-5DC9-53E6-26B7-4343B21E48B3}"/>
              </a:ext>
            </a:extLst>
          </p:cNvPr>
          <p:cNvSpPr/>
          <p:nvPr/>
        </p:nvSpPr>
        <p:spPr>
          <a:xfrm>
            <a:off x="7005754" y="2603495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51BD2D-542F-4D69-700E-13B81E11B846}"/>
              </a:ext>
            </a:extLst>
          </p:cNvPr>
          <p:cNvSpPr txBox="1"/>
          <p:nvPr/>
        </p:nvSpPr>
        <p:spPr>
          <a:xfrm>
            <a:off x="6948282" y="2557603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6D4E618A-F22F-4796-2BE6-23BE4A5A8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3799267"/>
            <a:ext cx="271826" cy="24088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A4FCCB2D-69E2-DA02-5C4C-9CDF23FBE20E}"/>
              </a:ext>
            </a:extLst>
          </p:cNvPr>
          <p:cNvSpPr/>
          <p:nvPr/>
        </p:nvSpPr>
        <p:spPr>
          <a:xfrm>
            <a:off x="7005754" y="34470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EC83918-849A-0E03-F3E9-AA79297CDDF4}"/>
              </a:ext>
            </a:extLst>
          </p:cNvPr>
          <p:cNvSpPr txBox="1"/>
          <p:nvPr/>
        </p:nvSpPr>
        <p:spPr>
          <a:xfrm>
            <a:off x="6948282" y="3407530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Advisor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71CB985D-A4DA-0763-ED61-A470C7B56FDC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579951" y="3127795"/>
            <a:ext cx="570335" cy="24940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9EE0D5FF-2829-BCDB-AA3A-77BB79128235}"/>
              </a:ext>
            </a:extLst>
          </p:cNvPr>
          <p:cNvCxnSpPr>
            <a:cxnSpLocks/>
            <a:stCxn id="79" idx="3"/>
            <a:endCxn id="84" idx="1"/>
          </p:cNvCxnSpPr>
          <p:nvPr/>
        </p:nvCxnSpPr>
        <p:spPr>
          <a:xfrm flipV="1">
            <a:off x="6824804" y="2907921"/>
            <a:ext cx="180950" cy="4692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94A230B-A7CA-625F-7A80-B9E718BAE944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6824997" y="3377197"/>
            <a:ext cx="180757" cy="37430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CB2860E-7969-F0A5-0422-99D3FB37E24D}"/>
              </a:ext>
            </a:extLst>
          </p:cNvPr>
          <p:cNvSpPr/>
          <p:nvPr/>
        </p:nvSpPr>
        <p:spPr>
          <a:xfrm>
            <a:off x="7795215" y="3005451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BB8FE9D-F831-0FC1-463F-C4D87ED9BFD0}"/>
              </a:ext>
            </a:extLst>
          </p:cNvPr>
          <p:cNvSpPr txBox="1"/>
          <p:nvPr/>
        </p:nvSpPr>
        <p:spPr>
          <a:xfrm>
            <a:off x="7817232" y="2965908"/>
            <a:ext cx="62044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550" b="1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CosmosDB</a:t>
            </a:r>
            <a:endParaRPr kumimoji="0" lang="en-US" sz="55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4383A9D-ABAC-A82A-CC55-9B10008BBC11}"/>
              </a:ext>
            </a:extLst>
          </p:cNvPr>
          <p:cNvSpPr/>
          <p:nvPr/>
        </p:nvSpPr>
        <p:spPr>
          <a:xfrm>
            <a:off x="7798162" y="2563073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6D09489-78C9-692F-E4F0-9FE7E86BEA86}"/>
              </a:ext>
            </a:extLst>
          </p:cNvPr>
          <p:cNvSpPr txBox="1"/>
          <p:nvPr/>
        </p:nvSpPr>
        <p:spPr>
          <a:xfrm>
            <a:off x="7690670" y="2523530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lvl="0" algn="ctr">
              <a:defRPr/>
            </a:pPr>
            <a:r>
              <a:rPr lang="en-US" sz="550" b="1" dirty="0">
                <a:solidFill>
                  <a:srgbClr val="00B05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UserProfile</a:t>
            </a:r>
            <a:endParaRPr kumimoji="0" lang="en-US" sz="550" b="1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809A95E2-C83B-2BD6-6A06-77B1D31D0C35}"/>
              </a:ext>
            </a:extLst>
          </p:cNvPr>
          <p:cNvCxnSpPr>
            <a:cxnSpLocks/>
          </p:cNvCxnSpPr>
          <p:nvPr/>
        </p:nvCxnSpPr>
        <p:spPr>
          <a:xfrm flipV="1">
            <a:off x="7680271" y="2728079"/>
            <a:ext cx="114944" cy="18316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954E98D4-54CF-47AA-4C62-E68730404979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7680271" y="2907921"/>
            <a:ext cx="114944" cy="1882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787BCF49-C6FD-9DB7-E204-3904429E6D5F}"/>
              </a:ext>
            </a:extLst>
          </p:cNvPr>
          <p:cNvSpPr/>
          <p:nvPr/>
        </p:nvSpPr>
        <p:spPr>
          <a:xfrm>
            <a:off x="10473930" y="2813501"/>
            <a:ext cx="1171970" cy="675879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1163A921-15D1-EDE4-41AB-24AC4AA09C80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29728" y="2864916"/>
            <a:ext cx="286544" cy="286544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6D47DBEF-281D-51F5-CABA-4C096B356555}"/>
              </a:ext>
            </a:extLst>
          </p:cNvPr>
          <p:cNvSpPr txBox="1"/>
          <p:nvPr/>
        </p:nvSpPr>
        <p:spPr>
          <a:xfrm>
            <a:off x="10838163" y="3135301"/>
            <a:ext cx="8357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 emulator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A58E2B3B-5CB0-1332-6164-892746CD4290}"/>
              </a:ext>
            </a:extLst>
          </p:cNvPr>
          <p:cNvCxnSpPr>
            <a:cxnSpLocks/>
            <a:stCxn id="106" idx="3"/>
            <a:endCxn id="214" idx="1"/>
          </p:cNvCxnSpPr>
          <p:nvPr/>
        </p:nvCxnSpPr>
        <p:spPr>
          <a:xfrm>
            <a:off x="8469732" y="3135302"/>
            <a:ext cx="2142340" cy="2193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345859A9-569A-3B73-4193-6F54145171C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34353" y="4691717"/>
            <a:ext cx="1133666" cy="387714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650CA17-3D53-C7A2-9B24-7C03C4E87E9A}"/>
              </a:ext>
            </a:extLst>
          </p:cNvPr>
          <p:cNvSpPr/>
          <p:nvPr/>
        </p:nvSpPr>
        <p:spPr>
          <a:xfrm>
            <a:off x="2651643" y="1423338"/>
            <a:ext cx="1587962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86E5480B-AC21-7043-CFC8-76FFF854A1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4661" y="3078492"/>
            <a:ext cx="183322" cy="183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9651392-8D05-E4AD-B604-78553DE59DF0}"/>
              </a:ext>
            </a:extLst>
          </p:cNvPr>
          <p:cNvSpPr txBox="1"/>
          <p:nvPr/>
        </p:nvSpPr>
        <p:spPr>
          <a:xfrm>
            <a:off x="3431393" y="3218031"/>
            <a:ext cx="596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.NET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0AB8B66-A793-88C1-8F97-9FB0610919B1}"/>
              </a:ext>
            </a:extLst>
          </p:cNvPr>
          <p:cNvSpPr/>
          <p:nvPr/>
        </p:nvSpPr>
        <p:spPr>
          <a:xfrm>
            <a:off x="3318286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57B6E5-BF42-2FC9-F0D3-E8FAC4E6C06F}"/>
              </a:ext>
            </a:extLst>
          </p:cNvPr>
          <p:cNvSpPr txBox="1"/>
          <p:nvPr/>
        </p:nvSpPr>
        <p:spPr>
          <a:xfrm>
            <a:off x="3328927" y="2831865"/>
            <a:ext cx="83254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6EDCEFA-7CA8-1246-B201-136105803AE1}"/>
              </a:ext>
            </a:extLst>
          </p:cNvPr>
          <p:cNvCxnSpPr>
            <a:cxnSpLocks/>
            <a:stCxn id="72" idx="3"/>
          </p:cNvCxnSpPr>
          <p:nvPr/>
        </p:nvCxnSpPr>
        <p:spPr>
          <a:xfrm flipV="1">
            <a:off x="4150828" y="3140683"/>
            <a:ext cx="581823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F97CBEC-4646-2556-106E-478DB6C2AD7A}"/>
              </a:ext>
            </a:extLst>
          </p:cNvPr>
          <p:cNvSpPr txBox="1"/>
          <p:nvPr/>
        </p:nvSpPr>
        <p:spPr>
          <a:xfrm>
            <a:off x="3086411" y="1407257"/>
            <a:ext cx="832542" cy="5078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 service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(Project)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BA9F6E-4830-77E1-28B7-867FE02C2C97}"/>
              </a:ext>
            </a:extLst>
          </p:cNvPr>
          <p:cNvSpPr txBox="1"/>
          <p:nvPr/>
        </p:nvSpPr>
        <p:spPr>
          <a:xfrm>
            <a:off x="4541566" y="1451914"/>
            <a:ext cx="1385185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 Workflow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(.dll Class-Library Project)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69E66ED-37C7-C228-7E34-9396494D3C3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2104" y="3787478"/>
            <a:ext cx="638329" cy="164569"/>
          </a:xfrm>
          <a:prstGeom prst="rect">
            <a:avLst/>
          </a:prstGeom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557BD67D-F275-0F5B-3AB1-FCCE31D0DB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1233" y="3979474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0745EF59-EB2F-C101-60E7-78C00EC65BD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39867" y="4000133"/>
            <a:ext cx="224592" cy="224592"/>
          </a:xfrm>
          <a:prstGeom prst="rect">
            <a:avLst/>
          </a:prstGeom>
        </p:spPr>
      </p:pic>
      <p:pic>
        <p:nvPicPr>
          <p:cNvPr id="28" name="Picture 10" descr="Microsoft Dot Net icon SVG Vector &amp; PNG ...">
            <a:extLst>
              <a:ext uri="{FF2B5EF4-FFF2-40B4-BE49-F238E27FC236}">
                <a16:creationId xmlns:a16="http://schemas.microsoft.com/office/drawing/2014/main" id="{7652AFBC-CC71-0AD0-655D-F63D4ACA4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247" y="3963749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Hi-Res C# Logo Download | Logos - NUMI">
            <a:extLst>
              <a:ext uri="{FF2B5EF4-FFF2-40B4-BE49-F238E27FC236}">
                <a16:creationId xmlns:a16="http://schemas.microsoft.com/office/drawing/2014/main" id="{647120C3-EC8A-5611-E0BA-36554894805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016882" y="3984408"/>
            <a:ext cx="224592" cy="22459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6246BD1-8BBC-2F31-058F-923205E0EDE8}"/>
              </a:ext>
            </a:extLst>
          </p:cNvPr>
          <p:cNvSpPr txBox="1"/>
          <p:nvPr/>
        </p:nvSpPr>
        <p:spPr>
          <a:xfrm>
            <a:off x="7689160" y="279998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IProfileStore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(Interface)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57F01D-0B6F-9219-53B6-878019ABFE6D}"/>
              </a:ext>
            </a:extLst>
          </p:cNvPr>
          <p:cNvSpPr txBox="1"/>
          <p:nvPr/>
        </p:nvSpPr>
        <p:spPr>
          <a:xfrm>
            <a:off x="6795518" y="322706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Hand-off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strategy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5CA3914-959B-6C9D-6782-1645B3032D55}"/>
              </a:ext>
            </a:extLst>
          </p:cNvPr>
          <p:cNvCxnSpPr>
            <a:cxnSpLocks/>
            <a:stCxn id="84" idx="2"/>
            <a:endCxn id="30" idx="1"/>
          </p:cNvCxnSpPr>
          <p:nvPr/>
        </p:nvCxnSpPr>
        <p:spPr>
          <a:xfrm rot="16200000" flipH="1">
            <a:off x="7098433" y="3456926"/>
            <a:ext cx="2360864" cy="1871704"/>
          </a:xfrm>
          <a:prstGeom prst="curvedConnector3">
            <a:avLst>
              <a:gd name="adj1" fmla="val 10730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8BA9389B-767A-53F6-68D7-CD1C6BC58483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646889" y="3719723"/>
            <a:ext cx="2522764" cy="1962280"/>
          </a:xfrm>
          <a:prstGeom prst="curvedConnector3">
            <a:avLst>
              <a:gd name="adj1" fmla="val 14761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E51CBCF4-614E-0C04-B2A4-2A30BFF9FB42}"/>
              </a:ext>
            </a:extLst>
          </p:cNvPr>
          <p:cNvSpPr/>
          <p:nvPr/>
        </p:nvSpPr>
        <p:spPr>
          <a:xfrm>
            <a:off x="7292482" y="401778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0C02EA0E-F72D-DE9C-4EB2-087B264A7B96}"/>
              </a:ext>
            </a:extLst>
          </p:cNvPr>
          <p:cNvSpPr/>
          <p:nvPr/>
        </p:nvSpPr>
        <p:spPr>
          <a:xfrm>
            <a:off x="7296569" y="316320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0E092C58-DD07-989A-28D4-20165CA7039E}"/>
              </a:ext>
            </a:extLst>
          </p:cNvPr>
          <p:cNvSpPr/>
          <p:nvPr/>
        </p:nvSpPr>
        <p:spPr>
          <a:xfrm>
            <a:off x="6637951" y="3648078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ECBA74-C28B-6AAD-92D2-D163CCAEA9C6}"/>
              </a:ext>
            </a:extLst>
          </p:cNvPr>
          <p:cNvSpPr txBox="1"/>
          <p:nvPr/>
        </p:nvSpPr>
        <p:spPr>
          <a:xfrm>
            <a:off x="7277154" y="3968066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931705-57DF-C442-A97A-B60A9BAB3782}"/>
              </a:ext>
            </a:extLst>
          </p:cNvPr>
          <p:cNvSpPr txBox="1"/>
          <p:nvPr/>
        </p:nvSpPr>
        <p:spPr>
          <a:xfrm>
            <a:off x="6409056" y="3609700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665B4D-5D67-E8F3-D4A2-2049D4889B02}"/>
              </a:ext>
            </a:extLst>
          </p:cNvPr>
          <p:cNvSpPr txBox="1"/>
          <p:nvPr/>
        </p:nvSpPr>
        <p:spPr>
          <a:xfrm>
            <a:off x="7141971" y="3119758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DE8D101-9C20-5D08-2447-D93DF530D13D}"/>
              </a:ext>
            </a:extLst>
          </p:cNvPr>
          <p:cNvSpPr/>
          <p:nvPr/>
        </p:nvSpPr>
        <p:spPr>
          <a:xfrm>
            <a:off x="5382117" y="5066641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855E8A-0AB8-0199-31EF-EC2A79C79505}"/>
              </a:ext>
            </a:extLst>
          </p:cNvPr>
          <p:cNvSpPr txBox="1"/>
          <p:nvPr/>
        </p:nvSpPr>
        <p:spPr>
          <a:xfrm>
            <a:off x="5324645" y="5039799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CD2D38BB-46A0-7309-3E1F-F105E3BAAEFB}"/>
              </a:ext>
            </a:extLst>
          </p:cNvPr>
          <p:cNvSpPr/>
          <p:nvPr/>
        </p:nvSpPr>
        <p:spPr>
          <a:xfrm>
            <a:off x="6477664" y="1556073"/>
            <a:ext cx="848498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7B0C33-6FB5-757E-C293-94F904A0D2E2}"/>
              </a:ext>
            </a:extLst>
          </p:cNvPr>
          <p:cNvSpPr txBox="1"/>
          <p:nvPr/>
        </p:nvSpPr>
        <p:spPr>
          <a:xfrm>
            <a:off x="6386065" y="1699867"/>
            <a:ext cx="10215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AgentSessionManager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27AB8F3-BFB3-F0FB-8FC7-829995EB199E}"/>
              </a:ext>
            </a:extLst>
          </p:cNvPr>
          <p:cNvCxnSpPr>
            <a:cxnSpLocks/>
            <a:stCxn id="61" idx="0"/>
            <a:endCxn id="74" idx="1"/>
          </p:cNvCxnSpPr>
          <p:nvPr/>
        </p:nvCxnSpPr>
        <p:spPr>
          <a:xfrm flipV="1">
            <a:off x="5163682" y="1811582"/>
            <a:ext cx="1313982" cy="10246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4" name="Picture 103" descr="Azure AI Foundry - Visual Studio Marketplace">
            <a:extLst>
              <a:ext uri="{FF2B5EF4-FFF2-40B4-BE49-F238E27FC236}">
                <a16:creationId xmlns:a16="http://schemas.microsoft.com/office/drawing/2014/main" id="{B8EAD603-19EE-B6BD-87D7-E8241A28C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630" y="4874766"/>
            <a:ext cx="307714" cy="307714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DC4BDF0F-341A-52B6-6944-5096E5013B28}"/>
              </a:ext>
            </a:extLst>
          </p:cNvPr>
          <p:cNvSpPr txBox="1"/>
          <p:nvPr/>
        </p:nvSpPr>
        <p:spPr>
          <a:xfrm>
            <a:off x="6065572" y="504112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sp>
        <p:nvSpPr>
          <p:cNvPr id="111" name="Flowchart: Connector 110">
            <a:extLst>
              <a:ext uri="{FF2B5EF4-FFF2-40B4-BE49-F238E27FC236}">
                <a16:creationId xmlns:a16="http://schemas.microsoft.com/office/drawing/2014/main" id="{154B1488-021D-F48B-E77F-1F4B0EC1B032}"/>
              </a:ext>
            </a:extLst>
          </p:cNvPr>
          <p:cNvSpPr>
            <a:spLocks noChangeAspect="1"/>
          </p:cNvSpPr>
          <p:nvPr/>
        </p:nvSpPr>
        <p:spPr>
          <a:xfrm>
            <a:off x="6281132" y="5592280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AA68E7F-B103-7274-7236-60FC73D5ED6A}"/>
              </a:ext>
            </a:extLst>
          </p:cNvPr>
          <p:cNvSpPr txBox="1"/>
          <p:nvPr/>
        </p:nvSpPr>
        <p:spPr>
          <a:xfrm>
            <a:off x="6245306" y="5890811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113" name="Picture 112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2E0049BA-A6D4-E163-9D20-796E08F8406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63616"/>
          <a:stretch>
            <a:fillRect/>
          </a:stretch>
        </p:blipFill>
        <p:spPr>
          <a:xfrm>
            <a:off x="6349273" y="5659022"/>
            <a:ext cx="172999" cy="174231"/>
          </a:xfrm>
          <a:prstGeom prst="rect">
            <a:avLst/>
          </a:prstGeom>
        </p:spPr>
      </p:pic>
      <p:sp>
        <p:nvSpPr>
          <p:cNvPr id="126" name="Rectangle 125">
            <a:extLst>
              <a:ext uri="{FF2B5EF4-FFF2-40B4-BE49-F238E27FC236}">
                <a16:creationId xmlns:a16="http://schemas.microsoft.com/office/drawing/2014/main" id="{C15102D0-9DA9-C207-0891-B195BF38A932}"/>
              </a:ext>
            </a:extLst>
          </p:cNvPr>
          <p:cNvSpPr/>
          <p:nvPr/>
        </p:nvSpPr>
        <p:spPr>
          <a:xfrm>
            <a:off x="7797766" y="1908525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1216BCF-CB4A-E17F-5827-75FE7ABDF088}"/>
              </a:ext>
            </a:extLst>
          </p:cNvPr>
          <p:cNvSpPr txBox="1"/>
          <p:nvPr/>
        </p:nvSpPr>
        <p:spPr>
          <a:xfrm>
            <a:off x="7805186" y="1866639"/>
            <a:ext cx="64453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0C65B09-2193-1B2C-8141-4B3174E90341}"/>
              </a:ext>
            </a:extLst>
          </p:cNvPr>
          <p:cNvSpPr/>
          <p:nvPr/>
        </p:nvSpPr>
        <p:spPr>
          <a:xfrm>
            <a:off x="7800713" y="1466147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7BF78E2-A9FA-91E0-623A-4BDACD823C14}"/>
              </a:ext>
            </a:extLst>
          </p:cNvPr>
          <p:cNvSpPr txBox="1"/>
          <p:nvPr/>
        </p:nvSpPr>
        <p:spPr>
          <a:xfrm>
            <a:off x="7716800" y="1424616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BB35E042-EDC5-7F8B-FC92-F82B5CF5040F}"/>
              </a:ext>
            </a:extLst>
          </p:cNvPr>
          <p:cNvCxnSpPr>
            <a:cxnSpLocks/>
            <a:stCxn id="74" idx="3"/>
            <a:endCxn id="131" idx="1"/>
          </p:cNvCxnSpPr>
          <p:nvPr/>
        </p:nvCxnSpPr>
        <p:spPr>
          <a:xfrm flipV="1">
            <a:off x="7326162" y="1595998"/>
            <a:ext cx="474551" cy="21558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CA24A9B7-D708-8240-A5A3-201884BDEA9F}"/>
              </a:ext>
            </a:extLst>
          </p:cNvPr>
          <p:cNvCxnSpPr>
            <a:cxnSpLocks/>
            <a:stCxn id="74" idx="3"/>
            <a:endCxn id="126" idx="1"/>
          </p:cNvCxnSpPr>
          <p:nvPr/>
        </p:nvCxnSpPr>
        <p:spPr>
          <a:xfrm>
            <a:off x="7326162" y="1811582"/>
            <a:ext cx="471604" cy="2267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EC7E214A-26AB-3D30-FA61-A975CF29DFF6}"/>
              </a:ext>
            </a:extLst>
          </p:cNvPr>
          <p:cNvSpPr txBox="1"/>
          <p:nvPr/>
        </p:nvSpPr>
        <p:spPr>
          <a:xfrm>
            <a:off x="7397162" y="1685816"/>
            <a:ext cx="6938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(Abstract class)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ED2E1456-CA53-2F62-B6D7-151D2618F444}"/>
              </a:ext>
            </a:extLst>
          </p:cNvPr>
          <p:cNvSpPr/>
          <p:nvPr/>
        </p:nvSpPr>
        <p:spPr>
          <a:xfrm>
            <a:off x="10473930" y="1694562"/>
            <a:ext cx="1171970" cy="675879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19E05B8-3E4C-ECB0-A851-96F44D6AAF63}"/>
              </a:ext>
            </a:extLst>
          </p:cNvPr>
          <p:cNvSpPr txBox="1"/>
          <p:nvPr/>
        </p:nvSpPr>
        <p:spPr>
          <a:xfrm>
            <a:off x="10881884" y="2045716"/>
            <a:ext cx="7822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</a:t>
            </a:r>
          </a:p>
        </p:txBody>
      </p:sp>
      <p:pic>
        <p:nvPicPr>
          <p:cNvPr id="148" name="Picture 147" descr="Redis Database: A Complete Guide | Leninmhs">
            <a:extLst>
              <a:ext uri="{FF2B5EF4-FFF2-40B4-BE49-F238E27FC236}">
                <a16:creationId xmlns:a16="http://schemas.microsoft.com/office/drawing/2014/main" id="{1B835F8B-1590-1B51-0D69-5EC9956F248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07167" y="1756506"/>
            <a:ext cx="387060" cy="326739"/>
          </a:xfrm>
          <a:prstGeom prst="rect">
            <a:avLst/>
          </a:prstGeom>
        </p:spPr>
      </p:pic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928065B-DAB8-6408-959E-69C89699D9B0}"/>
              </a:ext>
            </a:extLst>
          </p:cNvPr>
          <p:cNvCxnSpPr>
            <a:cxnSpLocks/>
            <a:stCxn id="126" idx="3"/>
            <a:endCxn id="195" idx="1"/>
          </p:cNvCxnSpPr>
          <p:nvPr/>
        </p:nvCxnSpPr>
        <p:spPr>
          <a:xfrm flipV="1">
            <a:off x="8472283" y="2035200"/>
            <a:ext cx="2151676" cy="3176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Connector: Curved 157">
            <a:extLst>
              <a:ext uri="{FF2B5EF4-FFF2-40B4-BE49-F238E27FC236}">
                <a16:creationId xmlns:a16="http://schemas.microsoft.com/office/drawing/2014/main" id="{D76777FF-F4FA-4583-414C-99D1AFA3EB64}"/>
              </a:ext>
            </a:extLst>
          </p:cNvPr>
          <p:cNvCxnSpPr>
            <a:cxnSpLocks/>
            <a:stCxn id="51" idx="3"/>
            <a:endCxn id="111" idx="0"/>
          </p:cNvCxnSpPr>
          <p:nvPr/>
        </p:nvCxnSpPr>
        <p:spPr>
          <a:xfrm>
            <a:off x="6056634" y="5371067"/>
            <a:ext cx="378355" cy="221213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7" name="Picture 166">
            <a:extLst>
              <a:ext uri="{FF2B5EF4-FFF2-40B4-BE49-F238E27FC236}">
                <a16:creationId xmlns:a16="http://schemas.microsoft.com/office/drawing/2014/main" id="{373786D0-3A99-8CD7-AB1D-5360D552A7C1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76228" y="5708593"/>
            <a:ext cx="711984" cy="3193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68" name="Connector: Curved 167">
            <a:extLst>
              <a:ext uri="{FF2B5EF4-FFF2-40B4-BE49-F238E27FC236}">
                <a16:creationId xmlns:a16="http://schemas.microsoft.com/office/drawing/2014/main" id="{42571F4E-EEFC-21CE-D9D0-2A61AA926EC2}"/>
              </a:ext>
            </a:extLst>
          </p:cNvPr>
          <p:cNvCxnSpPr>
            <a:cxnSpLocks/>
            <a:endCxn id="167" idx="0"/>
          </p:cNvCxnSpPr>
          <p:nvPr/>
        </p:nvCxnSpPr>
        <p:spPr>
          <a:xfrm rot="10800000" flipV="1">
            <a:off x="4532221" y="5374381"/>
            <a:ext cx="849901" cy="334211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9B5295D4-86EB-626B-CB94-9B266DE7FE8E}"/>
              </a:ext>
            </a:extLst>
          </p:cNvPr>
          <p:cNvSpPr txBox="1"/>
          <p:nvPr/>
        </p:nvSpPr>
        <p:spPr>
          <a:xfrm>
            <a:off x="5002617" y="5371066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14" name="Connector: Curved 113">
            <a:extLst>
              <a:ext uri="{FF2B5EF4-FFF2-40B4-BE49-F238E27FC236}">
                <a16:creationId xmlns:a16="http://schemas.microsoft.com/office/drawing/2014/main" id="{CD41314F-C56D-F589-0093-3BBEDDCFBF19}"/>
              </a:ext>
            </a:extLst>
          </p:cNvPr>
          <p:cNvCxnSpPr>
            <a:cxnSpLocks/>
            <a:stCxn id="51" idx="2"/>
            <a:endCxn id="157" idx="1"/>
          </p:cNvCxnSpPr>
          <p:nvPr/>
        </p:nvCxnSpPr>
        <p:spPr>
          <a:xfrm rot="5400000">
            <a:off x="5556098" y="5724310"/>
            <a:ext cx="212096" cy="114460"/>
          </a:xfrm>
          <a:prstGeom prst="curvedConnector4">
            <a:avLst>
              <a:gd name="adj1" fmla="val 15305"/>
              <a:gd name="adj2" fmla="val 299720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7" name="Picture 156" descr="Documents symbol - Free interface icons">
            <a:extLst>
              <a:ext uri="{FF2B5EF4-FFF2-40B4-BE49-F238E27FC236}">
                <a16:creationId xmlns:a16="http://schemas.microsoft.com/office/drawing/2014/main" id="{5C2BA52A-A1E8-1458-E918-57A375A7E60A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04916" y="5740416"/>
            <a:ext cx="294344" cy="294344"/>
          </a:xfrm>
          <a:prstGeom prst="rect">
            <a:avLst/>
          </a:prstGeom>
        </p:spPr>
      </p:pic>
      <p:sp>
        <p:nvSpPr>
          <p:cNvPr id="171" name="TextBox 170">
            <a:extLst>
              <a:ext uri="{FF2B5EF4-FFF2-40B4-BE49-F238E27FC236}">
                <a16:creationId xmlns:a16="http://schemas.microsoft.com/office/drawing/2014/main" id="{393EE669-C0FE-CA5F-DBD3-FB74526FB532}"/>
              </a:ext>
            </a:extLst>
          </p:cNvPr>
          <p:cNvSpPr txBox="1"/>
          <p:nvPr/>
        </p:nvSpPr>
        <p:spPr>
          <a:xfrm>
            <a:off x="5234158" y="5870392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F9B889D-981D-EC80-B35B-CF062F561293}"/>
              </a:ext>
            </a:extLst>
          </p:cNvPr>
          <p:cNvSpPr txBox="1"/>
          <p:nvPr/>
        </p:nvSpPr>
        <p:spPr>
          <a:xfrm>
            <a:off x="5803717" y="5751221"/>
            <a:ext cx="4085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FC109CB3-7C79-20C2-EBE6-9102F4A64067}"/>
              </a:ext>
            </a:extLst>
          </p:cNvPr>
          <p:cNvSpPr/>
          <p:nvPr/>
        </p:nvSpPr>
        <p:spPr>
          <a:xfrm>
            <a:off x="3324657" y="2030105"/>
            <a:ext cx="826171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B60DA0E7-C80F-1421-D884-2D0DD5BAEC8E}"/>
              </a:ext>
            </a:extLst>
          </p:cNvPr>
          <p:cNvSpPr txBox="1"/>
          <p:nvPr/>
        </p:nvSpPr>
        <p:spPr>
          <a:xfrm>
            <a:off x="3223791" y="2016468"/>
            <a:ext cx="102153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MCPSession</a:t>
            </a:r>
          </a:p>
          <a:p>
            <a:r>
              <a:rPr lang="en-US" sz="500" b="0" dirty="0"/>
              <a:t>(Stateful Session Manager </a:t>
            </a:r>
          </a:p>
          <a:p>
            <a:r>
              <a:rPr lang="en-US" sz="500" b="0" dirty="0"/>
              <a:t>or</a:t>
            </a:r>
          </a:p>
          <a:p>
            <a:r>
              <a:rPr lang="en-US" sz="500" b="0" dirty="0">
                <a:solidFill>
                  <a:srgbClr val="00B050"/>
                </a:solidFill>
              </a:rPr>
              <a:t>ISessionMigrationHandler</a:t>
            </a:r>
            <a:r>
              <a:rPr lang="en-US" sz="500" b="0" dirty="0"/>
              <a:t>)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F5CF1F14-4F01-2CC0-6F13-D4DB3077C1C9}"/>
              </a:ext>
            </a:extLst>
          </p:cNvPr>
          <p:cNvSpPr txBox="1"/>
          <p:nvPr/>
        </p:nvSpPr>
        <p:spPr>
          <a:xfrm>
            <a:off x="4337529" y="2075614"/>
            <a:ext cx="1283103" cy="245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dirty="0">
                <a:solidFill>
                  <a:srgbClr val="00B050"/>
                </a:solidFill>
                <a:latin typeface="Consolas" panose="020B0609020204030204" pitchFamily="49" charset="0"/>
              </a:rPr>
              <a:t>RedisSessionMigrationHandler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113EE7BB-731A-8E9C-E45B-375B6DF9B231}"/>
              </a:ext>
            </a:extLst>
          </p:cNvPr>
          <p:cNvSpPr txBox="1"/>
          <p:nvPr/>
        </p:nvSpPr>
        <p:spPr>
          <a:xfrm>
            <a:off x="10453501" y="1832986"/>
            <a:ext cx="58136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agentsession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F78B54DC-EC7D-0B2F-FEB5-D593EDF58D9B}"/>
              </a:ext>
            </a:extLst>
          </p:cNvPr>
          <p:cNvSpPr txBox="1"/>
          <p:nvPr/>
        </p:nvSpPr>
        <p:spPr>
          <a:xfrm>
            <a:off x="10466947" y="2066523"/>
            <a:ext cx="58136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mcpinit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95" name="Picture 194" descr="Tropical blue database 5 icon - Free tropical blue database icons">
            <a:extLst>
              <a:ext uri="{FF2B5EF4-FFF2-40B4-BE49-F238E27FC236}">
                <a16:creationId xmlns:a16="http://schemas.microsoft.com/office/drawing/2014/main" id="{384B32F9-24D9-B76B-A3D8-B27AAE0260B6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623959" y="1979400"/>
            <a:ext cx="111600" cy="111600"/>
          </a:xfrm>
          <a:prstGeom prst="rect">
            <a:avLst/>
          </a:prstGeom>
        </p:spPr>
      </p:pic>
      <p:pic>
        <p:nvPicPr>
          <p:cNvPr id="196" name="Picture 195" descr="Tropical blue database 5 icon - Free tropical blue database icons">
            <a:extLst>
              <a:ext uri="{FF2B5EF4-FFF2-40B4-BE49-F238E27FC236}">
                <a16:creationId xmlns:a16="http://schemas.microsoft.com/office/drawing/2014/main" id="{536F9231-F46E-BD26-86D4-F433C4A7EB26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623959" y="2197076"/>
            <a:ext cx="111600" cy="111600"/>
          </a:xfrm>
          <a:prstGeom prst="rect">
            <a:avLst/>
          </a:prstGeom>
        </p:spPr>
      </p:pic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FA275F5-075C-2453-3515-0F5E3F3DF2AB}"/>
              </a:ext>
            </a:extLst>
          </p:cNvPr>
          <p:cNvCxnSpPr>
            <a:cxnSpLocks/>
            <a:stCxn id="178" idx="3"/>
            <a:endCxn id="196" idx="1"/>
          </p:cNvCxnSpPr>
          <p:nvPr/>
        </p:nvCxnSpPr>
        <p:spPr>
          <a:xfrm flipV="1">
            <a:off x="4150828" y="2252876"/>
            <a:ext cx="6473131" cy="32738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453F918E-303F-1342-14AA-969B984B8AA7}"/>
              </a:ext>
            </a:extLst>
          </p:cNvPr>
          <p:cNvCxnSpPr>
            <a:cxnSpLocks/>
            <a:stCxn id="72" idx="0"/>
            <a:endCxn id="178" idx="2"/>
          </p:cNvCxnSpPr>
          <p:nvPr/>
        </p:nvCxnSpPr>
        <p:spPr>
          <a:xfrm flipV="1">
            <a:off x="3734557" y="2541122"/>
            <a:ext cx="3186" cy="29513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C5CD6EDF-7B19-FD35-6B32-5DA8B9061D4D}"/>
              </a:ext>
            </a:extLst>
          </p:cNvPr>
          <p:cNvSpPr txBox="1"/>
          <p:nvPr/>
        </p:nvSpPr>
        <p:spPr>
          <a:xfrm>
            <a:off x="4259210" y="3117673"/>
            <a:ext cx="6012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Injected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5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Dependencies</a:t>
            </a:r>
            <a:endParaRPr kumimoji="0" lang="en-US" sz="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685238C-BCC8-791E-FA86-597F5E0F6D10}"/>
              </a:ext>
            </a:extLst>
          </p:cNvPr>
          <p:cNvSpPr txBox="1"/>
          <p:nvPr/>
        </p:nvSpPr>
        <p:spPr>
          <a:xfrm>
            <a:off x="10446397" y="2860380"/>
            <a:ext cx="58136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Persisted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Profiles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214" name="Picture 213" descr="Tropical blue database 5 icon - Free tropical blue database icons">
            <a:extLst>
              <a:ext uri="{FF2B5EF4-FFF2-40B4-BE49-F238E27FC236}">
                <a16:creationId xmlns:a16="http://schemas.microsoft.com/office/drawing/2014/main" id="{F1D6A55F-EF7D-6D88-A653-D202B61B8650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612072" y="3081695"/>
            <a:ext cx="111600" cy="111600"/>
          </a:xfrm>
          <a:prstGeom prst="rect">
            <a:avLst/>
          </a:prstGeom>
        </p:spPr>
      </p:pic>
      <p:pic>
        <p:nvPicPr>
          <p:cNvPr id="216" name="Picture 215" descr="Docker - Quick start guide | Packagecloud Blog">
            <a:extLst>
              <a:ext uri="{FF2B5EF4-FFF2-40B4-BE49-F238E27FC236}">
                <a16:creationId xmlns:a16="http://schemas.microsoft.com/office/drawing/2014/main" id="{06225AE8-A298-0971-908F-CB0E810CE53F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344822" y="1513673"/>
            <a:ext cx="401977" cy="293702"/>
          </a:xfrm>
          <a:prstGeom prst="rect">
            <a:avLst/>
          </a:prstGeom>
        </p:spPr>
      </p:pic>
      <p:pic>
        <p:nvPicPr>
          <p:cNvPr id="217" name="Picture 216" descr="Docker - Quick start guide | Packagecloud Blog">
            <a:extLst>
              <a:ext uri="{FF2B5EF4-FFF2-40B4-BE49-F238E27FC236}">
                <a16:creationId xmlns:a16="http://schemas.microsoft.com/office/drawing/2014/main" id="{749B56A4-1CD1-CDE6-BDDC-544614257D79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359502" y="2590563"/>
            <a:ext cx="401977" cy="293702"/>
          </a:xfrm>
          <a:prstGeom prst="rect">
            <a:avLst/>
          </a:prstGeom>
        </p:spPr>
      </p:pic>
      <p:pic>
        <p:nvPicPr>
          <p:cNvPr id="218" name="Picture 217" descr="Docker Logo and symbol, meaning, history, PNG, brand">
            <a:extLst>
              <a:ext uri="{FF2B5EF4-FFF2-40B4-BE49-F238E27FC236}">
                <a16:creationId xmlns:a16="http://schemas.microsoft.com/office/drawing/2014/main" id="{8A41A88C-5F26-8115-46E6-0BE49AF55152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682147" y="1156854"/>
            <a:ext cx="675014" cy="379695"/>
          </a:xfrm>
          <a:prstGeom prst="rect">
            <a:avLst/>
          </a:prstGeom>
        </p:spPr>
      </p:pic>
      <p:sp>
        <p:nvSpPr>
          <p:cNvPr id="220" name="TextBox 219">
            <a:extLst>
              <a:ext uri="{FF2B5EF4-FFF2-40B4-BE49-F238E27FC236}">
                <a16:creationId xmlns:a16="http://schemas.microsoft.com/office/drawing/2014/main" id="{0DA7B2AD-4944-3CBD-A397-DF49454D7D43}"/>
              </a:ext>
            </a:extLst>
          </p:cNvPr>
          <p:cNvSpPr txBox="1"/>
          <p:nvPr/>
        </p:nvSpPr>
        <p:spPr>
          <a:xfrm>
            <a:off x="11166960" y="1197853"/>
            <a:ext cx="10596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Docker host</a:t>
            </a:r>
          </a:p>
          <a:p>
            <a:r>
              <a:rPr lang="en-US" sz="5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(Docker Desktop)</a:t>
            </a: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75A09A82-A3D8-1ADC-265B-ECA8A776EBC8}"/>
              </a:ext>
            </a:extLst>
          </p:cNvPr>
          <p:cNvSpPr/>
          <p:nvPr/>
        </p:nvSpPr>
        <p:spPr>
          <a:xfrm>
            <a:off x="2780194" y="2836460"/>
            <a:ext cx="459961" cy="60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973572C6-1600-D10C-90C7-8D03CC2A735D}"/>
              </a:ext>
            </a:extLst>
          </p:cNvPr>
          <p:cNvSpPr txBox="1"/>
          <p:nvPr/>
        </p:nvSpPr>
        <p:spPr>
          <a:xfrm>
            <a:off x="2721493" y="2856194"/>
            <a:ext cx="596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service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(Kestrel)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600" b="1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ASP.NET Core</a:t>
            </a:r>
            <a:endParaRPr kumimoji="0" lang="en-US" sz="6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313CF3EC-3C69-80F1-CCCB-039B437FB804}"/>
              </a:ext>
            </a:extLst>
          </p:cNvPr>
          <p:cNvCxnSpPr>
            <a:cxnSpLocks/>
            <a:stCxn id="72" idx="1"/>
            <a:endCxn id="221" idx="3"/>
          </p:cNvCxnSpPr>
          <p:nvPr/>
        </p:nvCxnSpPr>
        <p:spPr>
          <a:xfrm flipH="1">
            <a:off x="3240155" y="3140684"/>
            <a:ext cx="78131" cy="101"/>
          </a:xfrm>
          <a:prstGeom prst="straightConnector1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C6E6DD0-4D8A-4206-C193-6F860A3BCCA2}"/>
              </a:ext>
            </a:extLst>
          </p:cNvPr>
          <p:cNvCxnSpPr>
            <a:cxnSpLocks/>
          </p:cNvCxnSpPr>
          <p:nvPr/>
        </p:nvCxnSpPr>
        <p:spPr>
          <a:xfrm>
            <a:off x="1950496" y="3135301"/>
            <a:ext cx="842398" cy="548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23A65DA2-A01E-9A94-5978-8252A861525A}"/>
              </a:ext>
            </a:extLst>
          </p:cNvPr>
          <p:cNvSpPr txBox="1"/>
          <p:nvPr/>
        </p:nvSpPr>
        <p:spPr>
          <a:xfrm>
            <a:off x="6205237" y="3258879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BB00BEF2-E25E-AF8E-774E-9637E02CBB7B}"/>
              </a:ext>
            </a:extLst>
          </p:cNvPr>
          <p:cNvSpPr txBox="1"/>
          <p:nvPr/>
        </p:nvSpPr>
        <p:spPr>
          <a:xfrm>
            <a:off x="7069573" y="2794926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3430EDC5-9CEB-534B-FC07-D8A7A6A692DE}"/>
              </a:ext>
            </a:extLst>
          </p:cNvPr>
          <p:cNvSpPr txBox="1"/>
          <p:nvPr/>
        </p:nvSpPr>
        <p:spPr>
          <a:xfrm>
            <a:off x="7055518" y="3633047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66B7C42-04F7-7F50-7B0C-3A2537F5DEB1}"/>
              </a:ext>
            </a:extLst>
          </p:cNvPr>
          <p:cNvGrpSpPr/>
          <p:nvPr/>
        </p:nvGrpSpPr>
        <p:grpSpPr>
          <a:xfrm>
            <a:off x="3232239" y="4857027"/>
            <a:ext cx="501755" cy="580648"/>
            <a:chOff x="2427818" y="5077457"/>
            <a:chExt cx="501755" cy="580648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9A1ADCBB-41F6-DDEB-D570-51C34E5AEE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2444020" y="5077457"/>
              <a:ext cx="370462" cy="370462"/>
            </a:xfrm>
            <a:prstGeom prst="rect">
              <a:avLst/>
            </a:prstGeom>
          </p:spPr>
        </p:pic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C04C56-5AB4-262B-F0DE-294328F362D2}"/>
                </a:ext>
              </a:extLst>
            </p:cNvPr>
            <p:cNvSpPr txBox="1"/>
            <p:nvPr/>
          </p:nvSpPr>
          <p:spPr>
            <a:xfrm>
              <a:off x="2427818" y="5374595"/>
              <a:ext cx="501755" cy="283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1" i="0" u="none" strike="noStrike" kern="1200" cap="none" spc="0" normalizeH="0" baseline="0" noProof="0" dirty="0">
                  <a:ln>
                    <a:noFill/>
                  </a:ln>
                  <a:solidFill>
                    <a:srgbClr val="1271EC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rPr>
                <a:t>Azure Entra</a:t>
              </a:r>
            </a:p>
          </p:txBody>
        </p:sp>
      </p:grpSp>
      <p:sp>
        <p:nvSpPr>
          <p:cNvPr id="65" name="Rectangle 64">
            <a:extLst>
              <a:ext uri="{FF2B5EF4-FFF2-40B4-BE49-F238E27FC236}">
                <a16:creationId xmlns:a16="http://schemas.microsoft.com/office/drawing/2014/main" id="{413F63DF-661B-487B-64DC-E1D31CD367BF}"/>
              </a:ext>
            </a:extLst>
          </p:cNvPr>
          <p:cNvSpPr/>
          <p:nvPr/>
        </p:nvSpPr>
        <p:spPr>
          <a:xfrm>
            <a:off x="3918953" y="4835335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4" name="Graphic 53">
            <a:extLst>
              <a:ext uri="{FF2B5EF4-FFF2-40B4-BE49-F238E27FC236}">
                <a16:creationId xmlns:a16="http://schemas.microsoft.com/office/drawing/2014/main" id="{EDE54265-CA26-058A-7930-FA3AB2A209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4140105" y="5041792"/>
            <a:ext cx="250098" cy="250098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A172EEF8-A991-8101-9945-DCA4FF272936}"/>
              </a:ext>
            </a:extLst>
          </p:cNvPr>
          <p:cNvSpPr txBox="1"/>
          <p:nvPr/>
        </p:nvSpPr>
        <p:spPr>
          <a:xfrm>
            <a:off x="3866226" y="4798250"/>
            <a:ext cx="798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App </a:t>
            </a:r>
            <a:r>
              <a:rPr lang="en-US" sz="600" b="1" dirty="0">
                <a:solidFill>
                  <a:srgbClr val="1271E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Registration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1271EC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0FB6A0-15FB-096D-009A-DC79DC2E4FE0}"/>
              </a:ext>
            </a:extLst>
          </p:cNvPr>
          <p:cNvSpPr txBox="1"/>
          <p:nvPr/>
        </p:nvSpPr>
        <p:spPr>
          <a:xfrm>
            <a:off x="3954035" y="5233524"/>
            <a:ext cx="65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 Principal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9" name="Connector: Curved 68">
            <a:extLst>
              <a:ext uri="{FF2B5EF4-FFF2-40B4-BE49-F238E27FC236}">
                <a16:creationId xmlns:a16="http://schemas.microsoft.com/office/drawing/2014/main" id="{96EE2BB0-6498-FF35-5FF7-FA4A0DB280EE}"/>
              </a:ext>
            </a:extLst>
          </p:cNvPr>
          <p:cNvCxnSpPr>
            <a:cxnSpLocks/>
            <a:stCxn id="65" idx="1"/>
            <a:endCxn id="27" idx="3"/>
          </p:cNvCxnSpPr>
          <p:nvPr/>
        </p:nvCxnSpPr>
        <p:spPr>
          <a:xfrm rot="10800000">
            <a:off x="3618903" y="5042259"/>
            <a:ext cx="300050" cy="97503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Curved 80">
            <a:extLst>
              <a:ext uri="{FF2B5EF4-FFF2-40B4-BE49-F238E27FC236}">
                <a16:creationId xmlns:a16="http://schemas.microsoft.com/office/drawing/2014/main" id="{864918CD-8D4A-F1C5-9D4A-E3AACE9686C1}"/>
              </a:ext>
            </a:extLst>
          </p:cNvPr>
          <p:cNvCxnSpPr>
            <a:cxnSpLocks/>
          </p:cNvCxnSpPr>
          <p:nvPr/>
        </p:nvCxnSpPr>
        <p:spPr>
          <a:xfrm rot="10800000" flipV="1">
            <a:off x="4591051" y="3856433"/>
            <a:ext cx="1652637" cy="1145265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CC6770C2-19D5-877D-8AEB-C20AB5BCF3AE}"/>
              </a:ext>
            </a:extLst>
          </p:cNvPr>
          <p:cNvSpPr/>
          <p:nvPr/>
        </p:nvSpPr>
        <p:spPr>
          <a:xfrm>
            <a:off x="3175839" y="4777994"/>
            <a:ext cx="1556812" cy="710849"/>
          </a:xfrm>
          <a:prstGeom prst="roundRect">
            <a:avLst/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93" name="Connector: Curved 92">
            <a:extLst>
              <a:ext uri="{FF2B5EF4-FFF2-40B4-BE49-F238E27FC236}">
                <a16:creationId xmlns:a16="http://schemas.microsoft.com/office/drawing/2014/main" id="{210DB576-D03D-5CEF-C620-E19DC42EBECC}"/>
              </a:ext>
            </a:extLst>
          </p:cNvPr>
          <p:cNvCxnSpPr>
            <a:cxnSpLocks/>
            <a:stCxn id="65" idx="3"/>
          </p:cNvCxnSpPr>
          <p:nvPr/>
        </p:nvCxnSpPr>
        <p:spPr>
          <a:xfrm>
            <a:off x="4593470" y="5139761"/>
            <a:ext cx="795195" cy="157295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D50BB6B1-8891-D711-BBEF-08EF514886F8}"/>
              </a:ext>
            </a:extLst>
          </p:cNvPr>
          <p:cNvSpPr txBox="1"/>
          <p:nvPr/>
        </p:nvSpPr>
        <p:spPr>
          <a:xfrm>
            <a:off x="4842685" y="5052845"/>
            <a:ext cx="60475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Authorization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65B1068E-6463-ECC4-A969-3918972E8A88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558843" y="5360266"/>
            <a:ext cx="311500" cy="302536"/>
          </a:xfrm>
          <a:prstGeom prst="rect">
            <a:avLst/>
          </a:prstGeom>
        </p:spPr>
      </p:pic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8669FB64-0742-B624-5FA4-D43BE7AD0FD5}"/>
              </a:ext>
            </a:extLst>
          </p:cNvPr>
          <p:cNvCxnSpPr>
            <a:cxnSpLocks/>
          </p:cNvCxnSpPr>
          <p:nvPr/>
        </p:nvCxnSpPr>
        <p:spPr>
          <a:xfrm flipH="1">
            <a:off x="5719376" y="3679347"/>
            <a:ext cx="621185" cy="13491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E6F629E-76EE-93C1-32E2-FC2C3134A547}"/>
              </a:ext>
            </a:extLst>
          </p:cNvPr>
          <p:cNvGrpSpPr/>
          <p:nvPr/>
        </p:nvGrpSpPr>
        <p:grpSpPr>
          <a:xfrm>
            <a:off x="5798655" y="3641646"/>
            <a:ext cx="581126" cy="196395"/>
            <a:chOff x="5233262" y="3876692"/>
            <a:chExt cx="581126" cy="196395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9542B1E-FFA2-63E3-9AE8-DC10D794AC71}"/>
                </a:ext>
              </a:extLst>
            </p:cNvPr>
            <p:cNvSpPr txBox="1"/>
            <p:nvPr/>
          </p:nvSpPr>
          <p:spPr>
            <a:xfrm>
              <a:off x="5233262" y="3876692"/>
              <a:ext cx="523651" cy="1511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sz="500" dirty="0">
                  <a:solidFill>
                    <a:srgbClr val="1471EC"/>
                  </a:solidFill>
                  <a:latin typeface="Consolas" panose="020B0609020204030204" pitchFamily="49" charset="0"/>
                </a:rPr>
                <a:t>FoundryAgent</a:t>
              </a:r>
            </a:p>
          </p:txBody>
        </p:sp>
        <p:pic>
          <p:nvPicPr>
            <p:cNvPr id="119" name="Picture 118">
              <a:extLst>
                <a:ext uri="{FF2B5EF4-FFF2-40B4-BE49-F238E27FC236}">
                  <a16:creationId xmlns:a16="http://schemas.microsoft.com/office/drawing/2014/main" id="{BF3CCE69-F91A-D1CC-F7AE-7FEC86335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5645020" y="3908593"/>
              <a:ext cx="169368" cy="164494"/>
            </a:xfrm>
            <a:prstGeom prst="rect">
              <a:avLst/>
            </a:prstGeom>
          </p:spPr>
        </p:pic>
      </p:grpSp>
      <p:pic>
        <p:nvPicPr>
          <p:cNvPr id="137" name="Picture 136" descr="Laptop Coding icon in Windows 11 Color ...">
            <a:extLst>
              <a:ext uri="{FF2B5EF4-FFF2-40B4-BE49-F238E27FC236}">
                <a16:creationId xmlns:a16="http://schemas.microsoft.com/office/drawing/2014/main" id="{850108F5-057A-C960-C555-424ED261B9B2}"/>
              </a:ext>
            </a:extLst>
          </p:cNvPr>
          <p:cNvPicPr>
            <a:picLocks noChangeAspect="1"/>
          </p:cNvPicPr>
          <p:nvPr/>
        </p:nvPicPr>
        <p:blipFill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336" y="813317"/>
            <a:ext cx="586832" cy="586832"/>
          </a:xfrm>
          <a:prstGeom prst="rect">
            <a:avLst/>
          </a:prstGeom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FCAC641A-57A4-F648-FF43-06DB8FBAF675}"/>
              </a:ext>
            </a:extLst>
          </p:cNvPr>
          <p:cNvSpPr txBox="1"/>
          <p:nvPr/>
        </p:nvSpPr>
        <p:spPr>
          <a:xfrm>
            <a:off x="653767" y="940855"/>
            <a:ext cx="120656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Dev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1F2571B-5376-B082-E4F8-6BE8B176E777}"/>
              </a:ext>
            </a:extLst>
          </p:cNvPr>
          <p:cNvSpPr txBox="1"/>
          <p:nvPr/>
        </p:nvSpPr>
        <p:spPr>
          <a:xfrm>
            <a:off x="4708247" y="4691717"/>
            <a:ext cx="51442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31FCC8-A05E-ED7C-C538-1D4B81960E4A}"/>
              </a:ext>
            </a:extLst>
          </p:cNvPr>
          <p:cNvSpPr txBox="1"/>
          <p:nvPr/>
        </p:nvSpPr>
        <p:spPr>
          <a:xfrm>
            <a:off x="2445096" y="3099367"/>
            <a:ext cx="4151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Port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5000</a:t>
            </a:r>
          </a:p>
        </p:txBody>
      </p:sp>
    </p:spTree>
    <p:extLst>
      <p:ext uri="{BB962C8B-B14F-4D97-AF65-F5344CB8AC3E}">
        <p14:creationId xmlns:p14="http://schemas.microsoft.com/office/powerpoint/2010/main" val="1311564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F57ED-E75C-3A83-9C7D-AE8486283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656" y="146350"/>
            <a:ext cx="10515600" cy="736652"/>
          </a:xfrm>
        </p:spPr>
        <p:txBody>
          <a:bodyPr/>
          <a:lstStyle/>
          <a:p>
            <a:r>
              <a:rPr lang="en-US" dirty="0"/>
              <a:t>TCP Ports in single machine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D2B8D027-4EE4-A6DC-AF22-2552FF6E7313}"/>
                  </a:ext>
                </a:extLst>
              </p14:cNvPr>
              <p14:cNvContentPartPr/>
              <p14:nvPr/>
            </p14:nvContentPartPr>
            <p14:xfrm>
              <a:off x="4938016" y="3170216"/>
              <a:ext cx="64440" cy="21456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D2B8D027-4EE4-A6DC-AF22-2552FF6E731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20016" y="3152216"/>
                <a:ext cx="100080" cy="250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97546EC-B893-A677-2FD9-0CB36092ED28}"/>
              </a:ext>
            </a:extLst>
          </p:cNvPr>
          <p:cNvGrpSpPr/>
          <p:nvPr/>
        </p:nvGrpSpPr>
        <p:grpSpPr>
          <a:xfrm>
            <a:off x="164056" y="1162136"/>
            <a:ext cx="8222040" cy="4563000"/>
            <a:chOff x="164056" y="1162136"/>
            <a:chExt cx="8222040" cy="456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B06FDA8-3138-7EFF-EAC3-8EC41BA4B679}"/>
                    </a:ext>
                  </a:extLst>
                </p14:cNvPr>
                <p14:cNvContentPartPr/>
                <p14:nvPr/>
              </p14:nvContentPartPr>
              <p14:xfrm>
                <a:off x="1923376" y="1684152"/>
                <a:ext cx="146160" cy="3277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B06FDA8-3138-7EFF-EAC3-8EC41BA4B67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905736" y="1666512"/>
                  <a:ext cx="181800" cy="331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7DF75AB-4D38-F0DD-8B74-B0E19AFE4D76}"/>
                    </a:ext>
                  </a:extLst>
                </p14:cNvPr>
                <p14:cNvContentPartPr/>
                <p14:nvPr/>
              </p14:nvContentPartPr>
              <p14:xfrm>
                <a:off x="1901776" y="1608896"/>
                <a:ext cx="6484320" cy="4034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7DF75AB-4D38-F0DD-8B74-B0E19AFE4D7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84136" y="1590896"/>
                  <a:ext cx="6519960" cy="40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71B77C6-80E3-1348-E177-17CA6619B608}"/>
                    </a:ext>
                  </a:extLst>
                </p14:cNvPr>
                <p14:cNvContentPartPr/>
                <p14:nvPr/>
              </p14:nvContentPartPr>
              <p14:xfrm>
                <a:off x="2037856" y="4851056"/>
                <a:ext cx="29520" cy="8740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71B77C6-80E3-1348-E177-17CA6619B60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19856" y="4833056"/>
                  <a:ext cx="6516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208F4B5-FDC7-C193-39B3-2DE0A9634A63}"/>
                    </a:ext>
                  </a:extLst>
                </p14:cNvPr>
                <p14:cNvContentPartPr/>
                <p14:nvPr/>
              </p14:nvContentPartPr>
              <p14:xfrm>
                <a:off x="2347096" y="1177976"/>
                <a:ext cx="24480" cy="433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208F4B5-FDC7-C193-39B3-2DE0A9634A6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29096" y="1159976"/>
                  <a:ext cx="6012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B77CCB8-92A9-023D-6658-A97763E65D00}"/>
                    </a:ext>
                  </a:extLst>
                </p14:cNvPr>
                <p14:cNvContentPartPr/>
                <p14:nvPr/>
              </p14:nvContentPartPr>
              <p14:xfrm>
                <a:off x="2308576" y="1162136"/>
                <a:ext cx="325440" cy="4816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B77CCB8-92A9-023D-6658-A97763E65D0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90576" y="1144136"/>
                  <a:ext cx="36108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666190A-BE8A-2DC7-67D5-AEBE1E058DF3}"/>
                    </a:ext>
                  </a:extLst>
                </p14:cNvPr>
                <p14:cNvContentPartPr/>
                <p14:nvPr/>
              </p14:nvContentPartPr>
              <p14:xfrm>
                <a:off x="2761456" y="1196696"/>
                <a:ext cx="192960" cy="4474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666190A-BE8A-2DC7-67D5-AEBE1E058DF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743456" y="1179056"/>
                  <a:ext cx="22860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3BD481C-AF0B-235F-0B65-48751368E2AE}"/>
                    </a:ext>
                  </a:extLst>
                </p14:cNvPr>
                <p14:cNvContentPartPr/>
                <p14:nvPr/>
              </p14:nvContentPartPr>
              <p14:xfrm>
                <a:off x="2986816" y="1220816"/>
                <a:ext cx="186120" cy="3549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3BD481C-AF0B-235F-0B65-48751368E2A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69176" y="1202816"/>
                  <a:ext cx="22176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905776F-48E4-FF4C-E2B2-712D49F07DC8}"/>
                    </a:ext>
                  </a:extLst>
                </p14:cNvPr>
                <p14:cNvContentPartPr/>
                <p14:nvPr/>
              </p14:nvContentPartPr>
              <p14:xfrm>
                <a:off x="3288856" y="1197056"/>
                <a:ext cx="201960" cy="425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905776F-48E4-FF4C-E2B2-712D49F07DC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71216" y="1179056"/>
                  <a:ext cx="23760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9F8B78D-A0BB-B481-09A2-31A187226530}"/>
                    </a:ext>
                  </a:extLst>
                </p14:cNvPr>
                <p14:cNvContentPartPr/>
                <p14:nvPr/>
              </p14:nvContentPartPr>
              <p14:xfrm>
                <a:off x="3659656" y="1301096"/>
                <a:ext cx="15480" cy="286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9F8B78D-A0BB-B481-09A2-31A18722653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641656" y="1283456"/>
                  <a:ext cx="5112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A743FA1-F81D-D1FF-9657-D37E3790A423}"/>
                    </a:ext>
                  </a:extLst>
                </p14:cNvPr>
                <p14:cNvContentPartPr/>
                <p14:nvPr/>
              </p14:nvContentPartPr>
              <p14:xfrm>
                <a:off x="3829216" y="1323416"/>
                <a:ext cx="32040" cy="272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A743FA1-F81D-D1FF-9657-D37E3790A42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811576" y="1305776"/>
                  <a:ext cx="676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12D75B0-04DA-85DE-7A40-6B57C4DBC8E3}"/>
                    </a:ext>
                  </a:extLst>
                </p14:cNvPr>
                <p14:cNvContentPartPr/>
                <p14:nvPr/>
              </p14:nvContentPartPr>
              <p14:xfrm>
                <a:off x="3833896" y="1218656"/>
                <a:ext cx="209160" cy="3776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12D75B0-04DA-85DE-7A40-6B57C4DBC8E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815896" y="1200656"/>
                  <a:ext cx="2448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8511059-EE11-08B2-6BF6-439689E3AF55}"/>
                    </a:ext>
                  </a:extLst>
                </p14:cNvPr>
                <p14:cNvContentPartPr/>
                <p14:nvPr/>
              </p14:nvContentPartPr>
              <p14:xfrm>
                <a:off x="4076896" y="1185896"/>
                <a:ext cx="261000" cy="373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8511059-EE11-08B2-6BF6-439689E3AF5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059256" y="1167896"/>
                  <a:ext cx="29664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E172C91-CC50-016F-F872-37831C788F35}"/>
                    </a:ext>
                  </a:extLst>
                </p14:cNvPr>
                <p14:cNvContentPartPr/>
                <p14:nvPr/>
              </p14:nvContentPartPr>
              <p14:xfrm>
                <a:off x="4127296" y="1375616"/>
                <a:ext cx="165240" cy="32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E172C91-CC50-016F-F872-37831C788F3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109656" y="1357616"/>
                  <a:ext cx="2008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34ADB0-958A-1726-A535-2EC836F77EFE}"/>
                    </a:ext>
                  </a:extLst>
                </p14:cNvPr>
                <p14:cNvContentPartPr/>
                <p14:nvPr/>
              </p14:nvContentPartPr>
              <p14:xfrm>
                <a:off x="3773776" y="4192976"/>
                <a:ext cx="42120" cy="718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34ADB0-958A-1726-A535-2EC836F77EF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55776" y="4174976"/>
                  <a:ext cx="77760" cy="75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E3DF4F7-E37A-B018-9997-598F1DB57975}"/>
                    </a:ext>
                  </a:extLst>
                </p14:cNvPr>
                <p14:cNvContentPartPr/>
                <p14:nvPr/>
              </p14:nvContentPartPr>
              <p14:xfrm>
                <a:off x="3896536" y="3984536"/>
                <a:ext cx="2101680" cy="133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E3DF4F7-E37A-B018-9997-598F1DB5797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878896" y="3966896"/>
                  <a:ext cx="21373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33D1E6A-6F3E-41F8-51BE-837ACA28C330}"/>
                    </a:ext>
                  </a:extLst>
                </p14:cNvPr>
                <p14:cNvContentPartPr/>
                <p14:nvPr/>
              </p14:nvContentPartPr>
              <p14:xfrm>
                <a:off x="6052576" y="4030616"/>
                <a:ext cx="83160" cy="1038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33D1E6A-6F3E-41F8-51BE-837ACA28C33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034936" y="4012616"/>
                  <a:ext cx="118800" cy="10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9FF5399-F92D-C62A-A7F7-6F2E009C7BAC}"/>
                    </a:ext>
                  </a:extLst>
                </p14:cNvPr>
                <p14:cNvContentPartPr/>
                <p14:nvPr/>
              </p14:nvContentPartPr>
              <p14:xfrm>
                <a:off x="3806896" y="5096576"/>
                <a:ext cx="2384280" cy="1771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9FF5399-F92D-C62A-A7F7-6F2E009C7BA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88896" y="5078936"/>
                  <a:ext cx="24199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8768C70-2F87-C755-36E5-5F92BEA87E0F}"/>
                    </a:ext>
                  </a:extLst>
                </p14:cNvPr>
                <p14:cNvContentPartPr/>
                <p14:nvPr/>
              </p14:nvContentPartPr>
              <p14:xfrm>
                <a:off x="3740296" y="4763216"/>
                <a:ext cx="60120" cy="5497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8768C70-2F87-C755-36E5-5F92BEA87E0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722296" y="4745216"/>
                  <a:ext cx="95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F637D72-214F-5D0E-2FF9-A17DE737BED9}"/>
                    </a:ext>
                  </a:extLst>
                </p14:cNvPr>
                <p14:cNvContentPartPr/>
                <p14:nvPr/>
              </p14:nvContentPartPr>
              <p14:xfrm>
                <a:off x="4294336" y="4407536"/>
                <a:ext cx="218880" cy="3387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F637D72-214F-5D0E-2FF9-A17DE737BED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76336" y="4389896"/>
                  <a:ext cx="2545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EA0D632-BA53-B27B-C24C-57306E93EE81}"/>
                    </a:ext>
                  </a:extLst>
                </p14:cNvPr>
                <p14:cNvContentPartPr/>
                <p14:nvPr/>
              </p14:nvContentPartPr>
              <p14:xfrm>
                <a:off x="4600336" y="4502216"/>
                <a:ext cx="146520" cy="217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EA0D632-BA53-B27B-C24C-57306E93EE8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582696" y="4484216"/>
                  <a:ext cx="1821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1F57652-F3F5-D840-790F-5FE44E87369C}"/>
                    </a:ext>
                  </a:extLst>
                </p14:cNvPr>
                <p14:cNvContentPartPr/>
                <p14:nvPr/>
              </p14:nvContentPartPr>
              <p14:xfrm>
                <a:off x="4811296" y="4501856"/>
                <a:ext cx="99000" cy="173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1F57652-F3F5-D840-790F-5FE44E87369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793656" y="4484216"/>
                  <a:ext cx="1346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BE80089-CBC5-EE0E-A507-C02BC1040688}"/>
                    </a:ext>
                  </a:extLst>
                </p14:cNvPr>
                <p14:cNvContentPartPr/>
                <p14:nvPr/>
              </p14:nvContentPartPr>
              <p14:xfrm>
                <a:off x="5017216" y="4399256"/>
                <a:ext cx="334080" cy="282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BE80089-CBC5-EE0E-A507-C02BC104068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99576" y="4381616"/>
                  <a:ext cx="3697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665A756-E224-FC31-63B6-8F5BD0BE8BF3}"/>
                    </a:ext>
                  </a:extLst>
                </p14:cNvPr>
                <p14:cNvContentPartPr/>
                <p14:nvPr/>
              </p14:nvContentPartPr>
              <p14:xfrm>
                <a:off x="5465056" y="4370096"/>
                <a:ext cx="194400" cy="2890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665A756-E224-FC31-63B6-8F5BD0BE8BF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47056" y="4352096"/>
                  <a:ext cx="23004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4DC9134-13C2-D51E-C977-1E55715266D9}"/>
                    </a:ext>
                  </a:extLst>
                </p14:cNvPr>
                <p14:cNvContentPartPr/>
                <p14:nvPr/>
              </p14:nvContentPartPr>
              <p14:xfrm>
                <a:off x="3411256" y="4653776"/>
                <a:ext cx="445320" cy="22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4DC9134-13C2-D51E-C977-1E55715266D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93256" y="4636136"/>
                  <a:ext cx="4809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02D294A-0B34-9E2D-EA95-517DB532A28D}"/>
                    </a:ext>
                  </a:extLst>
                </p14:cNvPr>
                <p14:cNvContentPartPr/>
                <p14:nvPr/>
              </p14:nvContentPartPr>
              <p14:xfrm>
                <a:off x="3099136" y="4504016"/>
                <a:ext cx="284040" cy="397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02D294A-0B34-9E2D-EA95-517DB532A28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081136" y="4486016"/>
                  <a:ext cx="31968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9CDE1D5-72AA-1256-2687-126555C82947}"/>
                    </a:ext>
                  </a:extLst>
                </p14:cNvPr>
                <p14:cNvContentPartPr/>
                <p14:nvPr/>
              </p14:nvContentPartPr>
              <p14:xfrm>
                <a:off x="1905736" y="1596656"/>
                <a:ext cx="190800" cy="626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9CDE1D5-72AA-1256-2687-126555C8294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888096" y="1579016"/>
                  <a:ext cx="226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7C66230-D47C-9994-7B62-8EEE43243F8A}"/>
                    </a:ext>
                  </a:extLst>
                </p14:cNvPr>
                <p14:cNvContentPartPr/>
                <p14:nvPr/>
              </p14:nvContentPartPr>
              <p14:xfrm>
                <a:off x="1640776" y="3011096"/>
                <a:ext cx="264600" cy="608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7C66230-D47C-9994-7B62-8EEE43243F8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623136" y="2993456"/>
                  <a:ext cx="3002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99F4B9A-5ED7-92BA-BA2B-EC306CD3B88F}"/>
                    </a:ext>
                  </a:extLst>
                </p14:cNvPr>
                <p14:cNvContentPartPr/>
                <p14:nvPr/>
              </p14:nvContentPartPr>
              <p14:xfrm>
                <a:off x="1552936" y="3054656"/>
                <a:ext cx="573840" cy="951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99F4B9A-5ED7-92BA-BA2B-EC306CD3B88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534936" y="3037016"/>
                  <a:ext cx="609480" cy="9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E0AE342-1928-45EC-08AF-4F35473ABDC8}"/>
                    </a:ext>
                  </a:extLst>
                </p14:cNvPr>
                <p14:cNvContentPartPr/>
                <p14:nvPr/>
              </p14:nvContentPartPr>
              <p14:xfrm>
                <a:off x="2015896" y="3001736"/>
                <a:ext cx="156600" cy="2217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E0AE342-1928-45EC-08AF-4F35473ABDC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997896" y="2984096"/>
                  <a:ext cx="192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B08E053-A546-0DB6-09C1-35DAE424AC3D}"/>
                    </a:ext>
                  </a:extLst>
                </p14:cNvPr>
                <p14:cNvContentPartPr/>
                <p14:nvPr/>
              </p14:nvContentPartPr>
              <p14:xfrm>
                <a:off x="2223976" y="3037736"/>
                <a:ext cx="115920" cy="146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B08E053-A546-0DB6-09C1-35DAE424AC3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206336" y="3020096"/>
                  <a:ext cx="1515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8C264C6-3EC6-ACF5-C243-AAED98FCB92A}"/>
                    </a:ext>
                  </a:extLst>
                </p14:cNvPr>
                <p14:cNvContentPartPr/>
                <p14:nvPr/>
              </p14:nvContentPartPr>
              <p14:xfrm>
                <a:off x="2348896" y="2906336"/>
                <a:ext cx="56160" cy="241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8C264C6-3EC6-ACF5-C243-AAED98FCB92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330896" y="2888336"/>
                  <a:ext cx="918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C66C958-EC36-0190-6E8A-A044B714B0D3}"/>
                    </a:ext>
                  </a:extLst>
                </p14:cNvPr>
                <p14:cNvContentPartPr/>
                <p14:nvPr/>
              </p14:nvContentPartPr>
              <p14:xfrm>
                <a:off x="2308576" y="2980496"/>
                <a:ext cx="90720" cy="244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C66C958-EC36-0190-6E8A-A044B714B0D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290576" y="2962496"/>
                  <a:ext cx="1263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9068F07-0CD6-C305-ECFC-90773A96C221}"/>
                    </a:ext>
                  </a:extLst>
                </p14:cNvPr>
                <p14:cNvContentPartPr/>
                <p14:nvPr/>
              </p14:nvContentPartPr>
              <p14:xfrm>
                <a:off x="2498656" y="2884736"/>
                <a:ext cx="156600" cy="200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9068F07-0CD6-C305-ECFC-90773A96C22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480656" y="2867096"/>
                  <a:ext cx="1922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EC5F49F-F39E-FB06-E8F8-EEB744C2761F}"/>
                    </a:ext>
                  </a:extLst>
                </p14:cNvPr>
                <p14:cNvContentPartPr/>
                <p14:nvPr/>
              </p14:nvContentPartPr>
              <p14:xfrm>
                <a:off x="2671456" y="2889056"/>
                <a:ext cx="207000" cy="1468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EC5F49F-F39E-FB06-E8F8-EEB744C2761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53816" y="2871416"/>
                  <a:ext cx="2426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C520EE8-8560-1B2E-1F95-8FE1299409FC}"/>
                    </a:ext>
                  </a:extLst>
                </p14:cNvPr>
                <p14:cNvContentPartPr/>
                <p14:nvPr/>
              </p14:nvContentPartPr>
              <p14:xfrm>
                <a:off x="2906896" y="2687816"/>
                <a:ext cx="164160" cy="293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C520EE8-8560-1B2E-1F95-8FE1299409F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889256" y="2670176"/>
                  <a:ext cx="1998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A0933F2-BA66-96D6-1BE3-30EB33DFD369}"/>
                    </a:ext>
                  </a:extLst>
                </p14:cNvPr>
                <p14:cNvContentPartPr/>
                <p14:nvPr/>
              </p14:nvContentPartPr>
              <p14:xfrm>
                <a:off x="1017256" y="3418616"/>
                <a:ext cx="26640" cy="353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A0933F2-BA66-96D6-1BE3-30EB33DFD36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9256" y="3400976"/>
                  <a:ext cx="6228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08BA99C-5B53-1C5F-AEA0-68764EA556B5}"/>
                    </a:ext>
                  </a:extLst>
                </p14:cNvPr>
                <p14:cNvContentPartPr/>
                <p14:nvPr/>
              </p14:nvContentPartPr>
              <p14:xfrm>
                <a:off x="1206976" y="3377576"/>
                <a:ext cx="37080" cy="347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08BA99C-5B53-1C5F-AEA0-68764EA556B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88976" y="3359576"/>
                  <a:ext cx="727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AB37D42-53DE-BA44-98D8-463985F8332E}"/>
                    </a:ext>
                  </a:extLst>
                </p14:cNvPr>
                <p14:cNvContentPartPr/>
                <p14:nvPr/>
              </p14:nvContentPartPr>
              <p14:xfrm>
                <a:off x="1179616" y="3380816"/>
                <a:ext cx="210600" cy="140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AB37D42-53DE-BA44-98D8-463985F8332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61976" y="3363176"/>
                  <a:ext cx="2462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D33536B-D4A4-A520-2B55-C9AAFCE1B236}"/>
                    </a:ext>
                  </a:extLst>
                </p14:cNvPr>
                <p14:cNvContentPartPr/>
                <p14:nvPr/>
              </p14:nvContentPartPr>
              <p14:xfrm>
                <a:off x="1214536" y="3528776"/>
                <a:ext cx="109080" cy="30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D33536B-D4A4-A520-2B55-C9AAFCE1B23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96536" y="3511136"/>
                  <a:ext cx="144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396AC28-932A-9CC4-87C0-0C60C01B418D}"/>
                    </a:ext>
                  </a:extLst>
                </p14:cNvPr>
                <p14:cNvContentPartPr/>
                <p14:nvPr/>
              </p14:nvContentPartPr>
              <p14:xfrm>
                <a:off x="164056" y="4335896"/>
                <a:ext cx="27360" cy="347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396AC28-932A-9CC4-87C0-0C60C01B418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6056" y="4318256"/>
                  <a:ext cx="630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8FF487F-7B9B-44EC-E528-539534F1646D}"/>
                    </a:ext>
                  </a:extLst>
                </p14:cNvPr>
                <p14:cNvContentPartPr/>
                <p14:nvPr/>
              </p14:nvContentPartPr>
              <p14:xfrm>
                <a:off x="310576" y="4385216"/>
                <a:ext cx="78840" cy="2566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8FF487F-7B9B-44EC-E528-539534F1646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92576" y="4367576"/>
                  <a:ext cx="1144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3B011D8-A8A2-8160-B18D-CE786810C416}"/>
                    </a:ext>
                  </a:extLst>
                </p14:cNvPr>
                <p14:cNvContentPartPr/>
                <p14:nvPr/>
              </p14:nvContentPartPr>
              <p14:xfrm>
                <a:off x="542776" y="4550456"/>
                <a:ext cx="16200" cy="32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3B011D8-A8A2-8160-B18D-CE786810C41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25136" y="4532816"/>
                  <a:ext cx="51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731489A-F3FB-75F2-E53D-C91C420139BA}"/>
                    </a:ext>
                  </a:extLst>
                </p14:cNvPr>
                <p14:cNvContentPartPr/>
                <p14:nvPr/>
              </p14:nvContentPartPr>
              <p14:xfrm>
                <a:off x="650056" y="4308176"/>
                <a:ext cx="97560" cy="289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731489A-F3FB-75F2-E53D-C91C420139B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32056" y="4290536"/>
                  <a:ext cx="13320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58BA657-8338-364F-2239-1DE3F215DC5C}"/>
                    </a:ext>
                  </a:extLst>
                </p14:cNvPr>
                <p14:cNvContentPartPr/>
                <p14:nvPr/>
              </p14:nvContentPartPr>
              <p14:xfrm>
                <a:off x="706936" y="4249856"/>
                <a:ext cx="149040" cy="11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58BA657-8338-364F-2239-1DE3F215DC5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8936" y="4232216"/>
                  <a:ext cx="1846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0B14230-D7E9-6C3B-045E-EF14464A6277}"/>
                    </a:ext>
                  </a:extLst>
                </p14:cNvPr>
                <p14:cNvContentPartPr/>
                <p14:nvPr/>
              </p14:nvContentPartPr>
              <p14:xfrm>
                <a:off x="951736" y="4525616"/>
                <a:ext cx="12240" cy="9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0B14230-D7E9-6C3B-045E-EF14464A627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33736" y="4507976"/>
                  <a:ext cx="478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A1C4D70-8640-B5DD-869F-3F2D91ED7F57}"/>
                    </a:ext>
                  </a:extLst>
                </p14:cNvPr>
                <p14:cNvContentPartPr/>
                <p14:nvPr/>
              </p14:nvContentPartPr>
              <p14:xfrm>
                <a:off x="1065856" y="4186496"/>
                <a:ext cx="81360" cy="187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A1C4D70-8640-B5DD-869F-3F2D91ED7F5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47856" y="4168856"/>
                  <a:ext cx="1170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28A7853-4EFF-6D6C-1FCF-8F690DD65CE9}"/>
                    </a:ext>
                  </a:extLst>
                </p14:cNvPr>
                <p14:cNvContentPartPr/>
                <p14:nvPr/>
              </p14:nvContentPartPr>
              <p14:xfrm>
                <a:off x="1187176" y="4231136"/>
                <a:ext cx="5040" cy="2782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28A7853-4EFF-6D6C-1FCF-8F690DD65CE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69176" y="4213496"/>
                  <a:ext cx="406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80677C2-6DD8-014E-98A1-8B92ECEA6959}"/>
                    </a:ext>
                  </a:extLst>
                </p14:cNvPr>
                <p14:cNvContentPartPr/>
                <p14:nvPr/>
              </p14:nvContentPartPr>
              <p14:xfrm>
                <a:off x="1305256" y="4547216"/>
                <a:ext cx="25200" cy="46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80677C2-6DD8-014E-98A1-8B92ECEA695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287616" y="4529216"/>
                  <a:ext cx="60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5499EFF3-458C-87FE-A80B-F7918644F213}"/>
                    </a:ext>
                  </a:extLst>
                </p14:cNvPr>
                <p14:cNvContentPartPr/>
                <p14:nvPr/>
              </p14:nvContentPartPr>
              <p14:xfrm>
                <a:off x="1435576" y="4264976"/>
                <a:ext cx="59040" cy="3261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5499EFF3-458C-87FE-A80B-F7918644F21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417576" y="4247336"/>
                  <a:ext cx="9468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689E30B-0FA4-077C-214F-0FBD0F3B1B96}"/>
                    </a:ext>
                  </a:extLst>
                </p14:cNvPr>
                <p14:cNvContentPartPr/>
                <p14:nvPr/>
              </p14:nvContentPartPr>
              <p14:xfrm>
                <a:off x="2627176" y="3883736"/>
                <a:ext cx="46080" cy="236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689E30B-0FA4-077C-214F-0FBD0F3B1B9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609176" y="3865736"/>
                  <a:ext cx="817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1B722D0-B54F-05CD-6776-2E5C24482401}"/>
                    </a:ext>
                  </a:extLst>
                </p14:cNvPr>
                <p14:cNvContentPartPr/>
                <p14:nvPr/>
              </p14:nvContentPartPr>
              <p14:xfrm>
                <a:off x="2571376" y="3818216"/>
                <a:ext cx="120600" cy="104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1B722D0-B54F-05CD-6776-2E5C2448240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553736" y="3800576"/>
                  <a:ext cx="156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B4D3DC3-E6F9-1031-918D-A4D05D3BB888}"/>
                    </a:ext>
                  </a:extLst>
                </p14:cNvPr>
                <p14:cNvContentPartPr/>
                <p14:nvPr/>
              </p14:nvContentPartPr>
              <p14:xfrm>
                <a:off x="2770816" y="3935216"/>
                <a:ext cx="76320" cy="83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B4D3DC3-E6F9-1031-918D-A4D05D3BB88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752816" y="3917216"/>
                  <a:ext cx="111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0876B8B-7E52-BFE8-1247-E97844C6EC6C}"/>
                    </a:ext>
                  </a:extLst>
                </p14:cNvPr>
                <p14:cNvContentPartPr/>
                <p14:nvPr/>
              </p14:nvContentPartPr>
              <p14:xfrm>
                <a:off x="2934256" y="3861056"/>
                <a:ext cx="41400" cy="104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0876B8B-7E52-BFE8-1247-E97844C6EC6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16256" y="3843416"/>
                  <a:ext cx="77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7228239-B466-5C2C-48A1-E9723AA55BE6}"/>
                    </a:ext>
                  </a:extLst>
                </p14:cNvPr>
                <p14:cNvContentPartPr/>
                <p14:nvPr/>
              </p14:nvContentPartPr>
              <p14:xfrm>
                <a:off x="3096616" y="3675296"/>
                <a:ext cx="50400" cy="275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7228239-B466-5C2C-48A1-E9723AA55BE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78616" y="3657656"/>
                  <a:ext cx="860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9979F1A-6465-D5B4-092E-D649D231BE9A}"/>
                    </a:ext>
                  </a:extLst>
                </p14:cNvPr>
                <p14:cNvContentPartPr/>
                <p14:nvPr/>
              </p14:nvContentPartPr>
              <p14:xfrm>
                <a:off x="3058816" y="3715256"/>
                <a:ext cx="88560" cy="147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9979F1A-6465-D5B4-092E-D649D231BE9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040816" y="3697616"/>
                  <a:ext cx="1242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F2D967D-3C2C-9F14-F9D5-759C4CD1D2F8}"/>
                    </a:ext>
                  </a:extLst>
                </p14:cNvPr>
                <p14:cNvContentPartPr/>
                <p14:nvPr/>
              </p14:nvContentPartPr>
              <p14:xfrm>
                <a:off x="3342136" y="3923336"/>
                <a:ext cx="17280" cy="1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F2D967D-3C2C-9F14-F9D5-759C4CD1D2F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324496" y="3905696"/>
                  <a:ext cx="52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5E9C0B2-0F08-B08D-0AB8-564EA45CEA9E}"/>
                    </a:ext>
                  </a:extLst>
                </p14:cNvPr>
                <p14:cNvContentPartPr/>
                <p14:nvPr/>
              </p14:nvContentPartPr>
              <p14:xfrm>
                <a:off x="2973496" y="4091816"/>
                <a:ext cx="190440" cy="2635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5E9C0B2-0F08-B08D-0AB8-564EA45CEA9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955496" y="4073816"/>
                  <a:ext cx="22608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7A8A8BA-DE5A-823C-D930-6243110A77B0}"/>
                    </a:ext>
                  </a:extLst>
                </p14:cNvPr>
                <p14:cNvContentPartPr/>
                <p14:nvPr/>
              </p14:nvContentPartPr>
              <p14:xfrm>
                <a:off x="3176176" y="4101176"/>
                <a:ext cx="177120" cy="183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7A8A8BA-DE5A-823C-D930-6243110A77B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158176" y="4083176"/>
                  <a:ext cx="2127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5461E53-3794-8CAD-1D6A-887C8336066F}"/>
                    </a:ext>
                  </a:extLst>
                </p14:cNvPr>
                <p14:cNvContentPartPr/>
                <p14:nvPr/>
              </p14:nvContentPartPr>
              <p14:xfrm>
                <a:off x="2860096" y="4242656"/>
                <a:ext cx="3600" cy="90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5461E53-3794-8CAD-1D6A-887C8336066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842456" y="4225016"/>
                  <a:ext cx="392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3F65A61-0018-E9A8-61D4-30F2641B10E6}"/>
                    </a:ext>
                  </a:extLst>
                </p14:cNvPr>
                <p14:cNvContentPartPr/>
                <p14:nvPr/>
              </p14:nvContentPartPr>
              <p14:xfrm>
                <a:off x="2865496" y="4358216"/>
                <a:ext cx="8640" cy="100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3F65A61-0018-E9A8-61D4-30F2641B10E6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847856" y="4340576"/>
                  <a:ext cx="442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61372CB-0647-4BDB-8E5F-04B858324B7F}"/>
                    </a:ext>
                  </a:extLst>
                </p14:cNvPr>
                <p14:cNvContentPartPr/>
                <p14:nvPr/>
              </p14:nvContentPartPr>
              <p14:xfrm>
                <a:off x="5073736" y="2665136"/>
                <a:ext cx="273960" cy="4172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61372CB-0647-4BDB-8E5F-04B858324B7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056096" y="2647136"/>
                  <a:ext cx="30960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9F65939-C95E-76A7-2496-8CC1D58EB3CF}"/>
                    </a:ext>
                  </a:extLst>
                </p14:cNvPr>
                <p14:cNvContentPartPr/>
                <p14:nvPr/>
              </p14:nvContentPartPr>
              <p14:xfrm>
                <a:off x="5362816" y="2840456"/>
                <a:ext cx="248040" cy="2962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9F65939-C95E-76A7-2496-8CC1D58EB3C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345176" y="2822816"/>
                  <a:ext cx="28368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9A5F119-53D9-95FD-3873-910D23CE8A81}"/>
                    </a:ext>
                  </a:extLst>
                </p14:cNvPr>
                <p14:cNvContentPartPr/>
                <p14:nvPr/>
              </p14:nvContentPartPr>
              <p14:xfrm>
                <a:off x="5659096" y="2856296"/>
                <a:ext cx="117360" cy="253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9A5F119-53D9-95FD-3873-910D23CE8A8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41456" y="2838656"/>
                  <a:ext cx="15300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1D56B5B-6727-01DC-1012-784A4920BC9F}"/>
                    </a:ext>
                  </a:extLst>
                </p14:cNvPr>
                <p14:cNvContentPartPr/>
                <p14:nvPr/>
              </p14:nvContentPartPr>
              <p14:xfrm>
                <a:off x="5868256" y="2823176"/>
                <a:ext cx="641520" cy="2908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1D56B5B-6727-01DC-1012-784A4920BC9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50256" y="2805176"/>
                  <a:ext cx="6771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7EC8936-6AB2-CCD1-7CAE-23FFFBEE6D17}"/>
                    </a:ext>
                  </a:extLst>
                </p14:cNvPr>
                <p14:cNvContentPartPr/>
                <p14:nvPr/>
              </p14:nvContentPartPr>
              <p14:xfrm>
                <a:off x="6613816" y="2677016"/>
                <a:ext cx="368280" cy="369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7EC8936-6AB2-CCD1-7CAE-23FFFBEE6D1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596176" y="2659376"/>
                  <a:ext cx="40392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3E1D4D6-8A4E-AAFB-BBD5-241511E71F4F}"/>
                    </a:ext>
                  </a:extLst>
                </p14:cNvPr>
                <p14:cNvContentPartPr/>
                <p14:nvPr/>
              </p14:nvContentPartPr>
              <p14:xfrm>
                <a:off x="4977256" y="2681696"/>
                <a:ext cx="2880" cy="111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3E1D4D6-8A4E-AAFB-BBD5-241511E71F4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959256" y="2663696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F4D5911-EB3D-953E-2C07-A2C69B0FC6E5}"/>
                    </a:ext>
                  </a:extLst>
                </p14:cNvPr>
                <p14:cNvContentPartPr/>
                <p14:nvPr/>
              </p14:nvContentPartPr>
              <p14:xfrm>
                <a:off x="4930456" y="2408816"/>
                <a:ext cx="55440" cy="8935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F4D5911-EB3D-953E-2C07-A2C69B0FC6E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912816" y="2390816"/>
                  <a:ext cx="91080" cy="9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319A2AC-4E2F-B1A4-EC1B-45ED8332FBDD}"/>
                    </a:ext>
                  </a:extLst>
                </p14:cNvPr>
                <p14:cNvContentPartPr/>
                <p14:nvPr/>
              </p14:nvContentPartPr>
              <p14:xfrm>
                <a:off x="5021536" y="2242496"/>
                <a:ext cx="2340720" cy="1143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319A2AC-4E2F-B1A4-EC1B-45ED8332FBD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003536" y="2224496"/>
                  <a:ext cx="2376360" cy="11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02D123E-0C95-A09C-C97B-773FF3146091}"/>
                    </a:ext>
                  </a:extLst>
                </p14:cNvPr>
                <p14:cNvContentPartPr/>
                <p14:nvPr/>
              </p14:nvContentPartPr>
              <p14:xfrm>
                <a:off x="5050336" y="3373616"/>
                <a:ext cx="2231640" cy="561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02D123E-0C95-A09C-C97B-773FF314609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032696" y="3355976"/>
                  <a:ext cx="22672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1CCD60F-4C9F-88EE-546E-50F7A2297BD8}"/>
                    </a:ext>
                  </a:extLst>
                </p14:cNvPr>
                <p14:cNvContentPartPr/>
                <p14:nvPr/>
              </p14:nvContentPartPr>
              <p14:xfrm>
                <a:off x="4616536" y="2816696"/>
                <a:ext cx="358200" cy="50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1CCD60F-4C9F-88EE-546E-50F7A2297BD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598896" y="2799056"/>
                  <a:ext cx="3938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69EE766-7BE2-54BE-C602-EC1E90E5BDB0}"/>
                    </a:ext>
                  </a:extLst>
                </p14:cNvPr>
                <p14:cNvContentPartPr/>
                <p14:nvPr/>
              </p14:nvContentPartPr>
              <p14:xfrm>
                <a:off x="4514656" y="2701496"/>
                <a:ext cx="194760" cy="251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69EE766-7BE2-54BE-C602-EC1E90E5BDB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497016" y="2683496"/>
                  <a:ext cx="2304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1E751EE-2487-095D-B9E8-7D96E937C211}"/>
                    </a:ext>
                  </a:extLst>
                </p14:cNvPr>
                <p14:cNvContentPartPr/>
                <p14:nvPr/>
              </p14:nvContentPartPr>
              <p14:xfrm>
                <a:off x="3913456" y="2265536"/>
                <a:ext cx="60480" cy="2300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1E751EE-2487-095D-B9E8-7D96E937C21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895816" y="2247896"/>
                  <a:ext cx="961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C4C4C19-E385-A4FF-A29D-102000710D0C}"/>
                    </a:ext>
                  </a:extLst>
                </p14:cNvPr>
                <p14:cNvContentPartPr/>
                <p14:nvPr/>
              </p14:nvContentPartPr>
              <p14:xfrm>
                <a:off x="3893296" y="2247896"/>
                <a:ext cx="125640" cy="1278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C4C4C19-E385-A4FF-A29D-102000710D0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875296" y="2230256"/>
                  <a:ext cx="1612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F31B442-8A09-EF29-B4EF-1F7660A044D5}"/>
                    </a:ext>
                  </a:extLst>
                </p14:cNvPr>
                <p14:cNvContentPartPr/>
                <p14:nvPr/>
              </p14:nvContentPartPr>
              <p14:xfrm>
                <a:off x="3983656" y="2322776"/>
                <a:ext cx="161640" cy="1335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F31B442-8A09-EF29-B4EF-1F7660A044D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965656" y="2304776"/>
                  <a:ext cx="1972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91AA26F-E75E-0E7C-D713-E621EF5A18AB}"/>
                    </a:ext>
                  </a:extLst>
                </p14:cNvPr>
                <p14:cNvContentPartPr/>
                <p14:nvPr/>
              </p14:nvContentPartPr>
              <p14:xfrm>
                <a:off x="4219096" y="2306216"/>
                <a:ext cx="85680" cy="1216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91AA26F-E75E-0E7C-D713-E621EF5A18A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201456" y="2288576"/>
                  <a:ext cx="121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2AA8608-6928-608E-E91C-3C7D86F1A680}"/>
                    </a:ext>
                  </a:extLst>
                </p14:cNvPr>
                <p14:cNvContentPartPr/>
                <p14:nvPr/>
              </p14:nvContentPartPr>
              <p14:xfrm>
                <a:off x="4431136" y="2155016"/>
                <a:ext cx="48600" cy="1976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2AA8608-6928-608E-E91C-3C7D86F1A68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13496" y="2137016"/>
                  <a:ext cx="842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7C50567-E970-9E4B-9412-A6BB2E52DA3F}"/>
                    </a:ext>
                  </a:extLst>
                </p14:cNvPr>
                <p14:cNvContentPartPr/>
                <p14:nvPr/>
              </p14:nvContentPartPr>
              <p14:xfrm>
                <a:off x="4337176" y="2218016"/>
                <a:ext cx="198360" cy="673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7C50567-E970-9E4B-9412-A6BB2E52DA3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19176" y="2200376"/>
                  <a:ext cx="234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58EC6BE-0E45-E972-3504-78656336FAC4}"/>
                    </a:ext>
                  </a:extLst>
                </p14:cNvPr>
                <p14:cNvContentPartPr/>
                <p14:nvPr/>
              </p14:nvContentPartPr>
              <p14:xfrm>
                <a:off x="3916696" y="2714096"/>
                <a:ext cx="305640" cy="3463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58EC6BE-0E45-E972-3504-78656336FAC4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99056" y="2696096"/>
                  <a:ext cx="34128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2EF79EC8-E371-1A46-408C-6AE25C5016C1}"/>
                    </a:ext>
                  </a:extLst>
                </p14:cNvPr>
                <p14:cNvContentPartPr/>
                <p14:nvPr/>
              </p14:nvContentPartPr>
              <p14:xfrm>
                <a:off x="4228096" y="2699336"/>
                <a:ext cx="182520" cy="3553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2EF79EC8-E371-1A46-408C-6AE25C5016C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210096" y="2681696"/>
                  <a:ext cx="21816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20845D3-E39B-843C-48DB-D8098A95F68F}"/>
                    </a:ext>
                  </a:extLst>
                </p14:cNvPr>
                <p14:cNvContentPartPr/>
                <p14:nvPr/>
              </p14:nvContentPartPr>
              <p14:xfrm>
                <a:off x="1676416" y="4228616"/>
                <a:ext cx="952200" cy="1425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20845D3-E39B-843C-48DB-D8098A95F68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658776" y="4210976"/>
                  <a:ext cx="9878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D8B1C44-9F60-9425-25D8-5692D3A059EF}"/>
                    </a:ext>
                  </a:extLst>
                </p14:cNvPr>
                <p14:cNvContentPartPr/>
                <p14:nvPr/>
              </p14:nvContentPartPr>
              <p14:xfrm>
                <a:off x="1645816" y="4257416"/>
                <a:ext cx="196920" cy="1404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D8B1C44-9F60-9425-25D8-5692D3A059E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628176" y="4239416"/>
                  <a:ext cx="2325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E6C13F5-79EC-2C6A-1DA7-FB0716AF411B}"/>
                    </a:ext>
                  </a:extLst>
                </p14:cNvPr>
                <p14:cNvContentPartPr/>
                <p14:nvPr/>
              </p14:nvContentPartPr>
              <p14:xfrm>
                <a:off x="2504416" y="4187936"/>
                <a:ext cx="207000" cy="1148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E6C13F5-79EC-2C6A-1DA7-FB0716AF411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486416" y="4169936"/>
                  <a:ext cx="2426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E98AB04-BAC1-4E4A-E482-9D2EDA265FD8}"/>
                    </a:ext>
                  </a:extLst>
                </p14:cNvPr>
                <p14:cNvContentPartPr/>
                <p14:nvPr/>
              </p14:nvContentPartPr>
              <p14:xfrm>
                <a:off x="2466976" y="4237256"/>
                <a:ext cx="196920" cy="52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E98AB04-BAC1-4E4A-E482-9D2EDA265FD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449336" y="4219256"/>
                  <a:ext cx="232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7DD474C-81DD-C06B-E43A-4133B0249E7B}"/>
                    </a:ext>
                  </a:extLst>
                </p14:cNvPr>
                <p14:cNvContentPartPr/>
                <p14:nvPr/>
              </p14:nvContentPartPr>
              <p14:xfrm>
                <a:off x="1690456" y="4303856"/>
                <a:ext cx="136800" cy="666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7DD474C-81DD-C06B-E43A-4133B0249E7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672816" y="4286216"/>
                  <a:ext cx="172440" cy="102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6181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73F34-82C7-F8D4-987A-419FFCC2E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C15D-6E00-7465-A8EA-9DD2EA390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656" y="146350"/>
            <a:ext cx="10515600" cy="736652"/>
          </a:xfrm>
        </p:spPr>
        <p:txBody>
          <a:bodyPr/>
          <a:lstStyle/>
          <a:p>
            <a:r>
              <a:rPr lang="en-US" dirty="0"/>
              <a:t>TCP Ports in Docker host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C85CE67-EA94-FC45-0E2F-728AA06242C4}"/>
              </a:ext>
            </a:extLst>
          </p:cNvPr>
          <p:cNvGrpSpPr/>
          <p:nvPr/>
        </p:nvGrpSpPr>
        <p:grpSpPr>
          <a:xfrm>
            <a:off x="164056" y="1596656"/>
            <a:ext cx="8222040" cy="4128480"/>
            <a:chOff x="164056" y="1596656"/>
            <a:chExt cx="8222040" cy="412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E19115F-0287-54E8-4551-B721571E4F95}"/>
                    </a:ext>
                  </a:extLst>
                </p14:cNvPr>
                <p14:cNvContentPartPr/>
                <p14:nvPr/>
              </p14:nvContentPartPr>
              <p14:xfrm>
                <a:off x="1923376" y="1684152"/>
                <a:ext cx="146160" cy="3277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E19115F-0287-54E8-4551-B721571E4F9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05736" y="1666512"/>
                  <a:ext cx="181800" cy="331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3E405B0-1864-B6C1-B9B2-B7E300E1C939}"/>
                    </a:ext>
                  </a:extLst>
                </p14:cNvPr>
                <p14:cNvContentPartPr/>
                <p14:nvPr/>
              </p14:nvContentPartPr>
              <p14:xfrm>
                <a:off x="1901776" y="1608896"/>
                <a:ext cx="6484320" cy="4034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3E405B0-1864-B6C1-B9B2-B7E300E1C93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84136" y="1590896"/>
                  <a:ext cx="6519960" cy="40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1E1B637-3A7E-87C0-F34E-E7E011E8C7E6}"/>
                    </a:ext>
                  </a:extLst>
                </p14:cNvPr>
                <p14:cNvContentPartPr/>
                <p14:nvPr/>
              </p14:nvContentPartPr>
              <p14:xfrm>
                <a:off x="2037856" y="4851056"/>
                <a:ext cx="29520" cy="8740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1E1B637-3A7E-87C0-F34E-E7E011E8C7E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19856" y="4833056"/>
                  <a:ext cx="6516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209CBE0-2A8C-40FE-C4FF-13163FA9A7EF}"/>
                    </a:ext>
                  </a:extLst>
                </p14:cNvPr>
                <p14:cNvContentPartPr/>
                <p14:nvPr/>
              </p14:nvContentPartPr>
              <p14:xfrm>
                <a:off x="4294336" y="4407536"/>
                <a:ext cx="218880" cy="3387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209CBE0-2A8C-40FE-C4FF-13163FA9A7E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76336" y="4389896"/>
                  <a:ext cx="2545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6433F8F-8777-5FCF-F3FF-722F699F1B3C}"/>
                    </a:ext>
                  </a:extLst>
                </p14:cNvPr>
                <p14:cNvContentPartPr/>
                <p14:nvPr/>
              </p14:nvContentPartPr>
              <p14:xfrm>
                <a:off x="4600336" y="4502216"/>
                <a:ext cx="146520" cy="217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6433F8F-8777-5FCF-F3FF-722F699F1B3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82696" y="4484216"/>
                  <a:ext cx="1821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16B11F0-1E78-4076-BCF9-420964B5F886}"/>
                    </a:ext>
                  </a:extLst>
                </p14:cNvPr>
                <p14:cNvContentPartPr/>
                <p14:nvPr/>
              </p14:nvContentPartPr>
              <p14:xfrm>
                <a:off x="4811296" y="4501856"/>
                <a:ext cx="99000" cy="173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16B11F0-1E78-4076-BCF9-420964B5F88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93656" y="4484216"/>
                  <a:ext cx="1346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D909DE-9AA0-564C-08B9-3FF616C36781}"/>
                    </a:ext>
                  </a:extLst>
                </p14:cNvPr>
                <p14:cNvContentPartPr/>
                <p14:nvPr/>
              </p14:nvContentPartPr>
              <p14:xfrm>
                <a:off x="5017216" y="4399256"/>
                <a:ext cx="334080" cy="282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D909DE-9AA0-564C-08B9-3FF616C3678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99576" y="4381616"/>
                  <a:ext cx="3697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990B8DD-AD60-2D2F-DA42-960FAEF702F2}"/>
                    </a:ext>
                  </a:extLst>
                </p14:cNvPr>
                <p14:cNvContentPartPr/>
                <p14:nvPr/>
              </p14:nvContentPartPr>
              <p14:xfrm>
                <a:off x="5465056" y="4370096"/>
                <a:ext cx="194400" cy="2890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990B8DD-AD60-2D2F-DA42-960FAEF702F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47056" y="4352096"/>
                  <a:ext cx="23004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8DAC885-49F3-BE03-804C-FBDB159EBC65}"/>
                    </a:ext>
                  </a:extLst>
                </p14:cNvPr>
                <p14:cNvContentPartPr/>
                <p14:nvPr/>
              </p14:nvContentPartPr>
              <p14:xfrm>
                <a:off x="3411256" y="4653776"/>
                <a:ext cx="445320" cy="22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8DAC885-49F3-BE03-804C-FBDB159EBC6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393256" y="4636136"/>
                  <a:ext cx="4809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8060108-824E-2082-60B6-BEAEB4D85A07}"/>
                    </a:ext>
                  </a:extLst>
                </p14:cNvPr>
                <p14:cNvContentPartPr/>
                <p14:nvPr/>
              </p14:nvContentPartPr>
              <p14:xfrm>
                <a:off x="3099136" y="4504016"/>
                <a:ext cx="284040" cy="397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8060108-824E-2082-60B6-BEAEB4D85A0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81136" y="4486016"/>
                  <a:ext cx="31968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6115BF7-FBF7-DA69-CFE3-66A1A3B7DD56}"/>
                    </a:ext>
                  </a:extLst>
                </p14:cNvPr>
                <p14:cNvContentPartPr/>
                <p14:nvPr/>
              </p14:nvContentPartPr>
              <p14:xfrm>
                <a:off x="1905736" y="1596656"/>
                <a:ext cx="190800" cy="626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6115BF7-FBF7-DA69-CFE3-66A1A3B7DD5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88096" y="1579016"/>
                  <a:ext cx="22644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6EFD02D-D29F-A3D0-60B1-11333066EC86}"/>
                    </a:ext>
                  </a:extLst>
                </p14:cNvPr>
                <p14:cNvContentPartPr/>
                <p14:nvPr/>
              </p14:nvContentPartPr>
              <p14:xfrm>
                <a:off x="1640776" y="3011096"/>
                <a:ext cx="264600" cy="608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6EFD02D-D29F-A3D0-60B1-11333066EC8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23136" y="2993456"/>
                  <a:ext cx="3002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28916DC-1214-4E90-D295-C06E91A25A07}"/>
                    </a:ext>
                  </a:extLst>
                </p14:cNvPr>
                <p14:cNvContentPartPr/>
                <p14:nvPr/>
              </p14:nvContentPartPr>
              <p14:xfrm>
                <a:off x="1552936" y="3054656"/>
                <a:ext cx="573840" cy="9511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28916DC-1214-4E90-D295-C06E91A25A0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34936" y="3037016"/>
                  <a:ext cx="609480" cy="9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48814AE-8D40-B56A-B6F7-7233DBB0F321}"/>
                    </a:ext>
                  </a:extLst>
                </p14:cNvPr>
                <p14:cNvContentPartPr/>
                <p14:nvPr/>
              </p14:nvContentPartPr>
              <p14:xfrm>
                <a:off x="2015896" y="3001736"/>
                <a:ext cx="156600" cy="2217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48814AE-8D40-B56A-B6F7-7233DBB0F32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997896" y="2984096"/>
                  <a:ext cx="192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A77B0EF-9C1B-2A1B-353C-559787DAAB1F}"/>
                    </a:ext>
                  </a:extLst>
                </p14:cNvPr>
                <p14:cNvContentPartPr/>
                <p14:nvPr/>
              </p14:nvContentPartPr>
              <p14:xfrm>
                <a:off x="2223976" y="3037736"/>
                <a:ext cx="115920" cy="146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A77B0EF-9C1B-2A1B-353C-559787DAAB1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06336" y="3020096"/>
                  <a:ext cx="1515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7711E6F-361E-3B04-6EB2-7AA504058C74}"/>
                    </a:ext>
                  </a:extLst>
                </p14:cNvPr>
                <p14:cNvContentPartPr/>
                <p14:nvPr/>
              </p14:nvContentPartPr>
              <p14:xfrm>
                <a:off x="2348896" y="2906336"/>
                <a:ext cx="56160" cy="241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7711E6F-361E-3B04-6EB2-7AA504058C7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30896" y="2888336"/>
                  <a:ext cx="9180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2C5AAB5-EC43-A445-E238-6743657B3305}"/>
                    </a:ext>
                  </a:extLst>
                </p14:cNvPr>
                <p14:cNvContentPartPr/>
                <p14:nvPr/>
              </p14:nvContentPartPr>
              <p14:xfrm>
                <a:off x="2308576" y="2980496"/>
                <a:ext cx="90720" cy="244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2C5AAB5-EC43-A445-E238-6743657B330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290576" y="2962496"/>
                  <a:ext cx="1263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A1144F8-05A5-6C64-2122-0894BC7C43DE}"/>
                    </a:ext>
                  </a:extLst>
                </p14:cNvPr>
                <p14:cNvContentPartPr/>
                <p14:nvPr/>
              </p14:nvContentPartPr>
              <p14:xfrm>
                <a:off x="2498656" y="2884736"/>
                <a:ext cx="156600" cy="200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A1144F8-05A5-6C64-2122-0894BC7C43D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80656" y="2867096"/>
                  <a:ext cx="1922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9BD8DAD-2829-E194-D418-52BBD1A0084A}"/>
                    </a:ext>
                  </a:extLst>
                </p14:cNvPr>
                <p14:cNvContentPartPr/>
                <p14:nvPr/>
              </p14:nvContentPartPr>
              <p14:xfrm>
                <a:off x="2671456" y="2889056"/>
                <a:ext cx="207000" cy="1468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9BD8DAD-2829-E194-D418-52BBD1A0084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653816" y="2871416"/>
                  <a:ext cx="2426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3B199F7-283B-1F2B-D963-C62BAD627D1B}"/>
                    </a:ext>
                  </a:extLst>
                </p14:cNvPr>
                <p14:cNvContentPartPr/>
                <p14:nvPr/>
              </p14:nvContentPartPr>
              <p14:xfrm>
                <a:off x="2906896" y="2687816"/>
                <a:ext cx="164160" cy="293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3B199F7-283B-1F2B-D963-C62BAD627D1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889256" y="2670176"/>
                  <a:ext cx="1998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15E2CD7-F5D4-F613-91AE-D9EBE45BC0B8}"/>
                    </a:ext>
                  </a:extLst>
                </p14:cNvPr>
                <p14:cNvContentPartPr/>
                <p14:nvPr/>
              </p14:nvContentPartPr>
              <p14:xfrm>
                <a:off x="1017256" y="3418616"/>
                <a:ext cx="26640" cy="353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15E2CD7-F5D4-F613-91AE-D9EBE45BC0B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99256" y="3400976"/>
                  <a:ext cx="6228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AACA46E-E57D-EE98-6F59-06701FE644BF}"/>
                    </a:ext>
                  </a:extLst>
                </p14:cNvPr>
                <p14:cNvContentPartPr/>
                <p14:nvPr/>
              </p14:nvContentPartPr>
              <p14:xfrm>
                <a:off x="1206976" y="3377576"/>
                <a:ext cx="37080" cy="347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AACA46E-E57D-EE98-6F59-06701FE644B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88976" y="3359576"/>
                  <a:ext cx="727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1A1381-224A-7C63-BB3F-C8246EEF1029}"/>
                    </a:ext>
                  </a:extLst>
                </p14:cNvPr>
                <p14:cNvContentPartPr/>
                <p14:nvPr/>
              </p14:nvContentPartPr>
              <p14:xfrm>
                <a:off x="1179616" y="3380816"/>
                <a:ext cx="210600" cy="140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1A1381-224A-7C63-BB3F-C8246EEF102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61976" y="3363176"/>
                  <a:ext cx="2462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EE84455-F110-A5DD-3D6E-7E165049663B}"/>
                    </a:ext>
                  </a:extLst>
                </p14:cNvPr>
                <p14:cNvContentPartPr/>
                <p14:nvPr/>
              </p14:nvContentPartPr>
              <p14:xfrm>
                <a:off x="1214536" y="3528776"/>
                <a:ext cx="109080" cy="30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EE84455-F110-A5DD-3D6E-7E165049663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96536" y="3511136"/>
                  <a:ext cx="144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21E78F2-2B46-1187-400C-88E59350FF63}"/>
                    </a:ext>
                  </a:extLst>
                </p14:cNvPr>
                <p14:cNvContentPartPr/>
                <p14:nvPr/>
              </p14:nvContentPartPr>
              <p14:xfrm>
                <a:off x="164056" y="4335896"/>
                <a:ext cx="27360" cy="347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21E78F2-2B46-1187-400C-88E59350FF6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46056" y="4318256"/>
                  <a:ext cx="630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33851E5-3A59-A6A1-2305-73D29F267F72}"/>
                    </a:ext>
                  </a:extLst>
                </p14:cNvPr>
                <p14:cNvContentPartPr/>
                <p14:nvPr/>
              </p14:nvContentPartPr>
              <p14:xfrm>
                <a:off x="310576" y="4385216"/>
                <a:ext cx="78840" cy="2566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33851E5-3A59-A6A1-2305-73D29F267F7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92576" y="4367576"/>
                  <a:ext cx="1144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22C8448-D8E0-127E-CA4E-3ED44AA37F73}"/>
                    </a:ext>
                  </a:extLst>
                </p14:cNvPr>
                <p14:cNvContentPartPr/>
                <p14:nvPr/>
              </p14:nvContentPartPr>
              <p14:xfrm>
                <a:off x="542776" y="4550456"/>
                <a:ext cx="16200" cy="32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22C8448-D8E0-127E-CA4E-3ED44AA37F7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25136" y="4532816"/>
                  <a:ext cx="51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2A0A49B-61CD-BAB8-A161-ECB1AF70AB02}"/>
                    </a:ext>
                  </a:extLst>
                </p14:cNvPr>
                <p14:cNvContentPartPr/>
                <p14:nvPr/>
              </p14:nvContentPartPr>
              <p14:xfrm>
                <a:off x="650056" y="4308176"/>
                <a:ext cx="97560" cy="2890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2A0A49B-61CD-BAB8-A161-ECB1AF70AB0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32056" y="4290536"/>
                  <a:ext cx="13320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C216DC2-73AC-A550-E29C-3BF46E0EA305}"/>
                    </a:ext>
                  </a:extLst>
                </p14:cNvPr>
                <p14:cNvContentPartPr/>
                <p14:nvPr/>
              </p14:nvContentPartPr>
              <p14:xfrm>
                <a:off x="706936" y="4249856"/>
                <a:ext cx="149040" cy="11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C216DC2-73AC-A550-E29C-3BF46E0EA30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88936" y="4232216"/>
                  <a:ext cx="1846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2421696-C2FC-9130-D18B-DCE333B50BD8}"/>
                    </a:ext>
                  </a:extLst>
                </p14:cNvPr>
                <p14:cNvContentPartPr/>
                <p14:nvPr/>
              </p14:nvContentPartPr>
              <p14:xfrm>
                <a:off x="951736" y="4525616"/>
                <a:ext cx="12240" cy="97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2421696-C2FC-9130-D18B-DCE333B50BD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33736" y="4507976"/>
                  <a:ext cx="4788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78F94AB-C32A-8030-5319-2BF3EE68D9BA}"/>
                    </a:ext>
                  </a:extLst>
                </p14:cNvPr>
                <p14:cNvContentPartPr/>
                <p14:nvPr/>
              </p14:nvContentPartPr>
              <p14:xfrm>
                <a:off x="1065856" y="4186496"/>
                <a:ext cx="81360" cy="187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78F94AB-C32A-8030-5319-2BF3EE68D9B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47856" y="4168856"/>
                  <a:ext cx="1170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15A7EDA-7490-FFDF-66D0-6F1F108A1C69}"/>
                    </a:ext>
                  </a:extLst>
                </p14:cNvPr>
                <p14:cNvContentPartPr/>
                <p14:nvPr/>
              </p14:nvContentPartPr>
              <p14:xfrm>
                <a:off x="1187176" y="4231136"/>
                <a:ext cx="5040" cy="2782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15A7EDA-7490-FFDF-66D0-6F1F108A1C6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69176" y="4213496"/>
                  <a:ext cx="406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2C371C2-99DB-46C7-6F45-8AFAE3F053F6}"/>
                    </a:ext>
                  </a:extLst>
                </p14:cNvPr>
                <p14:cNvContentPartPr/>
                <p14:nvPr/>
              </p14:nvContentPartPr>
              <p14:xfrm>
                <a:off x="1305256" y="4547216"/>
                <a:ext cx="25200" cy="46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2C371C2-99DB-46C7-6F45-8AFAE3F053F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287616" y="4529216"/>
                  <a:ext cx="60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92C8252-C303-C4D0-C708-E3D62A328467}"/>
                    </a:ext>
                  </a:extLst>
                </p14:cNvPr>
                <p14:cNvContentPartPr/>
                <p14:nvPr/>
              </p14:nvContentPartPr>
              <p14:xfrm>
                <a:off x="1435576" y="4264976"/>
                <a:ext cx="59040" cy="3261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92C8252-C303-C4D0-C708-E3D62A32846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417576" y="4247336"/>
                  <a:ext cx="9468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DD95FEC-D36B-735A-AAD2-8708A8999B0B}"/>
                    </a:ext>
                  </a:extLst>
                </p14:cNvPr>
                <p14:cNvContentPartPr/>
                <p14:nvPr/>
              </p14:nvContentPartPr>
              <p14:xfrm>
                <a:off x="2627176" y="3883736"/>
                <a:ext cx="46080" cy="236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DD95FEC-D36B-735A-AAD2-8708A8999B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09176" y="3865736"/>
                  <a:ext cx="817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950B36-DE14-67D9-DCBB-620866B3DBA5}"/>
                    </a:ext>
                  </a:extLst>
                </p14:cNvPr>
                <p14:cNvContentPartPr/>
                <p14:nvPr/>
              </p14:nvContentPartPr>
              <p14:xfrm>
                <a:off x="2571376" y="3818216"/>
                <a:ext cx="120600" cy="104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950B36-DE14-67D9-DCBB-620866B3DBA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553736" y="3800576"/>
                  <a:ext cx="156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356E01B-E134-74E8-1E57-9CCD4BAECA58}"/>
                    </a:ext>
                  </a:extLst>
                </p14:cNvPr>
                <p14:cNvContentPartPr/>
                <p14:nvPr/>
              </p14:nvContentPartPr>
              <p14:xfrm>
                <a:off x="2770816" y="3935216"/>
                <a:ext cx="76320" cy="83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356E01B-E134-74E8-1E57-9CCD4BAECA5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52816" y="3917216"/>
                  <a:ext cx="1119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3847445-EBB4-F3A1-848C-745772856C7B}"/>
                    </a:ext>
                  </a:extLst>
                </p14:cNvPr>
                <p14:cNvContentPartPr/>
                <p14:nvPr/>
              </p14:nvContentPartPr>
              <p14:xfrm>
                <a:off x="2934256" y="3861056"/>
                <a:ext cx="41400" cy="104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3847445-EBB4-F3A1-848C-745772856C7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916256" y="3843416"/>
                  <a:ext cx="77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8EA03C9-7A3D-87D4-391C-173A0C1BD3B2}"/>
                    </a:ext>
                  </a:extLst>
                </p14:cNvPr>
                <p14:cNvContentPartPr/>
                <p14:nvPr/>
              </p14:nvContentPartPr>
              <p14:xfrm>
                <a:off x="3096616" y="3675296"/>
                <a:ext cx="50400" cy="275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8EA03C9-7A3D-87D4-391C-173A0C1BD3B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078616" y="3657656"/>
                  <a:ext cx="860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3BA02A1-31E6-E9FC-7263-30F1E43BD62F}"/>
                    </a:ext>
                  </a:extLst>
                </p14:cNvPr>
                <p14:cNvContentPartPr/>
                <p14:nvPr/>
              </p14:nvContentPartPr>
              <p14:xfrm>
                <a:off x="3058816" y="3715256"/>
                <a:ext cx="88560" cy="147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3BA02A1-31E6-E9FC-7263-30F1E43BD62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040816" y="3697616"/>
                  <a:ext cx="1242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11EEDC6-A39B-150C-7C20-EF43F7143A7A}"/>
                    </a:ext>
                  </a:extLst>
                </p14:cNvPr>
                <p14:cNvContentPartPr/>
                <p14:nvPr/>
              </p14:nvContentPartPr>
              <p14:xfrm>
                <a:off x="3342136" y="3923336"/>
                <a:ext cx="17280" cy="1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11EEDC6-A39B-150C-7C20-EF43F7143A7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324496" y="3905696"/>
                  <a:ext cx="529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268B8C1-FC1E-B34D-07C4-3825FDF7EF06}"/>
                    </a:ext>
                  </a:extLst>
                </p14:cNvPr>
                <p14:cNvContentPartPr/>
                <p14:nvPr/>
              </p14:nvContentPartPr>
              <p14:xfrm>
                <a:off x="2860096" y="4242656"/>
                <a:ext cx="3600" cy="90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268B8C1-FC1E-B34D-07C4-3825FDF7EF0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42456" y="4225016"/>
                  <a:ext cx="392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2463E66-3529-6D38-70AE-4B0AFA37D493}"/>
                    </a:ext>
                  </a:extLst>
                </p14:cNvPr>
                <p14:cNvContentPartPr/>
                <p14:nvPr/>
              </p14:nvContentPartPr>
              <p14:xfrm>
                <a:off x="2865496" y="4358216"/>
                <a:ext cx="8640" cy="100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2463E66-3529-6D38-70AE-4B0AFA37D49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47856" y="4340576"/>
                  <a:ext cx="442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B5CC80B-860E-23E1-E9AF-86DA734B6AD3}"/>
                    </a:ext>
                  </a:extLst>
                </p14:cNvPr>
                <p14:cNvContentPartPr/>
                <p14:nvPr/>
              </p14:nvContentPartPr>
              <p14:xfrm>
                <a:off x="5073736" y="2665136"/>
                <a:ext cx="273960" cy="4172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B5CC80B-860E-23E1-E9AF-86DA734B6AD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056096" y="2647136"/>
                  <a:ext cx="30960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8E88C67-7018-6F1B-45E4-55C0D83AC994}"/>
                    </a:ext>
                  </a:extLst>
                </p14:cNvPr>
                <p14:cNvContentPartPr/>
                <p14:nvPr/>
              </p14:nvContentPartPr>
              <p14:xfrm>
                <a:off x="5362816" y="2840456"/>
                <a:ext cx="248040" cy="2962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8E88C67-7018-6F1B-45E4-55C0D83AC99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345176" y="2822816"/>
                  <a:ext cx="28368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9359AD3-FF4E-A151-22D1-C66A4EE628A3}"/>
                    </a:ext>
                  </a:extLst>
                </p14:cNvPr>
                <p14:cNvContentPartPr/>
                <p14:nvPr/>
              </p14:nvContentPartPr>
              <p14:xfrm>
                <a:off x="5659096" y="2856296"/>
                <a:ext cx="117360" cy="253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9359AD3-FF4E-A151-22D1-C66A4EE628A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641456" y="2838656"/>
                  <a:ext cx="15300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51A6251-3326-753E-957B-CA12CB863C4B}"/>
                    </a:ext>
                  </a:extLst>
                </p14:cNvPr>
                <p14:cNvContentPartPr/>
                <p14:nvPr/>
              </p14:nvContentPartPr>
              <p14:xfrm>
                <a:off x="5868256" y="2823176"/>
                <a:ext cx="641520" cy="2908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51A6251-3326-753E-957B-CA12CB863C4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50256" y="2805176"/>
                  <a:ext cx="6771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3880E32-C849-57A8-F5C7-AA2A13E2798D}"/>
                    </a:ext>
                  </a:extLst>
                </p14:cNvPr>
                <p14:cNvContentPartPr/>
                <p14:nvPr/>
              </p14:nvContentPartPr>
              <p14:xfrm>
                <a:off x="6613816" y="2677016"/>
                <a:ext cx="368280" cy="369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3880E32-C849-57A8-F5C7-AA2A13E2798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96176" y="2659376"/>
                  <a:ext cx="40392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1BD0B4E-9D52-3F4F-AD48-AA923748EB21}"/>
                    </a:ext>
                  </a:extLst>
                </p14:cNvPr>
                <p14:cNvContentPartPr/>
                <p14:nvPr/>
              </p14:nvContentPartPr>
              <p14:xfrm>
                <a:off x="4977256" y="2681696"/>
                <a:ext cx="2880" cy="111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1BD0B4E-9D52-3F4F-AD48-AA923748EB2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959256" y="2663696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475F810-B3C4-7EF3-0B37-318A2CDD3BF1}"/>
                    </a:ext>
                  </a:extLst>
                </p14:cNvPr>
                <p14:cNvContentPartPr/>
                <p14:nvPr/>
              </p14:nvContentPartPr>
              <p14:xfrm>
                <a:off x="4616536" y="2816696"/>
                <a:ext cx="358200" cy="504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475F810-B3C4-7EF3-0B37-318A2CDD3BF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598896" y="2799056"/>
                  <a:ext cx="3938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D1619EA-3826-93C8-950F-9482EA27CAB1}"/>
                    </a:ext>
                  </a:extLst>
                </p14:cNvPr>
                <p14:cNvContentPartPr/>
                <p14:nvPr/>
              </p14:nvContentPartPr>
              <p14:xfrm>
                <a:off x="4514656" y="2701496"/>
                <a:ext cx="194760" cy="251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D1619EA-3826-93C8-950F-9482EA27CAB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497016" y="2683496"/>
                  <a:ext cx="23040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73985E2-0DE7-B2A0-ABC6-9B89F5C41F02}"/>
                    </a:ext>
                  </a:extLst>
                </p14:cNvPr>
                <p14:cNvContentPartPr/>
                <p14:nvPr/>
              </p14:nvContentPartPr>
              <p14:xfrm>
                <a:off x="3913456" y="2265536"/>
                <a:ext cx="60480" cy="2300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73985E2-0DE7-B2A0-ABC6-9B89F5C41F0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895816" y="2247896"/>
                  <a:ext cx="961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E69D11C-57A3-B57B-3476-0F42F849EF92}"/>
                    </a:ext>
                  </a:extLst>
                </p14:cNvPr>
                <p14:cNvContentPartPr/>
                <p14:nvPr/>
              </p14:nvContentPartPr>
              <p14:xfrm>
                <a:off x="3893296" y="2247896"/>
                <a:ext cx="125640" cy="1278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E69D11C-57A3-B57B-3476-0F42F849EF9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75296" y="2230256"/>
                  <a:ext cx="1612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6C4A727-EEAD-1375-1E1D-9FDBC1BEAE35}"/>
                    </a:ext>
                  </a:extLst>
                </p14:cNvPr>
                <p14:cNvContentPartPr/>
                <p14:nvPr/>
              </p14:nvContentPartPr>
              <p14:xfrm>
                <a:off x="3983656" y="2322776"/>
                <a:ext cx="161640" cy="1335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6C4A727-EEAD-1375-1E1D-9FDBC1BEAE3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965656" y="2304776"/>
                  <a:ext cx="1972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E17CBF7-2C65-A08E-FB61-5576F14E05D3}"/>
                    </a:ext>
                  </a:extLst>
                </p14:cNvPr>
                <p14:cNvContentPartPr/>
                <p14:nvPr/>
              </p14:nvContentPartPr>
              <p14:xfrm>
                <a:off x="4219096" y="2306216"/>
                <a:ext cx="85680" cy="12168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E17CBF7-2C65-A08E-FB61-5576F14E05D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201456" y="2288576"/>
                  <a:ext cx="1213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07D1E4A-DC1B-9ABF-0E9F-AA737CE35D6A}"/>
                    </a:ext>
                  </a:extLst>
                </p14:cNvPr>
                <p14:cNvContentPartPr/>
                <p14:nvPr/>
              </p14:nvContentPartPr>
              <p14:xfrm>
                <a:off x="4431136" y="2155016"/>
                <a:ext cx="48600" cy="1976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07D1E4A-DC1B-9ABF-0E9F-AA737CE35D6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413496" y="2137016"/>
                  <a:ext cx="842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94D681A-33EC-CB15-243E-54C8FFB4F036}"/>
                    </a:ext>
                  </a:extLst>
                </p14:cNvPr>
                <p14:cNvContentPartPr/>
                <p14:nvPr/>
              </p14:nvContentPartPr>
              <p14:xfrm>
                <a:off x="4337176" y="2218016"/>
                <a:ext cx="198360" cy="673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94D681A-33EC-CB15-243E-54C8FFB4F03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319176" y="2200376"/>
                  <a:ext cx="234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70EF587-B07A-04A4-72DC-E6D2D50D12E3}"/>
                    </a:ext>
                  </a:extLst>
                </p14:cNvPr>
                <p14:cNvContentPartPr/>
                <p14:nvPr/>
              </p14:nvContentPartPr>
              <p14:xfrm>
                <a:off x="1676416" y="4228616"/>
                <a:ext cx="952200" cy="1425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70EF587-B07A-04A4-72DC-E6D2D50D12E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658776" y="4210976"/>
                  <a:ext cx="9878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0F537E2-A45F-408C-E762-DFA4D26482EC}"/>
                    </a:ext>
                  </a:extLst>
                </p14:cNvPr>
                <p14:cNvContentPartPr/>
                <p14:nvPr/>
              </p14:nvContentPartPr>
              <p14:xfrm>
                <a:off x="1645816" y="4257416"/>
                <a:ext cx="196920" cy="14040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0F537E2-A45F-408C-E762-DFA4D26482E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628176" y="4239416"/>
                  <a:ext cx="2325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4BF9CE0-96EE-6765-5646-87F3F4B0C9C4}"/>
                    </a:ext>
                  </a:extLst>
                </p14:cNvPr>
                <p14:cNvContentPartPr/>
                <p14:nvPr/>
              </p14:nvContentPartPr>
              <p14:xfrm>
                <a:off x="2504416" y="4187936"/>
                <a:ext cx="207000" cy="1148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4BF9CE0-96EE-6765-5646-87F3F4B0C9C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486416" y="4169936"/>
                  <a:ext cx="24264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6414ACA-633C-742B-279D-6C13009C61FF}"/>
                    </a:ext>
                  </a:extLst>
                </p14:cNvPr>
                <p14:cNvContentPartPr/>
                <p14:nvPr/>
              </p14:nvContentPartPr>
              <p14:xfrm>
                <a:off x="2466976" y="4237256"/>
                <a:ext cx="196920" cy="52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6414ACA-633C-742B-279D-6C13009C61F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49336" y="4219256"/>
                  <a:ext cx="232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EB112B4-00A2-0D12-B4A6-D9B0546DD900}"/>
                    </a:ext>
                  </a:extLst>
                </p14:cNvPr>
                <p14:cNvContentPartPr/>
                <p14:nvPr/>
              </p14:nvContentPartPr>
              <p14:xfrm>
                <a:off x="1690456" y="4303856"/>
                <a:ext cx="136800" cy="666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EB112B4-00A2-0D12-B4A6-D9B0546DD90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672816" y="4286216"/>
                  <a:ext cx="172440" cy="10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BB0D39F-943B-77BF-9C73-546BCA5B7BDF}"/>
                  </a:ext>
                </a:extLst>
              </p14:cNvPr>
              <p14:cNvContentPartPr/>
              <p14:nvPr/>
            </p14:nvContentPartPr>
            <p14:xfrm>
              <a:off x="4507096" y="3972656"/>
              <a:ext cx="390240" cy="4104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BB0D39F-943B-77BF-9C73-546BCA5B7BDF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4489456" y="3954656"/>
                <a:ext cx="42588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F8E3DDD0-C0A8-11A8-F63B-A421E15F098C}"/>
                  </a:ext>
                </a:extLst>
              </p14:cNvPr>
              <p14:cNvContentPartPr/>
              <p14:nvPr/>
            </p14:nvContentPartPr>
            <p14:xfrm>
              <a:off x="7275136" y="2486936"/>
              <a:ext cx="63000" cy="25668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F8E3DDD0-C0A8-11A8-F63B-A421E15F098C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7257136" y="2468936"/>
                <a:ext cx="98640" cy="29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D7B175DF-18F1-9C28-AB7B-19867ED574B6}"/>
                  </a:ext>
                </a:extLst>
              </p14:cNvPr>
              <p14:cNvContentPartPr/>
              <p14:nvPr/>
            </p14:nvContentPartPr>
            <p14:xfrm>
              <a:off x="355936" y="1848656"/>
              <a:ext cx="333360" cy="145440"/>
            </p14:xfrm>
          </p:contentPart>
        </mc:Choice>
        <mc:Fallback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D7B175DF-18F1-9C28-AB7B-19867ED574B6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338296" y="1831016"/>
                <a:ext cx="36900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280" name="Ink 279">
                <a:extLst>
                  <a:ext uri="{FF2B5EF4-FFF2-40B4-BE49-F238E27FC236}">
                    <a16:creationId xmlns:a16="http://schemas.microsoft.com/office/drawing/2014/main" id="{F46E6036-53E6-6CFB-41FA-8550CB94A18B}"/>
                  </a:ext>
                </a:extLst>
              </p14:cNvPr>
              <p14:cNvContentPartPr/>
              <p14:nvPr/>
            </p14:nvContentPartPr>
            <p14:xfrm>
              <a:off x="5690056" y="4362536"/>
              <a:ext cx="170280" cy="373320"/>
            </p14:xfrm>
          </p:contentPart>
        </mc:Choice>
        <mc:Fallback>
          <p:pic>
            <p:nvPicPr>
              <p:cNvPr id="280" name="Ink 279">
                <a:extLst>
                  <a:ext uri="{FF2B5EF4-FFF2-40B4-BE49-F238E27FC236}">
                    <a16:creationId xmlns:a16="http://schemas.microsoft.com/office/drawing/2014/main" id="{F46E6036-53E6-6CFB-41FA-8550CB94A18B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672056" y="4344536"/>
                <a:ext cx="20592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4BFABC1A-53D4-9D85-9547-66D4C18127DC}"/>
                  </a:ext>
                </a:extLst>
              </p14:cNvPr>
              <p14:cNvContentPartPr/>
              <p14:nvPr/>
            </p14:nvContentPartPr>
            <p14:xfrm>
              <a:off x="1271056" y="6423896"/>
              <a:ext cx="71640" cy="280080"/>
            </p14:xfrm>
          </p:contentPart>
        </mc:Choice>
        <mc:Fallback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4BFABC1A-53D4-9D85-9547-66D4C18127DC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253056" y="6406256"/>
                <a:ext cx="107280" cy="31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39919A5C-5227-E887-B15D-F14C4B29CA4D}"/>
                  </a:ext>
                </a:extLst>
              </p14:cNvPr>
              <p14:cNvContentPartPr/>
              <p14:nvPr/>
            </p14:nvContentPartPr>
            <p14:xfrm>
              <a:off x="356296" y="4972736"/>
              <a:ext cx="15480" cy="358920"/>
            </p14:xfrm>
          </p:contentPart>
        </mc:Choice>
        <mc:Fallback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39919A5C-5227-E887-B15D-F14C4B29CA4D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38296" y="4954736"/>
                <a:ext cx="51120" cy="39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57AA7103-5A27-1203-6480-B140AB69438F}"/>
                  </a:ext>
                </a:extLst>
              </p14:cNvPr>
              <p14:cNvContentPartPr/>
              <p14:nvPr/>
            </p14:nvContentPartPr>
            <p14:xfrm>
              <a:off x="357016" y="5140136"/>
              <a:ext cx="121680" cy="13680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57AA7103-5A27-1203-6480-B140AB69438F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339016" y="5122496"/>
                <a:ext cx="15732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DAD51DA7-2536-270D-FF57-4A43829AEF8B}"/>
                  </a:ext>
                </a:extLst>
              </p14:cNvPr>
              <p14:cNvContentPartPr/>
              <p14:nvPr/>
            </p14:nvContentPartPr>
            <p14:xfrm>
              <a:off x="484816" y="5051936"/>
              <a:ext cx="63360" cy="28440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DAD51DA7-2536-270D-FF57-4A43829AEF8B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466816" y="5034296"/>
                <a:ext cx="99000" cy="32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B256351D-4F6C-B923-39AD-07CEE750C876}"/>
                  </a:ext>
                </a:extLst>
              </p14:cNvPr>
              <p14:cNvContentPartPr/>
              <p14:nvPr/>
            </p14:nvContentPartPr>
            <p14:xfrm>
              <a:off x="619096" y="5105936"/>
              <a:ext cx="107280" cy="20088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B256351D-4F6C-B923-39AD-07CEE750C876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01456" y="5087936"/>
                <a:ext cx="142920" cy="2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61BB1C43-7601-8656-44A0-A6B93B2B920D}"/>
                  </a:ext>
                </a:extLst>
              </p14:cNvPr>
              <p14:cNvContentPartPr/>
              <p14:nvPr/>
            </p14:nvContentPartPr>
            <p14:xfrm>
              <a:off x="786856" y="4997936"/>
              <a:ext cx="166320" cy="27252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61BB1C43-7601-8656-44A0-A6B93B2B920D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769216" y="4980296"/>
                <a:ext cx="201960" cy="3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FC104FBA-23A8-66F2-1379-14017E7C5F29}"/>
                  </a:ext>
                </a:extLst>
              </p14:cNvPr>
              <p14:cNvContentPartPr/>
              <p14:nvPr/>
            </p14:nvContentPartPr>
            <p14:xfrm>
              <a:off x="1102936" y="4993976"/>
              <a:ext cx="43920" cy="25020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FC104FBA-23A8-66F2-1379-14017E7C5F29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084936" y="4976336"/>
                <a:ext cx="79560" cy="28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BAC92345-A5B0-4093-CA52-478F6C6F9413}"/>
                  </a:ext>
                </a:extLst>
              </p14:cNvPr>
              <p14:cNvContentPartPr/>
              <p14:nvPr/>
            </p14:nvContentPartPr>
            <p14:xfrm>
              <a:off x="982696" y="4905416"/>
              <a:ext cx="229680" cy="9432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BAC92345-A5B0-4093-CA52-478F6C6F9413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965056" y="4887416"/>
                <a:ext cx="265320" cy="12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994BE4A-C426-BE0F-D773-2F36A9E24C82}"/>
                  </a:ext>
                </a:extLst>
              </p14:cNvPr>
              <p14:cNvContentPartPr/>
              <p14:nvPr/>
            </p14:nvContentPartPr>
            <p14:xfrm>
              <a:off x="2352856" y="1169336"/>
              <a:ext cx="34200" cy="3463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994BE4A-C426-BE0F-D773-2F36A9E24C82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2334856" y="1151696"/>
                <a:ext cx="69840" cy="38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908B184-8C0E-B31C-086C-617D49BF6A24}"/>
                  </a:ext>
                </a:extLst>
              </p14:cNvPr>
              <p14:cNvContentPartPr/>
              <p14:nvPr/>
            </p14:nvContentPartPr>
            <p14:xfrm>
              <a:off x="2240536" y="1174376"/>
              <a:ext cx="328680" cy="41364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908B184-8C0E-B31C-086C-617D49BF6A24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2222536" y="1156736"/>
                <a:ext cx="364320" cy="44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C47830D-7BC8-ABBF-18F4-F393A3BF9240}"/>
                  </a:ext>
                </a:extLst>
              </p14:cNvPr>
              <p14:cNvContentPartPr/>
              <p14:nvPr/>
            </p14:nvContentPartPr>
            <p14:xfrm>
              <a:off x="2643736" y="1330616"/>
              <a:ext cx="212760" cy="24192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C47830D-7BC8-ABBF-18F4-F393A3BF9240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2626096" y="1312976"/>
                <a:ext cx="248400" cy="27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DA87528-53EE-0728-CA74-9083EC00630F}"/>
                  </a:ext>
                </a:extLst>
              </p14:cNvPr>
              <p14:cNvContentPartPr/>
              <p14:nvPr/>
            </p14:nvContentPartPr>
            <p14:xfrm>
              <a:off x="2952256" y="1368776"/>
              <a:ext cx="137160" cy="19692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DA87528-53EE-0728-CA74-9083EC00630F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2934616" y="1350776"/>
                <a:ext cx="17280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C1DDFE75-BBB3-9FE6-98D1-5B3043B3EC5F}"/>
                  </a:ext>
                </a:extLst>
              </p14:cNvPr>
              <p14:cNvContentPartPr/>
              <p14:nvPr/>
            </p14:nvContentPartPr>
            <p14:xfrm>
              <a:off x="3269056" y="1161416"/>
              <a:ext cx="369360" cy="42156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C1DDFE75-BBB3-9FE6-98D1-5B3043B3EC5F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3251416" y="1143776"/>
                <a:ext cx="405000" cy="45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71D9D42-71B0-7D75-899A-0F6C5FEF57A2}"/>
                  </a:ext>
                </a:extLst>
              </p14:cNvPr>
              <p14:cNvContentPartPr/>
              <p14:nvPr/>
            </p14:nvContentPartPr>
            <p14:xfrm>
              <a:off x="3398656" y="1312976"/>
              <a:ext cx="769680" cy="34524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71D9D42-71B0-7D75-899A-0F6C5FEF57A2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3380656" y="1294976"/>
                <a:ext cx="805320" cy="38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04F9FF1-4AFB-1FAB-5741-E29D26BF5313}"/>
                  </a:ext>
                </a:extLst>
              </p14:cNvPr>
              <p14:cNvContentPartPr/>
              <p14:nvPr/>
            </p14:nvContentPartPr>
            <p14:xfrm>
              <a:off x="4546696" y="1004816"/>
              <a:ext cx="343440" cy="65052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04F9FF1-4AFB-1FAB-5741-E29D26BF5313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4529056" y="986816"/>
                <a:ext cx="379080" cy="68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3C0FCF6D-26F3-125A-F69F-62471DFCC227}"/>
                  </a:ext>
                </a:extLst>
              </p14:cNvPr>
              <p14:cNvContentPartPr/>
              <p14:nvPr/>
            </p14:nvContentPartPr>
            <p14:xfrm>
              <a:off x="4958176" y="1366256"/>
              <a:ext cx="160920" cy="28728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3C0FCF6D-26F3-125A-F69F-62471DFCC22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4940176" y="1348616"/>
                <a:ext cx="196560" cy="32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C513045-A827-B1D1-6DF7-E6680CA58294}"/>
                  </a:ext>
                </a:extLst>
              </p14:cNvPr>
              <p14:cNvContentPartPr/>
              <p14:nvPr/>
            </p14:nvContentPartPr>
            <p14:xfrm>
              <a:off x="5185696" y="1401536"/>
              <a:ext cx="204480" cy="35352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C513045-A827-B1D1-6DF7-E6680CA58294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167696" y="1383896"/>
                <a:ext cx="240120" cy="38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0F097D83-C714-A913-9F46-2253109F44D6}"/>
                  </a:ext>
                </a:extLst>
              </p14:cNvPr>
              <p14:cNvContentPartPr/>
              <p14:nvPr/>
            </p14:nvContentPartPr>
            <p14:xfrm>
              <a:off x="5496016" y="1120376"/>
              <a:ext cx="152640" cy="5644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0F097D83-C714-A913-9F46-2253109F44D6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5478376" y="1102376"/>
                <a:ext cx="188280" cy="60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F2248BF2-A5A3-AE94-EB90-26882A621239}"/>
                  </a:ext>
                </a:extLst>
              </p14:cNvPr>
              <p14:cNvContentPartPr/>
              <p14:nvPr/>
            </p14:nvContentPartPr>
            <p14:xfrm>
              <a:off x="5489896" y="1258616"/>
              <a:ext cx="347760" cy="320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F2248BF2-A5A3-AE94-EB90-26882A621239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5471896" y="1240616"/>
                <a:ext cx="383400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2C9D227-1244-1B35-1410-DD35C8B18359}"/>
                  </a:ext>
                </a:extLst>
              </p14:cNvPr>
              <p14:cNvContentPartPr/>
              <p14:nvPr/>
            </p14:nvContentPartPr>
            <p14:xfrm>
              <a:off x="6193696" y="749576"/>
              <a:ext cx="597600" cy="53820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2C9D227-1244-1B35-1410-DD35C8B18359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6175696" y="731576"/>
                <a:ext cx="633240" cy="57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FEF76CE-143C-3021-8AFA-9960CE28E8C7}"/>
                  </a:ext>
                </a:extLst>
              </p14:cNvPr>
              <p14:cNvContentPartPr/>
              <p14:nvPr/>
            </p14:nvContentPartPr>
            <p14:xfrm>
              <a:off x="6913336" y="468416"/>
              <a:ext cx="331920" cy="3499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FEF76CE-143C-3021-8AFA-9960CE28E8C7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6895696" y="450776"/>
                <a:ext cx="367560" cy="38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A3A0E8FD-399B-493D-1057-0055727361A5}"/>
                  </a:ext>
                </a:extLst>
              </p14:cNvPr>
              <p14:cNvContentPartPr/>
              <p14:nvPr/>
            </p14:nvContentPartPr>
            <p14:xfrm>
              <a:off x="7332736" y="467336"/>
              <a:ext cx="20160" cy="30924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A3A0E8FD-399B-493D-1057-0055727361A5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7314736" y="449696"/>
                <a:ext cx="55800" cy="34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C361AFAB-1B09-7C7C-AF9F-486074AAB5A2}"/>
                  </a:ext>
                </a:extLst>
              </p14:cNvPr>
              <p14:cNvContentPartPr/>
              <p14:nvPr/>
            </p14:nvContentPartPr>
            <p14:xfrm>
              <a:off x="7391776" y="451856"/>
              <a:ext cx="248760" cy="39384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C361AFAB-1B09-7C7C-AF9F-486074AAB5A2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373776" y="433856"/>
                <a:ext cx="28440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4E3E1A0B-9305-F4FE-A936-2CC1F892F580}"/>
                  </a:ext>
                </a:extLst>
              </p14:cNvPr>
              <p14:cNvContentPartPr/>
              <p14:nvPr/>
            </p14:nvContentPartPr>
            <p14:xfrm>
              <a:off x="6210616" y="1312256"/>
              <a:ext cx="770400" cy="24120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4E3E1A0B-9305-F4FE-A936-2CC1F892F580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6192616" y="1294616"/>
                <a:ext cx="806040" cy="27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0A80BEF6-9418-D332-0243-981B2A7C28EA}"/>
                  </a:ext>
                </a:extLst>
              </p14:cNvPr>
              <p14:cNvContentPartPr/>
              <p14:nvPr/>
            </p14:nvContentPartPr>
            <p14:xfrm>
              <a:off x="7303936" y="1315856"/>
              <a:ext cx="6120" cy="289800"/>
            </p14:xfrm>
          </p:contentPart>
        </mc:Choice>
        <mc:Fallback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0A80BEF6-9418-D332-0243-981B2A7C28EA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286296" y="1297856"/>
                <a:ext cx="41760" cy="32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DF8E7E04-7E45-A837-FE96-872C741825EC}"/>
                  </a:ext>
                </a:extLst>
              </p14:cNvPr>
              <p14:cNvContentPartPr/>
              <p14:nvPr/>
            </p14:nvContentPartPr>
            <p14:xfrm>
              <a:off x="7343536" y="1226216"/>
              <a:ext cx="251640" cy="36756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DF8E7E04-7E45-A837-FE96-872C741825EC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325536" y="1208216"/>
                <a:ext cx="287280" cy="40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B34155E3-2321-6310-768C-89A4A042F31E}"/>
                  </a:ext>
                </a:extLst>
              </p14:cNvPr>
              <p14:cNvContentPartPr/>
              <p14:nvPr/>
            </p14:nvContentPartPr>
            <p14:xfrm>
              <a:off x="7670416" y="1399016"/>
              <a:ext cx="261360" cy="16020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B34155E3-2321-6310-768C-89A4A042F31E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7652416" y="1381016"/>
                <a:ext cx="29700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B2CADD8F-8CA3-7DF9-DBB4-EFE4FBEDDDD8}"/>
                  </a:ext>
                </a:extLst>
              </p14:cNvPr>
              <p14:cNvContentPartPr/>
              <p14:nvPr/>
            </p14:nvContentPartPr>
            <p14:xfrm>
              <a:off x="8005216" y="1400456"/>
              <a:ext cx="96840" cy="18108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B2CADD8F-8CA3-7DF9-DBB4-EFE4FBEDDDD8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7987216" y="1382816"/>
                <a:ext cx="132480" cy="21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0A39FC38-9FCA-7EA4-B1E0-2CF790EE3293}"/>
                  </a:ext>
                </a:extLst>
              </p14:cNvPr>
              <p14:cNvContentPartPr/>
              <p14:nvPr/>
            </p14:nvContentPartPr>
            <p14:xfrm>
              <a:off x="8189536" y="1169696"/>
              <a:ext cx="396720" cy="41148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0A39FC38-9FCA-7EA4-B1E0-2CF790EE3293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8171896" y="1152056"/>
                <a:ext cx="432360" cy="44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35FFD43C-4856-0FED-0BD6-46CBD4976955}"/>
                  </a:ext>
                </a:extLst>
              </p14:cNvPr>
              <p14:cNvContentPartPr/>
              <p14:nvPr/>
            </p14:nvContentPartPr>
            <p14:xfrm>
              <a:off x="8541616" y="1220096"/>
              <a:ext cx="3600" cy="1584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35FFD43C-4856-0FED-0BD6-46CBD4976955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8523616" y="1202456"/>
                <a:ext cx="39240" cy="5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B22F59F0-760F-A70A-A948-62D57B0308B1}"/>
                  </a:ext>
                </a:extLst>
              </p14:cNvPr>
              <p14:cNvContentPartPr/>
              <p14:nvPr/>
            </p14:nvContentPartPr>
            <p14:xfrm>
              <a:off x="8631616" y="1292096"/>
              <a:ext cx="514800" cy="32400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B22F59F0-760F-A70A-A948-62D57B0308B1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8613976" y="1274456"/>
                <a:ext cx="550440" cy="35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3D4A434F-664A-8CA4-6206-6D5BB9C36E72}"/>
                  </a:ext>
                </a:extLst>
              </p14:cNvPr>
              <p14:cNvContentPartPr/>
              <p14:nvPr/>
            </p14:nvContentPartPr>
            <p14:xfrm>
              <a:off x="9278536" y="341336"/>
              <a:ext cx="187920" cy="96192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3D4A434F-664A-8CA4-6206-6D5BB9C36E72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9260896" y="323336"/>
                <a:ext cx="223560" cy="99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74818B4A-EF92-0DDC-44D2-1A3D7C6A7F93}"/>
                  </a:ext>
                </a:extLst>
              </p14:cNvPr>
              <p14:cNvContentPartPr/>
              <p14:nvPr/>
            </p14:nvContentPartPr>
            <p14:xfrm>
              <a:off x="9591016" y="622496"/>
              <a:ext cx="255240" cy="352800"/>
            </p14:xfrm>
          </p:contentPart>
        </mc:Choice>
        <mc:Fallback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74818B4A-EF92-0DDC-44D2-1A3D7C6A7F93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9573376" y="604496"/>
                <a:ext cx="29088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8F90B5F7-7C66-CF9D-150B-47B46D35BF6E}"/>
                  </a:ext>
                </a:extLst>
              </p14:cNvPr>
              <p14:cNvContentPartPr/>
              <p14:nvPr/>
            </p14:nvContentPartPr>
            <p14:xfrm>
              <a:off x="9929056" y="703856"/>
              <a:ext cx="81000" cy="28332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8F90B5F7-7C66-CF9D-150B-47B46D35BF6E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9911056" y="686216"/>
                <a:ext cx="116640" cy="31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C1ACF32-ED7A-1AD2-C798-F625DCF7424F}"/>
                  </a:ext>
                </a:extLst>
              </p14:cNvPr>
              <p14:cNvContentPartPr/>
              <p14:nvPr/>
            </p14:nvContentPartPr>
            <p14:xfrm>
              <a:off x="10206616" y="653816"/>
              <a:ext cx="165240" cy="34848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C1ACF32-ED7A-1AD2-C798-F625DCF7424F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10188616" y="636176"/>
                <a:ext cx="20088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43524EC3-9CF0-818C-A199-0E7B503B9101}"/>
                  </a:ext>
                </a:extLst>
              </p14:cNvPr>
              <p14:cNvContentPartPr/>
              <p14:nvPr/>
            </p14:nvContentPartPr>
            <p14:xfrm>
              <a:off x="10182856" y="708536"/>
              <a:ext cx="512640" cy="32400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43524EC3-9CF0-818C-A199-0E7B503B9101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10164856" y="690896"/>
                <a:ext cx="548280" cy="35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F4D93D05-A94A-F0C3-5149-92EE298BE10B}"/>
                  </a:ext>
                </a:extLst>
              </p14:cNvPr>
              <p14:cNvContentPartPr/>
              <p14:nvPr/>
            </p14:nvContentPartPr>
            <p14:xfrm>
              <a:off x="10679296" y="675056"/>
              <a:ext cx="207360" cy="23976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F4D93D05-A94A-F0C3-5149-92EE298BE10B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10661656" y="657416"/>
                <a:ext cx="243000" cy="27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8C3F0ED4-B93E-E5AA-6289-98A2DB5900E3}"/>
                  </a:ext>
                </a:extLst>
              </p14:cNvPr>
              <p14:cNvContentPartPr/>
              <p14:nvPr/>
            </p14:nvContentPartPr>
            <p14:xfrm>
              <a:off x="10956496" y="634376"/>
              <a:ext cx="209520" cy="36540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8C3F0ED4-B93E-E5AA-6289-98A2DB5900E3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10938856" y="616376"/>
                <a:ext cx="245160" cy="40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2B34BED0-EF9C-F86F-D44B-3BAE1DE623FD}"/>
                  </a:ext>
                </a:extLst>
              </p14:cNvPr>
              <p14:cNvContentPartPr/>
              <p14:nvPr/>
            </p14:nvContentPartPr>
            <p14:xfrm>
              <a:off x="11015176" y="702416"/>
              <a:ext cx="102960" cy="25164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2B34BED0-EF9C-F86F-D44B-3BAE1DE623FD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0997176" y="684416"/>
                <a:ext cx="13860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34593B83-DFAA-37FB-27E6-7ABB9C8280F4}"/>
                  </a:ext>
                </a:extLst>
              </p14:cNvPr>
              <p14:cNvContentPartPr/>
              <p14:nvPr/>
            </p14:nvContentPartPr>
            <p14:xfrm>
              <a:off x="4886896" y="2332136"/>
              <a:ext cx="293400" cy="19512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34593B83-DFAA-37FB-27E6-7ABB9C8280F4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4869256" y="2314136"/>
                <a:ext cx="329040" cy="23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04D74124-0DCC-82B9-A8DE-C9DD8981FB62}"/>
                  </a:ext>
                </a:extLst>
              </p14:cNvPr>
              <p14:cNvContentPartPr/>
              <p14:nvPr/>
            </p14:nvContentPartPr>
            <p14:xfrm>
              <a:off x="4898416" y="2524376"/>
              <a:ext cx="21600" cy="82080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04D74124-0DCC-82B9-A8DE-C9DD8981FB62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4880776" y="2506376"/>
                <a:ext cx="57240" cy="85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27" name="Ink 126">
                <a:extLst>
                  <a:ext uri="{FF2B5EF4-FFF2-40B4-BE49-F238E27FC236}">
                    <a16:creationId xmlns:a16="http://schemas.microsoft.com/office/drawing/2014/main" id="{06DEBDE5-9402-7460-7102-13ED11834B5E}"/>
                  </a:ext>
                </a:extLst>
              </p14:cNvPr>
              <p14:cNvContentPartPr/>
              <p14:nvPr/>
            </p14:nvContentPartPr>
            <p14:xfrm>
              <a:off x="5285056" y="2174096"/>
              <a:ext cx="2331720" cy="90000"/>
            </p14:xfrm>
          </p:contentPart>
        </mc:Choice>
        <mc:Fallback>
          <p:pic>
            <p:nvPicPr>
              <p:cNvPr id="127" name="Ink 126">
                <a:extLst>
                  <a:ext uri="{FF2B5EF4-FFF2-40B4-BE49-F238E27FC236}">
                    <a16:creationId xmlns:a16="http://schemas.microsoft.com/office/drawing/2014/main" id="{06DEBDE5-9402-7460-7102-13ED11834B5E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5267416" y="2156096"/>
                <a:ext cx="236736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1C53AC62-4BC9-13C0-8E6E-9BF2927FF5CC}"/>
                  </a:ext>
                </a:extLst>
              </p14:cNvPr>
              <p14:cNvContentPartPr/>
              <p14:nvPr/>
            </p14:nvContentPartPr>
            <p14:xfrm>
              <a:off x="4983016" y="3431576"/>
              <a:ext cx="2352240" cy="8964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1C53AC62-4BC9-13C0-8E6E-9BF2927FF5CC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4965016" y="3413936"/>
                <a:ext cx="238788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855B15C2-8970-A841-902F-4C9BCFCFFDBE}"/>
                  </a:ext>
                </a:extLst>
              </p14:cNvPr>
              <p14:cNvContentPartPr/>
              <p14:nvPr/>
            </p14:nvContentPartPr>
            <p14:xfrm>
              <a:off x="7267936" y="2687456"/>
              <a:ext cx="34200" cy="79380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855B15C2-8970-A841-902F-4C9BCFCFFDBE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7249936" y="2669456"/>
                <a:ext cx="69840" cy="82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78D8F17C-F14D-A9D6-6251-A3DDD2AC9257}"/>
                  </a:ext>
                </a:extLst>
              </p14:cNvPr>
              <p14:cNvContentPartPr/>
              <p14:nvPr/>
            </p14:nvContentPartPr>
            <p14:xfrm>
              <a:off x="7339936" y="2245376"/>
              <a:ext cx="294840" cy="29484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78D8F17C-F14D-A9D6-6251-A3DDD2AC9257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7322296" y="2227736"/>
                <a:ext cx="330480" cy="33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5D9D994C-0964-38C8-5D15-84939CF6BC37}"/>
                  </a:ext>
                </a:extLst>
              </p14:cNvPr>
              <p14:cNvContentPartPr/>
              <p14:nvPr/>
            </p14:nvContentPartPr>
            <p14:xfrm>
              <a:off x="7278736" y="3026936"/>
              <a:ext cx="291960" cy="52020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5D9D994C-0964-38C8-5D15-84939CF6BC37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7261096" y="3009296"/>
                <a:ext cx="327600" cy="55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82F16DC6-8D2E-AD37-503A-029E020F6774}"/>
                  </a:ext>
                </a:extLst>
              </p14:cNvPr>
              <p14:cNvContentPartPr/>
              <p14:nvPr/>
            </p14:nvContentPartPr>
            <p14:xfrm>
              <a:off x="7632616" y="2286056"/>
              <a:ext cx="34560" cy="77832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82F16DC6-8D2E-AD37-503A-029E020F6774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7614616" y="2268056"/>
                <a:ext cx="70200" cy="81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7FD28C2E-EA65-7E54-1595-2AA95576D977}"/>
                  </a:ext>
                </a:extLst>
              </p14:cNvPr>
              <p14:cNvContentPartPr/>
              <p14:nvPr/>
            </p14:nvContentPartPr>
            <p14:xfrm>
              <a:off x="4959256" y="2489816"/>
              <a:ext cx="2367720" cy="11448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7FD28C2E-EA65-7E54-1595-2AA95576D977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4941616" y="2472176"/>
                <a:ext cx="2403360" cy="1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0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9263C07B-175D-5E68-6A58-FFE5D500ADE2}"/>
                  </a:ext>
                </a:extLst>
              </p14:cNvPr>
              <p14:cNvContentPartPr/>
              <p14:nvPr/>
            </p14:nvContentPartPr>
            <p14:xfrm>
              <a:off x="5162296" y="2194256"/>
              <a:ext cx="108000" cy="12276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9263C07B-175D-5E68-6A58-FFE5D500ADE2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5144296" y="2176256"/>
                <a:ext cx="143640" cy="1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4E075942-5730-F036-FEC7-3452848C2376}"/>
                  </a:ext>
                </a:extLst>
              </p14:cNvPr>
              <p14:cNvContentPartPr/>
              <p14:nvPr/>
            </p14:nvContentPartPr>
            <p14:xfrm>
              <a:off x="4871416" y="2105696"/>
              <a:ext cx="12960" cy="18828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4E075942-5730-F036-FEC7-3452848C2376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4853416" y="2088056"/>
                <a:ext cx="48600" cy="22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448C240E-F6DF-5F04-39EC-4B2A98F106EB}"/>
                  </a:ext>
                </a:extLst>
              </p14:cNvPr>
              <p14:cNvContentPartPr/>
              <p14:nvPr/>
            </p14:nvContentPartPr>
            <p14:xfrm>
              <a:off x="4985176" y="2040896"/>
              <a:ext cx="21240" cy="21312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448C240E-F6DF-5F04-39EC-4B2A98F106EB}"/>
                  </a:ext>
                </a:extLst>
              </p:cNvPr>
              <p:cNvPicPr/>
              <p:nvPr/>
            </p:nvPicPr>
            <p:blipFill>
              <a:blip r:embed="rId235"/>
              <a:stretch>
                <a:fillRect/>
              </a:stretch>
            </p:blipFill>
            <p:spPr>
              <a:xfrm>
                <a:off x="4967176" y="2022896"/>
                <a:ext cx="5688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7F458DD9-571B-3359-4AD9-51E8BC949570}"/>
                  </a:ext>
                </a:extLst>
              </p14:cNvPr>
              <p14:cNvContentPartPr/>
              <p14:nvPr/>
            </p14:nvContentPartPr>
            <p14:xfrm>
              <a:off x="4979416" y="2071856"/>
              <a:ext cx="158040" cy="8928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7F458DD9-571B-3359-4AD9-51E8BC949570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4961416" y="2053856"/>
                <a:ext cx="19368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6E7E247D-3D3C-1B99-E776-14A063D03A33}"/>
                  </a:ext>
                </a:extLst>
              </p14:cNvPr>
              <p14:cNvContentPartPr/>
              <p14:nvPr/>
            </p14:nvContentPartPr>
            <p14:xfrm>
              <a:off x="5193616" y="2054216"/>
              <a:ext cx="22680" cy="1872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6E7E247D-3D3C-1B99-E776-14A063D03A33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5175976" y="2036576"/>
                <a:ext cx="5832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D46D9291-E292-2E24-7D23-70C9C983A0C5}"/>
                  </a:ext>
                </a:extLst>
              </p14:cNvPr>
              <p14:cNvContentPartPr/>
              <p14:nvPr/>
            </p14:nvContentPartPr>
            <p14:xfrm>
              <a:off x="5176336" y="2177336"/>
              <a:ext cx="23400" cy="2448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D46D9291-E292-2E24-7D23-70C9C983A0C5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5158696" y="2159336"/>
                <a:ext cx="5904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2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004ABEC9-A1F6-8212-6EEB-3F94D25EFB8E}"/>
                  </a:ext>
                </a:extLst>
              </p14:cNvPr>
              <p14:cNvContentPartPr/>
              <p14:nvPr/>
            </p14:nvContentPartPr>
            <p14:xfrm>
              <a:off x="5031976" y="2130536"/>
              <a:ext cx="27720" cy="30960"/>
            </p14:xfrm>
          </p:contentPart>
        </mc:Choice>
        <mc:Fallback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004ABEC9-A1F6-8212-6EEB-3F94D25EFB8E}"/>
                  </a:ext>
                </a:extLst>
              </p:cNvPr>
              <p:cNvPicPr/>
              <p:nvPr/>
            </p:nvPicPr>
            <p:blipFill>
              <a:blip r:embed="rId243"/>
              <a:stretch>
                <a:fillRect/>
              </a:stretch>
            </p:blipFill>
            <p:spPr>
              <a:xfrm>
                <a:off x="5014336" y="2112896"/>
                <a:ext cx="633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56126B45-5569-75DC-CE6C-0C743F78949F}"/>
                  </a:ext>
                </a:extLst>
              </p14:cNvPr>
              <p14:cNvContentPartPr/>
              <p14:nvPr/>
            </p14:nvContentPartPr>
            <p14:xfrm>
              <a:off x="4984456" y="2120456"/>
              <a:ext cx="51840" cy="58320"/>
            </p14:xfrm>
          </p:contentPart>
        </mc:Choice>
        <mc:Fallback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56126B45-5569-75DC-CE6C-0C743F78949F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4966816" y="2102816"/>
                <a:ext cx="8748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6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18CF075D-27A7-9940-67D0-2EC3959CDD3C}"/>
                  </a:ext>
                </a:extLst>
              </p14:cNvPr>
              <p14:cNvContentPartPr/>
              <p14:nvPr/>
            </p14:nvContentPartPr>
            <p14:xfrm>
              <a:off x="5361016" y="2020016"/>
              <a:ext cx="6480" cy="135720"/>
            </p14:xfrm>
          </p:contentPart>
        </mc:Choice>
        <mc:Fallback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18CF075D-27A7-9940-67D0-2EC3959CDD3C}"/>
                  </a:ext>
                </a:extLst>
              </p:cNvPr>
              <p:cNvPicPr/>
              <p:nvPr/>
            </p:nvPicPr>
            <p:blipFill>
              <a:blip r:embed="rId247"/>
              <a:stretch>
                <a:fillRect/>
              </a:stretch>
            </p:blipFill>
            <p:spPr>
              <a:xfrm>
                <a:off x="5343016" y="2002016"/>
                <a:ext cx="42120" cy="17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8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CD50CDAD-CEFB-76D9-6AEB-A0C831449D46}"/>
                  </a:ext>
                </a:extLst>
              </p14:cNvPr>
              <p14:cNvContentPartPr/>
              <p14:nvPr/>
            </p14:nvContentPartPr>
            <p14:xfrm>
              <a:off x="5431216" y="2000576"/>
              <a:ext cx="96120" cy="13536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CD50CDAD-CEFB-76D9-6AEB-A0C831449D46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5413216" y="1982576"/>
                <a:ext cx="1317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A045EBE9-86BC-BF9E-7CA8-CF6AFD948B25}"/>
                  </a:ext>
                </a:extLst>
              </p14:cNvPr>
              <p14:cNvContentPartPr/>
              <p14:nvPr/>
            </p14:nvContentPartPr>
            <p14:xfrm>
              <a:off x="5566936" y="2003816"/>
              <a:ext cx="113760" cy="14580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A045EBE9-86BC-BF9E-7CA8-CF6AFD948B25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5548936" y="1986176"/>
                <a:ext cx="149400" cy="18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2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6D5811E6-8177-A2C8-AFAF-05C85190C339}"/>
                  </a:ext>
                </a:extLst>
              </p14:cNvPr>
              <p14:cNvContentPartPr/>
              <p14:nvPr/>
            </p14:nvContentPartPr>
            <p14:xfrm>
              <a:off x="5718856" y="2127656"/>
              <a:ext cx="12600" cy="4320"/>
            </p14:xfrm>
          </p:contentPart>
        </mc:Choice>
        <mc:Fallback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6D5811E6-8177-A2C8-AFAF-05C85190C339}"/>
                  </a:ext>
                </a:extLst>
              </p:cNvPr>
              <p:cNvPicPr/>
              <p:nvPr/>
            </p:nvPicPr>
            <p:blipFill>
              <a:blip r:embed="rId253"/>
              <a:stretch>
                <a:fillRect/>
              </a:stretch>
            </p:blipFill>
            <p:spPr>
              <a:xfrm>
                <a:off x="5700856" y="2110016"/>
                <a:ext cx="48240" cy="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4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5F50873E-B420-63D3-AC02-013E72080493}"/>
                  </a:ext>
                </a:extLst>
              </p14:cNvPr>
              <p14:cNvContentPartPr/>
              <p14:nvPr/>
            </p14:nvContentPartPr>
            <p14:xfrm>
              <a:off x="5787616" y="1984736"/>
              <a:ext cx="16920" cy="136080"/>
            </p14:xfrm>
          </p:contentPart>
        </mc:Choice>
        <mc:Fallback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5F50873E-B420-63D3-AC02-013E72080493}"/>
                  </a:ext>
                </a:extLst>
              </p:cNvPr>
              <p:cNvPicPr/>
              <p:nvPr/>
            </p:nvPicPr>
            <p:blipFill>
              <a:blip r:embed="rId255"/>
              <a:stretch>
                <a:fillRect/>
              </a:stretch>
            </p:blipFill>
            <p:spPr>
              <a:xfrm>
                <a:off x="5769976" y="1967096"/>
                <a:ext cx="5256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6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EC8FB0F8-4FC1-3C91-36F0-88B997EC852C}"/>
                  </a:ext>
                </a:extLst>
              </p14:cNvPr>
              <p14:cNvContentPartPr/>
              <p14:nvPr/>
            </p14:nvContentPartPr>
            <p14:xfrm>
              <a:off x="5904616" y="1990136"/>
              <a:ext cx="81360" cy="181080"/>
            </p14:xfrm>
          </p:contentPart>
        </mc:Choice>
        <mc:Fallback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EC8FB0F8-4FC1-3C91-36F0-88B997EC852C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5886976" y="1972496"/>
                <a:ext cx="117000" cy="21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8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2A4573A1-9901-971C-7411-10731E8C1EB1}"/>
                  </a:ext>
                </a:extLst>
              </p14:cNvPr>
              <p14:cNvContentPartPr/>
              <p14:nvPr/>
            </p14:nvContentPartPr>
            <p14:xfrm>
              <a:off x="6016936" y="1972136"/>
              <a:ext cx="119160" cy="19656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2A4573A1-9901-971C-7411-10731E8C1EB1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5998936" y="1954496"/>
                <a:ext cx="154800" cy="23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06F2BF67-DADF-5E9E-2F52-FBB076FE183F}"/>
                  </a:ext>
                </a:extLst>
              </p14:cNvPr>
              <p14:cNvContentPartPr/>
              <p14:nvPr/>
            </p14:nvContentPartPr>
            <p14:xfrm>
              <a:off x="6208096" y="2140256"/>
              <a:ext cx="14040" cy="684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06F2BF67-DADF-5E9E-2F52-FBB076FE183F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6190096" y="2122616"/>
                <a:ext cx="4968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DC8FF36E-4AB0-DA05-3CC6-4CE8D135B56F}"/>
                  </a:ext>
                </a:extLst>
              </p14:cNvPr>
              <p14:cNvContentPartPr/>
              <p14:nvPr/>
            </p14:nvContentPartPr>
            <p14:xfrm>
              <a:off x="6312856" y="2002736"/>
              <a:ext cx="77400" cy="140760"/>
            </p14:xfrm>
          </p:contentPart>
        </mc:Choice>
        <mc:Fallback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DC8FF36E-4AB0-DA05-3CC6-4CE8D135B56F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6295216" y="1984736"/>
                <a:ext cx="11304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4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45C6E3-63C1-E855-383D-CD51152B6114}"/>
                  </a:ext>
                </a:extLst>
              </p14:cNvPr>
              <p14:cNvContentPartPr/>
              <p14:nvPr/>
            </p14:nvContentPartPr>
            <p14:xfrm>
              <a:off x="6466216" y="2110376"/>
              <a:ext cx="7200" cy="17280"/>
            </p14:xfrm>
          </p:contentPart>
        </mc:Choice>
        <mc:Fallback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45C6E3-63C1-E855-383D-CD51152B6114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6448216" y="2092376"/>
                <a:ext cx="42840" cy="5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29B5A56F-9ECC-F593-319B-F848E8978326}"/>
                  </a:ext>
                </a:extLst>
              </p14:cNvPr>
              <p14:cNvContentPartPr/>
              <p14:nvPr/>
            </p14:nvContentPartPr>
            <p14:xfrm>
              <a:off x="6569176" y="1953416"/>
              <a:ext cx="4320" cy="14580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29B5A56F-9ECC-F593-319B-F848E8978326}"/>
                  </a:ext>
                </a:extLst>
              </p:cNvPr>
              <p:cNvPicPr/>
              <p:nvPr/>
            </p:nvPicPr>
            <p:blipFill>
              <a:blip r:embed="rId266"/>
              <a:stretch>
                <a:fillRect/>
              </a:stretch>
            </p:blipFill>
            <p:spPr>
              <a:xfrm>
                <a:off x="6551176" y="1935776"/>
                <a:ext cx="39960" cy="18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7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91731FC1-BE2B-3648-6E5A-1CB765F2459A}"/>
                  </a:ext>
                </a:extLst>
              </p14:cNvPr>
              <p14:cNvContentPartPr/>
              <p14:nvPr/>
            </p14:nvContentPartPr>
            <p14:xfrm>
              <a:off x="5343736" y="2318816"/>
              <a:ext cx="111960" cy="18108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91731FC1-BE2B-3648-6E5A-1CB765F2459A}"/>
                  </a:ext>
                </a:extLst>
              </p:cNvPr>
              <p:cNvPicPr/>
              <p:nvPr/>
            </p:nvPicPr>
            <p:blipFill>
              <a:blip r:embed="rId268"/>
              <a:stretch>
                <a:fillRect/>
              </a:stretch>
            </p:blipFill>
            <p:spPr>
              <a:xfrm>
                <a:off x="5326096" y="2300816"/>
                <a:ext cx="147600" cy="21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9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FE11B395-6F4D-A8AA-1A82-60DFD037DFD8}"/>
                  </a:ext>
                </a:extLst>
              </p14:cNvPr>
              <p14:cNvContentPartPr/>
              <p14:nvPr/>
            </p14:nvContentPartPr>
            <p14:xfrm>
              <a:off x="5543536" y="2356976"/>
              <a:ext cx="87840" cy="11772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FE11B395-6F4D-A8AA-1A82-60DFD037DFD8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5525536" y="2339336"/>
                <a:ext cx="12348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1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D0475449-09E2-6EFD-6D19-B9453CE1E8A5}"/>
                  </a:ext>
                </a:extLst>
              </p14:cNvPr>
              <p14:cNvContentPartPr/>
              <p14:nvPr/>
            </p14:nvContentPartPr>
            <p14:xfrm>
              <a:off x="5695816" y="2322776"/>
              <a:ext cx="285480" cy="15624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D0475449-09E2-6EFD-6D19-B9453CE1E8A5}"/>
                  </a:ext>
                </a:extLst>
              </p:cNvPr>
              <p:cNvPicPr/>
              <p:nvPr/>
            </p:nvPicPr>
            <p:blipFill>
              <a:blip r:embed="rId272"/>
              <a:stretch>
                <a:fillRect/>
              </a:stretch>
            </p:blipFill>
            <p:spPr>
              <a:xfrm>
                <a:off x="5677816" y="2304776"/>
                <a:ext cx="321120" cy="19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3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59E44E01-4F6D-ACE6-0369-0CFEED9FA6D4}"/>
                  </a:ext>
                </a:extLst>
              </p14:cNvPr>
              <p14:cNvContentPartPr/>
              <p14:nvPr/>
            </p14:nvContentPartPr>
            <p14:xfrm>
              <a:off x="5929456" y="2257976"/>
              <a:ext cx="302400" cy="16524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59E44E01-4F6D-ACE6-0369-0CFEED9FA6D4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5911456" y="2240336"/>
                <a:ext cx="33804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5">
            <p14:nvContentPartPr>
              <p14:cNvPr id="211" name="Ink 210">
                <a:extLst>
                  <a:ext uri="{FF2B5EF4-FFF2-40B4-BE49-F238E27FC236}">
                    <a16:creationId xmlns:a16="http://schemas.microsoft.com/office/drawing/2014/main" id="{3FE59106-254F-9C91-2C4C-16A66E1EC14E}"/>
                  </a:ext>
                </a:extLst>
              </p14:cNvPr>
              <p14:cNvContentPartPr/>
              <p14:nvPr/>
            </p14:nvContentPartPr>
            <p14:xfrm>
              <a:off x="6346696" y="2261936"/>
              <a:ext cx="516240" cy="181800"/>
            </p14:xfrm>
          </p:contentPart>
        </mc:Choice>
        <mc:Fallback>
          <p:pic>
            <p:nvPicPr>
              <p:cNvPr id="211" name="Ink 210">
                <a:extLst>
                  <a:ext uri="{FF2B5EF4-FFF2-40B4-BE49-F238E27FC236}">
                    <a16:creationId xmlns:a16="http://schemas.microsoft.com/office/drawing/2014/main" id="{3FE59106-254F-9C91-2C4C-16A66E1EC14E}"/>
                  </a:ext>
                </a:extLst>
              </p:cNvPr>
              <p:cNvPicPr/>
              <p:nvPr/>
            </p:nvPicPr>
            <p:blipFill>
              <a:blip r:embed="rId276"/>
              <a:stretch>
                <a:fillRect/>
              </a:stretch>
            </p:blipFill>
            <p:spPr>
              <a:xfrm>
                <a:off x="6329056" y="2243936"/>
                <a:ext cx="551880" cy="21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7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928BD7F1-54CC-F775-1B7A-EC3BE5730CB1}"/>
                  </a:ext>
                </a:extLst>
              </p14:cNvPr>
              <p14:cNvContentPartPr/>
              <p14:nvPr/>
            </p14:nvContentPartPr>
            <p14:xfrm>
              <a:off x="6689416" y="2231696"/>
              <a:ext cx="486000" cy="22860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928BD7F1-54CC-F775-1B7A-EC3BE5730CB1}"/>
                  </a:ext>
                </a:extLst>
              </p:cNvPr>
              <p:cNvPicPr/>
              <p:nvPr/>
            </p:nvPicPr>
            <p:blipFill>
              <a:blip r:embed="rId278"/>
              <a:stretch>
                <a:fillRect/>
              </a:stretch>
            </p:blipFill>
            <p:spPr>
              <a:xfrm>
                <a:off x="6671776" y="2214056"/>
                <a:ext cx="521640" cy="26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9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76BB0A84-3B5B-B7EE-EA8B-FBBB477CD7CF}"/>
                  </a:ext>
                </a:extLst>
              </p14:cNvPr>
              <p14:cNvContentPartPr/>
              <p14:nvPr/>
            </p14:nvContentPartPr>
            <p14:xfrm>
              <a:off x="1899256" y="1629056"/>
              <a:ext cx="226440" cy="4026960"/>
            </p14:xfrm>
          </p:contentPart>
        </mc:Choice>
        <mc:Fallback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76BB0A84-3B5B-B7EE-EA8B-FBBB477CD7CF}"/>
                  </a:ext>
                </a:extLst>
              </p:cNvPr>
              <p:cNvPicPr/>
              <p:nvPr/>
            </p:nvPicPr>
            <p:blipFill>
              <a:blip r:embed="rId280"/>
              <a:stretch>
                <a:fillRect/>
              </a:stretch>
            </p:blipFill>
            <p:spPr>
              <a:xfrm>
                <a:off x="1881616" y="1611056"/>
                <a:ext cx="262080" cy="406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1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7A38984C-063C-2C0F-0945-A21BBA343C1D}"/>
                  </a:ext>
                </a:extLst>
              </p14:cNvPr>
              <p14:cNvContentPartPr/>
              <p14:nvPr/>
            </p14:nvContentPartPr>
            <p14:xfrm>
              <a:off x="1970176" y="5459816"/>
              <a:ext cx="6666120" cy="155880"/>
            </p14:xfrm>
          </p:contentPart>
        </mc:Choice>
        <mc:Fallback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7A38984C-063C-2C0F-0945-A21BBA343C1D}"/>
                  </a:ext>
                </a:extLst>
              </p:cNvPr>
              <p:cNvPicPr/>
              <p:nvPr/>
            </p:nvPicPr>
            <p:blipFill>
              <a:blip r:embed="rId282"/>
              <a:stretch>
                <a:fillRect/>
              </a:stretch>
            </p:blipFill>
            <p:spPr>
              <a:xfrm>
                <a:off x="1952536" y="5442176"/>
                <a:ext cx="6701760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3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58C7C6BD-CFFC-7844-0738-667AA3F113C7}"/>
                  </a:ext>
                </a:extLst>
              </p14:cNvPr>
              <p14:cNvContentPartPr/>
              <p14:nvPr/>
            </p14:nvContentPartPr>
            <p14:xfrm>
              <a:off x="2045776" y="1501256"/>
              <a:ext cx="19440" cy="504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58C7C6BD-CFFC-7844-0738-667AA3F113C7}"/>
                  </a:ext>
                </a:extLst>
              </p:cNvPr>
              <p:cNvPicPr/>
              <p:nvPr/>
            </p:nvPicPr>
            <p:blipFill>
              <a:blip r:embed="rId284"/>
              <a:stretch>
                <a:fillRect/>
              </a:stretch>
            </p:blipFill>
            <p:spPr>
              <a:xfrm>
                <a:off x="2028136" y="1483256"/>
                <a:ext cx="550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5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0FD7E401-E611-C3E0-F034-D3F57B4B42EE}"/>
                  </a:ext>
                </a:extLst>
              </p14:cNvPr>
              <p14:cNvContentPartPr/>
              <p14:nvPr/>
            </p14:nvContentPartPr>
            <p14:xfrm>
              <a:off x="1925176" y="1623296"/>
              <a:ext cx="6413760" cy="4107600"/>
            </p14:xfrm>
          </p:contentPart>
        </mc:Choice>
        <mc:Fallback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0FD7E401-E611-C3E0-F034-D3F57B4B42EE}"/>
                  </a:ext>
                </a:extLst>
              </p:cNvPr>
              <p:cNvPicPr/>
              <p:nvPr/>
            </p:nvPicPr>
            <p:blipFill>
              <a:blip r:embed="rId286"/>
              <a:stretch>
                <a:fillRect/>
              </a:stretch>
            </p:blipFill>
            <p:spPr>
              <a:xfrm>
                <a:off x="1907176" y="1605296"/>
                <a:ext cx="6449400" cy="414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7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F53E332C-02FE-8728-A022-1FD67B5F69F4}"/>
                  </a:ext>
                </a:extLst>
              </p14:cNvPr>
              <p14:cNvContentPartPr/>
              <p14:nvPr/>
            </p14:nvContentPartPr>
            <p14:xfrm>
              <a:off x="8574376" y="2075816"/>
              <a:ext cx="1040400" cy="324360"/>
            </p14:xfrm>
          </p:contentPart>
        </mc:Choice>
        <mc:Fallback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F53E332C-02FE-8728-A022-1FD67B5F69F4}"/>
                  </a:ext>
                </a:extLst>
              </p:cNvPr>
              <p:cNvPicPr/>
              <p:nvPr/>
            </p:nvPicPr>
            <p:blipFill>
              <a:blip r:embed="rId288"/>
              <a:stretch>
                <a:fillRect/>
              </a:stretch>
            </p:blipFill>
            <p:spPr>
              <a:xfrm>
                <a:off x="8556736" y="2058176"/>
                <a:ext cx="107604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9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205338D1-650D-CA5E-D0FB-3FCD40A1319C}"/>
                  </a:ext>
                </a:extLst>
              </p14:cNvPr>
              <p14:cNvContentPartPr/>
              <p14:nvPr/>
            </p14:nvContentPartPr>
            <p14:xfrm>
              <a:off x="8439016" y="2123696"/>
              <a:ext cx="610200" cy="383040"/>
            </p14:xfrm>
          </p:contentPart>
        </mc:Choice>
        <mc:Fallback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205338D1-650D-CA5E-D0FB-3FCD40A1319C}"/>
                  </a:ext>
                </a:extLst>
              </p:cNvPr>
              <p:cNvPicPr/>
              <p:nvPr/>
            </p:nvPicPr>
            <p:blipFill>
              <a:blip r:embed="rId290"/>
              <a:stretch>
                <a:fillRect/>
              </a:stretch>
            </p:blipFill>
            <p:spPr>
              <a:xfrm>
                <a:off x="8421016" y="2105696"/>
                <a:ext cx="645840" cy="41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1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9404709E-F785-12EE-AE1A-AC078E1B3F06}"/>
                  </a:ext>
                </a:extLst>
              </p14:cNvPr>
              <p14:cNvContentPartPr/>
              <p14:nvPr/>
            </p14:nvContentPartPr>
            <p14:xfrm>
              <a:off x="9994576" y="2014256"/>
              <a:ext cx="11520" cy="23760"/>
            </p14:xfrm>
          </p:contentPart>
        </mc:Choice>
        <mc:Fallback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9404709E-F785-12EE-AE1A-AC078E1B3F06}"/>
                  </a:ext>
                </a:extLst>
              </p:cNvPr>
              <p:cNvPicPr/>
              <p:nvPr/>
            </p:nvPicPr>
            <p:blipFill>
              <a:blip r:embed="rId292"/>
              <a:stretch>
                <a:fillRect/>
              </a:stretch>
            </p:blipFill>
            <p:spPr>
              <a:xfrm>
                <a:off x="9976576" y="1996256"/>
                <a:ext cx="4716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3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442BDBD1-CC9B-A5B2-6289-91AAF172F4EA}"/>
                  </a:ext>
                </a:extLst>
              </p14:cNvPr>
              <p14:cNvContentPartPr/>
              <p14:nvPr/>
            </p14:nvContentPartPr>
            <p14:xfrm>
              <a:off x="9863536" y="1777016"/>
              <a:ext cx="32400" cy="416160"/>
            </p14:xfrm>
          </p:contentPart>
        </mc:Choice>
        <mc:Fallback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442BDBD1-CC9B-A5B2-6289-91AAF172F4EA}"/>
                  </a:ext>
                </a:extLst>
              </p:cNvPr>
              <p:cNvPicPr/>
              <p:nvPr/>
            </p:nvPicPr>
            <p:blipFill>
              <a:blip r:embed="rId294"/>
              <a:stretch>
                <a:fillRect/>
              </a:stretch>
            </p:blipFill>
            <p:spPr>
              <a:xfrm>
                <a:off x="9845536" y="1759016"/>
                <a:ext cx="68040" cy="45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5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2FA4C998-693A-8008-2DCC-25E117BA59C6}"/>
                  </a:ext>
                </a:extLst>
              </p14:cNvPr>
              <p14:cNvContentPartPr/>
              <p14:nvPr/>
            </p14:nvContentPartPr>
            <p14:xfrm>
              <a:off x="9845176" y="1838576"/>
              <a:ext cx="287640" cy="352440"/>
            </p14:xfrm>
          </p:contentPart>
        </mc:Choice>
        <mc:Fallback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2FA4C998-693A-8008-2DCC-25E117BA59C6}"/>
                  </a:ext>
                </a:extLst>
              </p:cNvPr>
              <p:cNvPicPr/>
              <p:nvPr/>
            </p:nvPicPr>
            <p:blipFill>
              <a:blip r:embed="rId296"/>
              <a:stretch>
                <a:fillRect/>
              </a:stretch>
            </p:blipFill>
            <p:spPr>
              <a:xfrm>
                <a:off x="9827176" y="1820576"/>
                <a:ext cx="323280" cy="38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7">
            <p14:nvContentPartPr>
              <p14:cNvPr id="239" name="Ink 238">
                <a:extLst>
                  <a:ext uri="{FF2B5EF4-FFF2-40B4-BE49-F238E27FC236}">
                    <a16:creationId xmlns:a16="http://schemas.microsoft.com/office/drawing/2014/main" id="{4042F3AC-B1BE-E482-C4AB-282EF96E21C7}"/>
                  </a:ext>
                </a:extLst>
              </p14:cNvPr>
              <p14:cNvContentPartPr/>
              <p14:nvPr/>
            </p14:nvContentPartPr>
            <p14:xfrm>
              <a:off x="10208416" y="1854056"/>
              <a:ext cx="223920" cy="347400"/>
            </p14:xfrm>
          </p:contentPart>
        </mc:Choice>
        <mc:Fallback>
          <p:pic>
            <p:nvPicPr>
              <p:cNvPr id="239" name="Ink 238">
                <a:extLst>
                  <a:ext uri="{FF2B5EF4-FFF2-40B4-BE49-F238E27FC236}">
                    <a16:creationId xmlns:a16="http://schemas.microsoft.com/office/drawing/2014/main" id="{4042F3AC-B1BE-E482-C4AB-282EF96E21C7}"/>
                  </a:ext>
                </a:extLst>
              </p:cNvPr>
              <p:cNvPicPr/>
              <p:nvPr/>
            </p:nvPicPr>
            <p:blipFill>
              <a:blip r:embed="rId298"/>
              <a:stretch>
                <a:fillRect/>
              </a:stretch>
            </p:blipFill>
            <p:spPr>
              <a:xfrm>
                <a:off x="10190416" y="1836056"/>
                <a:ext cx="259560" cy="38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9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79FA3C60-7584-8B4E-00FD-BEC20C66108C}"/>
                  </a:ext>
                </a:extLst>
              </p14:cNvPr>
              <p14:cNvContentPartPr/>
              <p14:nvPr/>
            </p14:nvContentPartPr>
            <p14:xfrm>
              <a:off x="10481296" y="1825256"/>
              <a:ext cx="187920" cy="349920"/>
            </p14:xfrm>
          </p:contentPart>
        </mc:Choice>
        <mc:Fallback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79FA3C60-7584-8B4E-00FD-BEC20C66108C}"/>
                  </a:ext>
                </a:extLst>
              </p:cNvPr>
              <p:cNvPicPr/>
              <p:nvPr/>
            </p:nvPicPr>
            <p:blipFill>
              <a:blip r:embed="rId300"/>
              <a:stretch>
                <a:fillRect/>
              </a:stretch>
            </p:blipFill>
            <p:spPr>
              <a:xfrm>
                <a:off x="10463296" y="1807256"/>
                <a:ext cx="223560" cy="38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1">
            <p14:nvContentPartPr>
              <p14:cNvPr id="241" name="Ink 240">
                <a:extLst>
                  <a:ext uri="{FF2B5EF4-FFF2-40B4-BE49-F238E27FC236}">
                    <a16:creationId xmlns:a16="http://schemas.microsoft.com/office/drawing/2014/main" id="{1B41E9EC-6B89-92E4-4C62-3120CE9883A3}"/>
                  </a:ext>
                </a:extLst>
              </p14:cNvPr>
              <p14:cNvContentPartPr/>
              <p14:nvPr/>
            </p14:nvContentPartPr>
            <p14:xfrm>
              <a:off x="10740496" y="1759376"/>
              <a:ext cx="256680" cy="374760"/>
            </p14:xfrm>
          </p:contentPart>
        </mc:Choice>
        <mc:Fallback>
          <p:pic>
            <p:nvPicPr>
              <p:cNvPr id="241" name="Ink 240">
                <a:extLst>
                  <a:ext uri="{FF2B5EF4-FFF2-40B4-BE49-F238E27FC236}">
                    <a16:creationId xmlns:a16="http://schemas.microsoft.com/office/drawing/2014/main" id="{1B41E9EC-6B89-92E4-4C62-3120CE9883A3}"/>
                  </a:ext>
                </a:extLst>
              </p:cNvPr>
              <p:cNvPicPr/>
              <p:nvPr/>
            </p:nvPicPr>
            <p:blipFill>
              <a:blip r:embed="rId302"/>
              <a:stretch>
                <a:fillRect/>
              </a:stretch>
            </p:blipFill>
            <p:spPr>
              <a:xfrm>
                <a:off x="10722496" y="1741736"/>
                <a:ext cx="292320" cy="41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3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3C187BD9-4D13-EFC5-9C8C-F862E3243548}"/>
                  </a:ext>
                </a:extLst>
              </p14:cNvPr>
              <p14:cNvContentPartPr/>
              <p14:nvPr/>
            </p14:nvContentPartPr>
            <p14:xfrm>
              <a:off x="10974496" y="1819136"/>
              <a:ext cx="368640" cy="295560"/>
            </p14:xfrm>
          </p:contentPart>
        </mc:Choice>
        <mc:Fallback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3C187BD9-4D13-EFC5-9C8C-F862E3243548}"/>
                  </a:ext>
                </a:extLst>
              </p:cNvPr>
              <p:cNvPicPr/>
              <p:nvPr/>
            </p:nvPicPr>
            <p:blipFill>
              <a:blip r:embed="rId304"/>
              <a:stretch>
                <a:fillRect/>
              </a:stretch>
            </p:blipFill>
            <p:spPr>
              <a:xfrm>
                <a:off x="10956496" y="1801496"/>
                <a:ext cx="404280" cy="33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5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B8E6C4A8-3EE2-3877-FB6A-6D16D01E5089}"/>
                  </a:ext>
                </a:extLst>
              </p14:cNvPr>
              <p14:cNvContentPartPr/>
              <p14:nvPr/>
            </p14:nvContentPartPr>
            <p14:xfrm>
              <a:off x="11133256" y="2072576"/>
              <a:ext cx="189000" cy="70560"/>
            </p14:xfrm>
          </p:contentPart>
        </mc:Choice>
        <mc:Fallback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B8E6C4A8-3EE2-3877-FB6A-6D16D01E5089}"/>
                  </a:ext>
                </a:extLst>
              </p:cNvPr>
              <p:cNvPicPr/>
              <p:nvPr/>
            </p:nvPicPr>
            <p:blipFill>
              <a:blip r:embed="rId306"/>
              <a:stretch>
                <a:fillRect/>
              </a:stretch>
            </p:blipFill>
            <p:spPr>
              <a:xfrm>
                <a:off x="11115256" y="2054576"/>
                <a:ext cx="224640" cy="10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7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93FD79B8-A3B1-CCAE-691A-51DAD7C1F00F}"/>
                  </a:ext>
                </a:extLst>
              </p14:cNvPr>
              <p14:cNvContentPartPr/>
              <p14:nvPr/>
            </p14:nvContentPartPr>
            <p14:xfrm>
              <a:off x="9935176" y="2544536"/>
              <a:ext cx="939960" cy="481680"/>
            </p14:xfrm>
          </p:contentPart>
        </mc:Choice>
        <mc:Fallback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93FD79B8-A3B1-CCAE-691A-51DAD7C1F00F}"/>
                  </a:ext>
                </a:extLst>
              </p:cNvPr>
              <p:cNvPicPr/>
              <p:nvPr/>
            </p:nvPicPr>
            <p:blipFill>
              <a:blip r:embed="rId308"/>
              <a:stretch>
                <a:fillRect/>
              </a:stretch>
            </p:blipFill>
            <p:spPr>
              <a:xfrm>
                <a:off x="9917176" y="2526536"/>
                <a:ext cx="975600" cy="51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9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275F56D8-5397-940F-EE07-50799F4D3310}"/>
                  </a:ext>
                </a:extLst>
              </p14:cNvPr>
              <p14:cNvContentPartPr/>
              <p14:nvPr/>
            </p14:nvContentPartPr>
            <p14:xfrm>
              <a:off x="218056" y="1391816"/>
              <a:ext cx="384480" cy="374760"/>
            </p14:xfrm>
          </p:contentPart>
        </mc:Choice>
        <mc:Fallback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275F56D8-5397-940F-EE07-50799F4D3310}"/>
                  </a:ext>
                </a:extLst>
              </p:cNvPr>
              <p:cNvPicPr/>
              <p:nvPr/>
            </p:nvPicPr>
            <p:blipFill>
              <a:blip r:embed="rId310"/>
              <a:stretch>
                <a:fillRect/>
              </a:stretch>
            </p:blipFill>
            <p:spPr>
              <a:xfrm>
                <a:off x="200056" y="1373816"/>
                <a:ext cx="420120" cy="41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1">
            <p14:nvContentPartPr>
              <p14:cNvPr id="247" name="Ink 246">
                <a:extLst>
                  <a:ext uri="{FF2B5EF4-FFF2-40B4-BE49-F238E27FC236}">
                    <a16:creationId xmlns:a16="http://schemas.microsoft.com/office/drawing/2014/main" id="{543F4D88-2B4E-D4E5-D0C6-26348202145F}"/>
                  </a:ext>
                </a:extLst>
              </p14:cNvPr>
              <p14:cNvContentPartPr/>
              <p14:nvPr/>
            </p14:nvContentPartPr>
            <p14:xfrm>
              <a:off x="389056" y="1766576"/>
              <a:ext cx="63720" cy="320400"/>
            </p14:xfrm>
          </p:contentPart>
        </mc:Choice>
        <mc:Fallback>
          <p:pic>
            <p:nvPicPr>
              <p:cNvPr id="247" name="Ink 246">
                <a:extLst>
                  <a:ext uri="{FF2B5EF4-FFF2-40B4-BE49-F238E27FC236}">
                    <a16:creationId xmlns:a16="http://schemas.microsoft.com/office/drawing/2014/main" id="{543F4D88-2B4E-D4E5-D0C6-26348202145F}"/>
                  </a:ext>
                </a:extLst>
              </p:cNvPr>
              <p:cNvPicPr/>
              <p:nvPr/>
            </p:nvPicPr>
            <p:blipFill>
              <a:blip r:embed="rId312"/>
              <a:stretch>
                <a:fillRect/>
              </a:stretch>
            </p:blipFill>
            <p:spPr>
              <a:xfrm>
                <a:off x="371056" y="1748576"/>
                <a:ext cx="99360" cy="35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3">
            <p14:nvContentPartPr>
              <p14:cNvPr id="248" name="Ink 247">
                <a:extLst>
                  <a:ext uri="{FF2B5EF4-FFF2-40B4-BE49-F238E27FC236}">
                    <a16:creationId xmlns:a16="http://schemas.microsoft.com/office/drawing/2014/main" id="{76DA5D27-037F-76DD-2C20-D3470B4F09ED}"/>
                  </a:ext>
                </a:extLst>
              </p14:cNvPr>
              <p14:cNvContentPartPr/>
              <p14:nvPr/>
            </p14:nvContentPartPr>
            <p14:xfrm>
              <a:off x="259096" y="2063216"/>
              <a:ext cx="233640" cy="347400"/>
            </p14:xfrm>
          </p:contentPart>
        </mc:Choice>
        <mc:Fallback>
          <p:pic>
            <p:nvPicPr>
              <p:cNvPr id="248" name="Ink 247">
                <a:extLst>
                  <a:ext uri="{FF2B5EF4-FFF2-40B4-BE49-F238E27FC236}">
                    <a16:creationId xmlns:a16="http://schemas.microsoft.com/office/drawing/2014/main" id="{76DA5D27-037F-76DD-2C20-D3470B4F09ED}"/>
                  </a:ext>
                </a:extLst>
              </p:cNvPr>
              <p:cNvPicPr/>
              <p:nvPr/>
            </p:nvPicPr>
            <p:blipFill>
              <a:blip r:embed="rId314"/>
              <a:stretch>
                <a:fillRect/>
              </a:stretch>
            </p:blipFill>
            <p:spPr>
              <a:xfrm>
                <a:off x="241096" y="2045576"/>
                <a:ext cx="269280" cy="38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5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CBC01347-318B-F5D9-0871-B0936540FD6D}"/>
                  </a:ext>
                </a:extLst>
              </p14:cNvPr>
              <p14:cNvContentPartPr/>
              <p14:nvPr/>
            </p14:nvContentPartPr>
            <p14:xfrm>
              <a:off x="372136" y="2151776"/>
              <a:ext cx="169200" cy="187560"/>
            </p14:xfrm>
          </p:contentPart>
        </mc:Choice>
        <mc:Fallback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CBC01347-318B-F5D9-0871-B0936540FD6D}"/>
                  </a:ext>
                </a:extLst>
              </p:cNvPr>
              <p:cNvPicPr/>
              <p:nvPr/>
            </p:nvPicPr>
            <p:blipFill>
              <a:blip r:embed="rId316"/>
              <a:stretch>
                <a:fillRect/>
              </a:stretch>
            </p:blipFill>
            <p:spPr>
              <a:xfrm>
                <a:off x="354136" y="2134136"/>
                <a:ext cx="204840" cy="2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7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1E18AC3D-26B4-DFC4-CD03-375C81E79C8B}"/>
                  </a:ext>
                </a:extLst>
              </p14:cNvPr>
              <p14:cNvContentPartPr/>
              <p14:nvPr/>
            </p14:nvContentPartPr>
            <p14:xfrm>
              <a:off x="123376" y="1947656"/>
              <a:ext cx="438480" cy="110520"/>
            </p14:xfrm>
          </p:contentPart>
        </mc:Choice>
        <mc:Fallback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1E18AC3D-26B4-DFC4-CD03-375C81E79C8B}"/>
                  </a:ext>
                </a:extLst>
              </p:cNvPr>
              <p:cNvPicPr/>
              <p:nvPr/>
            </p:nvPicPr>
            <p:blipFill>
              <a:blip r:embed="rId318"/>
              <a:stretch>
                <a:fillRect/>
              </a:stretch>
            </p:blipFill>
            <p:spPr>
              <a:xfrm>
                <a:off x="105376" y="1930016"/>
                <a:ext cx="474120" cy="1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586CC02F-435C-FD80-EBCF-6AE22AD70868}"/>
                  </a:ext>
                </a:extLst>
              </p14:cNvPr>
              <p14:cNvContentPartPr/>
              <p14:nvPr/>
            </p14:nvContentPartPr>
            <p14:xfrm>
              <a:off x="678136" y="1928936"/>
              <a:ext cx="316800" cy="77400"/>
            </p14:xfrm>
          </p:contentPart>
        </mc:Choice>
        <mc:Fallback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586CC02F-435C-FD80-EBCF-6AE22AD70868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660496" y="1910936"/>
                <a:ext cx="352440" cy="11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1">
            <p14:nvContentPartPr>
              <p14:cNvPr id="254" name="Ink 253">
                <a:extLst>
                  <a:ext uri="{FF2B5EF4-FFF2-40B4-BE49-F238E27FC236}">
                    <a16:creationId xmlns:a16="http://schemas.microsoft.com/office/drawing/2014/main" id="{4A154E69-5EEC-BCBC-81C7-2885EB5BD89B}"/>
                  </a:ext>
                </a:extLst>
              </p14:cNvPr>
              <p14:cNvContentPartPr/>
              <p14:nvPr/>
            </p14:nvContentPartPr>
            <p14:xfrm>
              <a:off x="757696" y="1260776"/>
              <a:ext cx="442440" cy="2696400"/>
            </p14:xfrm>
          </p:contentPart>
        </mc:Choice>
        <mc:Fallback>
          <p:pic>
            <p:nvPicPr>
              <p:cNvPr id="254" name="Ink 253">
                <a:extLst>
                  <a:ext uri="{FF2B5EF4-FFF2-40B4-BE49-F238E27FC236}">
                    <a16:creationId xmlns:a16="http://schemas.microsoft.com/office/drawing/2014/main" id="{4A154E69-5EEC-BCBC-81C7-2885EB5BD89B}"/>
                  </a:ext>
                </a:extLst>
              </p:cNvPr>
              <p:cNvPicPr/>
              <p:nvPr/>
            </p:nvPicPr>
            <p:blipFill>
              <a:blip r:embed="rId322"/>
              <a:stretch>
                <a:fillRect/>
              </a:stretch>
            </p:blipFill>
            <p:spPr>
              <a:xfrm>
                <a:off x="740056" y="1242776"/>
                <a:ext cx="478080" cy="27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3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613D55FE-F8A3-F5E8-ED1D-FD347A7362CC}"/>
                  </a:ext>
                </a:extLst>
              </p14:cNvPr>
              <p14:cNvContentPartPr/>
              <p14:nvPr/>
            </p14:nvContentPartPr>
            <p14:xfrm>
              <a:off x="4215856" y="2719856"/>
              <a:ext cx="101160" cy="126720"/>
            </p14:xfrm>
          </p:contentPart>
        </mc:Choice>
        <mc:Fallback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613D55FE-F8A3-F5E8-ED1D-FD347A7362CC}"/>
                  </a:ext>
                </a:extLst>
              </p:cNvPr>
              <p:cNvPicPr/>
              <p:nvPr/>
            </p:nvPicPr>
            <p:blipFill>
              <a:blip r:embed="rId324"/>
              <a:stretch>
                <a:fillRect/>
              </a:stretch>
            </p:blipFill>
            <p:spPr>
              <a:xfrm>
                <a:off x="4197856" y="2702216"/>
                <a:ext cx="13680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5">
            <p14:nvContentPartPr>
              <p14:cNvPr id="266" name="Ink 265">
                <a:extLst>
                  <a:ext uri="{FF2B5EF4-FFF2-40B4-BE49-F238E27FC236}">
                    <a16:creationId xmlns:a16="http://schemas.microsoft.com/office/drawing/2014/main" id="{5B64D03F-F248-D7CF-78ED-584BB5BAC7BC}"/>
                  </a:ext>
                </a:extLst>
              </p14:cNvPr>
              <p14:cNvContentPartPr/>
              <p14:nvPr/>
            </p14:nvContentPartPr>
            <p14:xfrm>
              <a:off x="1653736" y="2034776"/>
              <a:ext cx="266040" cy="39960"/>
            </p14:xfrm>
          </p:contentPart>
        </mc:Choice>
        <mc:Fallback>
          <p:pic>
            <p:nvPicPr>
              <p:cNvPr id="266" name="Ink 265">
                <a:extLst>
                  <a:ext uri="{FF2B5EF4-FFF2-40B4-BE49-F238E27FC236}">
                    <a16:creationId xmlns:a16="http://schemas.microsoft.com/office/drawing/2014/main" id="{5B64D03F-F248-D7CF-78ED-584BB5BAC7BC}"/>
                  </a:ext>
                </a:extLst>
              </p:cNvPr>
              <p:cNvPicPr/>
              <p:nvPr/>
            </p:nvPicPr>
            <p:blipFill>
              <a:blip r:embed="rId326"/>
              <a:stretch>
                <a:fillRect/>
              </a:stretch>
            </p:blipFill>
            <p:spPr>
              <a:xfrm>
                <a:off x="1636096" y="2016776"/>
                <a:ext cx="3016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7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2B7AC01A-4C64-6982-9810-E632CF3067C5}"/>
                  </a:ext>
                </a:extLst>
              </p14:cNvPr>
              <p14:cNvContentPartPr/>
              <p14:nvPr/>
            </p14:nvContentPartPr>
            <p14:xfrm>
              <a:off x="1417576" y="1995176"/>
              <a:ext cx="214200" cy="172080"/>
            </p14:xfrm>
          </p:contentPart>
        </mc:Choice>
        <mc:Fallback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2B7AC01A-4C64-6982-9810-E632CF3067C5}"/>
                  </a:ext>
                </a:extLst>
              </p:cNvPr>
              <p:cNvPicPr/>
              <p:nvPr/>
            </p:nvPicPr>
            <p:blipFill>
              <a:blip r:embed="rId328"/>
              <a:stretch>
                <a:fillRect/>
              </a:stretch>
            </p:blipFill>
            <p:spPr>
              <a:xfrm>
                <a:off x="1399576" y="1977536"/>
                <a:ext cx="24984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9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8CDCBD2D-3751-C572-599E-02B7233F7495}"/>
                  </a:ext>
                </a:extLst>
              </p14:cNvPr>
              <p14:cNvContentPartPr/>
              <p14:nvPr/>
            </p14:nvContentPartPr>
            <p14:xfrm>
              <a:off x="1339816" y="1516376"/>
              <a:ext cx="23760" cy="244440"/>
            </p14:xfrm>
          </p:contentPart>
        </mc:Choice>
        <mc:Fallback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8CDCBD2D-3751-C572-599E-02B7233F7495}"/>
                  </a:ext>
                </a:extLst>
              </p:cNvPr>
              <p:cNvPicPr/>
              <p:nvPr/>
            </p:nvPicPr>
            <p:blipFill>
              <a:blip r:embed="rId330"/>
              <a:stretch>
                <a:fillRect/>
              </a:stretch>
            </p:blipFill>
            <p:spPr>
              <a:xfrm>
                <a:off x="1321816" y="1498736"/>
                <a:ext cx="5940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1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CF3375D0-B5AC-ABE5-825C-7DBE4713FDB5}"/>
                  </a:ext>
                </a:extLst>
              </p14:cNvPr>
              <p14:cNvContentPartPr/>
              <p14:nvPr/>
            </p14:nvContentPartPr>
            <p14:xfrm>
              <a:off x="1257736" y="1535096"/>
              <a:ext cx="169560" cy="137880"/>
            </p14:xfrm>
          </p:contentPart>
        </mc:Choice>
        <mc:Fallback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CF3375D0-B5AC-ABE5-825C-7DBE4713FDB5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1239736" y="1517456"/>
                <a:ext cx="2052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3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8F2731F6-6CD0-960F-B500-0DEFD980A611}"/>
                  </a:ext>
                </a:extLst>
              </p14:cNvPr>
              <p14:cNvContentPartPr/>
              <p14:nvPr/>
            </p14:nvContentPartPr>
            <p14:xfrm>
              <a:off x="1394896" y="1591616"/>
              <a:ext cx="78840" cy="123120"/>
            </p14:xfrm>
          </p:contentPart>
        </mc:Choice>
        <mc:Fallback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8F2731F6-6CD0-960F-B500-0DEFD980A611}"/>
                  </a:ext>
                </a:extLst>
              </p:cNvPr>
              <p:cNvPicPr/>
              <p:nvPr/>
            </p:nvPicPr>
            <p:blipFill>
              <a:blip r:embed="rId334"/>
              <a:stretch>
                <a:fillRect/>
              </a:stretch>
            </p:blipFill>
            <p:spPr>
              <a:xfrm>
                <a:off x="1376896" y="1573976"/>
                <a:ext cx="11448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5">
            <p14:nvContentPartPr>
              <p14:cNvPr id="272" name="Ink 271">
                <a:extLst>
                  <a:ext uri="{FF2B5EF4-FFF2-40B4-BE49-F238E27FC236}">
                    <a16:creationId xmlns:a16="http://schemas.microsoft.com/office/drawing/2014/main" id="{3C8FC9FA-30B6-06ED-B6C9-787F237B8905}"/>
                  </a:ext>
                </a:extLst>
              </p14:cNvPr>
              <p14:cNvContentPartPr/>
              <p14:nvPr/>
            </p14:nvContentPartPr>
            <p14:xfrm>
              <a:off x="1526656" y="1559936"/>
              <a:ext cx="167760" cy="143640"/>
            </p14:xfrm>
          </p:contentPart>
        </mc:Choice>
        <mc:Fallback>
          <p:pic>
            <p:nvPicPr>
              <p:cNvPr id="272" name="Ink 271">
                <a:extLst>
                  <a:ext uri="{FF2B5EF4-FFF2-40B4-BE49-F238E27FC236}">
                    <a16:creationId xmlns:a16="http://schemas.microsoft.com/office/drawing/2014/main" id="{3C8FC9FA-30B6-06ED-B6C9-787F237B8905}"/>
                  </a:ext>
                </a:extLst>
              </p:cNvPr>
              <p:cNvPicPr/>
              <p:nvPr/>
            </p:nvPicPr>
            <p:blipFill>
              <a:blip r:embed="rId336"/>
              <a:stretch>
                <a:fillRect/>
              </a:stretch>
            </p:blipFill>
            <p:spPr>
              <a:xfrm>
                <a:off x="1508656" y="1542296"/>
                <a:ext cx="20340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7">
            <p14:nvContentPartPr>
              <p14:cNvPr id="273" name="Ink 272">
                <a:extLst>
                  <a:ext uri="{FF2B5EF4-FFF2-40B4-BE49-F238E27FC236}">
                    <a16:creationId xmlns:a16="http://schemas.microsoft.com/office/drawing/2014/main" id="{150364F8-3B74-9A74-F336-7B048CE4CB1F}"/>
                  </a:ext>
                </a:extLst>
              </p14:cNvPr>
              <p14:cNvContentPartPr/>
              <p14:nvPr/>
            </p14:nvContentPartPr>
            <p14:xfrm>
              <a:off x="1714936" y="1562096"/>
              <a:ext cx="26640" cy="150840"/>
            </p14:xfrm>
          </p:contentPart>
        </mc:Choice>
        <mc:Fallback>
          <p:pic>
            <p:nvPicPr>
              <p:cNvPr id="273" name="Ink 272">
                <a:extLst>
                  <a:ext uri="{FF2B5EF4-FFF2-40B4-BE49-F238E27FC236}">
                    <a16:creationId xmlns:a16="http://schemas.microsoft.com/office/drawing/2014/main" id="{150364F8-3B74-9A74-F336-7B048CE4CB1F}"/>
                  </a:ext>
                </a:extLst>
              </p:cNvPr>
              <p:cNvPicPr/>
              <p:nvPr/>
            </p:nvPicPr>
            <p:blipFill>
              <a:blip r:embed="rId338"/>
              <a:stretch>
                <a:fillRect/>
              </a:stretch>
            </p:blipFill>
            <p:spPr>
              <a:xfrm>
                <a:off x="1696936" y="1544096"/>
                <a:ext cx="62280" cy="18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9">
            <p14:nvContentPartPr>
              <p14:cNvPr id="274" name="Ink 273">
                <a:extLst>
                  <a:ext uri="{FF2B5EF4-FFF2-40B4-BE49-F238E27FC236}">
                    <a16:creationId xmlns:a16="http://schemas.microsoft.com/office/drawing/2014/main" id="{0605BEA5-2D09-2826-1EF1-24FA76EAE9B4}"/>
                  </a:ext>
                </a:extLst>
              </p14:cNvPr>
              <p14:cNvContentPartPr/>
              <p14:nvPr/>
            </p14:nvContentPartPr>
            <p14:xfrm>
              <a:off x="1668136" y="1559576"/>
              <a:ext cx="69120" cy="51840"/>
            </p14:xfrm>
          </p:contentPart>
        </mc:Choice>
        <mc:Fallback>
          <p:pic>
            <p:nvPicPr>
              <p:cNvPr id="274" name="Ink 273">
                <a:extLst>
                  <a:ext uri="{FF2B5EF4-FFF2-40B4-BE49-F238E27FC236}">
                    <a16:creationId xmlns:a16="http://schemas.microsoft.com/office/drawing/2014/main" id="{0605BEA5-2D09-2826-1EF1-24FA76EAE9B4}"/>
                  </a:ext>
                </a:extLst>
              </p:cNvPr>
              <p:cNvPicPr/>
              <p:nvPr/>
            </p:nvPicPr>
            <p:blipFill>
              <a:blip r:embed="rId340"/>
              <a:stretch>
                <a:fillRect/>
              </a:stretch>
            </p:blipFill>
            <p:spPr>
              <a:xfrm>
                <a:off x="1650496" y="1541576"/>
                <a:ext cx="104760" cy="8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1">
            <p14:nvContentPartPr>
              <p14:cNvPr id="275" name="Ink 274">
                <a:extLst>
                  <a:ext uri="{FF2B5EF4-FFF2-40B4-BE49-F238E27FC236}">
                    <a16:creationId xmlns:a16="http://schemas.microsoft.com/office/drawing/2014/main" id="{9B088997-94E5-ADC8-20EB-8BC439A94CD6}"/>
                  </a:ext>
                </a:extLst>
              </p14:cNvPr>
              <p14:cNvContentPartPr/>
              <p14:nvPr/>
            </p14:nvContentPartPr>
            <p14:xfrm>
              <a:off x="1742656" y="1480016"/>
              <a:ext cx="82080" cy="240120"/>
            </p14:xfrm>
          </p:contentPart>
        </mc:Choice>
        <mc:Fallback>
          <p:pic>
            <p:nvPicPr>
              <p:cNvPr id="275" name="Ink 274">
                <a:extLst>
                  <a:ext uri="{FF2B5EF4-FFF2-40B4-BE49-F238E27FC236}">
                    <a16:creationId xmlns:a16="http://schemas.microsoft.com/office/drawing/2014/main" id="{9B088997-94E5-ADC8-20EB-8BC439A94CD6}"/>
                  </a:ext>
                </a:extLst>
              </p:cNvPr>
              <p:cNvPicPr/>
              <p:nvPr/>
            </p:nvPicPr>
            <p:blipFill>
              <a:blip r:embed="rId342"/>
              <a:stretch>
                <a:fillRect/>
              </a:stretch>
            </p:blipFill>
            <p:spPr>
              <a:xfrm>
                <a:off x="1724656" y="1462016"/>
                <a:ext cx="117720" cy="27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3">
            <p14:nvContentPartPr>
              <p14:cNvPr id="277" name="Ink 276">
                <a:extLst>
                  <a:ext uri="{FF2B5EF4-FFF2-40B4-BE49-F238E27FC236}">
                    <a16:creationId xmlns:a16="http://schemas.microsoft.com/office/drawing/2014/main" id="{B6A7D1E5-B747-9D27-9C5F-133B224FFAC4}"/>
                  </a:ext>
                </a:extLst>
              </p14:cNvPr>
              <p14:cNvContentPartPr/>
              <p14:nvPr/>
            </p14:nvContentPartPr>
            <p14:xfrm>
              <a:off x="1547176" y="2588816"/>
              <a:ext cx="301680" cy="7200"/>
            </p14:xfrm>
          </p:contentPart>
        </mc:Choice>
        <mc:Fallback>
          <p:pic>
            <p:nvPicPr>
              <p:cNvPr id="277" name="Ink 276">
                <a:extLst>
                  <a:ext uri="{FF2B5EF4-FFF2-40B4-BE49-F238E27FC236}">
                    <a16:creationId xmlns:a16="http://schemas.microsoft.com/office/drawing/2014/main" id="{B6A7D1E5-B747-9D27-9C5F-133B224FFAC4}"/>
                  </a:ext>
                </a:extLst>
              </p:cNvPr>
              <p:cNvPicPr/>
              <p:nvPr/>
            </p:nvPicPr>
            <p:blipFill>
              <a:blip r:embed="rId344"/>
              <a:stretch>
                <a:fillRect/>
              </a:stretch>
            </p:blipFill>
            <p:spPr>
              <a:xfrm>
                <a:off x="1529176" y="2571176"/>
                <a:ext cx="337320" cy="4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5">
            <p14:nvContentPartPr>
              <p14:cNvPr id="278" name="Ink 277">
                <a:extLst>
                  <a:ext uri="{FF2B5EF4-FFF2-40B4-BE49-F238E27FC236}">
                    <a16:creationId xmlns:a16="http://schemas.microsoft.com/office/drawing/2014/main" id="{E095A216-0D6B-3A0F-DDEC-DA1335F27F06}"/>
                  </a:ext>
                </a:extLst>
              </p14:cNvPr>
              <p14:cNvContentPartPr/>
              <p14:nvPr/>
            </p14:nvContentPartPr>
            <p14:xfrm>
              <a:off x="1389856" y="2526896"/>
              <a:ext cx="177120" cy="220680"/>
            </p14:xfrm>
          </p:contentPart>
        </mc:Choice>
        <mc:Fallback>
          <p:pic>
            <p:nvPicPr>
              <p:cNvPr id="278" name="Ink 277">
                <a:extLst>
                  <a:ext uri="{FF2B5EF4-FFF2-40B4-BE49-F238E27FC236}">
                    <a16:creationId xmlns:a16="http://schemas.microsoft.com/office/drawing/2014/main" id="{E095A216-0D6B-3A0F-DDEC-DA1335F27F06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1371856" y="2509256"/>
                <a:ext cx="21276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7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4471F648-20CB-10C2-F05C-EA71B75AEE31}"/>
                  </a:ext>
                </a:extLst>
              </p14:cNvPr>
              <p14:cNvContentPartPr/>
              <p14:nvPr/>
            </p14:nvContentPartPr>
            <p14:xfrm>
              <a:off x="4077976" y="4215656"/>
              <a:ext cx="57960" cy="82548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4471F648-20CB-10C2-F05C-EA71B75AEE31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4060336" y="4197656"/>
                <a:ext cx="93600" cy="86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9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94CEE881-C6CE-DC30-8FE4-984CDE2ECD97}"/>
                  </a:ext>
                </a:extLst>
              </p14:cNvPr>
              <p14:cNvContentPartPr/>
              <p14:nvPr/>
            </p14:nvContentPartPr>
            <p14:xfrm>
              <a:off x="4253656" y="4187936"/>
              <a:ext cx="1748880" cy="88092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94CEE881-C6CE-DC30-8FE4-984CDE2ECD97}"/>
                  </a:ext>
                </a:extLst>
              </p:cNvPr>
              <p:cNvPicPr/>
              <p:nvPr/>
            </p:nvPicPr>
            <p:blipFill>
              <a:blip r:embed="rId350"/>
              <a:stretch>
                <a:fillRect/>
              </a:stretch>
            </p:blipFill>
            <p:spPr>
              <a:xfrm>
                <a:off x="4235656" y="4169936"/>
                <a:ext cx="1784520" cy="91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1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BF5BB663-E207-CA03-A101-F15DD1D09BE5}"/>
                  </a:ext>
                </a:extLst>
              </p14:cNvPr>
              <p14:cNvContentPartPr/>
              <p14:nvPr/>
            </p14:nvContentPartPr>
            <p14:xfrm>
              <a:off x="3983296" y="5043656"/>
              <a:ext cx="1921320" cy="11736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BF5BB663-E207-CA03-A101-F15DD1D09BE5}"/>
                  </a:ext>
                </a:extLst>
              </p:cNvPr>
              <p:cNvPicPr/>
              <p:nvPr/>
            </p:nvPicPr>
            <p:blipFill>
              <a:blip r:embed="rId352"/>
              <a:stretch>
                <a:fillRect/>
              </a:stretch>
            </p:blipFill>
            <p:spPr>
              <a:xfrm>
                <a:off x="3965656" y="5025656"/>
                <a:ext cx="1956960" cy="1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3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D0A2CDB0-2727-5049-1A69-FA13E2598974}"/>
                  </a:ext>
                </a:extLst>
              </p14:cNvPr>
              <p14:cNvContentPartPr/>
              <p14:nvPr/>
            </p14:nvContentPartPr>
            <p14:xfrm>
              <a:off x="4092376" y="4012256"/>
              <a:ext cx="437400" cy="22392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D0A2CDB0-2727-5049-1A69-FA13E2598974}"/>
                  </a:ext>
                </a:extLst>
              </p:cNvPr>
              <p:cNvPicPr/>
              <p:nvPr/>
            </p:nvPicPr>
            <p:blipFill>
              <a:blip r:embed="rId354"/>
              <a:stretch>
                <a:fillRect/>
              </a:stretch>
            </p:blipFill>
            <p:spPr>
              <a:xfrm>
                <a:off x="4074376" y="3994256"/>
                <a:ext cx="473040" cy="25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5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F31D3741-C23E-E90F-E050-129C2C289229}"/>
                  </a:ext>
                </a:extLst>
              </p14:cNvPr>
              <p14:cNvContentPartPr/>
              <p14:nvPr/>
            </p14:nvContentPartPr>
            <p14:xfrm>
              <a:off x="4777456" y="3909656"/>
              <a:ext cx="1443240" cy="8028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F31D3741-C23E-E90F-E050-129C2C289229}"/>
                  </a:ext>
                </a:extLst>
              </p:cNvPr>
              <p:cNvPicPr/>
              <p:nvPr/>
            </p:nvPicPr>
            <p:blipFill>
              <a:blip r:embed="rId356"/>
              <a:stretch>
                <a:fillRect/>
              </a:stretch>
            </p:blipFill>
            <p:spPr>
              <a:xfrm>
                <a:off x="4759456" y="3891656"/>
                <a:ext cx="1478880" cy="11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7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5F7ED373-FD52-4E95-0654-F57B70786F34}"/>
                  </a:ext>
                </a:extLst>
              </p14:cNvPr>
              <p14:cNvContentPartPr/>
              <p14:nvPr/>
            </p14:nvContentPartPr>
            <p14:xfrm>
              <a:off x="6012976" y="3937376"/>
              <a:ext cx="354960" cy="29448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5F7ED373-FD52-4E95-0654-F57B70786F34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5994976" y="3919736"/>
                <a:ext cx="390600" cy="3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9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7D2EE52E-F3BF-CDE4-0978-AD365E6A9952}"/>
                  </a:ext>
                </a:extLst>
              </p14:cNvPr>
              <p14:cNvContentPartPr/>
              <p14:nvPr/>
            </p14:nvContentPartPr>
            <p14:xfrm>
              <a:off x="5993896" y="4703456"/>
              <a:ext cx="332640" cy="50040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7D2EE52E-F3BF-CDE4-0978-AD365E6A9952}"/>
                  </a:ext>
                </a:extLst>
              </p:cNvPr>
              <p:cNvPicPr/>
              <p:nvPr/>
            </p:nvPicPr>
            <p:blipFill>
              <a:blip r:embed="rId360"/>
              <a:stretch>
                <a:fillRect/>
              </a:stretch>
            </p:blipFill>
            <p:spPr>
              <a:xfrm>
                <a:off x="5976256" y="4685456"/>
                <a:ext cx="368280" cy="53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1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FD556C33-8E96-12FD-773B-40CA8CB85D17}"/>
                  </a:ext>
                </a:extLst>
              </p14:cNvPr>
              <p14:cNvContentPartPr/>
              <p14:nvPr/>
            </p14:nvContentPartPr>
            <p14:xfrm>
              <a:off x="6354256" y="3991736"/>
              <a:ext cx="23400" cy="70668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FD556C33-8E96-12FD-773B-40CA8CB85D17}"/>
                  </a:ext>
                </a:extLst>
              </p:cNvPr>
              <p:cNvPicPr/>
              <p:nvPr/>
            </p:nvPicPr>
            <p:blipFill>
              <a:blip r:embed="rId362"/>
              <a:stretch>
                <a:fillRect/>
              </a:stretch>
            </p:blipFill>
            <p:spPr>
              <a:xfrm>
                <a:off x="6336256" y="3974096"/>
                <a:ext cx="59040" cy="74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3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F78905BD-AD7D-F64F-3C92-C4F34F9C6EE9}"/>
                  </a:ext>
                </a:extLst>
              </p14:cNvPr>
              <p14:cNvContentPartPr/>
              <p14:nvPr/>
            </p14:nvContentPartPr>
            <p14:xfrm>
              <a:off x="3409096" y="4594376"/>
              <a:ext cx="695880" cy="7956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F78905BD-AD7D-F64F-3C92-C4F34F9C6EE9}"/>
                  </a:ext>
                </a:extLst>
              </p:cNvPr>
              <p:cNvPicPr/>
              <p:nvPr/>
            </p:nvPicPr>
            <p:blipFill>
              <a:blip r:embed="rId364"/>
              <a:stretch>
                <a:fillRect/>
              </a:stretch>
            </p:blipFill>
            <p:spPr>
              <a:xfrm>
                <a:off x="3391456" y="4576736"/>
                <a:ext cx="731520" cy="11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5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79A59498-9A23-96B9-992D-2976DF044A24}"/>
                  </a:ext>
                </a:extLst>
              </p14:cNvPr>
              <p14:cNvContentPartPr/>
              <p14:nvPr/>
            </p14:nvContentPartPr>
            <p14:xfrm>
              <a:off x="4135216" y="5203856"/>
              <a:ext cx="33120" cy="176400"/>
            </p14:xfrm>
          </p:contentPart>
        </mc:Choice>
        <mc:Fallback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79A59498-9A23-96B9-992D-2976DF044A24}"/>
                  </a:ext>
                </a:extLst>
              </p:cNvPr>
              <p:cNvPicPr/>
              <p:nvPr/>
            </p:nvPicPr>
            <p:blipFill>
              <a:blip r:embed="rId366"/>
              <a:stretch>
                <a:fillRect/>
              </a:stretch>
            </p:blipFill>
            <p:spPr>
              <a:xfrm>
                <a:off x="4117216" y="5186216"/>
                <a:ext cx="6876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7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1C8592BB-81C8-3BFB-43E8-B93851E547DF}"/>
                  </a:ext>
                </a:extLst>
              </p14:cNvPr>
              <p14:cNvContentPartPr/>
              <p14:nvPr/>
            </p14:nvContentPartPr>
            <p14:xfrm>
              <a:off x="4236016" y="5258936"/>
              <a:ext cx="9000" cy="13860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1C8592BB-81C8-3BFB-43E8-B93851E547DF}"/>
                  </a:ext>
                </a:extLst>
              </p:cNvPr>
              <p:cNvPicPr/>
              <p:nvPr/>
            </p:nvPicPr>
            <p:blipFill>
              <a:blip r:embed="rId368"/>
              <a:stretch>
                <a:fillRect/>
              </a:stretch>
            </p:blipFill>
            <p:spPr>
              <a:xfrm>
                <a:off x="4218376" y="5241296"/>
                <a:ext cx="44640" cy="17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9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A9D9EFD-70D0-BB3D-6B19-0771A8427B69}"/>
                  </a:ext>
                </a:extLst>
              </p14:cNvPr>
              <p14:cNvContentPartPr/>
              <p14:nvPr/>
            </p14:nvContentPartPr>
            <p14:xfrm>
              <a:off x="4225576" y="5160656"/>
              <a:ext cx="118080" cy="13464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A9D9EFD-70D0-BB3D-6B19-0771A8427B69}"/>
                  </a:ext>
                </a:extLst>
              </p:cNvPr>
              <p:cNvPicPr/>
              <p:nvPr/>
            </p:nvPicPr>
            <p:blipFill>
              <a:blip r:embed="rId370"/>
              <a:stretch>
                <a:fillRect/>
              </a:stretch>
            </p:blipFill>
            <p:spPr>
              <a:xfrm>
                <a:off x="4207936" y="5142656"/>
                <a:ext cx="153720" cy="1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1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7CB8BCC3-AD59-8D67-FEDA-D635AB34B3E7}"/>
                  </a:ext>
                </a:extLst>
              </p14:cNvPr>
              <p14:cNvContentPartPr/>
              <p14:nvPr/>
            </p14:nvContentPartPr>
            <p14:xfrm>
              <a:off x="4476496" y="5143016"/>
              <a:ext cx="7560" cy="18720"/>
            </p14:xfrm>
          </p:contentPart>
        </mc:Choice>
        <mc:Fallback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7CB8BCC3-AD59-8D67-FEDA-D635AB34B3E7}"/>
                  </a:ext>
                </a:extLst>
              </p:cNvPr>
              <p:cNvPicPr/>
              <p:nvPr/>
            </p:nvPicPr>
            <p:blipFill>
              <a:blip r:embed="rId372"/>
              <a:stretch>
                <a:fillRect/>
              </a:stretch>
            </p:blipFill>
            <p:spPr>
              <a:xfrm>
                <a:off x="4458496" y="5125376"/>
                <a:ext cx="43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3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C1C373E6-A94A-BC63-ADA1-BABD2551CB34}"/>
                  </a:ext>
                </a:extLst>
              </p14:cNvPr>
              <p14:cNvContentPartPr/>
              <p14:nvPr/>
            </p14:nvContentPartPr>
            <p14:xfrm>
              <a:off x="4433296" y="5278376"/>
              <a:ext cx="24480" cy="3240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C1C373E6-A94A-BC63-ADA1-BABD2551CB34}"/>
                  </a:ext>
                </a:extLst>
              </p:cNvPr>
              <p:cNvPicPr/>
              <p:nvPr/>
            </p:nvPicPr>
            <p:blipFill>
              <a:blip r:embed="rId374"/>
              <a:stretch>
                <a:fillRect/>
              </a:stretch>
            </p:blipFill>
            <p:spPr>
              <a:xfrm>
                <a:off x="4415296" y="5260736"/>
                <a:ext cx="60120" cy="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5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FB4FF3C2-96B3-8862-A6B8-4F51850046B9}"/>
                  </a:ext>
                </a:extLst>
              </p14:cNvPr>
              <p14:cNvContentPartPr/>
              <p14:nvPr/>
            </p14:nvContentPartPr>
            <p14:xfrm>
              <a:off x="4700056" y="5139056"/>
              <a:ext cx="22680" cy="232200"/>
            </p14:xfrm>
          </p:contentPart>
        </mc:Choice>
        <mc:Fallback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FB4FF3C2-96B3-8862-A6B8-4F51850046B9}"/>
                  </a:ext>
                </a:extLst>
              </p:cNvPr>
              <p:cNvPicPr/>
              <p:nvPr/>
            </p:nvPicPr>
            <p:blipFill>
              <a:blip r:embed="rId376"/>
              <a:stretch>
                <a:fillRect/>
              </a:stretch>
            </p:blipFill>
            <p:spPr>
              <a:xfrm>
                <a:off x="4682416" y="5121056"/>
                <a:ext cx="58320" cy="26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7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F3DEB892-A93D-A004-6E9C-9FF77F49D2AD}"/>
                  </a:ext>
                </a:extLst>
              </p14:cNvPr>
              <p14:cNvContentPartPr/>
              <p14:nvPr/>
            </p14:nvContentPartPr>
            <p14:xfrm>
              <a:off x="4792576" y="5121776"/>
              <a:ext cx="121320" cy="238320"/>
            </p14:xfrm>
          </p:contentPart>
        </mc:Choice>
        <mc:Fallback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F3DEB892-A93D-A004-6E9C-9FF77F49D2AD}"/>
                  </a:ext>
                </a:extLst>
              </p:cNvPr>
              <p:cNvPicPr/>
              <p:nvPr/>
            </p:nvPicPr>
            <p:blipFill>
              <a:blip r:embed="rId378"/>
              <a:stretch>
                <a:fillRect/>
              </a:stretch>
            </p:blipFill>
            <p:spPr>
              <a:xfrm>
                <a:off x="4774936" y="5104136"/>
                <a:ext cx="15696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79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EE7216D4-27B4-01EA-FCF6-47C266A68541}"/>
                  </a:ext>
                </a:extLst>
              </p14:cNvPr>
              <p14:cNvContentPartPr/>
              <p14:nvPr/>
            </p14:nvContentPartPr>
            <p14:xfrm>
              <a:off x="4969336" y="5180456"/>
              <a:ext cx="114480" cy="193680"/>
            </p14:xfrm>
          </p:contentPart>
        </mc:Choice>
        <mc:Fallback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EE7216D4-27B4-01EA-FCF6-47C266A68541}"/>
                  </a:ext>
                </a:extLst>
              </p:cNvPr>
              <p:cNvPicPr/>
              <p:nvPr/>
            </p:nvPicPr>
            <p:blipFill>
              <a:blip r:embed="rId380"/>
              <a:stretch>
                <a:fillRect/>
              </a:stretch>
            </p:blipFill>
            <p:spPr>
              <a:xfrm>
                <a:off x="4951336" y="5162456"/>
                <a:ext cx="150120" cy="22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1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BB80EB42-1304-B84E-A818-DD0DCE60AB11}"/>
                  </a:ext>
                </a:extLst>
              </p14:cNvPr>
              <p14:cNvContentPartPr/>
              <p14:nvPr/>
            </p14:nvContentPartPr>
            <p14:xfrm>
              <a:off x="5200456" y="5339576"/>
              <a:ext cx="7200" cy="4680"/>
            </p14:xfrm>
          </p:contentPart>
        </mc:Choice>
        <mc:Fallback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BB80EB42-1304-B84E-A818-DD0DCE60AB11}"/>
                  </a:ext>
                </a:extLst>
              </p:cNvPr>
              <p:cNvPicPr/>
              <p:nvPr/>
            </p:nvPicPr>
            <p:blipFill>
              <a:blip r:embed="rId382"/>
              <a:stretch>
                <a:fillRect/>
              </a:stretch>
            </p:blipFill>
            <p:spPr>
              <a:xfrm>
                <a:off x="5182456" y="5321936"/>
                <a:ext cx="42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3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2910A640-C5CB-0DCC-50B8-1346AEC6BCC6}"/>
                  </a:ext>
                </a:extLst>
              </p14:cNvPr>
              <p14:cNvContentPartPr/>
              <p14:nvPr/>
            </p14:nvContentPartPr>
            <p14:xfrm>
              <a:off x="5236816" y="5162816"/>
              <a:ext cx="17640" cy="17352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2910A640-C5CB-0DCC-50B8-1346AEC6BCC6}"/>
                  </a:ext>
                </a:extLst>
              </p:cNvPr>
              <p:cNvPicPr/>
              <p:nvPr/>
            </p:nvPicPr>
            <p:blipFill>
              <a:blip r:embed="rId384"/>
              <a:stretch>
                <a:fillRect/>
              </a:stretch>
            </p:blipFill>
            <p:spPr>
              <a:xfrm>
                <a:off x="5219176" y="5145176"/>
                <a:ext cx="53280" cy="20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5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DBB0124C-20B4-096C-03C5-7E280ED9145D}"/>
                  </a:ext>
                </a:extLst>
              </p14:cNvPr>
              <p14:cNvContentPartPr/>
              <p14:nvPr/>
            </p14:nvContentPartPr>
            <p14:xfrm>
              <a:off x="5410336" y="5177936"/>
              <a:ext cx="101880" cy="13932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DBB0124C-20B4-096C-03C5-7E280ED9145D}"/>
                  </a:ext>
                </a:extLst>
              </p:cNvPr>
              <p:cNvPicPr/>
              <p:nvPr/>
            </p:nvPicPr>
            <p:blipFill>
              <a:blip r:embed="rId386"/>
              <a:stretch>
                <a:fillRect/>
              </a:stretch>
            </p:blipFill>
            <p:spPr>
              <a:xfrm>
                <a:off x="5392696" y="5160296"/>
                <a:ext cx="13752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7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8321E001-4DF5-BF14-8B24-0A0EB7930425}"/>
                  </a:ext>
                </a:extLst>
              </p14:cNvPr>
              <p14:cNvContentPartPr/>
              <p14:nvPr/>
            </p14:nvContentPartPr>
            <p14:xfrm>
              <a:off x="5546776" y="5178656"/>
              <a:ext cx="157680" cy="21672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8321E001-4DF5-BF14-8B24-0A0EB7930425}"/>
                  </a:ext>
                </a:extLst>
              </p:cNvPr>
              <p:cNvPicPr/>
              <p:nvPr/>
            </p:nvPicPr>
            <p:blipFill>
              <a:blip r:embed="rId388"/>
              <a:stretch>
                <a:fillRect/>
              </a:stretch>
            </p:blipFill>
            <p:spPr>
              <a:xfrm>
                <a:off x="5529136" y="5160656"/>
                <a:ext cx="19332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9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E184E226-EF50-B3B3-4859-E0C058A6B802}"/>
                  </a:ext>
                </a:extLst>
              </p14:cNvPr>
              <p14:cNvContentPartPr/>
              <p14:nvPr/>
            </p14:nvContentPartPr>
            <p14:xfrm>
              <a:off x="5803096" y="5389616"/>
              <a:ext cx="15480" cy="8280"/>
            </p14:xfrm>
          </p:contentPart>
        </mc:Choice>
        <mc:Fallback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E184E226-EF50-B3B3-4859-E0C058A6B802}"/>
                  </a:ext>
                </a:extLst>
              </p:cNvPr>
              <p:cNvPicPr/>
              <p:nvPr/>
            </p:nvPicPr>
            <p:blipFill>
              <a:blip r:embed="rId390"/>
              <a:stretch>
                <a:fillRect/>
              </a:stretch>
            </p:blipFill>
            <p:spPr>
              <a:xfrm>
                <a:off x="5785456" y="5371976"/>
                <a:ext cx="51120" cy="4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1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52DC6342-CC87-8235-1C2E-55380954A826}"/>
                  </a:ext>
                </a:extLst>
              </p14:cNvPr>
              <p14:cNvContentPartPr/>
              <p14:nvPr/>
            </p14:nvContentPartPr>
            <p14:xfrm>
              <a:off x="5904256" y="5211776"/>
              <a:ext cx="131400" cy="179280"/>
            </p14:xfrm>
          </p:contentPart>
        </mc:Choice>
        <mc:Fallback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52DC6342-CC87-8235-1C2E-55380954A826}"/>
                  </a:ext>
                </a:extLst>
              </p:cNvPr>
              <p:cNvPicPr/>
              <p:nvPr/>
            </p:nvPicPr>
            <p:blipFill>
              <a:blip r:embed="rId392"/>
              <a:stretch>
                <a:fillRect/>
              </a:stretch>
            </p:blipFill>
            <p:spPr>
              <a:xfrm>
                <a:off x="5886256" y="5194136"/>
                <a:ext cx="167040" cy="21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3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1A1F7542-248B-DA9C-4A4F-D9997D37C711}"/>
                  </a:ext>
                </a:extLst>
              </p14:cNvPr>
              <p14:cNvContentPartPr/>
              <p14:nvPr/>
            </p14:nvContentPartPr>
            <p14:xfrm>
              <a:off x="6194416" y="5380256"/>
              <a:ext cx="10080" cy="7560"/>
            </p14:xfrm>
          </p:contentPart>
        </mc:Choice>
        <mc:Fallback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1A1F7542-248B-DA9C-4A4F-D9997D37C711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6176776" y="5362616"/>
                <a:ext cx="4572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4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BB981FB3-3577-E414-CFCE-0A073C4AFCB8}"/>
                  </a:ext>
                </a:extLst>
              </p14:cNvPr>
              <p14:cNvContentPartPr/>
              <p14:nvPr/>
            </p14:nvContentPartPr>
            <p14:xfrm>
              <a:off x="6272536" y="5151296"/>
              <a:ext cx="269280" cy="231120"/>
            </p14:xfrm>
          </p:contentPart>
        </mc:Choice>
        <mc:Fallback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BB981FB3-3577-E414-CFCE-0A073C4AFCB8}"/>
                  </a:ext>
                </a:extLst>
              </p:cNvPr>
              <p:cNvPicPr/>
              <p:nvPr/>
            </p:nvPicPr>
            <p:blipFill>
              <a:blip r:embed="rId395"/>
              <a:stretch>
                <a:fillRect/>
              </a:stretch>
            </p:blipFill>
            <p:spPr>
              <a:xfrm>
                <a:off x="6254896" y="5133656"/>
                <a:ext cx="30492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6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46CD9A02-1C7B-1E86-696C-99E6D0ABCD7F}"/>
                  </a:ext>
                </a:extLst>
              </p14:cNvPr>
              <p14:cNvContentPartPr/>
              <p14:nvPr/>
            </p14:nvContentPartPr>
            <p14:xfrm>
              <a:off x="4751176" y="4034216"/>
              <a:ext cx="259560" cy="14976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46CD9A02-1C7B-1E86-696C-99E6D0ABCD7F}"/>
                  </a:ext>
                </a:extLst>
              </p:cNvPr>
              <p:cNvPicPr/>
              <p:nvPr/>
            </p:nvPicPr>
            <p:blipFill>
              <a:blip r:embed="rId397"/>
              <a:stretch>
                <a:fillRect/>
              </a:stretch>
            </p:blipFill>
            <p:spPr>
              <a:xfrm>
                <a:off x="4733536" y="4016216"/>
                <a:ext cx="295200" cy="18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8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AF9A4E3F-81E1-DD6C-1D62-06DD2CCA4EC0}"/>
                  </a:ext>
                </a:extLst>
              </p14:cNvPr>
              <p14:cNvContentPartPr/>
              <p14:nvPr/>
            </p14:nvContentPartPr>
            <p14:xfrm>
              <a:off x="5061136" y="3966176"/>
              <a:ext cx="486000" cy="17388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AF9A4E3F-81E1-DD6C-1D62-06DD2CCA4EC0}"/>
                  </a:ext>
                </a:extLst>
              </p:cNvPr>
              <p:cNvPicPr/>
              <p:nvPr/>
            </p:nvPicPr>
            <p:blipFill>
              <a:blip r:embed="rId399"/>
              <a:stretch>
                <a:fillRect/>
              </a:stretch>
            </p:blipFill>
            <p:spPr>
              <a:xfrm>
                <a:off x="5043496" y="3948536"/>
                <a:ext cx="521640" cy="20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0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2FA2282F-5881-AB7A-AE33-C52DEC7274FD}"/>
                  </a:ext>
                </a:extLst>
              </p14:cNvPr>
              <p14:cNvContentPartPr/>
              <p14:nvPr/>
            </p14:nvContentPartPr>
            <p14:xfrm>
              <a:off x="5611216" y="4000736"/>
              <a:ext cx="20160" cy="12132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2FA2282F-5881-AB7A-AE33-C52DEC7274FD}"/>
                  </a:ext>
                </a:extLst>
              </p:cNvPr>
              <p:cNvPicPr/>
              <p:nvPr/>
            </p:nvPicPr>
            <p:blipFill>
              <a:blip r:embed="rId401"/>
              <a:stretch>
                <a:fillRect/>
              </a:stretch>
            </p:blipFill>
            <p:spPr>
              <a:xfrm>
                <a:off x="5593216" y="3982736"/>
                <a:ext cx="5580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3C8184E-8DA5-D9D6-7971-AE184446355B}"/>
                  </a:ext>
                </a:extLst>
              </p14:cNvPr>
              <p14:cNvContentPartPr/>
              <p14:nvPr/>
            </p14:nvContentPartPr>
            <p14:xfrm>
              <a:off x="5709496" y="3893096"/>
              <a:ext cx="336960" cy="23004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3C8184E-8DA5-D9D6-7971-AE184446355B}"/>
                  </a:ext>
                </a:extLst>
              </p:cNvPr>
              <p:cNvPicPr/>
              <p:nvPr/>
            </p:nvPicPr>
            <p:blipFill>
              <a:blip r:embed="rId403"/>
              <a:stretch>
                <a:fillRect/>
              </a:stretch>
            </p:blipFill>
            <p:spPr>
              <a:xfrm>
                <a:off x="5691496" y="3875096"/>
                <a:ext cx="372600" cy="26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4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33CF52B9-52E5-30D4-EF99-3E6D5E99BC8E}"/>
                  </a:ext>
                </a:extLst>
              </p14:cNvPr>
              <p14:cNvContentPartPr/>
              <p14:nvPr/>
            </p14:nvContentPartPr>
            <p14:xfrm>
              <a:off x="5933056" y="3961856"/>
              <a:ext cx="298080" cy="15948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33CF52B9-52E5-30D4-EF99-3E6D5E99BC8E}"/>
                  </a:ext>
                </a:extLst>
              </p:cNvPr>
              <p:cNvPicPr/>
              <p:nvPr/>
            </p:nvPicPr>
            <p:blipFill>
              <a:blip r:embed="rId405"/>
              <a:stretch>
                <a:fillRect/>
              </a:stretch>
            </p:blipFill>
            <p:spPr>
              <a:xfrm>
                <a:off x="5915056" y="3944216"/>
                <a:ext cx="333720" cy="19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6">
            <p14:nvContentPartPr>
              <p14:cNvPr id="282" name="Ink 281">
                <a:extLst>
                  <a:ext uri="{FF2B5EF4-FFF2-40B4-BE49-F238E27FC236}">
                    <a16:creationId xmlns:a16="http://schemas.microsoft.com/office/drawing/2014/main" id="{2335CCBA-D4D8-FBE6-EFE0-1D3E12177CC9}"/>
                  </a:ext>
                </a:extLst>
              </p14:cNvPr>
              <p14:cNvContentPartPr/>
              <p14:nvPr/>
            </p14:nvContentPartPr>
            <p14:xfrm>
              <a:off x="1071256" y="2568296"/>
              <a:ext cx="122760" cy="200520"/>
            </p14:xfrm>
          </p:contentPart>
        </mc:Choice>
        <mc:Fallback>
          <p:pic>
            <p:nvPicPr>
              <p:cNvPr id="282" name="Ink 281">
                <a:extLst>
                  <a:ext uri="{FF2B5EF4-FFF2-40B4-BE49-F238E27FC236}">
                    <a16:creationId xmlns:a16="http://schemas.microsoft.com/office/drawing/2014/main" id="{2335CCBA-D4D8-FBE6-EFE0-1D3E12177CC9}"/>
                  </a:ext>
                </a:extLst>
              </p:cNvPr>
              <p:cNvPicPr/>
              <p:nvPr/>
            </p:nvPicPr>
            <p:blipFill>
              <a:blip r:embed="rId407"/>
              <a:stretch>
                <a:fillRect/>
              </a:stretch>
            </p:blipFill>
            <p:spPr>
              <a:xfrm>
                <a:off x="1053256" y="2550296"/>
                <a:ext cx="158400" cy="23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8">
            <p14:nvContentPartPr>
              <p14:cNvPr id="283" name="Ink 282">
                <a:extLst>
                  <a:ext uri="{FF2B5EF4-FFF2-40B4-BE49-F238E27FC236}">
                    <a16:creationId xmlns:a16="http://schemas.microsoft.com/office/drawing/2014/main" id="{0C0AFF13-304C-E527-0D59-606A09456369}"/>
                  </a:ext>
                </a:extLst>
              </p14:cNvPr>
              <p14:cNvContentPartPr/>
              <p14:nvPr/>
            </p14:nvContentPartPr>
            <p14:xfrm>
              <a:off x="1196896" y="2580176"/>
              <a:ext cx="88920" cy="191160"/>
            </p14:xfrm>
          </p:contentPart>
        </mc:Choice>
        <mc:Fallback>
          <p:pic>
            <p:nvPicPr>
              <p:cNvPr id="283" name="Ink 282">
                <a:extLst>
                  <a:ext uri="{FF2B5EF4-FFF2-40B4-BE49-F238E27FC236}">
                    <a16:creationId xmlns:a16="http://schemas.microsoft.com/office/drawing/2014/main" id="{0C0AFF13-304C-E527-0D59-606A09456369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1178896" y="2562176"/>
                <a:ext cx="124560" cy="22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0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4FA62A09-6CF2-24DC-555D-4DF0824888B2}"/>
                  </a:ext>
                </a:extLst>
              </p14:cNvPr>
              <p14:cNvContentPartPr/>
              <p14:nvPr/>
            </p14:nvContentPartPr>
            <p14:xfrm>
              <a:off x="2962696" y="4109816"/>
              <a:ext cx="204120" cy="372240"/>
            </p14:xfrm>
          </p:contentPart>
        </mc:Choice>
        <mc:Fallback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4FA62A09-6CF2-24DC-555D-4DF0824888B2}"/>
                  </a:ext>
                </a:extLst>
              </p:cNvPr>
              <p:cNvPicPr/>
              <p:nvPr/>
            </p:nvPicPr>
            <p:blipFill>
              <a:blip r:embed="rId411"/>
              <a:stretch>
                <a:fillRect/>
              </a:stretch>
            </p:blipFill>
            <p:spPr>
              <a:xfrm>
                <a:off x="2945056" y="4092176"/>
                <a:ext cx="239760" cy="40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2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E8D664AD-703D-DFE0-22BD-8EC2076E41E3}"/>
                  </a:ext>
                </a:extLst>
              </p14:cNvPr>
              <p14:cNvContentPartPr/>
              <p14:nvPr/>
            </p14:nvContentPartPr>
            <p14:xfrm>
              <a:off x="3208936" y="4117736"/>
              <a:ext cx="128520" cy="201960"/>
            </p14:xfrm>
          </p:contentPart>
        </mc:Choice>
        <mc:Fallback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E8D664AD-703D-DFE0-22BD-8EC2076E41E3}"/>
                  </a:ext>
                </a:extLst>
              </p:cNvPr>
              <p:cNvPicPr/>
              <p:nvPr/>
            </p:nvPicPr>
            <p:blipFill>
              <a:blip r:embed="rId413"/>
              <a:stretch>
                <a:fillRect/>
              </a:stretch>
            </p:blipFill>
            <p:spPr>
              <a:xfrm>
                <a:off x="3190936" y="4100096"/>
                <a:ext cx="16416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4">
            <p14:nvContentPartPr>
              <p14:cNvPr id="294" name="Ink 293">
                <a:extLst>
                  <a:ext uri="{FF2B5EF4-FFF2-40B4-BE49-F238E27FC236}">
                    <a16:creationId xmlns:a16="http://schemas.microsoft.com/office/drawing/2014/main" id="{D3343746-D3FD-DD7C-9649-B3A62BF4CA55}"/>
                  </a:ext>
                </a:extLst>
              </p14:cNvPr>
              <p14:cNvContentPartPr/>
              <p14:nvPr/>
            </p14:nvContentPartPr>
            <p14:xfrm>
              <a:off x="3602776" y="3468296"/>
              <a:ext cx="31320" cy="167760"/>
            </p14:xfrm>
          </p:contentPart>
        </mc:Choice>
        <mc:Fallback>
          <p:pic>
            <p:nvPicPr>
              <p:cNvPr id="294" name="Ink 293">
                <a:extLst>
                  <a:ext uri="{FF2B5EF4-FFF2-40B4-BE49-F238E27FC236}">
                    <a16:creationId xmlns:a16="http://schemas.microsoft.com/office/drawing/2014/main" id="{D3343746-D3FD-DD7C-9649-B3A62BF4CA55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3585136" y="3450296"/>
                <a:ext cx="6696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6">
            <p14:nvContentPartPr>
              <p14:cNvPr id="295" name="Ink 294">
                <a:extLst>
                  <a:ext uri="{FF2B5EF4-FFF2-40B4-BE49-F238E27FC236}">
                    <a16:creationId xmlns:a16="http://schemas.microsoft.com/office/drawing/2014/main" id="{84A6F179-62CF-B675-6A23-7E6CA8BC035C}"/>
                  </a:ext>
                </a:extLst>
              </p14:cNvPr>
              <p14:cNvContentPartPr/>
              <p14:nvPr/>
            </p14:nvContentPartPr>
            <p14:xfrm>
              <a:off x="3572176" y="3686096"/>
              <a:ext cx="48960" cy="296280"/>
            </p14:xfrm>
          </p:contentPart>
        </mc:Choice>
        <mc:Fallback>
          <p:pic>
            <p:nvPicPr>
              <p:cNvPr id="295" name="Ink 294">
                <a:extLst>
                  <a:ext uri="{FF2B5EF4-FFF2-40B4-BE49-F238E27FC236}">
                    <a16:creationId xmlns:a16="http://schemas.microsoft.com/office/drawing/2014/main" id="{84A6F179-62CF-B675-6A23-7E6CA8BC035C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3554536" y="3668456"/>
                <a:ext cx="8460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18">
            <p14:nvContentPartPr>
              <p14:cNvPr id="296" name="Ink 295">
                <a:extLst>
                  <a:ext uri="{FF2B5EF4-FFF2-40B4-BE49-F238E27FC236}">
                    <a16:creationId xmlns:a16="http://schemas.microsoft.com/office/drawing/2014/main" id="{C21836FC-8EEA-03B6-3DD2-D7F169715B22}"/>
                  </a:ext>
                </a:extLst>
              </p14:cNvPr>
              <p14:cNvContentPartPr/>
              <p14:nvPr/>
            </p14:nvContentPartPr>
            <p14:xfrm>
              <a:off x="3379216" y="4030256"/>
              <a:ext cx="185760" cy="590400"/>
            </p14:xfrm>
          </p:contentPart>
        </mc:Choice>
        <mc:Fallback>
          <p:pic>
            <p:nvPicPr>
              <p:cNvPr id="296" name="Ink 295">
                <a:extLst>
                  <a:ext uri="{FF2B5EF4-FFF2-40B4-BE49-F238E27FC236}">
                    <a16:creationId xmlns:a16="http://schemas.microsoft.com/office/drawing/2014/main" id="{C21836FC-8EEA-03B6-3DD2-D7F169715B22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3361216" y="4012256"/>
                <a:ext cx="221400" cy="62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0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7CD6A8EA-971F-A2C0-5141-118E29F17770}"/>
                  </a:ext>
                </a:extLst>
              </p14:cNvPr>
              <p14:cNvContentPartPr/>
              <p14:nvPr/>
            </p14:nvContentPartPr>
            <p14:xfrm>
              <a:off x="1063336" y="1957016"/>
              <a:ext cx="141840" cy="290880"/>
            </p14:xfrm>
          </p:contentPart>
        </mc:Choice>
        <mc:Fallback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7CD6A8EA-971F-A2C0-5141-118E29F17770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1045696" y="1939016"/>
                <a:ext cx="17748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2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38AE9639-6C47-5CC6-3952-85BB82A425A4}"/>
                  </a:ext>
                </a:extLst>
              </p14:cNvPr>
              <p14:cNvContentPartPr/>
              <p14:nvPr/>
            </p14:nvContentPartPr>
            <p14:xfrm>
              <a:off x="1191136" y="1939376"/>
              <a:ext cx="155520" cy="341280"/>
            </p14:xfrm>
          </p:contentPart>
        </mc:Choice>
        <mc:Fallback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38AE9639-6C47-5CC6-3952-85BB82A425A4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1173136" y="1921376"/>
                <a:ext cx="191160" cy="37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22" name="Group 321">
            <a:extLst>
              <a:ext uri="{FF2B5EF4-FFF2-40B4-BE49-F238E27FC236}">
                <a16:creationId xmlns:a16="http://schemas.microsoft.com/office/drawing/2014/main" id="{02C2ABB2-B642-4FBE-7BB4-1F0680E8CEBD}"/>
              </a:ext>
            </a:extLst>
          </p:cNvPr>
          <p:cNvGrpSpPr/>
          <p:nvPr/>
        </p:nvGrpSpPr>
        <p:grpSpPr>
          <a:xfrm>
            <a:off x="2131816" y="2034056"/>
            <a:ext cx="602640" cy="101160"/>
            <a:chOff x="2131816" y="2034056"/>
            <a:chExt cx="602640" cy="10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8C9354AF-04AA-D8B7-D080-E7CF218A71AF}"/>
                    </a:ext>
                  </a:extLst>
                </p14:cNvPr>
                <p14:cNvContentPartPr/>
                <p14:nvPr/>
              </p14:nvContentPartPr>
              <p14:xfrm>
                <a:off x="2131816" y="2090576"/>
                <a:ext cx="73800" cy="1692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8C9354AF-04AA-D8B7-D080-E7CF218A71AF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113816" y="2072576"/>
                  <a:ext cx="1094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C6D7EEEA-1624-E1C2-FED2-137FEFC0FA77}"/>
                    </a:ext>
                  </a:extLst>
                </p14:cNvPr>
                <p14:cNvContentPartPr/>
                <p14:nvPr/>
              </p14:nvContentPartPr>
              <p14:xfrm>
                <a:off x="2356816" y="2034056"/>
                <a:ext cx="122760" cy="10116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C6D7EEEA-1624-E1C2-FED2-137FEFC0FA77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2339176" y="2016416"/>
                  <a:ext cx="1584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207E0B8-BA44-D81C-C5ED-94C31573F821}"/>
                    </a:ext>
                  </a:extLst>
                </p14:cNvPr>
                <p14:cNvContentPartPr/>
                <p14:nvPr/>
              </p14:nvContentPartPr>
              <p14:xfrm>
                <a:off x="2648776" y="2081576"/>
                <a:ext cx="85680" cy="4176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207E0B8-BA44-D81C-C5ED-94C31573F821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2630776" y="2063936"/>
                  <a:ext cx="12132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8BD2DAAF-7826-AE68-CD6D-EA3143A5C60B}"/>
              </a:ext>
            </a:extLst>
          </p:cNvPr>
          <p:cNvGrpSpPr/>
          <p:nvPr/>
        </p:nvGrpSpPr>
        <p:grpSpPr>
          <a:xfrm>
            <a:off x="3189856" y="2147816"/>
            <a:ext cx="186120" cy="120960"/>
            <a:chOff x="3189856" y="2147816"/>
            <a:chExt cx="186120" cy="12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A4500142-CA03-B4EC-6B5A-E820D483EA96}"/>
                    </a:ext>
                  </a:extLst>
                </p14:cNvPr>
                <p14:cNvContentPartPr/>
                <p14:nvPr/>
              </p14:nvContentPartPr>
              <p14:xfrm>
                <a:off x="3189856" y="2147816"/>
                <a:ext cx="72720" cy="5004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A4500142-CA03-B4EC-6B5A-E820D483EA96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3171856" y="2129816"/>
                  <a:ext cx="1083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7A98C8F7-E97D-32AB-A4DA-6A60D42F3380}"/>
                    </a:ext>
                  </a:extLst>
                </p14:cNvPr>
                <p14:cNvContentPartPr/>
                <p14:nvPr/>
              </p14:nvContentPartPr>
              <p14:xfrm>
                <a:off x="3351496" y="2207216"/>
                <a:ext cx="24480" cy="6156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7A98C8F7-E97D-32AB-A4DA-6A60D42F3380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3333496" y="2189576"/>
                  <a:ext cx="6012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CDC449E7-8F59-B840-94F8-7A9A47DC4958}"/>
              </a:ext>
            </a:extLst>
          </p:cNvPr>
          <p:cNvGrpSpPr/>
          <p:nvPr/>
        </p:nvGrpSpPr>
        <p:grpSpPr>
          <a:xfrm>
            <a:off x="1946416" y="2423216"/>
            <a:ext cx="2413800" cy="880920"/>
            <a:chOff x="1946416" y="2423216"/>
            <a:chExt cx="2413800" cy="88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ACC55A1E-96B0-63A1-9D0D-F27D5357375A}"/>
                    </a:ext>
                  </a:extLst>
                </p14:cNvPr>
                <p14:cNvContentPartPr/>
                <p14:nvPr/>
              </p14:nvContentPartPr>
              <p14:xfrm>
                <a:off x="4050616" y="2718416"/>
                <a:ext cx="180000" cy="1947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ACC55A1E-96B0-63A1-9D0D-F27D5357375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032616" y="2700776"/>
                  <a:ext cx="2156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CC7D7747-497A-EDD5-6DAF-92106A0CCD01}"/>
                    </a:ext>
                  </a:extLst>
                </p14:cNvPr>
                <p14:cNvContentPartPr/>
                <p14:nvPr/>
              </p14:nvContentPartPr>
              <p14:xfrm>
                <a:off x="4173376" y="2713376"/>
                <a:ext cx="186840" cy="16776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CC7D7747-497A-EDD5-6DAF-92106A0CCD01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155376" y="2695376"/>
                  <a:ext cx="2224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D5EABD03-F3E7-8B8B-3806-3FDEC7A3F3A8}"/>
                    </a:ext>
                  </a:extLst>
                </p14:cNvPr>
                <p14:cNvContentPartPr/>
                <p14:nvPr/>
              </p14:nvContentPartPr>
              <p14:xfrm>
                <a:off x="1946416" y="2591336"/>
                <a:ext cx="53640" cy="828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D5EABD03-F3E7-8B8B-3806-3FDEC7A3F3A8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928776" y="2573336"/>
                  <a:ext cx="892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1D335B2-9CCC-9B8A-167D-E7194560B9F1}"/>
                    </a:ext>
                  </a:extLst>
                </p14:cNvPr>
                <p14:cNvContentPartPr/>
                <p14:nvPr/>
              </p14:nvContentPartPr>
              <p14:xfrm>
                <a:off x="2183296" y="2546696"/>
                <a:ext cx="47520" cy="1152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1D335B2-9CCC-9B8A-167D-E7194560B9F1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2165296" y="2528696"/>
                  <a:ext cx="831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1CC5FCDD-280E-53B7-C794-8513CD884B23}"/>
                    </a:ext>
                  </a:extLst>
                </p14:cNvPr>
                <p14:cNvContentPartPr/>
                <p14:nvPr/>
              </p14:nvContentPartPr>
              <p14:xfrm>
                <a:off x="2331256" y="2490896"/>
                <a:ext cx="32400" cy="2160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1CC5FCDD-280E-53B7-C794-8513CD884B2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313616" y="2472896"/>
                  <a:ext cx="680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497DB82A-50A3-50C3-70C8-ADA3859A569E}"/>
                    </a:ext>
                  </a:extLst>
                </p14:cNvPr>
                <p14:cNvContentPartPr/>
                <p14:nvPr/>
              </p14:nvContentPartPr>
              <p14:xfrm>
                <a:off x="2491456" y="2474336"/>
                <a:ext cx="89280" cy="4248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497DB82A-50A3-50C3-70C8-ADA3859A569E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473456" y="2456336"/>
                  <a:ext cx="1249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4CA7DD9-F8F7-0465-E705-7F2DB776CA8A}"/>
                    </a:ext>
                  </a:extLst>
                </p14:cNvPr>
                <p14:cNvContentPartPr/>
                <p14:nvPr/>
              </p14:nvContentPartPr>
              <p14:xfrm>
                <a:off x="2777296" y="2454536"/>
                <a:ext cx="243360" cy="6192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4CA7DD9-F8F7-0465-E705-7F2DB776CA8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759296" y="2436536"/>
                  <a:ext cx="2790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33A8C3B-E716-FCA5-CAAC-96E189E3E5CE}"/>
                    </a:ext>
                  </a:extLst>
                </p14:cNvPr>
                <p14:cNvContentPartPr/>
                <p14:nvPr/>
              </p14:nvContentPartPr>
              <p14:xfrm>
                <a:off x="3135496" y="2476856"/>
                <a:ext cx="117360" cy="11736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33A8C3B-E716-FCA5-CAAC-96E189E3E5CE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3117496" y="2458856"/>
                  <a:ext cx="153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5A8E4681-353D-6D4A-881C-724CD45BB049}"/>
                    </a:ext>
                  </a:extLst>
                </p14:cNvPr>
                <p14:cNvContentPartPr/>
                <p14:nvPr/>
              </p14:nvContentPartPr>
              <p14:xfrm>
                <a:off x="3394336" y="2656856"/>
                <a:ext cx="54360" cy="16668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5A8E4681-353D-6D4A-881C-724CD45BB04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3376696" y="2638856"/>
                  <a:ext cx="90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E488A346-6367-A2B1-FE00-14CFAF9C105A}"/>
                    </a:ext>
                  </a:extLst>
                </p14:cNvPr>
                <p14:cNvContentPartPr/>
                <p14:nvPr/>
              </p14:nvContentPartPr>
              <p14:xfrm>
                <a:off x="3489376" y="2878976"/>
                <a:ext cx="49320" cy="17748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E488A346-6367-A2B1-FE00-14CFAF9C105A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3471376" y="2861336"/>
                  <a:ext cx="849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34EBA89F-2E7C-2296-704D-267CC71022B0}"/>
                    </a:ext>
                  </a:extLst>
                </p14:cNvPr>
                <p14:cNvContentPartPr/>
                <p14:nvPr/>
              </p14:nvContentPartPr>
              <p14:xfrm>
                <a:off x="3561016" y="3085256"/>
                <a:ext cx="4680" cy="21888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34EBA89F-2E7C-2296-704D-267CC71022B0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3543376" y="3067616"/>
                  <a:ext cx="4032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2F0E2A6-300E-222D-E99D-94E3101274EA}"/>
                    </a:ext>
                  </a:extLst>
                </p14:cNvPr>
                <p14:cNvContentPartPr/>
                <p14:nvPr/>
              </p14:nvContentPartPr>
              <p14:xfrm>
                <a:off x="3520336" y="2423216"/>
                <a:ext cx="6120" cy="1152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2F0E2A6-300E-222D-E99D-94E3101274E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3502336" y="2405576"/>
                  <a:ext cx="417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18C2D081-2A42-139D-297E-C3DA399C269B}"/>
                    </a:ext>
                  </a:extLst>
                </p14:cNvPr>
                <p14:cNvContentPartPr/>
                <p14:nvPr/>
              </p14:nvContentPartPr>
              <p14:xfrm>
                <a:off x="3648496" y="2537336"/>
                <a:ext cx="50040" cy="5040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18C2D081-2A42-139D-297E-C3DA399C269B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3630496" y="2519696"/>
                  <a:ext cx="856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A647F77B-8EEF-2BB5-02B3-11969AC5FB93}"/>
                    </a:ext>
                  </a:extLst>
                </p14:cNvPr>
                <p14:cNvContentPartPr/>
                <p14:nvPr/>
              </p14:nvContentPartPr>
              <p14:xfrm>
                <a:off x="3891496" y="2666936"/>
                <a:ext cx="59400" cy="561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A647F77B-8EEF-2BB5-02B3-11969AC5FB93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3873856" y="2649296"/>
                  <a:ext cx="95040" cy="9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7D201DAC-7A85-FCF1-C018-ACAD3A250060}"/>
              </a:ext>
            </a:extLst>
          </p:cNvPr>
          <p:cNvGrpSpPr/>
          <p:nvPr/>
        </p:nvGrpSpPr>
        <p:grpSpPr>
          <a:xfrm>
            <a:off x="925456" y="6170456"/>
            <a:ext cx="1783440" cy="555120"/>
            <a:chOff x="925456" y="6170456"/>
            <a:chExt cx="1783440" cy="55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F32A46E3-84D1-FA83-24EE-9FB1566D68EB}"/>
                    </a:ext>
                  </a:extLst>
                </p14:cNvPr>
                <p14:cNvContentPartPr/>
                <p14:nvPr/>
              </p14:nvContentPartPr>
              <p14:xfrm>
                <a:off x="925456" y="6312296"/>
                <a:ext cx="239040" cy="29448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F32A46E3-84D1-FA83-24EE-9FB1566D68EB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07456" y="6294296"/>
                  <a:ext cx="27468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8F0E4572-41BF-C230-479B-91F86B922788}"/>
                    </a:ext>
                  </a:extLst>
                </p14:cNvPr>
                <p14:cNvContentPartPr/>
                <p14:nvPr/>
              </p14:nvContentPartPr>
              <p14:xfrm>
                <a:off x="963256" y="6347936"/>
                <a:ext cx="190800" cy="37332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8F0E4572-41BF-C230-479B-91F86B922788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45616" y="6330296"/>
                  <a:ext cx="22644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5CEFA463-34EC-290B-A0A3-2AB2F1E08E60}"/>
                    </a:ext>
                  </a:extLst>
                </p14:cNvPr>
                <p14:cNvContentPartPr/>
                <p14:nvPr/>
              </p14:nvContentPartPr>
              <p14:xfrm>
                <a:off x="1264936" y="6405896"/>
                <a:ext cx="145440" cy="26856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5CEFA463-34EC-290B-A0A3-2AB2F1E08E60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1246936" y="6388256"/>
                  <a:ext cx="18108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1740AC1B-F591-1F23-B31C-613915A05885}"/>
                    </a:ext>
                  </a:extLst>
                </p14:cNvPr>
                <p14:cNvContentPartPr/>
                <p14:nvPr/>
              </p14:nvContentPartPr>
              <p14:xfrm>
                <a:off x="1549336" y="6352616"/>
                <a:ext cx="22320" cy="111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1740AC1B-F591-1F23-B31C-613915A0588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531696" y="6334616"/>
                  <a:ext cx="579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B122FAD1-F351-F568-D592-281BC84DE504}"/>
                    </a:ext>
                  </a:extLst>
                </p14:cNvPr>
                <p14:cNvContentPartPr/>
                <p14:nvPr/>
              </p14:nvContentPartPr>
              <p14:xfrm>
                <a:off x="1552216" y="6571496"/>
                <a:ext cx="28440" cy="115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B122FAD1-F351-F568-D592-281BC84DE504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1534576" y="6553496"/>
                  <a:ext cx="640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F08E79DC-29AA-E882-E685-97011689725E}"/>
                    </a:ext>
                  </a:extLst>
                </p14:cNvPr>
                <p14:cNvContentPartPr/>
                <p14:nvPr/>
              </p14:nvContentPartPr>
              <p14:xfrm>
                <a:off x="1714576" y="6286016"/>
                <a:ext cx="263160" cy="41724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F08E79DC-29AA-E882-E685-97011689725E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696936" y="6268376"/>
                  <a:ext cx="29880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7B6E3EC5-EA84-B62E-53FC-4E3FC969243E}"/>
                    </a:ext>
                  </a:extLst>
                </p14:cNvPr>
                <p14:cNvContentPartPr/>
                <p14:nvPr/>
              </p14:nvContentPartPr>
              <p14:xfrm>
                <a:off x="2015176" y="6319496"/>
                <a:ext cx="128880" cy="28692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7B6E3EC5-EA84-B62E-53FC-4E3FC969243E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1997536" y="6301856"/>
                  <a:ext cx="16452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47782D9A-6FC5-3803-3745-EFA43FA7CA06}"/>
                    </a:ext>
                  </a:extLst>
                </p14:cNvPr>
                <p14:cNvContentPartPr/>
                <p14:nvPr/>
              </p14:nvContentPartPr>
              <p14:xfrm>
                <a:off x="2208496" y="6170456"/>
                <a:ext cx="175320" cy="5551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47782D9A-6FC5-3803-3745-EFA43FA7CA06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2190856" y="6152816"/>
                  <a:ext cx="21096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F75D8CE4-4C88-8A7B-0281-45B2D9EA7520}"/>
                    </a:ext>
                  </a:extLst>
                </p14:cNvPr>
                <p14:cNvContentPartPr/>
                <p14:nvPr/>
              </p14:nvContentPartPr>
              <p14:xfrm>
                <a:off x="2433496" y="6338576"/>
                <a:ext cx="36360" cy="31140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F75D8CE4-4C88-8A7B-0281-45B2D9EA7520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2415856" y="6320576"/>
                  <a:ext cx="720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5F915FA1-6601-109C-30F7-A7DC3A15116B}"/>
                    </a:ext>
                  </a:extLst>
                </p14:cNvPr>
                <p14:cNvContentPartPr/>
                <p14:nvPr/>
              </p14:nvContentPartPr>
              <p14:xfrm>
                <a:off x="2530696" y="6340016"/>
                <a:ext cx="178200" cy="276840"/>
              </p14:xfrm>
            </p:contentPart>
          </mc:Choice>
          <mc:Fallback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5F915FA1-6601-109C-30F7-A7DC3A15116B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2513056" y="6322376"/>
                  <a:ext cx="213840" cy="31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2948170A-59B0-D39D-1DE1-0F2EB3B336CE}"/>
              </a:ext>
            </a:extLst>
          </p:cNvPr>
          <p:cNvGrpSpPr/>
          <p:nvPr/>
        </p:nvGrpSpPr>
        <p:grpSpPr>
          <a:xfrm>
            <a:off x="3813736" y="6121856"/>
            <a:ext cx="2376360" cy="624240"/>
            <a:chOff x="3813736" y="6121856"/>
            <a:chExt cx="2376360" cy="62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1E136DFD-439C-CCC1-7B36-A2A2045CA2B0}"/>
                    </a:ext>
                  </a:extLst>
                </p14:cNvPr>
                <p14:cNvContentPartPr/>
                <p14:nvPr/>
              </p14:nvContentPartPr>
              <p14:xfrm>
                <a:off x="3813736" y="6292496"/>
                <a:ext cx="268200" cy="34128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1E136DFD-439C-CCC1-7B36-A2A2045CA2B0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3796096" y="6274496"/>
                  <a:ext cx="303840" cy="37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7EDE19F4-06EF-AE8D-EE88-642D9DB3138B}"/>
                    </a:ext>
                  </a:extLst>
                </p14:cNvPr>
                <p14:cNvContentPartPr/>
                <p14:nvPr/>
              </p14:nvContentPartPr>
              <p14:xfrm>
                <a:off x="4139536" y="6259736"/>
                <a:ext cx="306720" cy="40248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7EDE19F4-06EF-AE8D-EE88-642D9DB3138B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4121896" y="6242096"/>
                  <a:ext cx="34236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7DE72F51-8EFB-BC89-457E-E49A94A9BC7D}"/>
                    </a:ext>
                  </a:extLst>
                </p14:cNvPr>
                <p14:cNvContentPartPr/>
                <p14:nvPr/>
              </p14:nvContentPartPr>
              <p14:xfrm>
                <a:off x="4581616" y="6331736"/>
                <a:ext cx="33480" cy="756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7DE72F51-8EFB-BC89-457E-E49A94A9BC7D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4563976" y="6313736"/>
                  <a:ext cx="691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21C26BF4-37DD-0A4F-70E0-456A5F53D896}"/>
                    </a:ext>
                  </a:extLst>
                </p14:cNvPr>
                <p14:cNvContentPartPr/>
                <p14:nvPr/>
              </p14:nvContentPartPr>
              <p14:xfrm>
                <a:off x="4587016" y="6581216"/>
                <a:ext cx="19440" cy="504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21C26BF4-37DD-0A4F-70E0-456A5F53D896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4569376" y="6563216"/>
                  <a:ext cx="550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DCE9E718-FF23-4D13-1CCB-AFB77C42EBF3}"/>
                    </a:ext>
                  </a:extLst>
                </p14:cNvPr>
                <p14:cNvContentPartPr/>
                <p14:nvPr/>
              </p14:nvContentPartPr>
              <p14:xfrm>
                <a:off x="4718776" y="6263336"/>
                <a:ext cx="284760" cy="38664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DCE9E718-FF23-4D13-1CCB-AFB77C42EBF3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4700776" y="6245696"/>
                  <a:ext cx="3204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828E7ED-FCD4-3974-24D7-1E45D3A6856A}"/>
                    </a:ext>
                  </a:extLst>
                </p14:cNvPr>
                <p14:cNvContentPartPr/>
                <p14:nvPr/>
              </p14:nvContentPartPr>
              <p14:xfrm>
                <a:off x="5189656" y="6385016"/>
                <a:ext cx="105120" cy="22716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828E7ED-FCD4-3974-24D7-1E45D3A6856A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5172016" y="6367376"/>
                  <a:ext cx="1407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FE1EA0C-82F3-8AD7-EE26-8121D8C92D20}"/>
                    </a:ext>
                  </a:extLst>
                </p14:cNvPr>
                <p14:cNvContentPartPr/>
                <p14:nvPr/>
              </p14:nvContentPartPr>
              <p14:xfrm>
                <a:off x="5141056" y="6348656"/>
                <a:ext cx="88200" cy="3175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FE1EA0C-82F3-8AD7-EE26-8121D8C92D20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5123056" y="6330656"/>
                  <a:ext cx="1238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90DC401C-F5AA-A2E4-C049-E58FA5241190}"/>
                    </a:ext>
                  </a:extLst>
                </p14:cNvPr>
                <p14:cNvContentPartPr/>
                <p14:nvPr/>
              </p14:nvContentPartPr>
              <p14:xfrm>
                <a:off x="5409616" y="6121856"/>
                <a:ext cx="307440" cy="62424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90DC401C-F5AA-A2E4-C049-E58FA5241190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5391976" y="6103856"/>
                  <a:ext cx="34308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F5D6493-5763-8495-5160-981FFA4B57E0}"/>
                    </a:ext>
                  </a:extLst>
                </p14:cNvPr>
                <p14:cNvContentPartPr/>
                <p14:nvPr/>
              </p14:nvContentPartPr>
              <p14:xfrm>
                <a:off x="5707336" y="6309416"/>
                <a:ext cx="253800" cy="31932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F5D6493-5763-8495-5160-981FFA4B57E0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5689696" y="6291776"/>
                  <a:ext cx="2894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FE349593-543E-6D26-EA40-E42A57184A48}"/>
                    </a:ext>
                  </a:extLst>
                </p14:cNvPr>
                <p14:cNvContentPartPr/>
                <p14:nvPr/>
              </p14:nvContentPartPr>
              <p14:xfrm>
                <a:off x="5723536" y="6287096"/>
                <a:ext cx="176760" cy="3348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FE349593-543E-6D26-EA40-E42A57184A48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5705896" y="6269456"/>
                  <a:ext cx="2124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F8848264-2EAF-DF04-DEC6-7088DE59A3CA}"/>
                    </a:ext>
                  </a:extLst>
                </p14:cNvPr>
                <p14:cNvContentPartPr/>
                <p14:nvPr/>
              </p14:nvContentPartPr>
              <p14:xfrm>
                <a:off x="6029536" y="6229136"/>
                <a:ext cx="160560" cy="40212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F8848264-2EAF-DF04-DEC6-7088DE59A3CA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6011896" y="6211496"/>
                  <a:ext cx="196200" cy="437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57476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9A9A3-0192-584C-02AD-E9463142C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711" y="193293"/>
            <a:ext cx="10515600" cy="819098"/>
          </a:xfrm>
        </p:spPr>
        <p:txBody>
          <a:bodyPr/>
          <a:lstStyle/>
          <a:p>
            <a:r>
              <a:rPr lang="en-US" dirty="0"/>
              <a:t>Docker 1/2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93300-5D61-452A-9C17-FE6758982360}"/>
              </a:ext>
            </a:extLst>
          </p:cNvPr>
          <p:cNvSpPr txBox="1"/>
          <p:nvPr/>
        </p:nvSpPr>
        <p:spPr>
          <a:xfrm>
            <a:off x="655116" y="1260158"/>
            <a:ext cx="1051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.NET Microservices. Architecture for Containerized .NET Applications - .NET | Microsoft Learn</a:t>
            </a:r>
            <a:endParaRPr lang="en-US" dirty="0"/>
          </a:p>
        </p:txBody>
      </p:sp>
      <p:pic>
        <p:nvPicPr>
          <p:cNvPr id="6" name="Picture 5" descr="A diagram showing the basic taxonomy in Docker.">
            <a:extLst>
              <a:ext uri="{FF2B5EF4-FFF2-40B4-BE49-F238E27FC236}">
                <a16:creationId xmlns:a16="http://schemas.microsoft.com/office/drawing/2014/main" id="{210393CD-41DF-A833-7B8D-B3DBA7668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629" y="1877257"/>
            <a:ext cx="7720965" cy="441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627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BBA33-F3F9-4F74-9D10-677F468F0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922" y="22485"/>
            <a:ext cx="10515600" cy="1021465"/>
          </a:xfrm>
        </p:spPr>
        <p:txBody>
          <a:bodyPr/>
          <a:lstStyle/>
          <a:p>
            <a:r>
              <a:rPr lang="en-US" dirty="0"/>
              <a:t>Docker 2/2</a:t>
            </a:r>
          </a:p>
        </p:txBody>
      </p:sp>
      <p:pic>
        <p:nvPicPr>
          <p:cNvPr id="4" name="Picture 3" descr="Diagram showing several hosts running the monolithic app containers.">
            <a:extLst>
              <a:ext uri="{FF2B5EF4-FFF2-40B4-BE49-F238E27FC236}">
                <a16:creationId xmlns:a16="http://schemas.microsoft.com/office/drawing/2014/main" id="{89E7DD1E-6EF3-8E97-5869-EC3D8016A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495" y="924029"/>
            <a:ext cx="7824866" cy="5408492"/>
          </a:xfrm>
          <a:prstGeom prst="rect">
            <a:avLst/>
          </a:prstGeom>
        </p:spPr>
      </p:pic>
      <p:pic>
        <p:nvPicPr>
          <p:cNvPr id="5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A430533D-CE4F-04BE-6BFB-2ED6554155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0355" b="20435"/>
          <a:stretch>
            <a:fillRect/>
          </a:stretch>
        </p:blipFill>
        <p:spPr bwMode="auto">
          <a:xfrm>
            <a:off x="1698574" y="3972568"/>
            <a:ext cx="512503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620053-9D15-AF51-433F-210C5149199D}"/>
              </a:ext>
            </a:extLst>
          </p:cNvPr>
          <p:cNvSpPr txBox="1"/>
          <p:nvPr/>
        </p:nvSpPr>
        <p:spPr>
          <a:xfrm>
            <a:off x="1656830" y="4440038"/>
            <a:ext cx="6241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955808-DC0E-33CB-00DB-9CA0C3787C80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211077" y="4225931"/>
            <a:ext cx="273407" cy="16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150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90111-D19B-1C5A-2D06-69AF1CDB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9E8D297-6123-00D1-87DA-FFE1311F21B7}"/>
              </a:ext>
            </a:extLst>
          </p:cNvPr>
          <p:cNvSpPr/>
          <p:nvPr/>
        </p:nvSpPr>
        <p:spPr>
          <a:xfrm>
            <a:off x="184150" y="596900"/>
            <a:ext cx="11747500" cy="413097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587B6F1F-3D63-2BAC-DE48-0E50DF265698}"/>
              </a:ext>
            </a:extLst>
          </p:cNvPr>
          <p:cNvSpPr/>
          <p:nvPr/>
        </p:nvSpPr>
        <p:spPr>
          <a:xfrm>
            <a:off x="2197848" y="676044"/>
            <a:ext cx="9607916" cy="398485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575ED21-D940-3F6C-10C6-02FBF1E5CE3A}"/>
              </a:ext>
            </a:extLst>
          </p:cNvPr>
          <p:cNvSpPr/>
          <p:nvPr/>
        </p:nvSpPr>
        <p:spPr>
          <a:xfrm>
            <a:off x="2427337" y="974576"/>
            <a:ext cx="7113019" cy="3487325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1424BD-F298-0A3B-2175-B60CC60BC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69930"/>
            <a:ext cx="11855450" cy="514198"/>
          </a:xfrm>
        </p:spPr>
        <p:txBody>
          <a:bodyPr>
            <a:normAutofit/>
          </a:bodyPr>
          <a:lstStyle/>
          <a:p>
            <a:r>
              <a:rPr lang="en-US" sz="2800" dirty="0"/>
              <a:t>FinWise v0.3.1 – Architecture Diagram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4C266C1-42FF-4F13-4439-AC5DBBB96AD6}"/>
              </a:ext>
            </a:extLst>
          </p:cNvPr>
          <p:cNvSpPr/>
          <p:nvPr/>
        </p:nvSpPr>
        <p:spPr>
          <a:xfrm>
            <a:off x="4367466" y="1423338"/>
            <a:ext cx="4930869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B185AB9-EB6D-7C59-C048-CA06035878DA}"/>
              </a:ext>
            </a:extLst>
          </p:cNvPr>
          <p:cNvSpPr/>
          <p:nvPr/>
        </p:nvSpPr>
        <p:spPr>
          <a:xfrm>
            <a:off x="2515319" y="1220608"/>
            <a:ext cx="6895474" cy="3160892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08A331-8788-CA10-1275-369B3AB4F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2930290"/>
            <a:ext cx="271826" cy="24088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7A5C1E-8DCB-8BF8-F236-FC4872D4F8C4}"/>
              </a:ext>
            </a:extLst>
          </p:cNvPr>
          <p:cNvSpPr/>
          <p:nvPr/>
        </p:nvSpPr>
        <p:spPr>
          <a:xfrm>
            <a:off x="948304" y="2273300"/>
            <a:ext cx="785954" cy="1734953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4A550C-B717-EEB8-4DC9-16950131B971}"/>
              </a:ext>
            </a:extLst>
          </p:cNvPr>
          <p:cNvSpPr txBox="1"/>
          <p:nvPr/>
        </p:nvSpPr>
        <p:spPr>
          <a:xfrm>
            <a:off x="886387" y="2759784"/>
            <a:ext cx="83254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45984543-FBD3-5D15-AABE-0344616E28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2773" b="20435"/>
          <a:stretch>
            <a:fillRect/>
          </a:stretch>
        </p:blipFill>
        <p:spPr bwMode="auto">
          <a:xfrm>
            <a:off x="244944" y="2885781"/>
            <a:ext cx="491747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3933618-AF87-D062-DB9D-9ED0E5020715}"/>
              </a:ext>
            </a:extLst>
          </p:cNvPr>
          <p:cNvSpPr txBox="1"/>
          <p:nvPr/>
        </p:nvSpPr>
        <p:spPr>
          <a:xfrm>
            <a:off x="203200" y="3353251"/>
            <a:ext cx="6241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5DE7E8-5982-F517-E323-0B9D8DF0CCAA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>
            <a:off x="736691" y="3139144"/>
            <a:ext cx="211613" cy="16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1B4A3E-DB69-9402-4AFA-5868B735DBF0}"/>
              </a:ext>
            </a:extLst>
          </p:cNvPr>
          <p:cNvSpPr txBox="1"/>
          <p:nvPr/>
        </p:nvSpPr>
        <p:spPr>
          <a:xfrm>
            <a:off x="978717" y="3268644"/>
            <a:ext cx="718491" cy="21544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15912E-DD59-A18B-1CDB-1A328972F3C5}"/>
              </a:ext>
            </a:extLst>
          </p:cNvPr>
          <p:cNvSpPr txBox="1"/>
          <p:nvPr/>
        </p:nvSpPr>
        <p:spPr>
          <a:xfrm>
            <a:off x="1638078" y="3115213"/>
            <a:ext cx="636555" cy="805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Streaming)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26E9E4EE-3905-14B8-4AD2-D89004E12F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39" y="2523985"/>
            <a:ext cx="354924" cy="35492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96CDF134-1B35-F976-AFAB-76FB0924B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8" y="2343396"/>
            <a:ext cx="199462" cy="199462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E361150D-7E19-750B-B2DF-F250C08843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5667" y="2336716"/>
            <a:ext cx="212820" cy="212820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ABEF9379-463F-F83C-E35B-45D0BB12A41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091" y="2549537"/>
            <a:ext cx="278601" cy="2786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027675C9-CCBF-4B8F-C6F1-667980A082BB}"/>
              </a:ext>
            </a:extLst>
          </p:cNvPr>
          <p:cNvSpPr txBox="1"/>
          <p:nvPr/>
        </p:nvSpPr>
        <p:spPr>
          <a:xfrm>
            <a:off x="3439353" y="1205287"/>
            <a:ext cx="1802121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01456CA-3325-60D4-B083-DEC256664343}"/>
              </a:ext>
            </a:extLst>
          </p:cNvPr>
          <p:cNvSpPr/>
          <p:nvPr/>
        </p:nvSpPr>
        <p:spPr>
          <a:xfrm>
            <a:off x="4747411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A4BE96-1899-947A-2DC0-EB6F7A232247}"/>
              </a:ext>
            </a:extLst>
          </p:cNvPr>
          <p:cNvSpPr txBox="1"/>
          <p:nvPr/>
        </p:nvSpPr>
        <p:spPr>
          <a:xfrm>
            <a:off x="4758051" y="2841852"/>
            <a:ext cx="8325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91722A94-854A-E1D1-D12A-F10BA3643FB1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4928008" y="3102269"/>
            <a:ext cx="471346" cy="315740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352FC0E0-4414-F905-D891-5AEE155B3921}"/>
              </a:ext>
            </a:extLst>
          </p:cNvPr>
          <p:cNvSpPr/>
          <p:nvPr/>
        </p:nvSpPr>
        <p:spPr>
          <a:xfrm>
            <a:off x="6150286" y="30727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1B8E31B-B83A-4DCC-DB75-F32A28C3C98D}"/>
              </a:ext>
            </a:extLst>
          </p:cNvPr>
          <p:cNvSpPr txBox="1"/>
          <p:nvPr/>
        </p:nvSpPr>
        <p:spPr>
          <a:xfrm>
            <a:off x="6099164" y="3026879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Orchestrator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818608A1-0A54-AA3E-5D51-64E532858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982" y="3419895"/>
            <a:ext cx="271826" cy="24088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78E88EB6-7B8D-23DD-D384-2ABDA79A48E4}"/>
              </a:ext>
            </a:extLst>
          </p:cNvPr>
          <p:cNvSpPr/>
          <p:nvPr/>
        </p:nvSpPr>
        <p:spPr>
          <a:xfrm>
            <a:off x="7005754" y="2603495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7B5A87-8361-B07E-E7D1-D21CF7D5B265}"/>
              </a:ext>
            </a:extLst>
          </p:cNvPr>
          <p:cNvSpPr txBox="1"/>
          <p:nvPr/>
        </p:nvSpPr>
        <p:spPr>
          <a:xfrm>
            <a:off x="6948282" y="2557603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E35E4B04-A2B6-80C7-53F0-AB65D57ED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3786567"/>
            <a:ext cx="271826" cy="24088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E134DF00-DD81-728D-2E30-C716F7F94C15}"/>
              </a:ext>
            </a:extLst>
          </p:cNvPr>
          <p:cNvSpPr/>
          <p:nvPr/>
        </p:nvSpPr>
        <p:spPr>
          <a:xfrm>
            <a:off x="7005754" y="34470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FD13A05-D2DF-570C-81E5-09EE88626FB5}"/>
              </a:ext>
            </a:extLst>
          </p:cNvPr>
          <p:cNvSpPr txBox="1"/>
          <p:nvPr/>
        </p:nvSpPr>
        <p:spPr>
          <a:xfrm>
            <a:off x="6948282" y="3401180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Advisor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6EBFC76-1C9C-1668-33F5-A1C56154ABA1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579951" y="3127795"/>
            <a:ext cx="570335" cy="24940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8DA50023-3FEE-7058-8251-0EC39CB2E63B}"/>
              </a:ext>
            </a:extLst>
          </p:cNvPr>
          <p:cNvCxnSpPr>
            <a:cxnSpLocks/>
            <a:stCxn id="79" idx="3"/>
            <a:endCxn id="84" idx="1"/>
          </p:cNvCxnSpPr>
          <p:nvPr/>
        </p:nvCxnSpPr>
        <p:spPr>
          <a:xfrm flipV="1">
            <a:off x="6824804" y="2907921"/>
            <a:ext cx="180950" cy="4692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B843BB9-6799-6C2E-F44E-22FF93A6FC17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6824997" y="3377197"/>
            <a:ext cx="180757" cy="37430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8CE2197-99A4-563C-09B4-663DAF06E747}"/>
              </a:ext>
            </a:extLst>
          </p:cNvPr>
          <p:cNvSpPr/>
          <p:nvPr/>
        </p:nvSpPr>
        <p:spPr>
          <a:xfrm>
            <a:off x="7795215" y="3005451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5D5E3C4-C9BD-163A-A24F-17E0FCB351EE}"/>
              </a:ext>
            </a:extLst>
          </p:cNvPr>
          <p:cNvSpPr txBox="1"/>
          <p:nvPr/>
        </p:nvSpPr>
        <p:spPr>
          <a:xfrm>
            <a:off x="7817232" y="2965908"/>
            <a:ext cx="62044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01F3BAE-DB0A-5036-6FCD-2A568B770640}"/>
              </a:ext>
            </a:extLst>
          </p:cNvPr>
          <p:cNvSpPr/>
          <p:nvPr/>
        </p:nvSpPr>
        <p:spPr>
          <a:xfrm>
            <a:off x="7798162" y="2563073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DE3499E0-E326-43F1-74DA-6BBD337F6A78}"/>
              </a:ext>
            </a:extLst>
          </p:cNvPr>
          <p:cNvSpPr txBox="1"/>
          <p:nvPr/>
        </p:nvSpPr>
        <p:spPr>
          <a:xfrm>
            <a:off x="7690670" y="2523530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40A73EB3-F362-8619-DD59-815A60CEDA29}"/>
              </a:ext>
            </a:extLst>
          </p:cNvPr>
          <p:cNvCxnSpPr>
            <a:cxnSpLocks/>
          </p:cNvCxnSpPr>
          <p:nvPr/>
        </p:nvCxnSpPr>
        <p:spPr>
          <a:xfrm flipV="1">
            <a:off x="7680271" y="2728079"/>
            <a:ext cx="114944" cy="18316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5D3887AD-FC8B-56BE-BEEC-C120BDC3A850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7680271" y="2907921"/>
            <a:ext cx="114944" cy="1882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C8287CB9-4B30-F57B-6A62-80B454F140FD}"/>
              </a:ext>
            </a:extLst>
          </p:cNvPr>
          <p:cNvSpPr/>
          <p:nvPr/>
        </p:nvSpPr>
        <p:spPr>
          <a:xfrm>
            <a:off x="10473930" y="2813501"/>
            <a:ext cx="1171970" cy="675879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9ABDDB96-E580-3055-DC2C-ACB50F6A1FC5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29728" y="2864916"/>
            <a:ext cx="286544" cy="286544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678C7D40-F190-AC62-D6F9-F8CF7A0B48E4}"/>
              </a:ext>
            </a:extLst>
          </p:cNvPr>
          <p:cNvSpPr txBox="1"/>
          <p:nvPr/>
        </p:nvSpPr>
        <p:spPr>
          <a:xfrm>
            <a:off x="10854306" y="3163364"/>
            <a:ext cx="8717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 emulator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0B0EB2EB-5A3F-A7CE-32CF-821082B54DCD}"/>
              </a:ext>
            </a:extLst>
          </p:cNvPr>
          <p:cNvCxnSpPr>
            <a:cxnSpLocks/>
            <a:stCxn id="106" idx="3"/>
            <a:endCxn id="214" idx="1"/>
          </p:cNvCxnSpPr>
          <p:nvPr/>
        </p:nvCxnSpPr>
        <p:spPr>
          <a:xfrm>
            <a:off x="8469732" y="3135302"/>
            <a:ext cx="2142340" cy="2193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F4F2BE8F-63D4-E11C-A2B8-450D242B2E05}"/>
              </a:ext>
            </a:extLst>
          </p:cNvPr>
          <p:cNvSpPr/>
          <p:nvPr/>
        </p:nvSpPr>
        <p:spPr>
          <a:xfrm>
            <a:off x="2197848" y="4973777"/>
            <a:ext cx="9733802" cy="1458659"/>
          </a:xfrm>
          <a:prstGeom prst="roundRect">
            <a:avLst/>
          </a:prstGeom>
          <a:solidFill>
            <a:srgbClr val="DCEAF7"/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3BE40365-7EC1-3BF8-373A-8538CBF7C2E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82385" y="5007812"/>
            <a:ext cx="1133666" cy="387714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D01938E-623D-04A4-1A35-5DAF2FAB86CE}"/>
              </a:ext>
            </a:extLst>
          </p:cNvPr>
          <p:cNvSpPr/>
          <p:nvPr/>
        </p:nvSpPr>
        <p:spPr>
          <a:xfrm>
            <a:off x="2651643" y="1423338"/>
            <a:ext cx="1587962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52139E24-9A66-968D-B88D-29FE1E697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4661" y="3078492"/>
            <a:ext cx="183322" cy="183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DAAC900-B9AC-F6C7-2874-BF70EFFC570B}"/>
              </a:ext>
            </a:extLst>
          </p:cNvPr>
          <p:cNvSpPr txBox="1"/>
          <p:nvPr/>
        </p:nvSpPr>
        <p:spPr>
          <a:xfrm>
            <a:off x="3431393" y="3218031"/>
            <a:ext cx="596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.NET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AC55EB3-19D6-7844-17EB-4145C078CDA9}"/>
              </a:ext>
            </a:extLst>
          </p:cNvPr>
          <p:cNvSpPr/>
          <p:nvPr/>
        </p:nvSpPr>
        <p:spPr>
          <a:xfrm>
            <a:off x="3318286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9A6D88E-EDD5-E09C-0079-369223B7C0A6}"/>
              </a:ext>
            </a:extLst>
          </p:cNvPr>
          <p:cNvSpPr txBox="1"/>
          <p:nvPr/>
        </p:nvSpPr>
        <p:spPr>
          <a:xfrm>
            <a:off x="3328927" y="2831865"/>
            <a:ext cx="83254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2E332498-D39F-1B5F-B2A7-20896D96154A}"/>
              </a:ext>
            </a:extLst>
          </p:cNvPr>
          <p:cNvCxnSpPr>
            <a:cxnSpLocks/>
            <a:stCxn id="72" idx="3"/>
          </p:cNvCxnSpPr>
          <p:nvPr/>
        </p:nvCxnSpPr>
        <p:spPr>
          <a:xfrm flipV="1">
            <a:off x="4150828" y="3140683"/>
            <a:ext cx="581823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937F592-C9A4-1971-2931-CA4B36A3E45E}"/>
              </a:ext>
            </a:extLst>
          </p:cNvPr>
          <p:cNvSpPr txBox="1"/>
          <p:nvPr/>
        </p:nvSpPr>
        <p:spPr>
          <a:xfrm>
            <a:off x="3086411" y="1407257"/>
            <a:ext cx="832542" cy="5078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 service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(Project)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43261C-A5F9-68C0-C2D3-BE4BBDAFC71F}"/>
              </a:ext>
            </a:extLst>
          </p:cNvPr>
          <p:cNvSpPr txBox="1"/>
          <p:nvPr/>
        </p:nvSpPr>
        <p:spPr>
          <a:xfrm>
            <a:off x="4541566" y="1451914"/>
            <a:ext cx="1385185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 Workflow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(.dll Class-Library Project)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D6BCE74-F9C7-09E8-2253-E71EF51CD6B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2104" y="3787478"/>
            <a:ext cx="638329" cy="164569"/>
          </a:xfrm>
          <a:prstGeom prst="rect">
            <a:avLst/>
          </a:prstGeom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73585671-7283-2AEE-6A7E-84514D85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1233" y="3979474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FCC435CF-591D-4661-779A-E3C88ED611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39867" y="4000133"/>
            <a:ext cx="224592" cy="224592"/>
          </a:xfrm>
          <a:prstGeom prst="rect">
            <a:avLst/>
          </a:prstGeom>
        </p:spPr>
      </p:pic>
      <p:pic>
        <p:nvPicPr>
          <p:cNvPr id="28" name="Picture 10" descr="Microsoft Dot Net icon SVG Vector &amp; PNG ...">
            <a:extLst>
              <a:ext uri="{FF2B5EF4-FFF2-40B4-BE49-F238E27FC236}">
                <a16:creationId xmlns:a16="http://schemas.microsoft.com/office/drawing/2014/main" id="{CD0D8CB2-4654-453E-9C71-7DF5BC297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247" y="3963749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Hi-Res C# Logo Download | Logos - NUMI">
            <a:extLst>
              <a:ext uri="{FF2B5EF4-FFF2-40B4-BE49-F238E27FC236}">
                <a16:creationId xmlns:a16="http://schemas.microsoft.com/office/drawing/2014/main" id="{B4008333-0561-7B18-D439-3EAFC8225CE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16882" y="3984408"/>
            <a:ext cx="224592" cy="22459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24DA8B9A-EDD2-E085-1049-18AE890D54E4}"/>
              </a:ext>
            </a:extLst>
          </p:cNvPr>
          <p:cNvSpPr txBox="1"/>
          <p:nvPr/>
        </p:nvSpPr>
        <p:spPr>
          <a:xfrm>
            <a:off x="7689160" y="279998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IProfileStore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(Interface)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8540B3-96E1-E70D-279E-761D82EF9ED6}"/>
              </a:ext>
            </a:extLst>
          </p:cNvPr>
          <p:cNvSpPr txBox="1"/>
          <p:nvPr/>
        </p:nvSpPr>
        <p:spPr>
          <a:xfrm>
            <a:off x="6795518" y="322706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Hand-off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strategy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687CA01E-A4CB-2F1D-AFC8-4469842D975A}"/>
              </a:ext>
            </a:extLst>
          </p:cNvPr>
          <p:cNvCxnSpPr>
            <a:cxnSpLocks/>
            <a:stCxn id="84" idx="2"/>
            <a:endCxn id="30" idx="1"/>
          </p:cNvCxnSpPr>
          <p:nvPr/>
        </p:nvCxnSpPr>
        <p:spPr>
          <a:xfrm rot="16200000" flipH="1">
            <a:off x="6990483" y="3564876"/>
            <a:ext cx="2576764" cy="1871704"/>
          </a:xfrm>
          <a:prstGeom prst="curvedConnector3">
            <a:avLst>
              <a:gd name="adj1" fmla="val 11035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7B0E3F8B-A122-A79A-CD61-872F3CD5A808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637951" y="3681623"/>
            <a:ext cx="2531702" cy="2216280"/>
          </a:xfrm>
          <a:prstGeom prst="curvedConnector3">
            <a:avLst>
              <a:gd name="adj1" fmla="val 15062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142D036A-191E-990D-5459-52DDA82EDCCD}"/>
              </a:ext>
            </a:extLst>
          </p:cNvPr>
          <p:cNvSpPr/>
          <p:nvPr/>
        </p:nvSpPr>
        <p:spPr>
          <a:xfrm>
            <a:off x="7292482" y="401778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7E9F6E39-9C54-6E09-1204-58555BDC8250}"/>
              </a:ext>
            </a:extLst>
          </p:cNvPr>
          <p:cNvSpPr/>
          <p:nvPr/>
        </p:nvSpPr>
        <p:spPr>
          <a:xfrm>
            <a:off x="7296569" y="316320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E160AFF5-1E15-A1C0-20DC-337207BF08FD}"/>
              </a:ext>
            </a:extLst>
          </p:cNvPr>
          <p:cNvSpPr/>
          <p:nvPr/>
        </p:nvSpPr>
        <p:spPr>
          <a:xfrm>
            <a:off x="6637951" y="3648078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8068AD2-9C1A-7898-515B-73B9DFBA80E6}"/>
              </a:ext>
            </a:extLst>
          </p:cNvPr>
          <p:cNvSpPr/>
          <p:nvPr/>
        </p:nvSpPr>
        <p:spPr>
          <a:xfrm>
            <a:off x="5382117" y="5282541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381D6DE-558D-23FC-0DB3-400FA13F54EA}"/>
              </a:ext>
            </a:extLst>
          </p:cNvPr>
          <p:cNvSpPr/>
          <p:nvPr/>
        </p:nvSpPr>
        <p:spPr>
          <a:xfrm>
            <a:off x="6477664" y="1556073"/>
            <a:ext cx="848498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245101-3124-B4C1-5FD8-EFA4BA8F7F8B}"/>
              </a:ext>
            </a:extLst>
          </p:cNvPr>
          <p:cNvSpPr txBox="1"/>
          <p:nvPr/>
        </p:nvSpPr>
        <p:spPr>
          <a:xfrm>
            <a:off x="6386065" y="1699867"/>
            <a:ext cx="10215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AgentSessionManager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A85F4E0-4DD9-B302-2E5A-2EBD273B2F09}"/>
              </a:ext>
            </a:extLst>
          </p:cNvPr>
          <p:cNvCxnSpPr>
            <a:cxnSpLocks/>
            <a:stCxn id="61" idx="0"/>
            <a:endCxn id="74" idx="1"/>
          </p:cNvCxnSpPr>
          <p:nvPr/>
        </p:nvCxnSpPr>
        <p:spPr>
          <a:xfrm flipV="1">
            <a:off x="5163682" y="1811582"/>
            <a:ext cx="1313982" cy="10246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4" name="Picture 103" descr="Azure AI Foundry - Visual Studio Marketplace">
            <a:extLst>
              <a:ext uri="{FF2B5EF4-FFF2-40B4-BE49-F238E27FC236}">
                <a16:creationId xmlns:a16="http://schemas.microsoft.com/office/drawing/2014/main" id="{E443E7FF-D6E4-6B91-06A4-868112E7C3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25630" y="5090666"/>
            <a:ext cx="307714" cy="307714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1C218783-E605-93CD-F918-0D3B7076D102}"/>
              </a:ext>
            </a:extLst>
          </p:cNvPr>
          <p:cNvSpPr txBox="1"/>
          <p:nvPr/>
        </p:nvSpPr>
        <p:spPr>
          <a:xfrm>
            <a:off x="6065572" y="525702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sp>
        <p:nvSpPr>
          <p:cNvPr id="111" name="Flowchart: Connector 110">
            <a:extLst>
              <a:ext uri="{FF2B5EF4-FFF2-40B4-BE49-F238E27FC236}">
                <a16:creationId xmlns:a16="http://schemas.microsoft.com/office/drawing/2014/main" id="{E26A4C01-4900-8841-ABB5-A9801052E974}"/>
              </a:ext>
            </a:extLst>
          </p:cNvPr>
          <p:cNvSpPr>
            <a:spLocks noChangeAspect="1"/>
          </p:cNvSpPr>
          <p:nvPr/>
        </p:nvSpPr>
        <p:spPr>
          <a:xfrm>
            <a:off x="6281132" y="5808180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5C58F42-790A-9DD3-5390-FF2912D75644}"/>
              </a:ext>
            </a:extLst>
          </p:cNvPr>
          <p:cNvSpPr txBox="1"/>
          <p:nvPr/>
        </p:nvSpPr>
        <p:spPr>
          <a:xfrm>
            <a:off x="6245306" y="6106711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113" name="Picture 112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718C6122-014B-E979-51CF-5B457003FCAF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r="63616"/>
          <a:stretch>
            <a:fillRect/>
          </a:stretch>
        </p:blipFill>
        <p:spPr>
          <a:xfrm>
            <a:off x="6349273" y="5874922"/>
            <a:ext cx="172999" cy="174231"/>
          </a:xfrm>
          <a:prstGeom prst="rect">
            <a:avLst/>
          </a:prstGeom>
        </p:spPr>
      </p:pic>
      <p:sp>
        <p:nvSpPr>
          <p:cNvPr id="126" name="Rectangle 125">
            <a:extLst>
              <a:ext uri="{FF2B5EF4-FFF2-40B4-BE49-F238E27FC236}">
                <a16:creationId xmlns:a16="http://schemas.microsoft.com/office/drawing/2014/main" id="{CC224E60-4BC8-50E9-7235-B2F337F56E8B}"/>
              </a:ext>
            </a:extLst>
          </p:cNvPr>
          <p:cNvSpPr/>
          <p:nvPr/>
        </p:nvSpPr>
        <p:spPr>
          <a:xfrm>
            <a:off x="7797766" y="1908525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E8F687D-4727-8B27-4224-BC94B7FCC07F}"/>
              </a:ext>
            </a:extLst>
          </p:cNvPr>
          <p:cNvSpPr txBox="1"/>
          <p:nvPr/>
        </p:nvSpPr>
        <p:spPr>
          <a:xfrm>
            <a:off x="7805186" y="1866639"/>
            <a:ext cx="64453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2604CE3-EFAC-B5E8-91F9-4903D9C60C23}"/>
              </a:ext>
            </a:extLst>
          </p:cNvPr>
          <p:cNvSpPr/>
          <p:nvPr/>
        </p:nvSpPr>
        <p:spPr>
          <a:xfrm>
            <a:off x="7800713" y="1466147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34340DC-5C8B-93B2-D9B2-7F63D5186C5A}"/>
              </a:ext>
            </a:extLst>
          </p:cNvPr>
          <p:cNvSpPr txBox="1"/>
          <p:nvPr/>
        </p:nvSpPr>
        <p:spPr>
          <a:xfrm>
            <a:off x="7716800" y="1424616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4D4EF61D-0711-527D-BE86-21CCCD86A8CF}"/>
              </a:ext>
            </a:extLst>
          </p:cNvPr>
          <p:cNvCxnSpPr>
            <a:cxnSpLocks/>
            <a:stCxn id="74" idx="3"/>
            <a:endCxn id="131" idx="1"/>
          </p:cNvCxnSpPr>
          <p:nvPr/>
        </p:nvCxnSpPr>
        <p:spPr>
          <a:xfrm flipV="1">
            <a:off x="7326162" y="1595998"/>
            <a:ext cx="474551" cy="21558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933F98AF-528F-8817-6D31-807E6611F72C}"/>
              </a:ext>
            </a:extLst>
          </p:cNvPr>
          <p:cNvCxnSpPr>
            <a:cxnSpLocks/>
            <a:stCxn id="74" idx="3"/>
            <a:endCxn id="126" idx="1"/>
          </p:cNvCxnSpPr>
          <p:nvPr/>
        </p:nvCxnSpPr>
        <p:spPr>
          <a:xfrm>
            <a:off x="7326162" y="1811582"/>
            <a:ext cx="471604" cy="2267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4D98E718-B009-E273-E842-8F226A0D4040}"/>
              </a:ext>
            </a:extLst>
          </p:cNvPr>
          <p:cNvSpPr txBox="1"/>
          <p:nvPr/>
        </p:nvSpPr>
        <p:spPr>
          <a:xfrm>
            <a:off x="7397162" y="1685816"/>
            <a:ext cx="6938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(Abstract class)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7891C118-F9F7-5FAC-49F8-3250E353EA86}"/>
              </a:ext>
            </a:extLst>
          </p:cNvPr>
          <p:cNvSpPr/>
          <p:nvPr/>
        </p:nvSpPr>
        <p:spPr>
          <a:xfrm>
            <a:off x="10473930" y="1694562"/>
            <a:ext cx="1171970" cy="675879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C3F89A7-5B9F-C645-CD1F-ED1EBCE9A1F3}"/>
              </a:ext>
            </a:extLst>
          </p:cNvPr>
          <p:cNvSpPr txBox="1"/>
          <p:nvPr/>
        </p:nvSpPr>
        <p:spPr>
          <a:xfrm>
            <a:off x="10873356" y="2069825"/>
            <a:ext cx="8717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</a:t>
            </a:r>
          </a:p>
        </p:txBody>
      </p:sp>
      <p:pic>
        <p:nvPicPr>
          <p:cNvPr id="148" name="Picture 147" descr="Redis Database: A Complete Guide | Leninmhs">
            <a:extLst>
              <a:ext uri="{FF2B5EF4-FFF2-40B4-BE49-F238E27FC236}">
                <a16:creationId xmlns:a16="http://schemas.microsoft.com/office/drawing/2014/main" id="{4A60A0D7-D48D-7737-0967-AB0CFF79B26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07167" y="1756506"/>
            <a:ext cx="387060" cy="326739"/>
          </a:xfrm>
          <a:prstGeom prst="rect">
            <a:avLst/>
          </a:prstGeom>
        </p:spPr>
      </p:pic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FD3458C9-CD92-AE2A-3F50-244E43B21AEB}"/>
              </a:ext>
            </a:extLst>
          </p:cNvPr>
          <p:cNvCxnSpPr>
            <a:cxnSpLocks/>
            <a:stCxn id="126" idx="3"/>
            <a:endCxn id="195" idx="1"/>
          </p:cNvCxnSpPr>
          <p:nvPr/>
        </p:nvCxnSpPr>
        <p:spPr>
          <a:xfrm flipV="1">
            <a:off x="8472283" y="2035200"/>
            <a:ext cx="2151676" cy="3176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Connector: Curved 157">
            <a:extLst>
              <a:ext uri="{FF2B5EF4-FFF2-40B4-BE49-F238E27FC236}">
                <a16:creationId xmlns:a16="http://schemas.microsoft.com/office/drawing/2014/main" id="{856F8C90-F9C6-DAFB-D7AE-780E8D91C25F}"/>
              </a:ext>
            </a:extLst>
          </p:cNvPr>
          <p:cNvCxnSpPr>
            <a:cxnSpLocks/>
            <a:stCxn id="51" idx="3"/>
            <a:endCxn id="111" idx="0"/>
          </p:cNvCxnSpPr>
          <p:nvPr/>
        </p:nvCxnSpPr>
        <p:spPr>
          <a:xfrm>
            <a:off x="6056634" y="5586967"/>
            <a:ext cx="378355" cy="221213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7" name="Picture 166">
            <a:extLst>
              <a:ext uri="{FF2B5EF4-FFF2-40B4-BE49-F238E27FC236}">
                <a16:creationId xmlns:a16="http://schemas.microsoft.com/office/drawing/2014/main" id="{D1F2EE58-F265-D119-97CD-89C9D02656CB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76228" y="5924493"/>
            <a:ext cx="711984" cy="3193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68" name="Connector: Curved 167">
            <a:extLst>
              <a:ext uri="{FF2B5EF4-FFF2-40B4-BE49-F238E27FC236}">
                <a16:creationId xmlns:a16="http://schemas.microsoft.com/office/drawing/2014/main" id="{4EF1CB0D-945C-548E-00A0-6F655BA56039}"/>
              </a:ext>
            </a:extLst>
          </p:cNvPr>
          <p:cNvCxnSpPr>
            <a:cxnSpLocks/>
            <a:endCxn id="167" idx="0"/>
          </p:cNvCxnSpPr>
          <p:nvPr/>
        </p:nvCxnSpPr>
        <p:spPr>
          <a:xfrm rot="10800000" flipV="1">
            <a:off x="4532221" y="5590281"/>
            <a:ext cx="849901" cy="334211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49C97686-5171-09DE-E8AB-4C5EC37515F5}"/>
              </a:ext>
            </a:extLst>
          </p:cNvPr>
          <p:cNvSpPr txBox="1"/>
          <p:nvPr/>
        </p:nvSpPr>
        <p:spPr>
          <a:xfrm>
            <a:off x="5002617" y="5586966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14" name="Connector: Curved 113">
            <a:extLst>
              <a:ext uri="{FF2B5EF4-FFF2-40B4-BE49-F238E27FC236}">
                <a16:creationId xmlns:a16="http://schemas.microsoft.com/office/drawing/2014/main" id="{7E7D6EAC-5B3B-00D3-3853-DE09F3D749FD}"/>
              </a:ext>
            </a:extLst>
          </p:cNvPr>
          <p:cNvCxnSpPr>
            <a:cxnSpLocks/>
            <a:stCxn id="51" idx="2"/>
            <a:endCxn id="157" idx="1"/>
          </p:cNvCxnSpPr>
          <p:nvPr/>
        </p:nvCxnSpPr>
        <p:spPr>
          <a:xfrm rot="5400000">
            <a:off x="5556098" y="5940210"/>
            <a:ext cx="212096" cy="114460"/>
          </a:xfrm>
          <a:prstGeom prst="curvedConnector4">
            <a:avLst>
              <a:gd name="adj1" fmla="val 15305"/>
              <a:gd name="adj2" fmla="val 299720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7" name="Picture 156" descr="Documents symbol - Free interface icons">
            <a:extLst>
              <a:ext uri="{FF2B5EF4-FFF2-40B4-BE49-F238E27FC236}">
                <a16:creationId xmlns:a16="http://schemas.microsoft.com/office/drawing/2014/main" id="{AF831745-C243-4D9C-8F05-55E6AA1E502D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04916" y="5956316"/>
            <a:ext cx="294344" cy="294344"/>
          </a:xfrm>
          <a:prstGeom prst="rect">
            <a:avLst/>
          </a:prstGeom>
        </p:spPr>
      </p:pic>
      <p:sp>
        <p:nvSpPr>
          <p:cNvPr id="171" name="TextBox 170">
            <a:extLst>
              <a:ext uri="{FF2B5EF4-FFF2-40B4-BE49-F238E27FC236}">
                <a16:creationId xmlns:a16="http://schemas.microsoft.com/office/drawing/2014/main" id="{D2E7EE66-9A56-4F4C-F904-ECFCC2392A02}"/>
              </a:ext>
            </a:extLst>
          </p:cNvPr>
          <p:cNvSpPr txBox="1"/>
          <p:nvPr/>
        </p:nvSpPr>
        <p:spPr>
          <a:xfrm>
            <a:off x="5234158" y="6086292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BF7589E1-54AD-7FBB-4759-482C3E9F28AA}"/>
              </a:ext>
            </a:extLst>
          </p:cNvPr>
          <p:cNvSpPr txBox="1"/>
          <p:nvPr/>
        </p:nvSpPr>
        <p:spPr>
          <a:xfrm>
            <a:off x="5803717" y="5967121"/>
            <a:ext cx="4085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reports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8680FDD-F727-8699-575D-9278CA086611}"/>
              </a:ext>
            </a:extLst>
          </p:cNvPr>
          <p:cNvSpPr/>
          <p:nvPr/>
        </p:nvSpPr>
        <p:spPr>
          <a:xfrm>
            <a:off x="3324657" y="2030105"/>
            <a:ext cx="826171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436F9F1-3986-E09B-961C-F2FD0ED50BEB}"/>
              </a:ext>
            </a:extLst>
          </p:cNvPr>
          <p:cNvSpPr txBox="1"/>
          <p:nvPr/>
        </p:nvSpPr>
        <p:spPr>
          <a:xfrm>
            <a:off x="3223791" y="2016468"/>
            <a:ext cx="102153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(Stateful Session Manager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ISessionMigrationHandler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DDE5DD26-6A8A-1560-D50F-C0BE22A5C9AA}"/>
              </a:ext>
            </a:extLst>
          </p:cNvPr>
          <p:cNvSpPr txBox="1"/>
          <p:nvPr/>
        </p:nvSpPr>
        <p:spPr>
          <a:xfrm>
            <a:off x="4337529" y="2075614"/>
            <a:ext cx="1283103" cy="245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RedisSessionMigrationHandler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11A4042-E695-55E7-B80D-C5E51E191F88}"/>
              </a:ext>
            </a:extLst>
          </p:cNvPr>
          <p:cNvSpPr txBox="1"/>
          <p:nvPr/>
        </p:nvSpPr>
        <p:spPr>
          <a:xfrm>
            <a:off x="10453501" y="1832986"/>
            <a:ext cx="58136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0B570124-E406-F2FB-02B9-A0804FBFD577}"/>
              </a:ext>
            </a:extLst>
          </p:cNvPr>
          <p:cNvSpPr txBox="1"/>
          <p:nvPr/>
        </p:nvSpPr>
        <p:spPr>
          <a:xfrm>
            <a:off x="10466947" y="2066523"/>
            <a:ext cx="58136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mcpinit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95" name="Picture 194" descr="Tropical blue database 5 icon - Free tropical blue database icons">
            <a:extLst>
              <a:ext uri="{FF2B5EF4-FFF2-40B4-BE49-F238E27FC236}">
                <a16:creationId xmlns:a16="http://schemas.microsoft.com/office/drawing/2014/main" id="{ED8EBAC0-A552-D721-C549-9D7C0FB309CF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623959" y="1979400"/>
            <a:ext cx="111600" cy="111600"/>
          </a:xfrm>
          <a:prstGeom prst="rect">
            <a:avLst/>
          </a:prstGeom>
        </p:spPr>
      </p:pic>
      <p:pic>
        <p:nvPicPr>
          <p:cNvPr id="196" name="Picture 195" descr="Tropical blue database 5 icon - Free tropical blue database icons">
            <a:extLst>
              <a:ext uri="{FF2B5EF4-FFF2-40B4-BE49-F238E27FC236}">
                <a16:creationId xmlns:a16="http://schemas.microsoft.com/office/drawing/2014/main" id="{4F457968-AD4B-2C1A-AA23-7F86E439D5D6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623959" y="2197076"/>
            <a:ext cx="111600" cy="111600"/>
          </a:xfrm>
          <a:prstGeom prst="rect">
            <a:avLst/>
          </a:prstGeom>
        </p:spPr>
      </p:pic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24BA2FE1-2C30-4F41-6010-583B0D7D21F1}"/>
              </a:ext>
            </a:extLst>
          </p:cNvPr>
          <p:cNvCxnSpPr>
            <a:cxnSpLocks/>
            <a:stCxn id="178" idx="3"/>
            <a:endCxn id="196" idx="1"/>
          </p:cNvCxnSpPr>
          <p:nvPr/>
        </p:nvCxnSpPr>
        <p:spPr>
          <a:xfrm flipV="1">
            <a:off x="4150828" y="2252876"/>
            <a:ext cx="6473131" cy="32738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B454ADF9-7991-178F-7CD4-B0E864BAE39A}"/>
              </a:ext>
            </a:extLst>
          </p:cNvPr>
          <p:cNvCxnSpPr>
            <a:cxnSpLocks/>
            <a:stCxn id="72" idx="0"/>
            <a:endCxn id="178" idx="2"/>
          </p:cNvCxnSpPr>
          <p:nvPr/>
        </p:nvCxnSpPr>
        <p:spPr>
          <a:xfrm flipV="1">
            <a:off x="3734557" y="2541122"/>
            <a:ext cx="3186" cy="29513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DC54ACFD-D023-2167-51E6-791350703169}"/>
              </a:ext>
            </a:extLst>
          </p:cNvPr>
          <p:cNvSpPr txBox="1"/>
          <p:nvPr/>
        </p:nvSpPr>
        <p:spPr>
          <a:xfrm>
            <a:off x="4259210" y="3117673"/>
            <a:ext cx="6012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Injected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Dependencies</a:t>
            </a:r>
            <a:endParaRPr kumimoji="0" lang="en-US" sz="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2BF8E209-D815-9A3B-4A1C-2CC78BA35434}"/>
              </a:ext>
            </a:extLst>
          </p:cNvPr>
          <p:cNvSpPr txBox="1"/>
          <p:nvPr/>
        </p:nvSpPr>
        <p:spPr>
          <a:xfrm>
            <a:off x="10446397" y="2860380"/>
            <a:ext cx="58136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Persisted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Profiles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214" name="Picture 213" descr="Tropical blue database 5 icon - Free tropical blue database icons">
            <a:extLst>
              <a:ext uri="{FF2B5EF4-FFF2-40B4-BE49-F238E27FC236}">
                <a16:creationId xmlns:a16="http://schemas.microsoft.com/office/drawing/2014/main" id="{88917110-8558-326F-650E-B69CE34CB23F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612072" y="3081695"/>
            <a:ext cx="111600" cy="111600"/>
          </a:xfrm>
          <a:prstGeom prst="rect">
            <a:avLst/>
          </a:prstGeom>
        </p:spPr>
      </p:pic>
      <p:pic>
        <p:nvPicPr>
          <p:cNvPr id="216" name="Picture 215" descr="Docker - Quick start guide | Packagecloud Blog">
            <a:extLst>
              <a:ext uri="{FF2B5EF4-FFF2-40B4-BE49-F238E27FC236}">
                <a16:creationId xmlns:a16="http://schemas.microsoft.com/office/drawing/2014/main" id="{46FE340A-7871-C5C7-2BA5-F3DA7A442B9E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251999" y="1454280"/>
            <a:ext cx="488085" cy="356616"/>
          </a:xfrm>
          <a:prstGeom prst="rect">
            <a:avLst/>
          </a:prstGeom>
        </p:spPr>
      </p:pic>
      <p:pic>
        <p:nvPicPr>
          <p:cNvPr id="217" name="Picture 216" descr="Docker - Quick start guide | Packagecloud Blog">
            <a:extLst>
              <a:ext uri="{FF2B5EF4-FFF2-40B4-BE49-F238E27FC236}">
                <a16:creationId xmlns:a16="http://schemas.microsoft.com/office/drawing/2014/main" id="{0C562221-7AAF-AC06-3A39-FBE289E87987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242334" y="2534725"/>
            <a:ext cx="488085" cy="356616"/>
          </a:xfrm>
          <a:prstGeom prst="rect">
            <a:avLst/>
          </a:prstGeom>
        </p:spPr>
      </p:pic>
      <p:pic>
        <p:nvPicPr>
          <p:cNvPr id="218" name="Picture 217" descr="Docker Logo and symbol, meaning, history, PNG, brand">
            <a:extLst>
              <a:ext uri="{FF2B5EF4-FFF2-40B4-BE49-F238E27FC236}">
                <a16:creationId xmlns:a16="http://schemas.microsoft.com/office/drawing/2014/main" id="{8400BA98-DCA9-4903-6EEA-75CCE0BDC9B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630109" y="722725"/>
            <a:ext cx="1059688" cy="596073"/>
          </a:xfrm>
          <a:prstGeom prst="rect">
            <a:avLst/>
          </a:prstGeom>
        </p:spPr>
      </p:pic>
      <p:sp>
        <p:nvSpPr>
          <p:cNvPr id="220" name="TextBox 219">
            <a:extLst>
              <a:ext uri="{FF2B5EF4-FFF2-40B4-BE49-F238E27FC236}">
                <a16:creationId xmlns:a16="http://schemas.microsoft.com/office/drawing/2014/main" id="{86485007-5694-B73C-87C1-1D2C2B125C42}"/>
              </a:ext>
            </a:extLst>
          </p:cNvPr>
          <p:cNvSpPr txBox="1"/>
          <p:nvPr/>
        </p:nvSpPr>
        <p:spPr>
          <a:xfrm>
            <a:off x="9828281" y="824648"/>
            <a:ext cx="1052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host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(Docker Desktop)</a:t>
            </a: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D24031E2-1797-D689-DB31-E9C5A447B4E8}"/>
              </a:ext>
            </a:extLst>
          </p:cNvPr>
          <p:cNvSpPr/>
          <p:nvPr/>
        </p:nvSpPr>
        <p:spPr>
          <a:xfrm>
            <a:off x="2780194" y="2836460"/>
            <a:ext cx="459961" cy="60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339D92EC-55F8-6374-E8CF-007AC76A9E2B}"/>
              </a:ext>
            </a:extLst>
          </p:cNvPr>
          <p:cNvSpPr txBox="1"/>
          <p:nvPr/>
        </p:nvSpPr>
        <p:spPr>
          <a:xfrm>
            <a:off x="2721493" y="2856194"/>
            <a:ext cx="596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(Kestrel)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ASP.NET Core</a:t>
            </a:r>
          </a:p>
        </p:txBody>
      </p: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A2638CB7-B5B8-15B3-813C-D1302CB8C2A3}"/>
              </a:ext>
            </a:extLst>
          </p:cNvPr>
          <p:cNvCxnSpPr>
            <a:cxnSpLocks/>
            <a:stCxn id="72" idx="1"/>
            <a:endCxn id="221" idx="3"/>
          </p:cNvCxnSpPr>
          <p:nvPr/>
        </p:nvCxnSpPr>
        <p:spPr>
          <a:xfrm flipH="1">
            <a:off x="3240155" y="3140684"/>
            <a:ext cx="78131" cy="101"/>
          </a:xfrm>
          <a:prstGeom prst="straightConnector1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241D434-F176-9176-8BAD-2C7C17CA4077}"/>
              </a:ext>
            </a:extLst>
          </p:cNvPr>
          <p:cNvCxnSpPr>
            <a:cxnSpLocks/>
            <a:stCxn id="8" idx="3"/>
            <a:endCxn id="221" idx="1"/>
          </p:cNvCxnSpPr>
          <p:nvPr/>
        </p:nvCxnSpPr>
        <p:spPr>
          <a:xfrm>
            <a:off x="1734258" y="3140777"/>
            <a:ext cx="1045936" cy="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 descr="Docker - Quick start guide | Packagecloud Blog">
            <a:extLst>
              <a:ext uri="{FF2B5EF4-FFF2-40B4-BE49-F238E27FC236}">
                <a16:creationId xmlns:a16="http://schemas.microsoft.com/office/drawing/2014/main" id="{BE888867-AD61-8668-82A9-F3A42D1F05F4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2488137" y="830161"/>
            <a:ext cx="484632" cy="3540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571E27-998B-481D-DFFC-AD2CCA8BB53A}"/>
              </a:ext>
            </a:extLst>
          </p:cNvPr>
          <p:cNvSpPr txBox="1"/>
          <p:nvPr/>
        </p:nvSpPr>
        <p:spPr>
          <a:xfrm>
            <a:off x="2837054" y="934263"/>
            <a:ext cx="9618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4AA678-6918-9078-086C-D216C43873AB}"/>
              </a:ext>
            </a:extLst>
          </p:cNvPr>
          <p:cNvSpPr txBox="1"/>
          <p:nvPr/>
        </p:nvSpPr>
        <p:spPr>
          <a:xfrm>
            <a:off x="7283964" y="3960018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77152E-F90E-7DFF-376A-DFD4B0BE05E2}"/>
              </a:ext>
            </a:extLst>
          </p:cNvPr>
          <p:cNvSpPr txBox="1"/>
          <p:nvPr/>
        </p:nvSpPr>
        <p:spPr>
          <a:xfrm>
            <a:off x="6422216" y="3614352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38B5FB8-7EE3-0DA0-36B6-250A69F2B0E0}"/>
              </a:ext>
            </a:extLst>
          </p:cNvPr>
          <p:cNvSpPr txBox="1"/>
          <p:nvPr/>
        </p:nvSpPr>
        <p:spPr>
          <a:xfrm>
            <a:off x="6218397" y="3244481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6B66CDB-BADD-FD84-D120-540241329B2A}"/>
              </a:ext>
            </a:extLst>
          </p:cNvPr>
          <p:cNvSpPr txBox="1"/>
          <p:nvPr/>
        </p:nvSpPr>
        <p:spPr>
          <a:xfrm>
            <a:off x="7082733" y="2780528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CA782A-DE6C-81C7-2B8C-9697BA452794}"/>
              </a:ext>
            </a:extLst>
          </p:cNvPr>
          <p:cNvSpPr txBox="1"/>
          <p:nvPr/>
        </p:nvSpPr>
        <p:spPr>
          <a:xfrm>
            <a:off x="7068678" y="3618649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32AB25E-B291-775F-EE79-47EA3CBE89A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24758" y="5727758"/>
            <a:ext cx="849901" cy="334211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2476A26-70C6-525C-0D34-01D8F6DE5AC6}"/>
              </a:ext>
            </a:extLst>
          </p:cNvPr>
          <p:cNvGrpSpPr/>
          <p:nvPr/>
        </p:nvGrpSpPr>
        <p:grpSpPr>
          <a:xfrm>
            <a:off x="2824776" y="5210404"/>
            <a:ext cx="501755" cy="580648"/>
            <a:chOff x="2427818" y="5077457"/>
            <a:chExt cx="501755" cy="580648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CD167EBC-F87E-2BE0-C2A1-6A7E8BF22D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2444020" y="5077457"/>
              <a:ext cx="370462" cy="370462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FA52E46-868E-4AEA-F65C-9D52BE0DF987}"/>
                </a:ext>
              </a:extLst>
            </p:cNvPr>
            <p:cNvSpPr txBox="1"/>
            <p:nvPr/>
          </p:nvSpPr>
          <p:spPr>
            <a:xfrm>
              <a:off x="2427818" y="5374595"/>
              <a:ext cx="501755" cy="283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1" i="0" u="none" strike="noStrike" kern="1200" cap="none" spc="0" normalizeH="0" baseline="0" noProof="0" dirty="0">
                  <a:ln>
                    <a:noFill/>
                  </a:ln>
                  <a:solidFill>
                    <a:srgbClr val="1271EC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rPr>
                <a:t>Azure Entra</a:t>
              </a:r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61042E19-3FD3-A247-1A9C-6E25A52EDBD3}"/>
              </a:ext>
            </a:extLst>
          </p:cNvPr>
          <p:cNvSpPr/>
          <p:nvPr/>
        </p:nvSpPr>
        <p:spPr>
          <a:xfrm>
            <a:off x="3511490" y="5188712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1B637DFE-3E26-3D9C-3FEE-1BB5D33FA9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732642" y="5395169"/>
            <a:ext cx="250098" cy="250098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3DEEC562-56D0-77CA-AD38-019FA539F3C0}"/>
              </a:ext>
            </a:extLst>
          </p:cNvPr>
          <p:cNvSpPr txBox="1"/>
          <p:nvPr/>
        </p:nvSpPr>
        <p:spPr>
          <a:xfrm>
            <a:off x="3458763" y="5151627"/>
            <a:ext cx="798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App </a:t>
            </a:r>
            <a:r>
              <a:rPr lang="en-US" sz="600" b="1" dirty="0">
                <a:solidFill>
                  <a:srgbClr val="1271E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Registration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1271EC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E18C4E-33F7-C2BB-3212-A5761E42EF72}"/>
              </a:ext>
            </a:extLst>
          </p:cNvPr>
          <p:cNvSpPr txBox="1"/>
          <p:nvPr/>
        </p:nvSpPr>
        <p:spPr>
          <a:xfrm>
            <a:off x="3546572" y="5586901"/>
            <a:ext cx="65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 Principal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6" name="Connector: Curved 65">
            <a:extLst>
              <a:ext uri="{FF2B5EF4-FFF2-40B4-BE49-F238E27FC236}">
                <a16:creationId xmlns:a16="http://schemas.microsoft.com/office/drawing/2014/main" id="{8064D2DA-9126-C69F-2399-E8811D7FA565}"/>
              </a:ext>
            </a:extLst>
          </p:cNvPr>
          <p:cNvCxnSpPr>
            <a:cxnSpLocks/>
            <a:stCxn id="45" idx="1"/>
            <a:endCxn id="27" idx="3"/>
          </p:cNvCxnSpPr>
          <p:nvPr/>
        </p:nvCxnSpPr>
        <p:spPr>
          <a:xfrm rot="10800000">
            <a:off x="3211440" y="5395636"/>
            <a:ext cx="300050" cy="97503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6B18F574-7B91-3B9B-4D8C-8A873E450F61}"/>
              </a:ext>
            </a:extLst>
          </p:cNvPr>
          <p:cNvSpPr/>
          <p:nvPr/>
        </p:nvSpPr>
        <p:spPr>
          <a:xfrm>
            <a:off x="2768376" y="5131371"/>
            <a:ext cx="1556812" cy="710849"/>
          </a:xfrm>
          <a:prstGeom prst="roundRect">
            <a:avLst/>
          </a:prstGeom>
          <a:noFill/>
          <a:ln w="12700">
            <a:solidFill>
              <a:srgbClr val="FFA1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9" name="Connector: Curved 68">
            <a:extLst>
              <a:ext uri="{FF2B5EF4-FFF2-40B4-BE49-F238E27FC236}">
                <a16:creationId xmlns:a16="http://schemas.microsoft.com/office/drawing/2014/main" id="{81283C26-83BD-E92B-BB1F-2E83F946483E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4186007" y="5358788"/>
            <a:ext cx="1196109" cy="134350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99B86AB-C740-6355-91E9-2097C543F7CF}"/>
              </a:ext>
            </a:extLst>
          </p:cNvPr>
          <p:cNvSpPr txBox="1"/>
          <p:nvPr/>
        </p:nvSpPr>
        <p:spPr>
          <a:xfrm>
            <a:off x="4784613" y="5226249"/>
            <a:ext cx="60475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Authorization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1B9EE8C-02D7-9C39-0E99-69D6D5BD32FE}"/>
              </a:ext>
            </a:extLst>
          </p:cNvPr>
          <p:cNvSpPr txBox="1"/>
          <p:nvPr/>
        </p:nvSpPr>
        <p:spPr>
          <a:xfrm>
            <a:off x="5334824" y="5256735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86" name="Connector: Curved 85">
            <a:extLst>
              <a:ext uri="{FF2B5EF4-FFF2-40B4-BE49-F238E27FC236}">
                <a16:creationId xmlns:a16="http://schemas.microsoft.com/office/drawing/2014/main" id="{27244657-66AC-97F1-F40E-A65080CB2621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85724" y="3846818"/>
            <a:ext cx="2056559" cy="1548706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" name="Picture 101">
            <a:extLst>
              <a:ext uri="{FF2B5EF4-FFF2-40B4-BE49-F238E27FC236}">
                <a16:creationId xmlns:a16="http://schemas.microsoft.com/office/drawing/2014/main" id="{D3EDB6D6-2856-4DFF-292C-67A51334C833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572806" y="5570872"/>
            <a:ext cx="311500" cy="302536"/>
          </a:xfrm>
          <a:prstGeom prst="rect">
            <a:avLst/>
          </a:prstGeom>
        </p:spPr>
      </p:pic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62B73D0-E19E-1777-FE80-2273967D7B65}"/>
              </a:ext>
            </a:extLst>
          </p:cNvPr>
          <p:cNvCxnSpPr>
            <a:cxnSpLocks/>
            <a:endCxn id="51" idx="0"/>
          </p:cNvCxnSpPr>
          <p:nvPr/>
        </p:nvCxnSpPr>
        <p:spPr>
          <a:xfrm flipH="1">
            <a:off x="5719376" y="3673547"/>
            <a:ext cx="608009" cy="16089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7FA3B4A8-0D6F-A8E5-C2B1-0F3E38A155F3}"/>
              </a:ext>
            </a:extLst>
          </p:cNvPr>
          <p:cNvSpPr>
            <a:spLocks noChangeAspect="1"/>
          </p:cNvSpPr>
          <p:nvPr/>
        </p:nvSpPr>
        <p:spPr>
          <a:xfrm>
            <a:off x="9169653" y="5744046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B65599-B241-B49E-CD74-D4749E6358F8}"/>
              </a:ext>
            </a:extLst>
          </p:cNvPr>
          <p:cNvSpPr txBox="1"/>
          <p:nvPr/>
        </p:nvSpPr>
        <p:spPr>
          <a:xfrm>
            <a:off x="9133827" y="6042577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A2E39B6C-178C-D4BA-F7FD-2DB379D389E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98336" y="5512956"/>
            <a:ext cx="307714" cy="307714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72FDBF69-CD79-F809-F3EE-EECE2DF59635}"/>
              </a:ext>
            </a:extLst>
          </p:cNvPr>
          <p:cNvSpPr txBox="1"/>
          <p:nvPr/>
        </p:nvSpPr>
        <p:spPr>
          <a:xfrm>
            <a:off x="9438278" y="567931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D371B0E2-C814-86CF-F57F-3519C538C8D7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r="63616"/>
          <a:stretch>
            <a:fillRect/>
          </a:stretch>
        </p:blipFill>
        <p:spPr>
          <a:xfrm>
            <a:off x="9237794" y="5810788"/>
            <a:ext cx="172999" cy="174231"/>
          </a:xfrm>
          <a:prstGeom prst="rect">
            <a:avLst/>
          </a:prstGeom>
        </p:spPr>
      </p:pic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E52A6E2B-0E38-B637-E4D6-18E521203C84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7412272" y="3986664"/>
            <a:ext cx="1733187" cy="1871704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7" name="Picture 126" descr="Laptop Coding icon in Windows 11 Color ...">
            <a:extLst>
              <a:ext uri="{FF2B5EF4-FFF2-40B4-BE49-F238E27FC236}">
                <a16:creationId xmlns:a16="http://schemas.microsoft.com/office/drawing/2014/main" id="{46012116-A3A8-52BD-3012-715E79C8DE0B}"/>
              </a:ext>
            </a:extLst>
          </p:cNvPr>
          <p:cNvPicPr>
            <a:picLocks noChangeAspect="1"/>
          </p:cNvPicPr>
          <p:nvPr/>
        </p:nvPicPr>
        <p:blipFill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3200" y="552795"/>
            <a:ext cx="586832" cy="586832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F26CAEF6-C806-C1DF-A1F8-AD3F92A18206}"/>
              </a:ext>
            </a:extLst>
          </p:cNvPr>
          <p:cNvSpPr txBox="1"/>
          <p:nvPr/>
        </p:nvSpPr>
        <p:spPr>
          <a:xfrm>
            <a:off x="671631" y="680333"/>
            <a:ext cx="1206561" cy="2801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Dev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1E0490F3-4ECB-3B49-0DBE-2D872E9F3B0C}"/>
              </a:ext>
            </a:extLst>
          </p:cNvPr>
          <p:cNvSpPr txBox="1"/>
          <p:nvPr/>
        </p:nvSpPr>
        <p:spPr>
          <a:xfrm>
            <a:off x="4509560" y="5026405"/>
            <a:ext cx="51442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F98061E-1D39-BEFD-829F-0D0924C5258A}"/>
              </a:ext>
            </a:extLst>
          </p:cNvPr>
          <p:cNvGrpSpPr/>
          <p:nvPr/>
        </p:nvGrpSpPr>
        <p:grpSpPr>
          <a:xfrm>
            <a:off x="5776255" y="3642670"/>
            <a:ext cx="587640" cy="202965"/>
            <a:chOff x="5226748" y="3870122"/>
            <a:chExt cx="587640" cy="202965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8134AB6-D303-F65A-C543-9A736DC806DB}"/>
                </a:ext>
              </a:extLst>
            </p:cNvPr>
            <p:cNvSpPr txBox="1"/>
            <p:nvPr/>
          </p:nvSpPr>
          <p:spPr>
            <a:xfrm>
              <a:off x="5226748" y="3870122"/>
              <a:ext cx="436542" cy="1511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sz="500" dirty="0">
                  <a:solidFill>
                    <a:srgbClr val="1471EC"/>
                  </a:solidFill>
                  <a:latin typeface="Consolas" panose="020B0609020204030204" pitchFamily="49" charset="0"/>
                </a:rPr>
                <a:t>FoundryAgent</a:t>
              </a:r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E08077A3-0740-29A5-ED35-AF95C6370B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5645020" y="3908593"/>
              <a:ext cx="169368" cy="164494"/>
            </a:xfrm>
            <a:prstGeom prst="rect">
              <a:avLst/>
            </a:prstGeom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22A25041-A9AE-01C8-6287-9177D45FC5B4}"/>
              </a:ext>
            </a:extLst>
          </p:cNvPr>
          <p:cNvSpPr txBox="1"/>
          <p:nvPr/>
        </p:nvSpPr>
        <p:spPr>
          <a:xfrm>
            <a:off x="7298699" y="3098249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019C24-7766-8A37-ECA6-2B14EA58CD0C}"/>
              </a:ext>
            </a:extLst>
          </p:cNvPr>
          <p:cNvSpPr txBox="1"/>
          <p:nvPr/>
        </p:nvSpPr>
        <p:spPr>
          <a:xfrm>
            <a:off x="3597233" y="963620"/>
            <a:ext cx="18021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Ports 5000:5000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008ABD-7CCA-E3C3-B63E-FC9DE0B2602E}"/>
              </a:ext>
            </a:extLst>
          </p:cNvPr>
          <p:cNvSpPr txBox="1"/>
          <p:nvPr/>
        </p:nvSpPr>
        <p:spPr>
          <a:xfrm>
            <a:off x="3874654" y="1444502"/>
            <a:ext cx="4151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Port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/>
              <a:t>5000</a:t>
            </a:r>
          </a:p>
        </p:txBody>
      </p:sp>
    </p:spTree>
    <p:extLst>
      <p:ext uri="{BB962C8B-B14F-4D97-AF65-F5344CB8AC3E}">
        <p14:creationId xmlns:p14="http://schemas.microsoft.com/office/powerpoint/2010/main" val="15541233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EDFC5-C344-BEDC-C8EB-752FB39D2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C40EC5-C8DC-3DB9-B8F6-DED28781C753}"/>
              </a:ext>
            </a:extLst>
          </p:cNvPr>
          <p:cNvSpPr/>
          <p:nvPr/>
        </p:nvSpPr>
        <p:spPr>
          <a:xfrm>
            <a:off x="184150" y="596900"/>
            <a:ext cx="11747500" cy="4130973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077B1209-B59B-0E72-0460-0EEB2A18565C}"/>
              </a:ext>
            </a:extLst>
          </p:cNvPr>
          <p:cNvSpPr/>
          <p:nvPr/>
        </p:nvSpPr>
        <p:spPr>
          <a:xfrm>
            <a:off x="2197848" y="676044"/>
            <a:ext cx="9607916" cy="398485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638139A-198B-6796-57EC-3CC491F268D1}"/>
              </a:ext>
            </a:extLst>
          </p:cNvPr>
          <p:cNvSpPr/>
          <p:nvPr/>
        </p:nvSpPr>
        <p:spPr>
          <a:xfrm>
            <a:off x="2427337" y="974576"/>
            <a:ext cx="7113019" cy="3487325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3F73C4-685C-62C9-5050-8EB325B06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69930"/>
            <a:ext cx="11855450" cy="514198"/>
          </a:xfrm>
        </p:spPr>
        <p:txBody>
          <a:bodyPr>
            <a:normAutofit/>
          </a:bodyPr>
          <a:lstStyle/>
          <a:p>
            <a:r>
              <a:rPr lang="en-US" sz="2800" dirty="0"/>
              <a:t>FinWise v0.3.1 – Directly deployed into Azure cloud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053EE6D-C410-1EB2-6C91-317D18CA4B39}"/>
              </a:ext>
            </a:extLst>
          </p:cNvPr>
          <p:cNvSpPr/>
          <p:nvPr/>
        </p:nvSpPr>
        <p:spPr>
          <a:xfrm>
            <a:off x="4367466" y="1423338"/>
            <a:ext cx="4930869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D6CA0F-60D1-FEA7-134A-7C7371F5A51A}"/>
              </a:ext>
            </a:extLst>
          </p:cNvPr>
          <p:cNvSpPr/>
          <p:nvPr/>
        </p:nvSpPr>
        <p:spPr>
          <a:xfrm>
            <a:off x="2515319" y="1220608"/>
            <a:ext cx="6895474" cy="3160892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59C6BB-C104-C8C2-99E5-7488814FD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2930290"/>
            <a:ext cx="271826" cy="24088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D0CE4D-CD9B-BB27-A35E-DD39E1E50B48}"/>
              </a:ext>
            </a:extLst>
          </p:cNvPr>
          <p:cNvSpPr/>
          <p:nvPr/>
        </p:nvSpPr>
        <p:spPr>
          <a:xfrm>
            <a:off x="948304" y="2273300"/>
            <a:ext cx="785954" cy="1734953"/>
          </a:xfrm>
          <a:prstGeom prst="roundRect">
            <a:avLst/>
          </a:prstGeom>
          <a:solidFill>
            <a:schemeClr val="bg1"/>
          </a:solidFill>
          <a:ln>
            <a:solidFill>
              <a:srgbClr val="2189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B16966-E9B8-2328-6079-1ADA319A4D94}"/>
              </a:ext>
            </a:extLst>
          </p:cNvPr>
          <p:cNvSpPr txBox="1"/>
          <p:nvPr/>
        </p:nvSpPr>
        <p:spPr>
          <a:xfrm>
            <a:off x="886387" y="2759784"/>
            <a:ext cx="83254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Chat UI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Claude, ChatGPT, GitHub CoPilot, Cursor, etc..</a:t>
            </a:r>
          </a:p>
        </p:txBody>
      </p:sp>
      <p:pic>
        <p:nvPicPr>
          <p:cNvPr id="10" name="Picture 4" descr="User Icon Images – Browse 1,701,604 Stock Photos, Vectors ...">
            <a:extLst>
              <a:ext uri="{FF2B5EF4-FFF2-40B4-BE49-F238E27FC236}">
                <a16:creationId xmlns:a16="http://schemas.microsoft.com/office/drawing/2014/main" id="{5747A9C9-E574-E018-DEE2-9234CC3ADE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5" t="20528" r="22773" b="20435"/>
          <a:stretch>
            <a:fillRect/>
          </a:stretch>
        </p:blipFill>
        <p:spPr bwMode="auto">
          <a:xfrm>
            <a:off x="244944" y="2885781"/>
            <a:ext cx="491747" cy="506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30BB91-4DDA-9B18-0D21-11E142D17F5B}"/>
              </a:ext>
            </a:extLst>
          </p:cNvPr>
          <p:cNvSpPr txBox="1"/>
          <p:nvPr/>
        </p:nvSpPr>
        <p:spPr>
          <a:xfrm>
            <a:off x="203200" y="3353251"/>
            <a:ext cx="62413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73C4AB-C728-F3AE-8E69-32AB672954E3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>
            <a:off x="736691" y="3139144"/>
            <a:ext cx="211613" cy="163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38D56B8-D426-4A14-ACD1-BA9C79DE469E}"/>
              </a:ext>
            </a:extLst>
          </p:cNvPr>
          <p:cNvSpPr txBox="1"/>
          <p:nvPr/>
        </p:nvSpPr>
        <p:spPr>
          <a:xfrm>
            <a:off x="978717" y="3268644"/>
            <a:ext cx="718491" cy="215444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client</a:t>
            </a:r>
            <a:endParaRPr kumimoji="0" lang="en-US" sz="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53A103-25A1-19D9-237A-E551E9857B98}"/>
              </a:ext>
            </a:extLst>
          </p:cNvPr>
          <p:cNvSpPr txBox="1"/>
          <p:nvPr/>
        </p:nvSpPr>
        <p:spPr>
          <a:xfrm>
            <a:off x="1638078" y="3115213"/>
            <a:ext cx="636555" cy="805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(Model-Context-Protocol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|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Streaming)</a:t>
            </a:r>
          </a:p>
        </p:txBody>
      </p:sp>
      <p:pic>
        <p:nvPicPr>
          <p:cNvPr id="50" name="Picture 49" descr="A blue and purple toy">
            <a:extLst>
              <a:ext uri="{FF2B5EF4-FFF2-40B4-BE49-F238E27FC236}">
                <a16:creationId xmlns:a16="http://schemas.microsoft.com/office/drawing/2014/main" id="{50C82E03-E8FC-0D39-D771-D84113B73F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39" y="2523985"/>
            <a:ext cx="354924" cy="354924"/>
          </a:xfrm>
          <a:prstGeom prst="rect">
            <a:avLst/>
          </a:prstGeom>
        </p:spPr>
      </p:pic>
      <p:pic>
        <p:nvPicPr>
          <p:cNvPr id="56" name="Graphic 55">
            <a:extLst>
              <a:ext uri="{FF2B5EF4-FFF2-40B4-BE49-F238E27FC236}">
                <a16:creationId xmlns:a16="http://schemas.microsoft.com/office/drawing/2014/main" id="{2DC59111-A561-0F48-69D2-A4588C7228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8" y="2343396"/>
            <a:ext cx="199462" cy="199462"/>
          </a:xfrm>
          <a:prstGeom prst="rect">
            <a:avLst/>
          </a:prstGeom>
        </p:spPr>
      </p:pic>
      <p:pic>
        <p:nvPicPr>
          <p:cNvPr id="57" name="Picture 56" descr="File:ChatGPT-Logo.svg - Wikimedia Commons">
            <a:extLst>
              <a:ext uri="{FF2B5EF4-FFF2-40B4-BE49-F238E27FC236}">
                <a16:creationId xmlns:a16="http://schemas.microsoft.com/office/drawing/2014/main" id="{DA3A3378-0A8C-5AAD-0603-F4131C4E34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5667" y="2336716"/>
            <a:ext cx="212820" cy="212820"/>
          </a:xfrm>
          <a:prstGeom prst="rect">
            <a:avLst/>
          </a:prstGeom>
        </p:spPr>
      </p:pic>
      <p:pic>
        <p:nvPicPr>
          <p:cNvPr id="58" name="Picture 57" descr="Cursor AI Logo Icon for Modern Designs">
            <a:extLst>
              <a:ext uri="{FF2B5EF4-FFF2-40B4-BE49-F238E27FC236}">
                <a16:creationId xmlns:a16="http://schemas.microsoft.com/office/drawing/2014/main" id="{DE7735E4-E57D-8C6D-F16E-2F90DEE6D3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091" y="2549537"/>
            <a:ext cx="278601" cy="278601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0C574076-4A72-B8BA-11F8-BDA44DEB806D}"/>
              </a:ext>
            </a:extLst>
          </p:cNvPr>
          <p:cNvSpPr txBox="1"/>
          <p:nvPr/>
        </p:nvSpPr>
        <p:spPr>
          <a:xfrm>
            <a:off x="3439353" y="1205287"/>
            <a:ext cx="1802121" cy="2308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(Process)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A1BD756-8CAB-97ED-709F-9E907155C755}"/>
              </a:ext>
            </a:extLst>
          </p:cNvPr>
          <p:cNvSpPr/>
          <p:nvPr/>
        </p:nvSpPr>
        <p:spPr>
          <a:xfrm>
            <a:off x="4747411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59435F6-998F-B1CA-8F38-A251C69CFF84}"/>
              </a:ext>
            </a:extLst>
          </p:cNvPr>
          <p:cNvSpPr txBox="1"/>
          <p:nvPr/>
        </p:nvSpPr>
        <p:spPr>
          <a:xfrm>
            <a:off x="4758051" y="2841852"/>
            <a:ext cx="8325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Workflow</a:t>
            </a:r>
          </a:p>
        </p:txBody>
      </p:sp>
      <p:pic>
        <p:nvPicPr>
          <p:cNvPr id="63" name="Picture 62" descr="Microsoft Agent Framework AI - Framework for generative AI agents">
            <a:extLst>
              <a:ext uri="{FF2B5EF4-FFF2-40B4-BE49-F238E27FC236}">
                <a16:creationId xmlns:a16="http://schemas.microsoft.com/office/drawing/2014/main" id="{73A59CA9-F0BB-8210-E397-2ADD4FEDBFDC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43" t="10521" r="8469" b="16361"/>
          <a:stretch>
            <a:fillRect/>
          </a:stretch>
        </p:blipFill>
        <p:spPr>
          <a:xfrm>
            <a:off x="4928008" y="3102269"/>
            <a:ext cx="471346" cy="315740"/>
          </a:xfrm>
          <a:prstGeom prst="rect">
            <a:avLst/>
          </a:prstGeom>
        </p:spPr>
      </p:pic>
      <p:sp>
        <p:nvSpPr>
          <p:cNvPr id="79" name="Rectangle 78">
            <a:extLst>
              <a:ext uri="{FF2B5EF4-FFF2-40B4-BE49-F238E27FC236}">
                <a16:creationId xmlns:a16="http://schemas.microsoft.com/office/drawing/2014/main" id="{FE23F078-744C-4ED3-D774-4E60A0CDB4A9}"/>
              </a:ext>
            </a:extLst>
          </p:cNvPr>
          <p:cNvSpPr/>
          <p:nvPr/>
        </p:nvSpPr>
        <p:spPr>
          <a:xfrm>
            <a:off x="6150286" y="30727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E98B075-5E42-E1DC-6618-D47732BC2D3C}"/>
              </a:ext>
            </a:extLst>
          </p:cNvPr>
          <p:cNvSpPr txBox="1"/>
          <p:nvPr/>
        </p:nvSpPr>
        <p:spPr>
          <a:xfrm>
            <a:off x="6099164" y="3026879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Orchestrator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7EC14193-3E6F-B4D1-ECF6-FE9D90EB8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982" y="3419895"/>
            <a:ext cx="271826" cy="240880"/>
          </a:xfrm>
          <a:prstGeom prst="rect">
            <a:avLst/>
          </a:prstGeom>
        </p:spPr>
      </p:pic>
      <p:sp>
        <p:nvSpPr>
          <p:cNvPr id="84" name="Rectangle 83">
            <a:extLst>
              <a:ext uri="{FF2B5EF4-FFF2-40B4-BE49-F238E27FC236}">
                <a16:creationId xmlns:a16="http://schemas.microsoft.com/office/drawing/2014/main" id="{D5294D30-DB43-F0E9-E954-9725EE935FEE}"/>
              </a:ext>
            </a:extLst>
          </p:cNvPr>
          <p:cNvSpPr/>
          <p:nvPr/>
        </p:nvSpPr>
        <p:spPr>
          <a:xfrm>
            <a:off x="7005754" y="2603495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09BDFBA-E5DB-29E5-32B5-4D88888865E5}"/>
              </a:ext>
            </a:extLst>
          </p:cNvPr>
          <p:cNvSpPr txBox="1"/>
          <p:nvPr/>
        </p:nvSpPr>
        <p:spPr>
          <a:xfrm>
            <a:off x="6948282" y="2557603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B36033D6-4D17-FA57-D916-3256954C9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7099" y="3786567"/>
            <a:ext cx="271826" cy="24088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6AEFB98F-662D-0C8E-02BA-598E3427891A}"/>
              </a:ext>
            </a:extLst>
          </p:cNvPr>
          <p:cNvSpPr/>
          <p:nvPr/>
        </p:nvSpPr>
        <p:spPr>
          <a:xfrm>
            <a:off x="7005754" y="3447072"/>
            <a:ext cx="674517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CFB436-BE28-333E-1D93-6B71CA558300}"/>
              </a:ext>
            </a:extLst>
          </p:cNvPr>
          <p:cNvSpPr txBox="1"/>
          <p:nvPr/>
        </p:nvSpPr>
        <p:spPr>
          <a:xfrm>
            <a:off x="6948282" y="3401180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Advisor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B688A6ED-D207-8B6D-BCD9-44B4CAF7CA52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5579951" y="3127795"/>
            <a:ext cx="570335" cy="249403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463F1F88-60C5-CAB4-0415-93DC2AEEC131}"/>
              </a:ext>
            </a:extLst>
          </p:cNvPr>
          <p:cNvCxnSpPr>
            <a:cxnSpLocks/>
            <a:stCxn id="79" idx="3"/>
            <a:endCxn id="84" idx="1"/>
          </p:cNvCxnSpPr>
          <p:nvPr/>
        </p:nvCxnSpPr>
        <p:spPr>
          <a:xfrm flipV="1">
            <a:off x="6824804" y="2907921"/>
            <a:ext cx="180950" cy="4692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E5847E2C-E0CA-E1A2-FE1F-FC6B1AEF8DF6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6824997" y="3377197"/>
            <a:ext cx="180757" cy="37430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537E6EC-AEBE-E755-B35B-B414EB0E3FE9}"/>
              </a:ext>
            </a:extLst>
          </p:cNvPr>
          <p:cNvSpPr/>
          <p:nvPr/>
        </p:nvSpPr>
        <p:spPr>
          <a:xfrm>
            <a:off x="7795215" y="3005451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739B137-0821-4EFE-56F6-13A3EC2FAEC3}"/>
              </a:ext>
            </a:extLst>
          </p:cNvPr>
          <p:cNvSpPr txBox="1"/>
          <p:nvPr/>
        </p:nvSpPr>
        <p:spPr>
          <a:xfrm>
            <a:off x="7817232" y="2965908"/>
            <a:ext cx="62044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E648DFA-D107-182E-F6DC-5EDCF08DDF8E}"/>
              </a:ext>
            </a:extLst>
          </p:cNvPr>
          <p:cNvSpPr/>
          <p:nvPr/>
        </p:nvSpPr>
        <p:spPr>
          <a:xfrm>
            <a:off x="7798162" y="2563073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7B8B196-4FBB-626A-3A6E-62023201644A}"/>
              </a:ext>
            </a:extLst>
          </p:cNvPr>
          <p:cNvSpPr txBox="1"/>
          <p:nvPr/>
        </p:nvSpPr>
        <p:spPr>
          <a:xfrm>
            <a:off x="7690670" y="2523530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UserProfile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03357C0-F236-40D6-ED92-ECD6A1E4E955}"/>
              </a:ext>
            </a:extLst>
          </p:cNvPr>
          <p:cNvCxnSpPr>
            <a:cxnSpLocks/>
          </p:cNvCxnSpPr>
          <p:nvPr/>
        </p:nvCxnSpPr>
        <p:spPr>
          <a:xfrm flipV="1">
            <a:off x="7680271" y="2728079"/>
            <a:ext cx="114944" cy="18316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EC49D1BF-9B1E-7659-2197-9A539FA43ADD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7680271" y="2907921"/>
            <a:ext cx="114944" cy="188242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BC667C57-9875-C6B9-7C42-D4D9F50A85A8}"/>
              </a:ext>
            </a:extLst>
          </p:cNvPr>
          <p:cNvSpPr/>
          <p:nvPr/>
        </p:nvSpPr>
        <p:spPr>
          <a:xfrm>
            <a:off x="10473930" y="2813501"/>
            <a:ext cx="1171970" cy="675879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22" name="Picture 121" descr="Azure Cosmos DB">
            <a:extLst>
              <a:ext uri="{FF2B5EF4-FFF2-40B4-BE49-F238E27FC236}">
                <a16:creationId xmlns:a16="http://schemas.microsoft.com/office/drawing/2014/main" id="{6BCB52CF-E9A3-D3AC-DDE8-056AD6EAC417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29728" y="2864916"/>
            <a:ext cx="286544" cy="286544"/>
          </a:xfrm>
          <a:prstGeom prst="rect">
            <a:avLst/>
          </a:prstGeom>
        </p:spPr>
      </p:pic>
      <p:sp>
        <p:nvSpPr>
          <p:cNvPr id="125" name="TextBox 124">
            <a:extLst>
              <a:ext uri="{FF2B5EF4-FFF2-40B4-BE49-F238E27FC236}">
                <a16:creationId xmlns:a16="http://schemas.microsoft.com/office/drawing/2014/main" id="{824E8FFC-99B7-6E0A-9E7A-6B5C46C4149A}"/>
              </a:ext>
            </a:extLst>
          </p:cNvPr>
          <p:cNvSpPr txBox="1"/>
          <p:nvPr/>
        </p:nvSpPr>
        <p:spPr>
          <a:xfrm>
            <a:off x="10854306" y="3163364"/>
            <a:ext cx="8717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CosmosDB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 emulator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784E4686-3EB2-2AFD-7EEE-BF461300BD7F}"/>
              </a:ext>
            </a:extLst>
          </p:cNvPr>
          <p:cNvCxnSpPr>
            <a:cxnSpLocks/>
            <a:stCxn id="106" idx="3"/>
            <a:endCxn id="214" idx="1"/>
          </p:cNvCxnSpPr>
          <p:nvPr/>
        </p:nvCxnSpPr>
        <p:spPr>
          <a:xfrm>
            <a:off x="8469732" y="3135302"/>
            <a:ext cx="2142340" cy="2193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F91D0B3F-6296-519E-5053-88893B18EA16}"/>
              </a:ext>
            </a:extLst>
          </p:cNvPr>
          <p:cNvSpPr/>
          <p:nvPr/>
        </p:nvSpPr>
        <p:spPr>
          <a:xfrm>
            <a:off x="2197848" y="4973777"/>
            <a:ext cx="9733802" cy="1458659"/>
          </a:xfrm>
          <a:prstGeom prst="roundRect">
            <a:avLst/>
          </a:prstGeom>
          <a:solidFill>
            <a:srgbClr val="DCEAF7"/>
          </a:solidFill>
          <a:ln w="12700">
            <a:solidFill>
              <a:srgbClr val="2597EE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42" name="Picture 141" descr="Microsoft Azure, Microsoft Azure MVP - BizStream">
            <a:extLst>
              <a:ext uri="{FF2B5EF4-FFF2-40B4-BE49-F238E27FC236}">
                <a16:creationId xmlns:a16="http://schemas.microsoft.com/office/drawing/2014/main" id="{165126C0-C33F-1F79-7CD4-90AA499030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82385" y="5007812"/>
            <a:ext cx="1133666" cy="387714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3F05B8B-9019-7490-8395-7245F5DCE51B}"/>
              </a:ext>
            </a:extLst>
          </p:cNvPr>
          <p:cNvSpPr/>
          <p:nvPr/>
        </p:nvSpPr>
        <p:spPr>
          <a:xfrm>
            <a:off x="2651643" y="1423338"/>
            <a:ext cx="1587962" cy="28737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8" name="Picture 8" descr="MCP (Model Context Protocol) Logo Fr ...">
            <a:extLst>
              <a:ext uri="{FF2B5EF4-FFF2-40B4-BE49-F238E27FC236}">
                <a16:creationId xmlns:a16="http://schemas.microsoft.com/office/drawing/2014/main" id="{BEF2AEE2-9F30-6BEB-3FBE-554F817D5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4661" y="3078492"/>
            <a:ext cx="183322" cy="183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867BFF7-E13C-2CB4-1706-2A336D8BD27C}"/>
              </a:ext>
            </a:extLst>
          </p:cNvPr>
          <p:cNvSpPr txBox="1"/>
          <p:nvPr/>
        </p:nvSpPr>
        <p:spPr>
          <a:xfrm>
            <a:off x="3431393" y="3218031"/>
            <a:ext cx="5965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SDK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.NET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BDDCCB7-D18A-C97D-A130-DB6DE67939F2}"/>
              </a:ext>
            </a:extLst>
          </p:cNvPr>
          <p:cNvSpPr/>
          <p:nvPr/>
        </p:nvSpPr>
        <p:spPr>
          <a:xfrm>
            <a:off x="3318286" y="2836258"/>
            <a:ext cx="832542" cy="6088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C640785-8D29-EB31-18D0-D51343EF1C85}"/>
              </a:ext>
            </a:extLst>
          </p:cNvPr>
          <p:cNvSpPr txBox="1"/>
          <p:nvPr/>
        </p:nvSpPr>
        <p:spPr>
          <a:xfrm>
            <a:off x="3328927" y="2831865"/>
            <a:ext cx="83254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Tools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71D35DBC-7DC1-3C7B-ABB7-C05DD4BFDD38}"/>
              </a:ext>
            </a:extLst>
          </p:cNvPr>
          <p:cNvCxnSpPr>
            <a:cxnSpLocks/>
            <a:stCxn id="72" idx="3"/>
          </p:cNvCxnSpPr>
          <p:nvPr/>
        </p:nvCxnSpPr>
        <p:spPr>
          <a:xfrm flipV="1">
            <a:off x="4150828" y="3140683"/>
            <a:ext cx="581823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2B940F6-E349-A75D-1494-1586750B4E22}"/>
              </a:ext>
            </a:extLst>
          </p:cNvPr>
          <p:cNvSpPr txBox="1"/>
          <p:nvPr/>
        </p:nvSpPr>
        <p:spPr>
          <a:xfrm>
            <a:off x="3086411" y="1407257"/>
            <a:ext cx="832542" cy="50783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 server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 service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(Project)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CA6F4E-DF23-9122-2E11-2D3F85E0F98A}"/>
              </a:ext>
            </a:extLst>
          </p:cNvPr>
          <p:cNvSpPr txBox="1"/>
          <p:nvPr/>
        </p:nvSpPr>
        <p:spPr>
          <a:xfrm>
            <a:off x="4541566" y="1451914"/>
            <a:ext cx="1385185" cy="3385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Multi-Agent Workflow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(.dll Class-Library Project)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34D264-183A-593F-B44C-8B08A55A0ED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2104" y="3787478"/>
            <a:ext cx="638329" cy="164569"/>
          </a:xfrm>
          <a:prstGeom prst="rect">
            <a:avLst/>
          </a:prstGeom>
        </p:spPr>
      </p:pic>
      <p:pic>
        <p:nvPicPr>
          <p:cNvPr id="19" name="Picture 10" descr="Microsoft Dot Net icon SVG Vector &amp; PNG ...">
            <a:extLst>
              <a:ext uri="{FF2B5EF4-FFF2-40B4-BE49-F238E27FC236}">
                <a16:creationId xmlns:a16="http://schemas.microsoft.com/office/drawing/2014/main" id="{6CA83672-AFAE-F98A-367E-D9BB1FBF75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1233" y="3979474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Hi-Res C# Logo Download | Logos - NUMI">
            <a:extLst>
              <a:ext uri="{FF2B5EF4-FFF2-40B4-BE49-F238E27FC236}">
                <a16:creationId xmlns:a16="http://schemas.microsoft.com/office/drawing/2014/main" id="{726A1808-D051-0F5D-9BDD-AE6D4D9F033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39867" y="4000133"/>
            <a:ext cx="224592" cy="224592"/>
          </a:xfrm>
          <a:prstGeom prst="rect">
            <a:avLst/>
          </a:prstGeom>
        </p:spPr>
      </p:pic>
      <p:pic>
        <p:nvPicPr>
          <p:cNvPr id="28" name="Picture 10" descr="Microsoft Dot Net icon SVG Vector &amp; PNG ...">
            <a:extLst>
              <a:ext uri="{FF2B5EF4-FFF2-40B4-BE49-F238E27FC236}">
                <a16:creationId xmlns:a16="http://schemas.microsoft.com/office/drawing/2014/main" id="{F11C0C8A-7920-9F92-BB25-3DE0A98010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247" y="3963749"/>
            <a:ext cx="262651" cy="262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Hi-Res C# Logo Download | Logos - NUMI">
            <a:extLst>
              <a:ext uri="{FF2B5EF4-FFF2-40B4-BE49-F238E27FC236}">
                <a16:creationId xmlns:a16="http://schemas.microsoft.com/office/drawing/2014/main" id="{49DB3FC3-605F-388A-FA94-681E66E4B95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16882" y="3984408"/>
            <a:ext cx="224592" cy="224592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D519E286-C82B-A53E-F136-9A32AB15519F}"/>
              </a:ext>
            </a:extLst>
          </p:cNvPr>
          <p:cNvSpPr txBox="1"/>
          <p:nvPr/>
        </p:nvSpPr>
        <p:spPr>
          <a:xfrm>
            <a:off x="7689160" y="279998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IProfileStore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(Interface)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497E02-9AAA-CABB-F81C-F45038935C82}"/>
              </a:ext>
            </a:extLst>
          </p:cNvPr>
          <p:cNvSpPr txBox="1"/>
          <p:nvPr/>
        </p:nvSpPr>
        <p:spPr>
          <a:xfrm>
            <a:off x="6795518" y="3227066"/>
            <a:ext cx="5306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Hand-off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strategy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49E8C985-9C73-9777-B74A-104C600408C0}"/>
              </a:ext>
            </a:extLst>
          </p:cNvPr>
          <p:cNvCxnSpPr>
            <a:cxnSpLocks/>
            <a:stCxn id="84" idx="2"/>
            <a:endCxn id="30" idx="1"/>
          </p:cNvCxnSpPr>
          <p:nvPr/>
        </p:nvCxnSpPr>
        <p:spPr>
          <a:xfrm rot="16200000" flipH="1">
            <a:off x="6990483" y="3564876"/>
            <a:ext cx="2576764" cy="1871704"/>
          </a:xfrm>
          <a:prstGeom prst="curvedConnector3">
            <a:avLst>
              <a:gd name="adj1" fmla="val 11035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Curved 34">
            <a:extLst>
              <a:ext uri="{FF2B5EF4-FFF2-40B4-BE49-F238E27FC236}">
                <a16:creationId xmlns:a16="http://schemas.microsoft.com/office/drawing/2014/main" id="{BD6BD349-00BB-3EB3-47C9-902CA59DB3C3}"/>
              </a:ext>
            </a:extLst>
          </p:cNvPr>
          <p:cNvCxnSpPr>
            <a:cxnSpLocks/>
            <a:endCxn id="30" idx="2"/>
          </p:cNvCxnSpPr>
          <p:nvPr/>
        </p:nvCxnSpPr>
        <p:spPr>
          <a:xfrm>
            <a:off x="6637951" y="3681623"/>
            <a:ext cx="2531702" cy="2216280"/>
          </a:xfrm>
          <a:prstGeom prst="curvedConnector3">
            <a:avLst>
              <a:gd name="adj1" fmla="val 15062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Connector 38">
            <a:extLst>
              <a:ext uri="{FF2B5EF4-FFF2-40B4-BE49-F238E27FC236}">
                <a16:creationId xmlns:a16="http://schemas.microsoft.com/office/drawing/2014/main" id="{65F8A59B-08B7-D981-BD75-1CA30F54E8C0}"/>
              </a:ext>
            </a:extLst>
          </p:cNvPr>
          <p:cNvSpPr/>
          <p:nvPr/>
        </p:nvSpPr>
        <p:spPr>
          <a:xfrm>
            <a:off x="7292482" y="401778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0" name="Flowchart: Connector 39">
            <a:extLst>
              <a:ext uri="{FF2B5EF4-FFF2-40B4-BE49-F238E27FC236}">
                <a16:creationId xmlns:a16="http://schemas.microsoft.com/office/drawing/2014/main" id="{F2ED1F33-69DF-CDE6-9266-B18DEE85924C}"/>
              </a:ext>
            </a:extLst>
          </p:cNvPr>
          <p:cNvSpPr/>
          <p:nvPr/>
        </p:nvSpPr>
        <p:spPr>
          <a:xfrm>
            <a:off x="7296569" y="3163207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2" name="Flowchart: Connector 41">
            <a:extLst>
              <a:ext uri="{FF2B5EF4-FFF2-40B4-BE49-F238E27FC236}">
                <a16:creationId xmlns:a16="http://schemas.microsoft.com/office/drawing/2014/main" id="{3E803E8C-90BE-8332-A367-5037B33D960D}"/>
              </a:ext>
            </a:extLst>
          </p:cNvPr>
          <p:cNvSpPr/>
          <p:nvPr/>
        </p:nvSpPr>
        <p:spPr>
          <a:xfrm>
            <a:off x="6637951" y="3648078"/>
            <a:ext cx="92885" cy="85717"/>
          </a:xfrm>
          <a:prstGeom prst="flowChartConnector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6650ADE-A346-8C04-9CD5-1E4D89C234F5}"/>
              </a:ext>
            </a:extLst>
          </p:cNvPr>
          <p:cNvSpPr/>
          <p:nvPr/>
        </p:nvSpPr>
        <p:spPr>
          <a:xfrm>
            <a:off x="5382117" y="5282541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568F415-BCD0-FCE5-CC1B-0A607A4F2D2C}"/>
              </a:ext>
            </a:extLst>
          </p:cNvPr>
          <p:cNvSpPr/>
          <p:nvPr/>
        </p:nvSpPr>
        <p:spPr>
          <a:xfrm>
            <a:off x="6477664" y="1556073"/>
            <a:ext cx="848498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0A8FFF-593B-3AF1-F46F-DDD009386190}"/>
              </a:ext>
            </a:extLst>
          </p:cNvPr>
          <p:cNvSpPr txBox="1"/>
          <p:nvPr/>
        </p:nvSpPr>
        <p:spPr>
          <a:xfrm>
            <a:off x="6386065" y="1699867"/>
            <a:ext cx="102153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AgentSessionManager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0C60CFC-A635-0BD6-3E05-999228ACB288}"/>
              </a:ext>
            </a:extLst>
          </p:cNvPr>
          <p:cNvCxnSpPr>
            <a:cxnSpLocks/>
            <a:stCxn id="61" idx="0"/>
            <a:endCxn id="74" idx="1"/>
          </p:cNvCxnSpPr>
          <p:nvPr/>
        </p:nvCxnSpPr>
        <p:spPr>
          <a:xfrm flipV="1">
            <a:off x="5163682" y="1811582"/>
            <a:ext cx="1313982" cy="10246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4" name="Picture 103" descr="Azure AI Foundry - Visual Studio Marketplace">
            <a:extLst>
              <a:ext uri="{FF2B5EF4-FFF2-40B4-BE49-F238E27FC236}">
                <a16:creationId xmlns:a16="http://schemas.microsoft.com/office/drawing/2014/main" id="{4A257557-DAEA-C66F-3343-505D8E165E2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25630" y="5090666"/>
            <a:ext cx="307714" cy="307714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A396C7FE-6A4E-908A-EAF4-5F1C60D6325C}"/>
              </a:ext>
            </a:extLst>
          </p:cNvPr>
          <p:cNvSpPr txBox="1"/>
          <p:nvPr/>
        </p:nvSpPr>
        <p:spPr>
          <a:xfrm>
            <a:off x="6065572" y="525702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sp>
        <p:nvSpPr>
          <p:cNvPr id="111" name="Flowchart: Connector 110">
            <a:extLst>
              <a:ext uri="{FF2B5EF4-FFF2-40B4-BE49-F238E27FC236}">
                <a16:creationId xmlns:a16="http://schemas.microsoft.com/office/drawing/2014/main" id="{D56D9D2F-834E-A636-77EA-618A212E1AF4}"/>
              </a:ext>
            </a:extLst>
          </p:cNvPr>
          <p:cNvSpPr>
            <a:spLocks noChangeAspect="1"/>
          </p:cNvSpPr>
          <p:nvPr/>
        </p:nvSpPr>
        <p:spPr>
          <a:xfrm>
            <a:off x="6281132" y="5808180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186DB6D-C1BB-1FF5-BC5C-8CDFC68F38C9}"/>
              </a:ext>
            </a:extLst>
          </p:cNvPr>
          <p:cNvSpPr txBox="1"/>
          <p:nvPr/>
        </p:nvSpPr>
        <p:spPr>
          <a:xfrm>
            <a:off x="6245306" y="6106711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113" name="Picture 112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1F7A9150-8077-1354-385B-EB230689D79B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r="63616"/>
          <a:stretch>
            <a:fillRect/>
          </a:stretch>
        </p:blipFill>
        <p:spPr>
          <a:xfrm>
            <a:off x="6349273" y="5874922"/>
            <a:ext cx="172999" cy="174231"/>
          </a:xfrm>
          <a:prstGeom prst="rect">
            <a:avLst/>
          </a:prstGeom>
        </p:spPr>
      </p:pic>
      <p:sp>
        <p:nvSpPr>
          <p:cNvPr id="126" name="Rectangle 125">
            <a:extLst>
              <a:ext uri="{FF2B5EF4-FFF2-40B4-BE49-F238E27FC236}">
                <a16:creationId xmlns:a16="http://schemas.microsoft.com/office/drawing/2014/main" id="{D9AE2D8E-943F-BA3B-F1AC-6C0B902F373E}"/>
              </a:ext>
            </a:extLst>
          </p:cNvPr>
          <p:cNvSpPr/>
          <p:nvPr/>
        </p:nvSpPr>
        <p:spPr>
          <a:xfrm>
            <a:off x="7797766" y="1908525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18A2584F-ECB7-E08A-8ACD-565F0F2F01A7}"/>
              </a:ext>
            </a:extLst>
          </p:cNvPr>
          <p:cNvSpPr txBox="1"/>
          <p:nvPr/>
        </p:nvSpPr>
        <p:spPr>
          <a:xfrm>
            <a:off x="7805186" y="1866639"/>
            <a:ext cx="644535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8D01811-D687-C6DF-1962-6B42FDF49ADA}"/>
              </a:ext>
            </a:extLst>
          </p:cNvPr>
          <p:cNvSpPr/>
          <p:nvPr/>
        </p:nvSpPr>
        <p:spPr>
          <a:xfrm>
            <a:off x="7800713" y="1466147"/>
            <a:ext cx="674517" cy="259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26C5FC2-B63C-26B4-8773-00B9315BCE4B}"/>
              </a:ext>
            </a:extLst>
          </p:cNvPr>
          <p:cNvSpPr txBox="1"/>
          <p:nvPr/>
        </p:nvSpPr>
        <p:spPr>
          <a:xfrm>
            <a:off x="7716800" y="1424616"/>
            <a:ext cx="87534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In-Memory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Store</a:t>
            </a:r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B40AE5B-ABD6-724E-A33D-1605872F7888}"/>
              </a:ext>
            </a:extLst>
          </p:cNvPr>
          <p:cNvCxnSpPr>
            <a:cxnSpLocks/>
            <a:stCxn id="74" idx="3"/>
            <a:endCxn id="131" idx="1"/>
          </p:cNvCxnSpPr>
          <p:nvPr/>
        </p:nvCxnSpPr>
        <p:spPr>
          <a:xfrm flipV="1">
            <a:off x="7326162" y="1595998"/>
            <a:ext cx="474551" cy="21558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07791BD2-7C13-06B4-87E0-C9317C25DF70}"/>
              </a:ext>
            </a:extLst>
          </p:cNvPr>
          <p:cNvCxnSpPr>
            <a:cxnSpLocks/>
            <a:stCxn id="74" idx="3"/>
            <a:endCxn id="126" idx="1"/>
          </p:cNvCxnSpPr>
          <p:nvPr/>
        </p:nvCxnSpPr>
        <p:spPr>
          <a:xfrm>
            <a:off x="7326162" y="1811582"/>
            <a:ext cx="471604" cy="2267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4883DD9A-1F7E-5D82-BF6A-CCEA9B83DEB7}"/>
              </a:ext>
            </a:extLst>
          </p:cNvPr>
          <p:cNvSpPr txBox="1"/>
          <p:nvPr/>
        </p:nvSpPr>
        <p:spPr>
          <a:xfrm>
            <a:off x="7397162" y="1685816"/>
            <a:ext cx="69386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AgentSessionStore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(Abstract class)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A2475D30-DD5F-A61C-DE3E-76EBD38EB125}"/>
              </a:ext>
            </a:extLst>
          </p:cNvPr>
          <p:cNvSpPr/>
          <p:nvPr/>
        </p:nvSpPr>
        <p:spPr>
          <a:xfrm>
            <a:off x="10473930" y="1694562"/>
            <a:ext cx="1171970" cy="675879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F5793B01-35C8-975C-07C1-D5A875029779}"/>
              </a:ext>
            </a:extLst>
          </p:cNvPr>
          <p:cNvSpPr txBox="1"/>
          <p:nvPr/>
        </p:nvSpPr>
        <p:spPr>
          <a:xfrm>
            <a:off x="10873356" y="2069825"/>
            <a:ext cx="8717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Redis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</a:t>
            </a:r>
          </a:p>
        </p:txBody>
      </p:sp>
      <p:pic>
        <p:nvPicPr>
          <p:cNvPr id="148" name="Picture 147" descr="Redis Database: A Complete Guide | Leninmhs">
            <a:extLst>
              <a:ext uri="{FF2B5EF4-FFF2-40B4-BE49-F238E27FC236}">
                <a16:creationId xmlns:a16="http://schemas.microsoft.com/office/drawing/2014/main" id="{90C9AC3D-E5BE-B4A1-0020-FC855796DFF4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107167" y="1756506"/>
            <a:ext cx="387060" cy="326739"/>
          </a:xfrm>
          <a:prstGeom prst="rect">
            <a:avLst/>
          </a:prstGeom>
        </p:spPr>
      </p:pic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CE714D1D-450B-58E1-86AC-0322204125CA}"/>
              </a:ext>
            </a:extLst>
          </p:cNvPr>
          <p:cNvCxnSpPr>
            <a:cxnSpLocks/>
            <a:stCxn id="126" idx="3"/>
            <a:endCxn id="195" idx="1"/>
          </p:cNvCxnSpPr>
          <p:nvPr/>
        </p:nvCxnSpPr>
        <p:spPr>
          <a:xfrm flipV="1">
            <a:off x="8472283" y="2035200"/>
            <a:ext cx="2151676" cy="3176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Connector: Curved 157">
            <a:extLst>
              <a:ext uri="{FF2B5EF4-FFF2-40B4-BE49-F238E27FC236}">
                <a16:creationId xmlns:a16="http://schemas.microsoft.com/office/drawing/2014/main" id="{AC17A252-F2AA-5C61-235E-FF8910212386}"/>
              </a:ext>
            </a:extLst>
          </p:cNvPr>
          <p:cNvCxnSpPr>
            <a:cxnSpLocks/>
            <a:stCxn id="51" idx="3"/>
            <a:endCxn id="111" idx="0"/>
          </p:cNvCxnSpPr>
          <p:nvPr/>
        </p:nvCxnSpPr>
        <p:spPr>
          <a:xfrm>
            <a:off x="6056634" y="5586967"/>
            <a:ext cx="378355" cy="221213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7" name="Picture 166">
            <a:extLst>
              <a:ext uri="{FF2B5EF4-FFF2-40B4-BE49-F238E27FC236}">
                <a16:creationId xmlns:a16="http://schemas.microsoft.com/office/drawing/2014/main" id="{131B9475-BC5B-3154-F68D-A8CB60DD153A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176228" y="5924493"/>
            <a:ext cx="711984" cy="3193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68" name="Connector: Curved 167">
            <a:extLst>
              <a:ext uri="{FF2B5EF4-FFF2-40B4-BE49-F238E27FC236}">
                <a16:creationId xmlns:a16="http://schemas.microsoft.com/office/drawing/2014/main" id="{B31DA090-F557-77F1-949F-FE31C5773F7E}"/>
              </a:ext>
            </a:extLst>
          </p:cNvPr>
          <p:cNvCxnSpPr>
            <a:cxnSpLocks/>
            <a:endCxn id="167" idx="0"/>
          </p:cNvCxnSpPr>
          <p:nvPr/>
        </p:nvCxnSpPr>
        <p:spPr>
          <a:xfrm rot="10800000" flipV="1">
            <a:off x="4532221" y="5590281"/>
            <a:ext cx="849901" cy="334211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D17854FC-6D20-1815-2DE1-DE43BE0598DC}"/>
              </a:ext>
            </a:extLst>
          </p:cNvPr>
          <p:cNvSpPr txBox="1"/>
          <p:nvPr/>
        </p:nvSpPr>
        <p:spPr>
          <a:xfrm>
            <a:off x="5002617" y="5586966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14" name="Connector: Curved 113">
            <a:extLst>
              <a:ext uri="{FF2B5EF4-FFF2-40B4-BE49-F238E27FC236}">
                <a16:creationId xmlns:a16="http://schemas.microsoft.com/office/drawing/2014/main" id="{657D6513-752A-C1C9-6133-C623AE2D2B24}"/>
              </a:ext>
            </a:extLst>
          </p:cNvPr>
          <p:cNvCxnSpPr>
            <a:cxnSpLocks/>
            <a:stCxn id="51" idx="2"/>
            <a:endCxn id="157" idx="1"/>
          </p:cNvCxnSpPr>
          <p:nvPr/>
        </p:nvCxnSpPr>
        <p:spPr>
          <a:xfrm rot="5400000">
            <a:off x="5556098" y="5940210"/>
            <a:ext cx="212096" cy="114460"/>
          </a:xfrm>
          <a:prstGeom prst="curvedConnector4">
            <a:avLst>
              <a:gd name="adj1" fmla="val 15305"/>
              <a:gd name="adj2" fmla="val 299720"/>
            </a:avLst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7" name="Picture 156" descr="Documents symbol - Free interface icons">
            <a:extLst>
              <a:ext uri="{FF2B5EF4-FFF2-40B4-BE49-F238E27FC236}">
                <a16:creationId xmlns:a16="http://schemas.microsoft.com/office/drawing/2014/main" id="{F2B20C94-FF23-F4A9-B578-D6CC2DE00E7B}"/>
              </a:ext>
            </a:extLst>
          </p:cNvPr>
          <p:cNvPicPr>
            <a:picLocks noChangeAspect="1"/>
          </p:cNvPicPr>
          <p:nvPr/>
        </p:nvPicPr>
        <p:blipFill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04916" y="5956316"/>
            <a:ext cx="294344" cy="294344"/>
          </a:xfrm>
          <a:prstGeom prst="rect">
            <a:avLst/>
          </a:prstGeom>
        </p:spPr>
      </p:pic>
      <p:sp>
        <p:nvSpPr>
          <p:cNvPr id="171" name="TextBox 170">
            <a:extLst>
              <a:ext uri="{FF2B5EF4-FFF2-40B4-BE49-F238E27FC236}">
                <a16:creationId xmlns:a16="http://schemas.microsoft.com/office/drawing/2014/main" id="{AC98F124-D9A4-2496-9C35-097767E07593}"/>
              </a:ext>
            </a:extLst>
          </p:cNvPr>
          <p:cNvSpPr txBox="1"/>
          <p:nvPr/>
        </p:nvSpPr>
        <p:spPr>
          <a:xfrm>
            <a:off x="5234158" y="6086292"/>
            <a:ext cx="547915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Grounded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C66A7813-8CFF-D249-C60C-B4731B75B3F6}"/>
              </a:ext>
            </a:extLst>
          </p:cNvPr>
          <p:cNvSpPr txBox="1"/>
          <p:nvPr/>
        </p:nvSpPr>
        <p:spPr>
          <a:xfrm>
            <a:off x="5803717" y="5967121"/>
            <a:ext cx="4085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reports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6EF042D5-DA7E-8F95-F65C-A9BD7489BC2B}"/>
              </a:ext>
            </a:extLst>
          </p:cNvPr>
          <p:cNvSpPr/>
          <p:nvPr/>
        </p:nvSpPr>
        <p:spPr>
          <a:xfrm>
            <a:off x="3324657" y="2030105"/>
            <a:ext cx="826171" cy="5110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C5225D1A-F310-1053-A605-13A752E1DD87}"/>
              </a:ext>
            </a:extLst>
          </p:cNvPr>
          <p:cNvSpPr txBox="1"/>
          <p:nvPr/>
        </p:nvSpPr>
        <p:spPr>
          <a:xfrm>
            <a:off x="3223791" y="2016468"/>
            <a:ext cx="102153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00" b="1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MCPSession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(Stateful Session Manager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or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ISessionMigrationHandler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9AB8FAF8-AF53-C4BC-5DC1-8C1FA204EB4A}"/>
              </a:ext>
            </a:extLst>
          </p:cNvPr>
          <p:cNvSpPr txBox="1"/>
          <p:nvPr/>
        </p:nvSpPr>
        <p:spPr>
          <a:xfrm>
            <a:off x="4337529" y="2075614"/>
            <a:ext cx="1283103" cy="245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RedisSessionMigrationHandler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1FEB87BE-22F2-E576-07D6-BEC689BCD716}"/>
              </a:ext>
            </a:extLst>
          </p:cNvPr>
          <p:cNvSpPr txBox="1"/>
          <p:nvPr/>
        </p:nvSpPr>
        <p:spPr>
          <a:xfrm>
            <a:off x="10453501" y="1832986"/>
            <a:ext cx="58136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agentsession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ABF8382-6385-6868-82D9-0CBB4199204C}"/>
              </a:ext>
            </a:extLst>
          </p:cNvPr>
          <p:cNvSpPr txBox="1"/>
          <p:nvPr/>
        </p:nvSpPr>
        <p:spPr>
          <a:xfrm>
            <a:off x="10466947" y="2066523"/>
            <a:ext cx="58136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mcpinit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195" name="Picture 194" descr="Tropical blue database 5 icon - Free tropical blue database icons">
            <a:extLst>
              <a:ext uri="{FF2B5EF4-FFF2-40B4-BE49-F238E27FC236}">
                <a16:creationId xmlns:a16="http://schemas.microsoft.com/office/drawing/2014/main" id="{2D463760-79DA-274A-E3A6-C5E8C658B8B7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623959" y="1979400"/>
            <a:ext cx="111600" cy="111600"/>
          </a:xfrm>
          <a:prstGeom prst="rect">
            <a:avLst/>
          </a:prstGeom>
        </p:spPr>
      </p:pic>
      <p:pic>
        <p:nvPicPr>
          <p:cNvPr id="196" name="Picture 195" descr="Tropical blue database 5 icon - Free tropical blue database icons">
            <a:extLst>
              <a:ext uri="{FF2B5EF4-FFF2-40B4-BE49-F238E27FC236}">
                <a16:creationId xmlns:a16="http://schemas.microsoft.com/office/drawing/2014/main" id="{EAABEDFB-A5AB-5F3B-C0A0-3874A4B3774E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623959" y="2197076"/>
            <a:ext cx="111600" cy="111600"/>
          </a:xfrm>
          <a:prstGeom prst="rect">
            <a:avLst/>
          </a:prstGeom>
        </p:spPr>
      </p:pic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A538F10-6F23-3684-FC04-A0D6CAF7C4E1}"/>
              </a:ext>
            </a:extLst>
          </p:cNvPr>
          <p:cNvCxnSpPr>
            <a:cxnSpLocks/>
            <a:stCxn id="178" idx="3"/>
            <a:endCxn id="196" idx="1"/>
          </p:cNvCxnSpPr>
          <p:nvPr/>
        </p:nvCxnSpPr>
        <p:spPr>
          <a:xfrm flipV="1">
            <a:off x="4150828" y="2252876"/>
            <a:ext cx="6473131" cy="32738"/>
          </a:xfrm>
          <a:prstGeom prst="straightConnector1">
            <a:avLst/>
          </a:prstGeom>
          <a:ln>
            <a:solidFill>
              <a:srgbClr val="00B050"/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4C19FE7E-1958-0002-3A81-0115CFAC4B50}"/>
              </a:ext>
            </a:extLst>
          </p:cNvPr>
          <p:cNvCxnSpPr>
            <a:cxnSpLocks/>
            <a:stCxn id="72" idx="0"/>
            <a:endCxn id="178" idx="2"/>
          </p:cNvCxnSpPr>
          <p:nvPr/>
        </p:nvCxnSpPr>
        <p:spPr>
          <a:xfrm flipV="1">
            <a:off x="3734557" y="2541122"/>
            <a:ext cx="3186" cy="29513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931F43D9-CB18-62C4-A2E2-21EC8B13D206}"/>
              </a:ext>
            </a:extLst>
          </p:cNvPr>
          <p:cNvSpPr txBox="1"/>
          <p:nvPr/>
        </p:nvSpPr>
        <p:spPr>
          <a:xfrm>
            <a:off x="4259210" y="3117673"/>
            <a:ext cx="6012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Injected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5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Dependencies</a:t>
            </a:r>
            <a:endParaRPr kumimoji="0" lang="en-US" sz="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4734738-8797-25E0-7C83-696371C58B2C}"/>
              </a:ext>
            </a:extLst>
          </p:cNvPr>
          <p:cNvSpPr txBox="1"/>
          <p:nvPr/>
        </p:nvSpPr>
        <p:spPr>
          <a:xfrm>
            <a:off x="10446397" y="2860380"/>
            <a:ext cx="58136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Persisted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Profiles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pic>
        <p:nvPicPr>
          <p:cNvPr id="214" name="Picture 213" descr="Tropical blue database 5 icon - Free tropical blue database icons">
            <a:extLst>
              <a:ext uri="{FF2B5EF4-FFF2-40B4-BE49-F238E27FC236}">
                <a16:creationId xmlns:a16="http://schemas.microsoft.com/office/drawing/2014/main" id="{D1078F63-7EA2-89E4-AB6F-D6E5D0AE409F}"/>
              </a:ext>
            </a:extLst>
          </p:cNvPr>
          <p:cNvPicPr>
            <a:picLocks noChangeAspect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612072" y="3081695"/>
            <a:ext cx="111600" cy="111600"/>
          </a:xfrm>
          <a:prstGeom prst="rect">
            <a:avLst/>
          </a:prstGeom>
        </p:spPr>
      </p:pic>
      <p:pic>
        <p:nvPicPr>
          <p:cNvPr id="216" name="Picture 215" descr="Docker - Quick start guide | Packagecloud Blog">
            <a:extLst>
              <a:ext uri="{FF2B5EF4-FFF2-40B4-BE49-F238E27FC236}">
                <a16:creationId xmlns:a16="http://schemas.microsoft.com/office/drawing/2014/main" id="{4902208D-35B5-0F45-7E9D-6BE73726F3B4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251999" y="1454280"/>
            <a:ext cx="488085" cy="356616"/>
          </a:xfrm>
          <a:prstGeom prst="rect">
            <a:avLst/>
          </a:prstGeom>
        </p:spPr>
      </p:pic>
      <p:pic>
        <p:nvPicPr>
          <p:cNvPr id="217" name="Picture 216" descr="Docker - Quick start guide | Packagecloud Blog">
            <a:extLst>
              <a:ext uri="{FF2B5EF4-FFF2-40B4-BE49-F238E27FC236}">
                <a16:creationId xmlns:a16="http://schemas.microsoft.com/office/drawing/2014/main" id="{DCD81D8B-A4DC-F519-826D-5A6D5459605A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10242334" y="2534725"/>
            <a:ext cx="488085" cy="356616"/>
          </a:xfrm>
          <a:prstGeom prst="rect">
            <a:avLst/>
          </a:prstGeom>
        </p:spPr>
      </p:pic>
      <p:pic>
        <p:nvPicPr>
          <p:cNvPr id="218" name="Picture 217" descr="Docker Logo and symbol, meaning, history, PNG, brand">
            <a:extLst>
              <a:ext uri="{FF2B5EF4-FFF2-40B4-BE49-F238E27FC236}">
                <a16:creationId xmlns:a16="http://schemas.microsoft.com/office/drawing/2014/main" id="{66EEDACE-3E59-6909-CAE4-5647FF4292EE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630109" y="722725"/>
            <a:ext cx="1059688" cy="596073"/>
          </a:xfrm>
          <a:prstGeom prst="rect">
            <a:avLst/>
          </a:prstGeom>
        </p:spPr>
      </p:pic>
      <p:sp>
        <p:nvSpPr>
          <p:cNvPr id="220" name="TextBox 219">
            <a:extLst>
              <a:ext uri="{FF2B5EF4-FFF2-40B4-BE49-F238E27FC236}">
                <a16:creationId xmlns:a16="http://schemas.microsoft.com/office/drawing/2014/main" id="{9BA8834E-87D6-D9BF-8B94-1774EF8E0E0D}"/>
              </a:ext>
            </a:extLst>
          </p:cNvPr>
          <p:cNvSpPr txBox="1"/>
          <p:nvPr/>
        </p:nvSpPr>
        <p:spPr>
          <a:xfrm>
            <a:off x="9828281" y="824648"/>
            <a:ext cx="1052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host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(Docker Desktop)</a:t>
            </a: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4B79A94A-ADA6-2CD3-D713-022C5ED36327}"/>
              </a:ext>
            </a:extLst>
          </p:cNvPr>
          <p:cNvSpPr/>
          <p:nvPr/>
        </p:nvSpPr>
        <p:spPr>
          <a:xfrm>
            <a:off x="2780194" y="2836460"/>
            <a:ext cx="459961" cy="60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E72680D0-1A97-D58E-D221-654EB2140703}"/>
              </a:ext>
            </a:extLst>
          </p:cNvPr>
          <p:cNvSpPr txBox="1"/>
          <p:nvPr/>
        </p:nvSpPr>
        <p:spPr>
          <a:xfrm>
            <a:off x="2721493" y="2856194"/>
            <a:ext cx="596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Http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(Kestrel)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ASP.NET Core</a:t>
            </a:r>
          </a:p>
        </p:txBody>
      </p: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D706EB1E-7D5D-D954-86F5-F7DBA66D3E6F}"/>
              </a:ext>
            </a:extLst>
          </p:cNvPr>
          <p:cNvCxnSpPr>
            <a:cxnSpLocks/>
            <a:stCxn id="72" idx="1"/>
            <a:endCxn id="221" idx="3"/>
          </p:cNvCxnSpPr>
          <p:nvPr/>
        </p:nvCxnSpPr>
        <p:spPr>
          <a:xfrm flipH="1">
            <a:off x="3240155" y="3140684"/>
            <a:ext cx="78131" cy="101"/>
          </a:xfrm>
          <a:prstGeom prst="straightConnector1">
            <a:avLst/>
          </a:prstGeom>
          <a:ln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F26339F-82DD-D2C0-D99C-59CBACFEBD6E}"/>
              </a:ext>
            </a:extLst>
          </p:cNvPr>
          <p:cNvCxnSpPr>
            <a:cxnSpLocks/>
            <a:stCxn id="8" idx="3"/>
            <a:endCxn id="221" idx="1"/>
          </p:cNvCxnSpPr>
          <p:nvPr/>
        </p:nvCxnSpPr>
        <p:spPr>
          <a:xfrm>
            <a:off x="1734258" y="3140777"/>
            <a:ext cx="1045936" cy="8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Picture 5" descr="Docker - Quick start guide | Packagecloud Blog">
            <a:extLst>
              <a:ext uri="{FF2B5EF4-FFF2-40B4-BE49-F238E27FC236}">
                <a16:creationId xmlns:a16="http://schemas.microsoft.com/office/drawing/2014/main" id="{8C95C7BA-3108-9D07-0BA6-F2E01D85B2FD}"/>
              </a:ext>
            </a:extLst>
          </p:cNvPr>
          <p:cNvPicPr>
            <a:picLocks noChangeAspect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796" t="23426" r="26955" b="17799"/>
          <a:stretch>
            <a:fillRect/>
          </a:stretch>
        </p:blipFill>
        <p:spPr>
          <a:xfrm>
            <a:off x="2488137" y="830161"/>
            <a:ext cx="484632" cy="3540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B60A929-7C81-7BC5-DEE8-6A7DF1EC3089}"/>
              </a:ext>
            </a:extLst>
          </p:cNvPr>
          <p:cNvSpPr txBox="1"/>
          <p:nvPr/>
        </p:nvSpPr>
        <p:spPr>
          <a:xfrm>
            <a:off x="2837054" y="934263"/>
            <a:ext cx="9618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Docker container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7928FE-598E-9D48-4C9F-4BFA86D8CB97}"/>
              </a:ext>
            </a:extLst>
          </p:cNvPr>
          <p:cNvSpPr txBox="1"/>
          <p:nvPr/>
        </p:nvSpPr>
        <p:spPr>
          <a:xfrm>
            <a:off x="7283964" y="3960018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DEFEB2-0D4F-117A-8754-7370309FE8F4}"/>
              </a:ext>
            </a:extLst>
          </p:cNvPr>
          <p:cNvSpPr txBox="1"/>
          <p:nvPr/>
        </p:nvSpPr>
        <p:spPr>
          <a:xfrm>
            <a:off x="6422216" y="3614352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6D7382F-88A0-2FF0-4D3F-63E80A79D068}"/>
              </a:ext>
            </a:extLst>
          </p:cNvPr>
          <p:cNvSpPr txBox="1"/>
          <p:nvPr/>
        </p:nvSpPr>
        <p:spPr>
          <a:xfrm>
            <a:off x="6218397" y="3244481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8F4DD1C-0EE5-8413-EAC5-5D281706B239}"/>
              </a:ext>
            </a:extLst>
          </p:cNvPr>
          <p:cNvSpPr txBox="1"/>
          <p:nvPr/>
        </p:nvSpPr>
        <p:spPr>
          <a:xfrm>
            <a:off x="7082733" y="2780528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EB4D633-921E-1A3E-D14A-725A36CDC479}"/>
              </a:ext>
            </a:extLst>
          </p:cNvPr>
          <p:cNvSpPr txBox="1"/>
          <p:nvPr/>
        </p:nvSpPr>
        <p:spPr>
          <a:xfrm>
            <a:off x="7068678" y="3618649"/>
            <a:ext cx="668300" cy="1527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lnSpc>
                <a:spcPts val="1425"/>
              </a:lnSpc>
              <a:buNone/>
              <a:defRPr sz="550">
                <a:solidFill>
                  <a:srgbClr val="1471EC"/>
                </a:solidFill>
                <a:latin typeface="Consolas" panose="020B0609020204030204" pitchFamily="49" charset="0"/>
              </a:defRPr>
            </a:lvl1pPr>
          </a:lstStyle>
          <a:p>
            <a:r>
              <a:rPr lang="en-US" sz="500" dirty="0"/>
              <a:t>ChatClientAgent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6233F466-2287-59F5-570C-72AAAF00DAE2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24758" y="5727758"/>
            <a:ext cx="849901" cy="334211"/>
          </a:xfrm>
          <a:prstGeom prst="curvedConnector2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AC4AD21-249B-F49C-9D57-DE3D85D4B656}"/>
              </a:ext>
            </a:extLst>
          </p:cNvPr>
          <p:cNvGrpSpPr/>
          <p:nvPr/>
        </p:nvGrpSpPr>
        <p:grpSpPr>
          <a:xfrm>
            <a:off x="2824776" y="5210404"/>
            <a:ext cx="501755" cy="580648"/>
            <a:chOff x="2427818" y="5077457"/>
            <a:chExt cx="501755" cy="580648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80A03519-FB2F-CD62-8BEA-9477EB01E0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2444020" y="5077457"/>
              <a:ext cx="370462" cy="370462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EE188D7-22C1-4D09-77DF-6EC08891F005}"/>
                </a:ext>
              </a:extLst>
            </p:cNvPr>
            <p:cNvSpPr txBox="1"/>
            <p:nvPr/>
          </p:nvSpPr>
          <p:spPr>
            <a:xfrm>
              <a:off x="2427818" y="5374595"/>
              <a:ext cx="501755" cy="283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1" i="0" u="none" strike="noStrike" kern="1200" cap="none" spc="0" normalizeH="0" baseline="0" noProof="0" dirty="0">
                  <a:ln>
                    <a:noFill/>
                  </a:ln>
                  <a:solidFill>
                    <a:srgbClr val="1271EC"/>
                  </a:solidFill>
                  <a:effectLst/>
                  <a:uLnTx/>
                  <a:uFillTx/>
                  <a:latin typeface="Segoe UI" panose="020B0502040204020203" pitchFamily="34" charset="0"/>
                  <a:ea typeface="+mn-ea"/>
                  <a:cs typeface="Segoe UI" panose="020B0502040204020203" pitchFamily="34" charset="0"/>
                </a:rPr>
                <a:t>Azure Entra</a:t>
              </a:r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DED2900D-5439-D092-C12C-FCB785B73E20}"/>
              </a:ext>
            </a:extLst>
          </p:cNvPr>
          <p:cNvSpPr/>
          <p:nvPr/>
        </p:nvSpPr>
        <p:spPr>
          <a:xfrm>
            <a:off x="3511490" y="5188712"/>
            <a:ext cx="674517" cy="6088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108F74B2-4A75-6C1B-432A-B099F90264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3732642" y="5395169"/>
            <a:ext cx="250098" cy="250098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C6E8DCE2-21C0-F206-EAAC-63D36D799162}"/>
              </a:ext>
            </a:extLst>
          </p:cNvPr>
          <p:cNvSpPr txBox="1"/>
          <p:nvPr/>
        </p:nvSpPr>
        <p:spPr>
          <a:xfrm>
            <a:off x="3458763" y="5151627"/>
            <a:ext cx="798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Finwise</a:t>
            </a: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App </a:t>
            </a:r>
            <a:r>
              <a:rPr lang="en-US" sz="600" b="1" dirty="0">
                <a:solidFill>
                  <a:srgbClr val="1271EC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Registration</a:t>
            </a:r>
            <a:endParaRPr kumimoji="0" lang="en-US" sz="600" b="1" i="0" u="none" strike="noStrike" kern="1200" cap="none" spc="0" normalizeH="0" baseline="0" noProof="0" dirty="0">
              <a:ln>
                <a:noFill/>
              </a:ln>
              <a:solidFill>
                <a:srgbClr val="1271EC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E1FA39-2B03-E478-0E44-1958F7F3867B}"/>
              </a:ext>
            </a:extLst>
          </p:cNvPr>
          <p:cNvSpPr txBox="1"/>
          <p:nvPr/>
        </p:nvSpPr>
        <p:spPr>
          <a:xfrm>
            <a:off x="3546572" y="5586901"/>
            <a:ext cx="65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Service Principal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6" name="Connector: Curved 65">
            <a:extLst>
              <a:ext uri="{FF2B5EF4-FFF2-40B4-BE49-F238E27FC236}">
                <a16:creationId xmlns:a16="http://schemas.microsoft.com/office/drawing/2014/main" id="{FA83764F-FC64-AC27-D0AD-7B3F72E544E9}"/>
              </a:ext>
            </a:extLst>
          </p:cNvPr>
          <p:cNvCxnSpPr>
            <a:cxnSpLocks/>
            <a:stCxn id="45" idx="1"/>
            <a:endCxn id="27" idx="3"/>
          </p:cNvCxnSpPr>
          <p:nvPr/>
        </p:nvCxnSpPr>
        <p:spPr>
          <a:xfrm rot="10800000">
            <a:off x="3211440" y="5395636"/>
            <a:ext cx="300050" cy="97503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4339D05E-D68D-34D8-8A29-5F2A1B988CFA}"/>
              </a:ext>
            </a:extLst>
          </p:cNvPr>
          <p:cNvSpPr/>
          <p:nvPr/>
        </p:nvSpPr>
        <p:spPr>
          <a:xfrm>
            <a:off x="2768376" y="5131371"/>
            <a:ext cx="1556812" cy="710849"/>
          </a:xfrm>
          <a:prstGeom prst="roundRect">
            <a:avLst/>
          </a:prstGeom>
          <a:noFill/>
          <a:ln w="12700">
            <a:solidFill>
              <a:srgbClr val="FFA1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9" name="Connector: Curved 68">
            <a:extLst>
              <a:ext uri="{FF2B5EF4-FFF2-40B4-BE49-F238E27FC236}">
                <a16:creationId xmlns:a16="http://schemas.microsoft.com/office/drawing/2014/main" id="{4F4B6866-5DD1-FFD3-B280-9FD8974BBFA5}"/>
              </a:ext>
            </a:extLst>
          </p:cNvPr>
          <p:cNvCxnSpPr>
            <a:cxnSpLocks/>
            <a:stCxn id="45" idx="3"/>
          </p:cNvCxnSpPr>
          <p:nvPr/>
        </p:nvCxnSpPr>
        <p:spPr>
          <a:xfrm flipV="1">
            <a:off x="4186007" y="5358788"/>
            <a:ext cx="1196109" cy="134350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D4143406-AA82-F500-E665-E8F05AE9C134}"/>
              </a:ext>
            </a:extLst>
          </p:cNvPr>
          <p:cNvSpPr txBox="1"/>
          <p:nvPr/>
        </p:nvSpPr>
        <p:spPr>
          <a:xfrm>
            <a:off x="4784613" y="5226249"/>
            <a:ext cx="604753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Authorization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8F0C114-EE02-C98F-3CA9-8B512AEAD7E3}"/>
              </a:ext>
            </a:extLst>
          </p:cNvPr>
          <p:cNvSpPr txBox="1"/>
          <p:nvPr/>
        </p:nvSpPr>
        <p:spPr>
          <a:xfrm>
            <a:off x="5334824" y="5256735"/>
            <a:ext cx="7894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Stock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AI Agent</a:t>
            </a:r>
            <a:endParaRPr kumimoji="0" lang="en-US" sz="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cxnSp>
        <p:nvCxnSpPr>
          <p:cNvPr id="86" name="Connector: Curved 85">
            <a:extLst>
              <a:ext uri="{FF2B5EF4-FFF2-40B4-BE49-F238E27FC236}">
                <a16:creationId xmlns:a16="http://schemas.microsoft.com/office/drawing/2014/main" id="{F6C84085-2EEB-DE89-53B0-EB3B63B9D473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85724" y="3846818"/>
            <a:ext cx="2056559" cy="1548706"/>
          </a:xfrm>
          <a:prstGeom prst="curvedConnector3">
            <a:avLst>
              <a:gd name="adj1" fmla="val 50000"/>
            </a:avLst>
          </a:prstGeom>
          <a:ln w="15875">
            <a:solidFill>
              <a:srgbClr val="FFA1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DED36D0-3D82-2DA5-7B15-9AD45334FB59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572806" y="5570872"/>
            <a:ext cx="311500" cy="302536"/>
          </a:xfrm>
          <a:prstGeom prst="rect">
            <a:avLst/>
          </a:prstGeom>
        </p:spPr>
      </p:pic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6A9382CA-4D43-8DE5-416E-32560E99736B}"/>
              </a:ext>
            </a:extLst>
          </p:cNvPr>
          <p:cNvCxnSpPr>
            <a:cxnSpLocks/>
            <a:endCxn id="51" idx="0"/>
          </p:cNvCxnSpPr>
          <p:nvPr/>
        </p:nvCxnSpPr>
        <p:spPr>
          <a:xfrm flipH="1">
            <a:off x="5719376" y="3673547"/>
            <a:ext cx="608009" cy="1608994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354DABDD-CF5D-ED8A-F387-3D45E9031B46}"/>
              </a:ext>
            </a:extLst>
          </p:cNvPr>
          <p:cNvSpPr>
            <a:spLocks noChangeAspect="1"/>
          </p:cNvSpPr>
          <p:nvPr/>
        </p:nvSpPr>
        <p:spPr>
          <a:xfrm>
            <a:off x="9169653" y="5744046"/>
            <a:ext cx="307714" cy="307714"/>
          </a:xfrm>
          <a:prstGeom prst="flowChartConnector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EE7FEF-8CD9-9875-7EBD-EBC338807C49}"/>
              </a:ext>
            </a:extLst>
          </p:cNvPr>
          <p:cNvSpPr txBox="1"/>
          <p:nvPr/>
        </p:nvSpPr>
        <p:spPr>
          <a:xfrm>
            <a:off x="9133827" y="6042577"/>
            <a:ext cx="40851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LLM</a:t>
            </a:r>
          </a:p>
        </p:txBody>
      </p:sp>
      <p:pic>
        <p:nvPicPr>
          <p:cNvPr id="47" name="Picture 46" descr="Azure AI Foundry - Visual Studio Marketplace">
            <a:extLst>
              <a:ext uri="{FF2B5EF4-FFF2-40B4-BE49-F238E27FC236}">
                <a16:creationId xmlns:a16="http://schemas.microsoft.com/office/drawing/2014/main" id="{B0C365F2-F7E1-D77E-AD24-186A35B5454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98336" y="5512956"/>
            <a:ext cx="307714" cy="307714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2E1AB5D-061B-760A-71F4-F8D9C79C8CF8}"/>
              </a:ext>
            </a:extLst>
          </p:cNvPr>
          <p:cNvSpPr txBox="1"/>
          <p:nvPr/>
        </p:nvSpPr>
        <p:spPr>
          <a:xfrm>
            <a:off x="9438278" y="5679317"/>
            <a:ext cx="4999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" b="1" i="0" u="none" strike="noStrike" kern="1200" cap="none" spc="0" normalizeH="0" baseline="0" noProof="0" dirty="0">
                <a:ln>
                  <a:noFill/>
                </a:ln>
                <a:solidFill>
                  <a:srgbClr val="1271EC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Azure Foundry</a:t>
            </a:r>
          </a:p>
        </p:txBody>
      </p:sp>
      <p:pic>
        <p:nvPicPr>
          <p:cNvPr id="59" name="Picture 58" descr="OpenAI GPT‑5: Smarter, Faster AI for All | Varadaraj achraya | Stackademic">
            <a:extLst>
              <a:ext uri="{FF2B5EF4-FFF2-40B4-BE49-F238E27FC236}">
                <a16:creationId xmlns:a16="http://schemas.microsoft.com/office/drawing/2014/main" id="{F6887E96-3412-9F30-5320-78906A366BBE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r="63616"/>
          <a:stretch>
            <a:fillRect/>
          </a:stretch>
        </p:blipFill>
        <p:spPr>
          <a:xfrm>
            <a:off x="9237794" y="5810788"/>
            <a:ext cx="172999" cy="174231"/>
          </a:xfrm>
          <a:prstGeom prst="rect">
            <a:avLst/>
          </a:prstGeom>
        </p:spPr>
      </p:pic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D0EF8B1D-7F86-3039-67F8-780177DA625B}"/>
              </a:ext>
            </a:extLst>
          </p:cNvPr>
          <p:cNvCxnSpPr>
            <a:cxnSpLocks/>
            <a:stCxn id="89" idx="2"/>
            <a:endCxn id="30" idx="1"/>
          </p:cNvCxnSpPr>
          <p:nvPr/>
        </p:nvCxnSpPr>
        <p:spPr>
          <a:xfrm rot="16200000" flipH="1">
            <a:off x="7412272" y="3986664"/>
            <a:ext cx="1733187" cy="1871704"/>
          </a:xfrm>
          <a:prstGeom prst="curvedConnector3">
            <a:avLst/>
          </a:prstGeom>
          <a:ln>
            <a:solidFill>
              <a:srgbClr val="0070C0"/>
            </a:solidFill>
            <a:prstDash val="lg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94EA3EEF-750C-6C3E-1C07-A84452EA43F1}"/>
              </a:ext>
            </a:extLst>
          </p:cNvPr>
          <p:cNvSpPr txBox="1"/>
          <p:nvPr/>
        </p:nvSpPr>
        <p:spPr>
          <a:xfrm>
            <a:off x="203200" y="632287"/>
            <a:ext cx="1282911" cy="27699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computer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34726903-9527-CADD-CF6D-97AA4928DA29}"/>
              </a:ext>
            </a:extLst>
          </p:cNvPr>
          <p:cNvSpPr txBox="1"/>
          <p:nvPr/>
        </p:nvSpPr>
        <p:spPr>
          <a:xfrm>
            <a:off x="4509560" y="5026405"/>
            <a:ext cx="51442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500" i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 secret</a:t>
            </a:r>
            <a:endParaRPr kumimoji="0" lang="en-US" sz="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ABAE12ED-A9ED-FE99-F179-4E8754FAB940}"/>
              </a:ext>
            </a:extLst>
          </p:cNvPr>
          <p:cNvGrpSpPr/>
          <p:nvPr/>
        </p:nvGrpSpPr>
        <p:grpSpPr>
          <a:xfrm>
            <a:off x="5776255" y="3642670"/>
            <a:ext cx="587640" cy="202965"/>
            <a:chOff x="5226748" y="3870122"/>
            <a:chExt cx="587640" cy="202965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553B62A-E6C8-4C56-5E5E-895337F4B30A}"/>
                </a:ext>
              </a:extLst>
            </p:cNvPr>
            <p:cNvSpPr txBox="1"/>
            <p:nvPr/>
          </p:nvSpPr>
          <p:spPr>
            <a:xfrm>
              <a:off x="5226748" y="3870122"/>
              <a:ext cx="436542" cy="1511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ts val="1425"/>
                </a:lnSpc>
                <a:buNone/>
              </a:pPr>
              <a:r>
                <a:rPr lang="en-US" sz="500" dirty="0">
                  <a:solidFill>
                    <a:srgbClr val="1471EC"/>
                  </a:solidFill>
                  <a:latin typeface="Consolas" panose="020B0609020204030204" pitchFamily="49" charset="0"/>
                </a:rPr>
                <a:t>FoundryAgent</a:t>
              </a:r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8F733C92-3B7F-D5A4-CE7B-141E61EAD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5645020" y="3908593"/>
              <a:ext cx="169368" cy="164494"/>
            </a:xfrm>
            <a:prstGeom prst="rect">
              <a:avLst/>
            </a:prstGeom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2F77D307-B255-6E40-407F-3C3F254A168E}"/>
              </a:ext>
            </a:extLst>
          </p:cNvPr>
          <p:cNvSpPr txBox="1"/>
          <p:nvPr/>
        </p:nvSpPr>
        <p:spPr>
          <a:xfrm>
            <a:off x="7298699" y="3098249"/>
            <a:ext cx="658096" cy="24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500" b="0" dirty="0">
                <a:solidFill>
                  <a:srgbClr val="1471EC"/>
                </a:solidFill>
                <a:effectLst/>
                <a:latin typeface="Consolas" panose="020B0609020204030204" pitchFamily="49" charset="0"/>
              </a:rPr>
              <a:t>IChatClient</a:t>
            </a:r>
          </a:p>
        </p:txBody>
      </p:sp>
    </p:spTree>
    <p:extLst>
      <p:ext uri="{BB962C8B-B14F-4D97-AF65-F5344CB8AC3E}">
        <p14:creationId xmlns:p14="http://schemas.microsoft.com/office/powerpoint/2010/main" val="153678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3DB38-8AF7-7E6E-9B2A-BA2744368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5771" y="2642812"/>
            <a:ext cx="10515600" cy="1325563"/>
          </a:xfrm>
        </p:spPr>
        <p:txBody>
          <a:bodyPr>
            <a:normAutofit/>
          </a:bodyPr>
          <a:lstStyle/>
          <a:p>
            <a:r>
              <a:rPr lang="en-US" sz="6600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4217787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BC9A5-C6F3-ABEB-4B13-342012A64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Icons</a:t>
            </a:r>
          </a:p>
        </p:txBody>
      </p:sp>
      <p:pic>
        <p:nvPicPr>
          <p:cNvPr id="150" name="Graphic 149">
            <a:extLst>
              <a:ext uri="{FF2B5EF4-FFF2-40B4-BE49-F238E27FC236}">
                <a16:creationId xmlns:a16="http://schemas.microsoft.com/office/drawing/2014/main" id="{4DF59997-31B7-DB45-E666-5E99E3CD97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86002" y="3429000"/>
            <a:ext cx="726629" cy="726629"/>
          </a:xfrm>
          <a:prstGeom prst="rect">
            <a:avLst/>
          </a:prstGeom>
        </p:spPr>
      </p:pic>
      <p:pic>
        <p:nvPicPr>
          <p:cNvPr id="152" name="Graphic 151">
            <a:extLst>
              <a:ext uri="{FF2B5EF4-FFF2-40B4-BE49-F238E27FC236}">
                <a16:creationId xmlns:a16="http://schemas.microsoft.com/office/drawing/2014/main" id="{73A357A1-1C0E-3EB9-BCEB-A0EB1DE325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0290" y="3429000"/>
            <a:ext cx="1332737" cy="13327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46D982-5110-BE95-5277-45E14BF4B96B}"/>
              </a:ext>
            </a:extLst>
          </p:cNvPr>
          <p:cNvSpPr txBox="1"/>
          <p:nvPr/>
        </p:nvSpPr>
        <p:spPr>
          <a:xfrm>
            <a:off x="971550" y="4654034"/>
            <a:ext cx="1454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Redis Cache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279C6F-AE78-B231-EAA1-C2513A630236}"/>
              </a:ext>
            </a:extLst>
          </p:cNvPr>
          <p:cNvSpPr txBox="1"/>
          <p:nvPr/>
        </p:nvSpPr>
        <p:spPr>
          <a:xfrm>
            <a:off x="3744186" y="4155629"/>
            <a:ext cx="20102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Azure CosmosDB</a:t>
            </a:r>
          </a:p>
        </p:txBody>
      </p:sp>
    </p:spTree>
    <p:extLst>
      <p:ext uri="{BB962C8B-B14F-4D97-AF65-F5344CB8AC3E}">
        <p14:creationId xmlns:p14="http://schemas.microsoft.com/office/powerpoint/2010/main" val="1272138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1222</TotalTime>
  <Words>925</Words>
  <Application>Microsoft Office PowerPoint</Application>
  <PresentationFormat>Widescreen</PresentationFormat>
  <Paragraphs>396</Paragraphs>
  <Slides>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Segoe UI</vt:lpstr>
      <vt:lpstr>Office Theme</vt:lpstr>
      <vt:lpstr>1_Office Theme</vt:lpstr>
      <vt:lpstr>PowerPoint Presentation</vt:lpstr>
      <vt:lpstr>PowerPoint Presentation</vt:lpstr>
      <vt:lpstr>FinWise v0.1 – Architecture Diagram</vt:lpstr>
      <vt:lpstr>FinWise v0.1 – Architecture Diagram</vt:lpstr>
      <vt:lpstr>FinWise v0.2 – Architecture Diagram</vt:lpstr>
      <vt:lpstr>FinWise v0.3.0 – Architecture Diagram</vt:lpstr>
      <vt:lpstr>TCP Ports in single machine</vt:lpstr>
      <vt:lpstr>TCP Ports in Docker host</vt:lpstr>
      <vt:lpstr>Docker 1/2</vt:lpstr>
      <vt:lpstr>Docker 2/2</vt:lpstr>
      <vt:lpstr>FinWise v0.3.1 – Architecture Diagram</vt:lpstr>
      <vt:lpstr>FinWise v0.3.1 – Directly deployed into Azure cloud</vt:lpstr>
      <vt:lpstr>Appendix</vt:lpstr>
      <vt:lpstr>Icons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Cesar De la Torre</dc:creator>
  <cp:lastModifiedBy>Cesar De la Torre</cp:lastModifiedBy>
  <cp:revision>21</cp:revision>
  <dcterms:created xsi:type="dcterms:W3CDTF">2025-12-22T19:56:03Z</dcterms:created>
  <dcterms:modified xsi:type="dcterms:W3CDTF">2026-04-05T17:49:55Z</dcterms:modified>
</cp:coreProperties>
</file>