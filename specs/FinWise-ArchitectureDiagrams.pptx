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147483552" r:id="rId2"/>
    <p:sldId id="257" r:id="rId3"/>
    <p:sldId id="2147483553" r:id="rId4"/>
    <p:sldId id="2147483555" r:id="rId5"/>
    <p:sldId id="2147483550" r:id="rId6"/>
    <p:sldId id="2147483537" r:id="rId7"/>
    <p:sldId id="2147483539" r:id="rId8"/>
    <p:sldId id="2147483538" r:id="rId9"/>
    <p:sldId id="2147483540" r:id="rId10"/>
    <p:sldId id="2147483542" r:id="rId11"/>
    <p:sldId id="2147483548" r:id="rId12"/>
    <p:sldId id="2147483543" r:id="rId13"/>
    <p:sldId id="2147483554" r:id="rId14"/>
    <p:sldId id="2147483551" r:id="rId15"/>
    <p:sldId id="2147483546" r:id="rId16"/>
    <p:sldId id="2147483547" r:id="rId17"/>
    <p:sldId id="2147483544" r:id="rId18"/>
    <p:sldId id="214748354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9AC2"/>
    <a:srgbClr val="A6CAEC"/>
    <a:srgbClr val="0863B3"/>
    <a:srgbClr val="A56A52"/>
    <a:srgbClr val="D8291F"/>
    <a:srgbClr val="0078D7"/>
    <a:srgbClr val="4DCBFF"/>
    <a:srgbClr val="DCEAF7"/>
    <a:srgbClr val="1571EC"/>
    <a:srgbClr val="1471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9F9DE-B919-45CD-B641-456042D18C35}" v="186" dt="2026-02-22T19:01:50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4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72 1375 0 0,'10'-27'72'0'0,"-9"22"1257"0"0,1 0 1 0 0,-1 1-1 0 0,1-1 0 0 0,0 1 1 0 0,0 0-1 0 0,0 0 1 0 0,0 0-1 0 0,5-6 0 0 0,-17 45 1834 0 0,-79 207-96 0 0,15-43-1882 0 0,52-143-972 0 0,12-30-58 0 0,0 1 0 0 0,-9 41-1 0 0,19-66-149 0 0,-1-1 0 0 0,1 1 1 0 0,0-1-1 0 0,0 1 0 0 0,0-1 0 0 0,0 1 0 0 0,0 0 0 0 0,0-1 0 0 0,0 1 0 0 0,0-1 1 0 0,1 4-1 0 0,0-5-3 0 0,-1 0 1 0 0,0 1 0 0 0,0-1-1 0 0,0 0 1 0 0,1 0 0 0 0,-1 1-1 0 0,0-1 1 0 0,0 0 0 0 0,1 0-1 0 0,-1 0 1 0 0,0 1 0 0 0,0-1 0 0 0,1 0-1 0 0,-1 0 1 0 0,0 0 0 0 0,1 0-1 0 0,-1 0 1 0 0,0 0 0 0 0,1 1-1 0 0,-1-1 1 0 0,0 0 0 0 0,1 0-1 0 0,-1 0 1 0 0,0 0 0 0 0,1 0-1 0 0,-1 0 1 0 0,0 0 0 0 0,1 0-1 0 0,-1-1 1 0 0,0 1 0 0 0,0 0-1 0 0,1 0 1 0 0,2-1 9 0 0,0-1-1 0 0,0 0 0 0 0,-1 1 1 0 0,1-1-1 0 0,0 0 1 0 0,-1 0-1 0 0,0-1 0 0 0,1 1 1 0 0,2-4-1 0 0,4-6-583 0 0,0-1-1 0 0,0 1 1 0 0,-1-1 0 0 0,-1-1-1 0 0,0 0 1 0 0,-1 0-1 0 0,0 0 1 0 0,-1-1 0 0 0,5-26-1 0 0,-7 22-5375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5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4607 0 0,'4'-17'242'0'0,"7"-6"5203"0"0,-11 22-5219 0 0,1 0 1 0 0,0 1-1 0 0,-1-1 1 0 0,1 0 0 0 0,-1 1-1 0 0,1-1 1 0 0,0 1-1 0 0,-1-1 1 0 0,1 1 0 0 0,0 0-1 0 0,0-1 1 0 0,-1 1-1 0 0,1-1 1 0 0,0 1 0 0 0,0 0-1 0 0,-1 0 1 0 0,1 0-1 0 0,0-1 1 0 0,0 1 0 0 0,0 0-1 0 0,0 0 1 0 0,-1 0-1 0 0,1 0 1 0 0,1 0 0 0 0,0 1-175 0 0,-1-1 1 0 0,1 1 0 0 0,-1 0 0 0 0,1-1 0 0 0,-1 1 0 0 0,0 0-1 0 0,1 0 1 0 0,-1 0 0 0 0,0 0 0 0 0,0 0 0 0 0,2 1 0 0 0,16 21 662 0 0,-1 0 0 0 0,-1 2 0 0 0,-1 0 0 0 0,21 42 1 0 0,-1-1-228 0 0,-25-46-481 0 0,2 0 1 0 0,0-1 0 0 0,1 0-1 0 0,0-1 1 0 0,2 0 0 0 0,0-1-1 0 0,1-1 1 0 0,20 14 0 0 0,-19-24-2356 0 0,-16-6 1627 0 0,3 1-873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60 10279 0 0,'-1'-2'2274'0'0,"1"2"-2224"0"0,12-5 1425 0 0,17-5-118 0 0,-13 6-988 0 0,107-26 1816 0 0,-102 27-2555 0 0,-1 0-1 0 0,1 2 1 0 0,0 0-1 0 0,22 2 1 0 0,-27 1-712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41 6911 0 0,'-1'-2'322'0'0,"0"0"0"0"0,0-1-1 0 0,0 1 1 0 0,0 0 0 0 0,0 0-1 0 0,0 0 1 0 0,0 0-1 0 0,-1 0 1 0 0,1 0 0 0 0,-1 0-1 0 0,1 1 1 0 0,-1-1 0 0 0,0 1-1 0 0,1-1 1 0 0,-1 1-1 0 0,0-1 1 0 0,0 1 0 0 0,0 0-1 0 0,-1 0 1 0 0,-1-1 0 0 0,1 1-141 0 0,-1 0 0 0 0,0 1 0 0 0,1-1 1 0 0,-1 1-1 0 0,0 0 0 0 0,1 0 1 0 0,-1 0-1 0 0,0 0 0 0 0,1 1 1 0 0,-1 0-1 0 0,-6 1 0 0 0,-1 2 3 0 0,-1 1-1 0 0,1 0 0 0 0,0 1 0 0 0,0 0 0 0 0,1 0 0 0 0,-16 13 0 0 0,15-9-55 0 0,0 0 0 0 0,1 1 0 0 0,1 0 0 0 0,0 1 0 0 0,0 0 0 0 0,1 0 0 0 0,0 1-1 0 0,1 0 1 0 0,1 0 0 0 0,0 1 0 0 0,1 0 0 0 0,1 0 0 0 0,0 0 0 0 0,0 1 0 0 0,-1 14 0 0 0,4-19-123 0 0,1-1 1 0 0,0 1 0 0 0,0-1 0 0 0,1 1 0 0 0,0-1 0 0 0,0 1 0 0 0,1-1 0 0 0,0 0 0 0 0,1 0 0 0 0,6 15-1 0 0,-5-17 51 0 0,0 0-1 0 0,0-1 1 0 0,1 1 0 0 0,-1-1-1 0 0,2 1 1 0 0,-1-2-1 0 0,1 1 1 0 0,-1-1-1 0 0,2 1 1 0 0,-1-1-1 0 0,0-1 1 0 0,1 0-1 0 0,0 0 1 0 0,7 4-1 0 0,-1-3-32 0 0,-1-1 0 0 0,1 0 1 0 0,-1 0-1 0 0,1-1 0 0 0,0-1 0 0 0,0 0 0 0 0,0-1 0 0 0,21-1 0 0 0,-25 0 6 0 0,0 0-1 0 0,-1-1 0 0 0,1-1 1 0 0,-1 1-1 0 0,1-1 0 0 0,-1-1 1 0 0,0 1-1 0 0,1-1 0 0 0,-2-1 1 0 0,1 0-1 0 0,0 0 0 0 0,-1 0 1 0 0,1-1-1 0 0,6-6 1 0 0,-12 10-24 0 0,-1-1 1 0 0,1 1 0 0 0,0 0 0 0 0,-1-1-1 0 0,0 1 1 0 0,1-1 0 0 0,-1 0 0 0 0,0 1-1 0 0,0-1 1 0 0,0 0 0 0 0,0 0 0 0 0,0 0-1 0 0,0 0 1 0 0,0 0 0 0 0,-1 0 0 0 0,1 0-1 0 0,-1 0 1 0 0,1 0 0 0 0,-1 0 0 0 0,0 0-1 0 0,0 0 1 0 0,0 0 0 0 0,0 0 0 0 0,0 0-1 0 0,0 0 1 0 0,-1 0 0 0 0,1 0 0 0 0,-1 0-1 0 0,1 0 1 0 0,-1 0 0 0 0,0 0 0 0 0,0 0 0 0 0,0 0-1 0 0,0 0 1 0 0,0 1 0 0 0,0-1 0 0 0,0 0-1 0 0,-1 1 1 0 0,1-1 0 0 0,-1 1 0 0 0,1-1-1 0 0,-1 1 1 0 0,-2-2 0 0 0,-3-2 18 0 0,0 0-1 0 0,0 1 1 0 0,0 0 0 0 0,0 0 0 0 0,-1 1-1 0 0,1 0 1 0 0,-1 0 0 0 0,0 0-1 0 0,-15-1 1 0 0,18 3-44 0 0,2 0-39 0 0,0 0 1 0 0,0 1-1 0 0,0 0 1 0 0,0-1-1 0 0,0 1 0 0 0,0 0 1 0 0,0 0-1 0 0,0 1 1 0 0,1-1-1 0 0,-1 1 1 0 0,0-1-1 0 0,0 1 1 0 0,0 0-1 0 0,-5 2 1 0 0,8-3-2 0 0,0 1 1 0 0,0-1 0 0 0,0 0 0 0 0,0 0 0 0 0,0 1 0 0 0,0-1-1 0 0,0 0 1 0 0,0 0 0 0 0,0 1 0 0 0,0-1 0 0 0,1 0 0 0 0,-1 0-1 0 0,0 0 1 0 0,0 1 0 0 0,0-1 0 0 0,0 0 0 0 0,0 0 0 0 0,0 0 0 0 0,1 1-1 0 0,-1-1 1 0 0,0 0 0 0 0,0 0 0 0 0,0 0 0 0 0,0 0 0 0 0,1 1-1 0 0,-1-1 1 0 0,0 0 0 0 0,0 0 0 0 0,0 0 0 0 0,1 0 0 0 0,-1 0-1 0 0,0 0 1 0 0,0 0 0 0 0,1 0 0 0 0,-1 0 0 0 0,0 0 0 0 0,0 0 0 0 0,1 0-1 0 0,-1 0 1 0 0,0 0 0 0 0,0 0 0 0 0,0 0 0 0 0,1 0 0 0 0,-1 0-1 0 0,0 0 1 0 0,10 1-1945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6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9671 0 0,'10'-5'6981'0'0,"21"-2"-4363"0"0,-24 5-2106 0 0,46-9 673 0 0,97-9-1 0 0,-146 19-1270 0 0,-2 1-87 0 0,-1 0-1 0 0,1-1 1 0 0,0 1-1 0 0,0 0 1 0 0,0 0-1 0 0,0 1 1 0 0,-1-1-1 0 0,1 0 1 0 0,0 0 0 0 0,0 1-1 0 0,0-1 1 0 0,-1 1-1 0 0,1 0 1 0 0,2 0-1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6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0 7831 0 0,'0'3'660'0'0,"0"0"-1"0"0,0 0 1 0 0,0 0 0 0 0,0-1-1 0 0,-1 1 1 0 0,1 0-1 0 0,-1 0 1 0 0,-1 4-1 0 0,1-3-435 0 0,-4 18 730 0 0,-16 101 2407 0 0,19-107-2961 0 0,1 0-1 0 0,0-1 1 0 0,2 1-1 0 0,0 0 1 0 0,5 28-1 0 0,-5-40-332 0 0,0-1-1 0 0,0 1 0 0 0,0 0 0 0 0,1-1 1 0 0,-1 0-1 0 0,1 1 0 0 0,-1-1 1 0 0,1 0-1 0 0,0 0 0 0 0,1 0 1 0 0,-1 0-1 0 0,1 0 0 0 0,-1 0 1 0 0,1 0-1 0 0,0-1 0 0 0,0 0 1 0 0,5 4-1 0 0,-3-4-27 0 0,-1 0-1 0 0,0-1 0 0 0,1 1 1 0 0,-1-1-1 0 0,1 0 1 0 0,0 0-1 0 0,-1-1 1 0 0,1 0-1 0 0,-1 1 0 0 0,1-2 1 0 0,0 1-1 0 0,-1 0 1 0 0,9-3-1 0 0,46-11 164 0 0,-41 8-224 0 0,0 1 1 0 0,1 1-1 0 0,-1 1 0 0 0,23 0 0 0 0,-41 2-11 0 0,0 1 0 0 0,0 0 0 0 0,1 0-1 0 0,-1 0 1 0 0,0 0 0 0 0,0 0-1 0 0,1 0 1 0 0,-1 0 0 0 0,0 0-1 0 0,0 0 1 0 0,1 0 0 0 0,-1 0-1 0 0,0 0 1 0 0,0 0 0 0 0,0 0-1 0 0,1 0 1 0 0,-1 0 0 0 0,0 0 0 0 0,0 1-1 0 0,1-1 1 0 0,-1 0 0 0 0,0 0-1 0 0,0 0 1 0 0,0 0 0 0 0,1 0-1 0 0,-1 0 1 0 0,0 1 0 0 0,0-1-1 0 0,0 0 1 0 0,0 0 0 0 0,0 0-1 0 0,1 0 1 0 0,-1 1 0 0 0,0-1 0 0 0,0 0-1 0 0,0 0 1 0 0,0 0 0 0 0,0 1-1 0 0,0-1 1 0 0,0 0 0 0 0,0 0-1 0 0,0 1 1 0 0,0-1 0 0 0,0 1-1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6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51 6447 0 0,'-11'-12'359'0'0,"4"-17"11377"0"0,7 28-11508 0 0,2 1-198 0 0,-1-1 0 0 0,0 0-1 0 0,0 0 1 0 0,1 1 0 0 0,-1-1 0 0 0,0 0-1 0 0,1 1 1 0 0,-1-1 0 0 0,1 1-1 0 0,-1 0 1 0 0,1 0 0 0 0,1-1 0 0 0,17 0 239 0 0,0 0 1 0 0,1 2 0 0 0,21 2 0 0 0,23 1-6700 0 0,-51-4 487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7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74 10535 0 0,'-3'92'2306'0'0,"1"-54"-1005"0"0,1 0 0 0 0,2 0 0 0 0,7 50 0 0 0,-8-87-1270 0 0,0 1 0 0 0,0-1 1 0 0,1 1-1 0 0,-1-1 1 0 0,1 1-1 0 0,-1-1 1 0 0,1 1-1 0 0,-1-1 1 0 0,1 0-1 0 0,0 1 1 0 0,1 1-1 0 0,-1-2-21 0 0,-1-1 0 0 0,0 0 0 0 0,0 0 1 0 0,1 0-1 0 0,-1 0 0 0 0,0 0 0 0 0,0 0 0 0 0,0 0 0 0 0,1 0 0 0 0,-1 0 0 0 0,0 0 0 0 0,0 0 1 0 0,1 0-1 0 0,-1 0 0 0 0,0 0 0 0 0,0 0 0 0 0,1 0 0 0 0,-1 0 0 0 0,0 0 0 0 0,0 0 1 0 0,1-1-1 0 0,-1 1 0 0 0,0 0 0 0 0,0 0 0 0 0,1 0 0 0 0,-1 0 0 0 0,0 0 0 0 0,0-1 0 0 0,0 1 1 0 0,0 0-1 0 0,1 0 0 0 0,-1 0 0 0 0,0 0 0 0 0,0-1 0 0 0,0 1 0 0 0,0 0 0 0 0,0 0 1 0 0,1-1-1 0 0,1-3 44 0 0,0 0 1 0 0,-1 0 0 0 0,1 0-1 0 0,-1-1 1 0 0,1 1 0 0 0,0-7-1 0 0,3-33 44 0 0,-1-62-1 0 0,-4 64-14 0 0,10-78-1 0 0,-9 118-86 0 0,-1-1-1 0 0,0 1 1 0 0,1 0-1 0 0,0 0 1 0 0,-1-1-1 0 0,1 1 1 0 0,0 0-1 0 0,0 0 1 0 0,0 0-1 0 0,0 0 1 0 0,1 0-1 0 0,-1 0 1 0 0,0 1-1 0 0,3-4 1 0 0,-3 5 1 0 0,-1 0 1 0 0,1-1-1 0 0,-1 1 1 0 0,1 0-1 0 0,-1 0 1 0 0,1 0 0 0 0,-1 0-1 0 0,1-1 1 0 0,-1 1-1 0 0,1 0 1 0 0,-1 0-1 0 0,1 0 1 0 0,-1 0 0 0 0,1 0-1 0 0,-1 0 1 0 0,1 0-1 0 0,0 0 1 0 0,-1 1-1 0 0,1-1 1 0 0,-1 0 0 0 0,1 0-1 0 0,-1 0 1 0 0,1 1-1 0 0,1 0-2 0 0,-1 0 0 0 0,1 0 0 0 0,0 1 0 0 0,-1-1 0 0 0,0 0-1 0 0,1 1 1 0 0,-1-1 0 0 0,0 1 0 0 0,2 2 0 0 0,15 27-121 0 0,28 63 1 0 0,-32-63 117 0 0,0 0 1 0 0,29 42 0 0 0,-37-65 93 0 0,-1 0 0 0 0,2 0-1 0 0,-1-1 1 0 0,1 0 0 0 0,1 0 0 0 0,-1 0 0 0 0,1-1 0 0 0,9 6 0 0 0,-14-10-44 0 0,0-1 0 0 0,1 1-1 0 0,-1-1 1 0 0,0 0-1 0 0,1 0 1 0 0,-1 0 0 0 0,1 0-1 0 0,-1-1 1 0 0,1 1-1 0 0,-1-1 1 0 0,1 0 0 0 0,-1 0-1 0 0,1 0 1 0 0,-1 0 0 0 0,1-1-1 0 0,-1 0 1 0 0,1 1-1 0 0,-1-1 1 0 0,1-1 0 0 0,-1 1-1 0 0,0 0 1 0 0,0-1-1 0 0,0 1 1 0 0,0-1 0 0 0,0 0-1 0 0,4-3 1 0 0,1-2 19 0 0,0 0 0 0 0,0 0 0 0 0,-1-1 0 0 0,0 0 0 0 0,0 0 0 0 0,-1-1 0 0 0,0 0 0 0 0,-1 0 0 0 0,0 0 0 0 0,0-1 0 0 0,-1 0 0 0 0,0 0 0 0 0,3-12 0 0 0,-2 1 30 0 0,-1-1 0 0 0,0 1 1 0 0,-2-1-1 0 0,-1 0 0 0 0,-1-31 0 0 0,-3 32 78 0 0,3 21-202 0 0,0-1 0 0 0,0 1 0 0 0,0-1 0 0 0,0 1 0 0 0,0 0 0 0 0,0-1 0 0 0,0 1 1 0 0,0-1-1 0 0,0 1 0 0 0,0 0 0 0 0,0-1 0 0 0,0 1 0 0 0,0-1 0 0 0,0 1 0 0 0,0 0 0 0 0,-1-1 0 0 0,1 1 0 0 0,0 0 0 0 0,0-1 0 0 0,-1 1 0 0 0,1 0 0 0 0,0-1 0 0 0,0 1 0 0 0,-1 0 1 0 0,1-1-1 0 0,0 1 0 0 0,-1 0 0 0 0,1 0 0 0 0,0 0 0 0 0,-1-1 0 0 0,1 1 0 0 0,0 0 0 0 0,-1 0 0 0 0,1 0 0 0 0,0 0 0 0 0,-1 0 0 0 0,1-1 0 0 0,-1 1 0 0 0,1 0 0 0 0,0 0 0 0 0,-1 0 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7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4143 0 0,'15'43'7597'0'0,"-5"2"-3866"0"0,-5-18-3204 0 0,10 57 1524 0 0,-10-48-1560 0 0,12 42 0 0 0,-17-75-583 0 0,1-1-1 0 0,0 0 1 0 0,0 1 0 0 0,0-1-1 0 0,0 0 1 0 0,0 0-1 0 0,1 0 1 0 0,-1 0 0 0 0,2 3-1 0 0,2-1-455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1375 0 0,'0'-2'473'0'0,"0"1"-1"0"0,0-1 0 0 0,0 1 1 0 0,0 0-1 0 0,0-1 0 0 0,0 1 1 0 0,1 0-1 0 0,-1-1 0 0 0,1 1 1 0 0,-1 0-1 0 0,1-1 0 0 0,8-10 4724 0 0,-8 11-4724 0 0,0 1 0 0 0,2-2 1 0 0,21-15 4974 0 0,-12 9-6427 0 0,9-2 1230 0 0,-1 2-1 0 0,1 1 1 0 0,0 0 0 0 0,0 1-1 0 0,1 2 1 0 0,-1 0 0 0 0,1 1-1 0 0,28 0 1 0 0,-9 4-158 0 0,0 2 1 0 0,63 12-1 0 0,-92-13-26 0 0,1 1 0 0 0,-1 0 0 0 0,0 0 0 0 0,0 1 0 0 0,-1 1 0 0 0,1 0 0 0 0,-1 0 0 0 0,0 1 0 0 0,0 1 0 0 0,-1 0 0 0 0,0 0 0 0 0,0 1 0 0 0,0 0 0 0 0,-1 1 0 0 0,-1 0 0 0 0,1 1 0 0 0,-2-1 0 0 0,1 2 0 0 0,-1-1 0 0 0,-1 1 0 0 0,0 0 0 0 0,0 0 0 0 0,-1 0 0 0 0,-1 1 0 0 0,0 0 0 0 0,0 0 0 0 0,-1 0 0 0 0,2 18-1 0 0,-2 0-244 0 0,-2-15 406 0 0,1 0 0 0 0,0 0 1 0 0,5 16-1 0 0,-6-27-484 0 0,0-1-1 0 0,1 1 1 0 0,-1 0-1 0 0,1-1 1 0 0,0 1-1 0 0,0-1 1 0 0,0 0-1 0 0,0 1 1 0 0,1-1-1 0 0,-1 0 1 0 0,1-1-1 0 0,0 1 1 0 0,0 0-1 0 0,0-1 1 0 0,0 1-1 0 0,7 3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8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88 6911 0 0,'6'-20'113'0'0,"-5"17"316"0"0,-1 1 0 0 0,0-1 0 0 0,1 1 0 0 0,-1-1 0 0 0,0 1 0 0 0,-1-1-1 0 0,1 1 1 0 0,0-1 0 0 0,-1-2 0 0 0,0 3-129 0 0,0 0 1 0 0,0 0-1 0 0,0-1 0 0 0,-1 1 0 0 0,1 0 1 0 0,0 1-1 0 0,-1-1 0 0 0,1 0 0 0 0,-1 0 1 0 0,0 1-1 0 0,1-1 0 0 0,-1 0 0 0 0,0 1 0 0 0,0 0 1 0 0,0-1-1 0 0,0 1 0 0 0,0 0 0 0 0,-1 0 1 0 0,-2-1-1 0 0,-1 1-148 0 0,1-1-1 0 0,-1 1 1 0 0,0 0 0 0 0,0 1-1 0 0,0-1 1 0 0,0 1 0 0 0,0 0-1 0 0,0 1 1 0 0,0 0 0 0 0,0 0-1 0 0,1 0 1 0 0,-1 0 0 0 0,0 1-1 0 0,0 0 1 0 0,1 0 0 0 0,-1 0-1 0 0,1 1 1 0 0,0 0 0 0 0,-9 6-1 0 0,4-2-20 0 0,0 1 0 0 0,0 0 0 0 0,1 0-1 0 0,0 1 1 0 0,0 0 0 0 0,1 0 0 0 0,0 1 0 0 0,-9 16 0 0 0,13-20-68 0 0,1 1 0 0 0,0 0 0 0 0,0 0 0 0 0,1 0 1 0 0,0 0-1 0 0,0 1 0 0 0,1-1 0 0 0,0 1 0 0 0,0-1 1 0 0,1 0-1 0 0,0 1 0 0 0,0-1 0 0 0,1 1 1 0 0,-1-1-1 0 0,2 1 0 0 0,-1-1 0 0 0,1 0 0 0 0,0 0 1 0 0,1 0-1 0 0,0 0 0 0 0,0 0 0 0 0,0 0 1 0 0,1-1-1 0 0,0 1 0 0 0,0-1 0 0 0,0 0 0 0 0,1 0 1 0 0,0-1-1 0 0,0 1 0 0 0,1-1 0 0 0,0 0 1 0 0,0-1-1 0 0,0 1 0 0 0,0-1 0 0 0,0-1 0 0 0,1 1 1 0 0,0-1-1 0 0,0 0 0 0 0,0 0 0 0 0,14 3 0 0 0,1-2 162 0 0,1-1 0 0 0,0-1-1 0 0,44-1 1 0 0,71-15-57 0 0,-57 5-1388 0 0,-60 7-283 0 0,-2 0-66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9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16 919 0 0,'11'-15'11340'0'0,"-9"15"-11077"0"0,-1 0-112 0 0,0 1-1 0 0,0-1 0 0 0,0 1 0 0 0,0-1 0 0 0,0 1 0 0 0,0-1 0 0 0,0 1 0 0 0,0 0 0 0 0,0-1 0 0 0,0 1 0 0 0,0 0 0 0 0,0 0 0 0 0,-1 0 0 0 0,1 0 1 0 0,0 0-1 0 0,0 0 0 0 0,-1 0 0 0 0,1 0 0 0 0,-1 0 0 0 0,1 1 0 0 0,7 25 130 0 0,-1 0-1 0 0,-1 1 1 0 0,-1 0 0 0 0,-2-1-1 0 0,-1 1 1 0 0,-1 1 0 0 0,-1-1 0 0 0,-5 34-1 0 0,3-46-232 0 0,0 0-1 0 0,-1 0 0 0 0,-1 0 1 0 0,-11 30-1 0 0,14-42-39 0 0,-1-1 0 0 0,0 1 0 0 0,1 0-1 0 0,-1-1 1 0 0,-1 0 0 0 0,1 1 0 0 0,0-1-1 0 0,-1 0 1 0 0,1 0 0 0 0,-1 0 0 0 0,0 0-1 0 0,0-1 1 0 0,0 1 0 0 0,-1-1 0 0 0,1 0 0 0 0,0 0-1 0 0,-1 0 1 0 0,1 0 0 0 0,-1-1 0 0 0,0 1-1 0 0,0-1 1 0 0,0 0 0 0 0,1 0 0 0 0,-1-1-1 0 0,-8 2 1 0 0,8-3-20 0 0,0 0-1 0 0,0 1 1 0 0,0-1-1 0 0,0-1 1 0 0,0 1-1 0 0,0 0 1 0 0,1-1-1 0 0,-1 0 1 0 0,0 0-1 0 0,1 0 1 0 0,-7-5 0 0 0,8 5 7 0 0,0 1 1 0 0,0-1 0 0 0,-1 0-1 0 0,1 0 1 0 0,0 0 0 0 0,1 0-1 0 0,-1-1 1 0 0,0 1 0 0 0,1 0-1 0 0,-1-1 1 0 0,1 1 0 0 0,0-1-1 0 0,0 1 1 0 0,0-1 0 0 0,0 0 0 0 0,0 0-1 0 0,-1-4 1 0 0,3 6 28 0 0,-1 0 0 0 0,0 0 0 0 0,1 0 0 0 0,-1 0 0 0 0,1 1 0 0 0,-1-1 0 0 0,1 0 0 0 0,-1 0 0 0 0,1 0 0 0 0,0 1-1 0 0,-1-1 1 0 0,1 0 0 0 0,0 1 0 0 0,-1-1 0 0 0,1 0 0 0 0,0 1 0 0 0,0-1 0 0 0,0 1 0 0 0,0-1 0 0 0,0 1 0 0 0,-1 0 0 0 0,1-1 0 0 0,0 1 0 0 0,0 0 0 0 0,0-1 0 0 0,2 1 0 0 0,27-5 252 0 0,-28 5-241 0 0,23-1 270 0 0,0 1 0 0 0,-1 1 0 0 0,1 1 0 0 0,43 10 0 0 0,31 4-592 0 0,-83-16-747 0 0,-5-1-2658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9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 12527 0 0,'2'-3'339'0'0,"1"0"0"0"0,-1 1 0 0 0,0-1 1 0 0,1 0-1 0 0,-1 1 0 0 0,1 0 0 0 0,0 0 0 0 0,0 0 0 0 0,0 0 0 0 0,0 0 0 0 0,0 1 0 0 0,1-1 0 0 0,-1 1 0 0 0,4-2 0 0 0,5-1 20 0 0,0 1-1 0 0,22-4 1 0 0,-18 5-251 0 0,1 1 0 0 0,0 0 0 0 0,-1 1 1 0 0,1 1-1 0 0,0 1 0 0 0,-1 0 0 0 0,30 9 1 0 0,-32-7-995 0 0,-1 1 1 0 0,24 13-1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39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46 253 1375 0 0,'-13'34'1649'0'0,"-13"52"11619"0"0,20-56-13934 0 0,7-3 1720 0 0,4-20-403 0 0,2-18-315 0 0,-1-8-271 0 0,-1 0-1 0 0,-1 0 1 0 0,-1-1 0 0 0,1-20-1 0 0,5-30 65 0 0,-1 21-118 0 0,-6 29 0 0 0,2 0-1 0 0,0 0 1 0 0,1 1 0 0 0,14-35-1 0 0,-18 52 1 0 0,-1 1-1 0 0,1-1 1 0 0,0 1-1 0 0,-1 0 0 0 0,1-1 1 0 0,0 1-1 0 0,0 0 1 0 0,0 0-1 0 0,0-1 1 0 0,0 1-1 0 0,1 0 1 0 0,-1 0-1 0 0,0 0 1 0 0,0 0-1 0 0,1 1 0 0 0,-1-1 1 0 0,0 0-1 0 0,1 0 1 0 0,1 0-1 0 0,-2 1 17 0 0,1 0-1 0 0,-1 0 1 0 0,1 0-1 0 0,-1 0 1 0 0,0 0-1 0 0,1 1 1 0 0,-1-1-1 0 0,0 0 1 0 0,1 1-1 0 0,-1-1 1 0 0,0 1-1 0 0,0-1 1 0 0,1 1-1 0 0,-1 0 1 0 0,0 0-1 0 0,0-1 1 0 0,2 3-1 0 0,4 4 145 0 0,0 0 0 0 0,-1 0 0 0 0,0 1-1 0 0,10 16 1 0 0,-11-16-139 0 0,20 31 96 0 0,-3-3-808 0 0,39 46-1 0 0,-53-73 714 0 0,0 0 1 0 0,0-1-1 0 0,1 0 0 0 0,0 0 1 0 0,1-1-1 0 0,-1 0 0 0 0,1-1 1 0 0,1 0-1 0 0,19 8 0 0 0,-27-12 5 0 0,-1-2-1 0 0,1 1 0 0 0,0 0 1 0 0,-1 0-1 0 0,1-1 0 0 0,0 0 1 0 0,0 1-1 0 0,0-1 0 0 0,-1 0 1 0 0,1 0-1 0 0,0-1 1 0 0,0 1-1 0 0,0-1 0 0 0,-1 1 1 0 0,1-1-1 0 0,0 0 0 0 0,0 0 1 0 0,2-1-1 0 0,-2 0 16 0 0,1-1 0 0 0,-2 1-1 0 0,1 0 1 0 0,0-1 0 0 0,0 0-1 0 0,-1 1 1 0 0,1-1 0 0 0,-1 0-1 0 0,0 0 1 0 0,0-1 0 0 0,0 1 0 0 0,1-4-1 0 0,1-3 105 0 0,0 1-1 0 0,-1-1 1 0 0,-1 1 0 0 0,0-1-1 0 0,0 0 1 0 0,-1 0 0 0 0,0 0-1 0 0,-1 0 1 0 0,-1-13 0 0 0,-2 4 189 0 0,-1 0 1 0 0,-1 1 0 0 0,0-1 0 0 0,-17-33 0 0 0,-3-11-38 0 0,56 73-4108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0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12119 0 0,'12'59'2814'0'0,"-2"-2"-1287"0"0,-2-7-482 0 0,2 0-1 0 0,2-1 1 0 0,26 69 0 0 0,-35-111-899 0 0,0-1-1 0 0,1 1 1 0 0,0-1-1 0 0,0 0 1 0 0,0 0-1 0 0,1 0 1 0 0,0 0-1 0 0,0-1 1 0 0,11 9-1 0 0,-13-12-105 0 0,-1 0 0 0 0,1 0-1 0 0,0-1 1 0 0,0 1 0 0 0,0-1-1 0 0,0 0 1 0 0,0 1 0 0 0,0-2 0 0 0,1 1-1 0 0,-1 0 1 0 0,0 0 0 0 0,0-1-1 0 0,1 0 1 0 0,-1 0 0 0 0,0 0 0 0 0,1 0-1 0 0,-1 0 1 0 0,0-1 0 0 0,0 1 0 0 0,1-1-1 0 0,-1 0 1 0 0,0 0 0 0 0,0 0-1 0 0,5-3 1 0 0,0-1 2 0 0,0 0 0 0 0,0-1 0 0 0,-1 0 0 0 0,0 0-1 0 0,0-1 1 0 0,0 0 0 0 0,-1 0 0 0 0,0-1 0 0 0,0 1 0 0 0,0-1 0 0 0,-1-1-1 0 0,-1 1 1 0 0,1-1 0 0 0,-2 0 0 0 0,6-16 0 0 0,-2 4-12 0 0,-2 0 1 0 0,0-1-1 0 0,-2 0 0 0 0,0 0 1 0 0,-1-41-1 0 0,-2 44-9 0 0,-1 1 1 0 0,-1-1-1 0 0,0 1 0 0 0,-2-1 0 0 0,0 1 0 0 0,-1 0 1 0 0,-1 1-1 0 0,0-1 0 0 0,-10-17 0 0 0,15 34-20 0 0,0-1-1 0 0,0 1 1 0 0,0 0-1 0 0,0 0 1 0 0,-1-1-1 0 0,1 1 1 0 0,0 0-1 0 0,-1 0 1 0 0,1 0-1 0 0,0 0 1 0 0,-1 1-1 0 0,1-1 1 0 0,-1 0 0 0 0,0 1-1 0 0,-1-1 1 0 0,2 0-17 0 0,1 1 0 0 0,-1 0 0 0 0,1 0 0 0 0,-1 0 0 0 0,1 0 0 0 0,-1 0 1 0 0,1 0-1 0 0,-1 0 0 0 0,1 0 0 0 0,-1 1 0 0 0,0-1 0 0 0,1 0 1 0 0,-1 0-1 0 0,1 0 0 0 0,-1 0 0 0 0,1 1 0 0 0,0-1 0 0 0,-1 0 0 0 0,1 1 1 0 0,-1-1-1 0 0,1 0 0 0 0,-1 1 0 0 0,1-1 0 0 0,0 0 0 0 0,-1 1 0 0 0,1-1 1 0 0,0 1-1 0 0,-1-1 0 0 0,1 1 0 0 0,0-1 0 0 0,0 1 0 0 0,-1-1 1 0 0,1 1-1 0 0,0-1 0 0 0,0 1 0 0 0,0-1 0 0 0,0 1 0 0 0,0-1 0 0 0,0 1 1 0 0,0-1-1 0 0,0 1 0 0 0,0-1 0 0 0,0 1 0 0 0,0-1 0 0 0,0 1 0 0 0,0-1 1 0 0,0 1-1 0 0,0-1 0 0 0,0 1 0 0 0,1 0 0 0 0,0 1-352 0 0,-1 1 0 0 0,1-1 0 0 0,0 0 0 0 0,0 1 0 0 0,0-1 0 0 0,0 0 0 0 0,1 0-1 0 0,-1 0 1 0 0,1 0 0 0 0,-1 0 0 0 0,1 0 0 0 0,-1 0 0 0 0,1-1 0 0 0,3 3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0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90 11975 0 0,'0'-2'212'0'0,"1"1"-1"0"0,0 0 0 0 0,0 0 1 0 0,-1 0-1 0 0,1 0 0 0 0,0-1 1 0 0,0 1-1 0 0,0 0 0 0 0,0 0 1 0 0,1 1-1 0 0,-1-1 0 0 0,0 0 1 0 0,0 0-1 0 0,0 1 0 0 0,1-1 1 0 0,-1 0-1 0 0,0 1 0 0 0,1-1 1 0 0,-1 1-1 0 0,1 0 0 0 0,-1-1 1 0 0,3 1-1 0 0,36 0 3335 0 0,-22 1-3305 0 0,22-2 845 0 0,56-7 1 0 0,-79 6-1019 0 0,0-1 0 0 0,-1-1 1 0 0,1-1-1 0 0,-1-1 0 0 0,0 0 1 0 0,15-8-1 0 0,-30 14-81 0 0,-1-1 1 0 0,1 1-1 0 0,-1 0 1 0 0,1-1-1 0 0,0 1 0 0 0,-1 0 1 0 0,1-1-1 0 0,-1 1 1 0 0,1-1-1 0 0,-1 1 0 0 0,1-1 1 0 0,-1 1-1 0 0,0-1 1 0 0,1 1-1 0 0,-1-1 1 0 0,1 1-1 0 0,-1-1 0 0 0,0 1 1 0 0,0-1-1 0 0,1 0 1 0 0,-1 0-8 0 0,0 1-1 0 0,0 0 1 0 0,-1-1 0 0 0,1 1-1 0 0,0 0 1 0 0,0-1 0 0 0,0 1 0 0 0,0 0-1 0 0,-1-1 1 0 0,1 1 0 0 0,0 0-1 0 0,0-1 1 0 0,-1 1 0 0 0,1 0 0 0 0,0-1-1 0 0,0 1 1 0 0,-1 0 0 0 0,1 0 0 0 0,0 0-1 0 0,-1-1 1 0 0,1 1 0 0 0,0 0-1 0 0,-2 0 1 0 0,0-1-82 0 0,0 0 0 0 0,-1 0 0 0 0,0 0 0 0 0,1 1 1 0 0,-1-1-1 0 0,1 1 0 0 0,-1 0 0 0 0,-4 0 0 0 0,-13 4-161 0 0,0 2-1 0 0,1 0 1 0 0,0 1 0 0 0,-1 1-1 0 0,2 1 1 0 0,-21 12 0 0 0,36-19 243 0 0,-12 7 0 0 0,0 0 0 0 0,0 1 0 0 0,1 1 0 0 0,0 0 0 0 0,1 1 0 0 0,0 1-1 0 0,1 0 1 0 0,1 1 0 0 0,0 0 0 0 0,0 0 0 0 0,-12 25 0 0 0,19-32 102 0 0,1 1 1 0 0,-1 0-1 0 0,1 0 1 0 0,0 0-1 0 0,1 0 1 0 0,0 1-1 0 0,0-1 1 0 0,1 1-1 0 0,0-1 0 0 0,0 1 1 0 0,1-1-1 0 0,1 1 1 0 0,-1-1-1 0 0,1 1 1 0 0,0-1-1 0 0,1 1 1 0 0,0-1-1 0 0,1 0 1 0 0,-1 1-1 0 0,1-1 1 0 0,1-1-1 0 0,0 1 0 0 0,0 0 1 0 0,0-1-1 0 0,11 13 1 0 0,-7-11 47 0 0,0-1 1 0 0,0 0-1 0 0,1 0 0 0 0,0-1 1 0 0,1 0-1 0 0,-1-1 1 0 0,1 0-1 0 0,1 0 0 0 0,-1-1 1 0 0,1-1-1 0 0,0 0 0 0 0,0 0 1 0 0,0-1-1 0 0,0 0 1 0 0,1-1-1 0 0,-1 0 0 0 0,1-1 1 0 0,-1 0-1 0 0,1-1 1 0 0,0 0-1 0 0,-1-1 0 0 0,1-1 1 0 0,18-3-1 0 0,-13 0-66 0 0,-3 2-103 0 0,0-1-1 0 0,0 0 1 0 0,0-1 0 0 0,-1-1-1 0 0,0 0 1 0 0,16-10-1 0 0,-29 16-58 0 0,1-1 0 0 0,0 1 0 0 0,0 0-1 0 0,-1-1 1 0 0,1 1 0 0 0,0-1 0 0 0,-1 1 0 0 0,1-1 0 0 0,0 0-1 0 0,-1 1 1 0 0,1-1 0 0 0,-1 0 0 0 0,1 1 0 0 0,-1-1 0 0 0,1 0-1 0 0,-1 0 1 0 0,0 1 0 0 0,1-1 0 0 0,-1 0 0 0 0,0 0-1 0 0,0 1 1 0 0,1-1 0 0 0,-1 0 0 0 0,0 0 0 0 0,0 0 0 0 0,0 0-1 0 0,0 0 1 0 0,0 1 0 0 0,0-1 0 0 0,0 0 0 0 0,-1 0 0 0 0,1 0-1 0 0,0 0 1 0 0,0 1 0 0 0,0-1 0 0 0,-1 0 0 0 0,0-1 0 0 0,-5-5-1600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0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 8751 0 0,'14'-7'4738'0'0,"17"4"-2188"0"0,-16 2-2196 0 0,53-8 605 0 0,-37 6-1341 0 0,0-1 0 0 0,-1-2-1 0 0,40-12 1 0 0,-53 12-1162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74 4607 0 0,'-1'-3'460'0'0,"1"0"-1"0"0,-1 1 1 0 0,0-1-1 0 0,0 0 0 0 0,0 0 1 0 0,0 1-1 0 0,0-1 1 0 0,0 1-1 0 0,-1-1 0 0 0,1 1 1 0 0,-1-1-1 0 0,0 1 1 0 0,0 0-1 0 0,0 0 0 0 0,0 0 1 0 0,0 0-1 0 0,0 0 1 0 0,0 0-1 0 0,-1 1 0 0 0,-2-2 1 0 0,0-1-240 0 0,0 1 0 0 0,-1 0 1 0 0,1 1-1 0 0,-1-1 1 0 0,1 1-1 0 0,-1 0 0 0 0,0 1 1 0 0,-9-2-1 0 0,9 2-185 0 0,-1 1 0 0 0,0 1-1 0 0,0-1 1 0 0,0 1 0 0 0,0 0 0 0 0,0 0 0 0 0,1 1 0 0 0,-1 0 0 0 0,0 0-1 0 0,1 0 1 0 0,0 1 0 0 0,-1 0 0 0 0,1 1 0 0 0,0-1 0 0 0,-9 9 0 0 0,12-10-40 0 0,1 0 0 0 0,-1 1 0 0 0,1-1 1 0 0,-1 1-1 0 0,1 0 0 0 0,0 0 0 0 0,0-1 1 0 0,0 2-1 0 0,1-1 0 0 0,-1 0 0 0 0,1 0 0 0 0,0 0 1 0 0,0 1-1 0 0,0-1 0 0 0,0 1 0 0 0,0-1 1 0 0,1 0-1 0 0,-1 1 0 0 0,1 0 0 0 0,0-1 1 0 0,0 1-1 0 0,0-1 0 0 0,1 1 0 0 0,-1-1 1 0 0,1 0-1 0 0,0 1 0 0 0,0-1 0 0 0,0 1 1 0 0,1-1-1 0 0,-1 0 0 0 0,4 6 0 0 0,10 14-68 0 0,0-2-1 0 0,2 1 1 0 0,23 23-1 0 0,-24-29 152 0 0,-2 0 0 0 0,0 0-1 0 0,-1 2 1 0 0,0 0 0 0 0,19 38-1 0 0,-31-54 7 0 0,0 1 0 0 0,0-1 0 0 0,0 1 0 0 0,0 0 0 0 0,0-1 0 0 0,0 1 0 0 0,-1 0 0 0 0,0-1 0 0 0,1 1 0 0 0,-1 0 0 0 0,0-1 0 0 0,0 1 0 0 0,0 0 0 0 0,-1 0 0 0 0,1-1 0 0 0,-1 1 0 0 0,0 0 0 0 0,1-1 0 0 0,-1 1 0 0 0,-1 2 0 0 0,0-3 62 0 0,0 0 1 0 0,0 1-1 0 0,-1-1 0 0 0,1 0 1 0 0,0 0-1 0 0,-1-1 0 0 0,1 1 1 0 0,-1 0-1 0 0,1-1 0 0 0,-1 0 1 0 0,0 0-1 0 0,0 1 0 0 0,1-1 1 0 0,-1-1-1 0 0,0 1 0 0 0,0 0 1 0 0,0-1-1 0 0,-3 1 0 0 0,-23 1 428 0 0,0-2 0 0 0,-1 0 0 0 0,1-2-1 0 0,-29-6 1 0 0,-9 1-355 0 0,58 5-235 0 0,6 2-7 0 0,1-1-1 0 0,-1 0 1 0 0,1 1-1 0 0,-1 0 1 0 0,0-1-1 0 0,1 1 1 0 0,-1 0-1 0 0,0 1 1 0 0,1-1-1 0 0,-5 1 0 0 0,34 15-5113 0 0,-15-11 224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1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14687 0 0,'-2'4'394'0'0,"1"1"-1"0"0,0 0 0 0 0,0 0 1 0 0,0-1-1 0 0,1 1 1 0 0,0 8-1 0 0,0-12-295 0 0,-2 58 1831 0 0,13 109 0 0 0,-7-135-1473 0 0,2-1 0 0 0,2 0 1 0 0,1 0-1 0 0,25 58 0 0 0,-32-84-432 0 0,1-1 0 0 0,0 0 0 0 0,0-1 0 0 0,5 8 0 0 0,-7-11-102 0 0,-1-1 1 0 0,1 1-1 0 0,-1 0 1 0 0,1-1-1 0 0,0 1 1 0 0,-1 0 0 0 0,1-1-1 0 0,0 1 1 0 0,-1-1-1 0 0,1 1 1 0 0,0-1-1 0 0,-1 1 1 0 0,1-1 0 0 0,0 0-1 0 0,0 1 1 0 0,0-1-1 0 0,-1 0 1 0 0,1 0-1 0 0,0 1 1 0 0,0-1 0 0 0,0 0-1 0 0,0 0 1 0 0,0 0-1 0 0,0 0 1 0 0,-1 0-1 0 0,1 0 1 0 0,0 0 0 0 0,0-1-1 0 0,0 1 1 0 0,0 0-1 0 0,0 0 1 0 0,-1-1-1 0 0,1 1 1 0 0,0 0 0 0 0,0-1-1 0 0,-1 1 1 0 0,1-1-1 0 0,1 0 1 0 0,4-5-2294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1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79 3223 0 0,'-5'-20'10310'0'0,"9"4"-3935"0"0,-2 14-6030 0 0,0 0 0 0 0,-1 1 0 0 0,1-1 0 0 0,0 0 0 0 0,0 1 0 0 0,0-1 0 0 0,0 1 1 0 0,0-1-1 0 0,0 1 0 0 0,1 0 0 0 0,-1 0 0 0 0,4-1 0 0 0,6-2-199 0 0,1 2 1 0 0,0-1-1 0 0,-1 1 0 0 0,17 0 1 0 0,252-7-985 0 0,-257 10-195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2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8751 0 0,'3'0'2730'0'0,"-3"0"-2681"0"0,5 10 2893 0 0,5 13-479 0 0,5 37-367 0 0,10 90-1 0 0,-18-98-1699 0 0,1-1 0 0 0,30 95 0 0 0,-29-126-509 0 0,-9-20 78 0 0,0 1 1 0 0,0-1 0 0 0,0 0 0 0 0,1 0 0 0 0,-1 1 0 0 0,0-1 0 0 0,0 0-1 0 0,0 1 1 0 0,0-1 0 0 0,0 0 0 0 0,0 0 0 0 0,1 1 0 0 0,-1-1-1 0 0,0 0 1 0 0,0 0 0 0 0,0 0 0 0 0,1 1 0 0 0,-1-1 0 0 0,0 0 0 0 0,0 0-1 0 0,1 0 1 0 0,-1 1 0 0 0,0-1 0 0 0,0 0 0 0 0,1 0 0 0 0,-1 0 0 0 0,0 0-1 0 0,1 0 1 0 0,-1 0 0 0 0,0 0 0 0 0,0 0 0 0 0,1 0 0 0 0,-1 0-1 0 0,0 0 1 0 0,1 0 0 0 0,-1 0 0 0 0,0 0 0 0 0,1 0 0 0 0,-1 0 0 0 0,0 0-1 0 0,0 0 1 0 0,1 0 0 0 0,-1 0 0 0 0,0 0 0 0 0,1-1 0 0 0,-1 1 0 0 0,0 0-1 0 0,0 0 1 0 0,1 0 0 0 0,-1 0 0 0 0,0-1 0 0 0,0 1 0 0 0,0 0-1 0 0,1 0 1 0 0,-1-1 0 0 0,0 1 0 0 0,0 0 0 0 0,0 0 0 0 0,0-1 0 0 0,1 1-1 0 0,-1 0 1 0 0,0 0 0 0 0,0-1 0 0 0,0 1 0 0 0,0 0 0 0 0,0-1 0 0 0,3-10-1824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2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3679 0 0,'-1'-12'13115'0'0,"38"46"-11191"0"0,-24-20-1591 0 0,1-1 0 0 0,0-1 1 0 0,1-1-1 0 0,0 0 0 0 0,0 0 1 0 0,1-2-1 0 0,31 15 1 0 0,-32-20-278 0 0,1 0 1 0 0,-1 0 0 0 0,1-1 0 0 0,0-1-1 0 0,0-1 1 0 0,0 0 0 0 0,0-2 0 0 0,0 1 0 0 0,0-2-1 0 0,0 0 1 0 0,26-7 0 0 0,-19 2-163 0 0,0 0 0 0 0,-1-2-1 0 0,0 0 1 0 0,-1-1 0 0 0,0-2 0 0 0,-1 0 0 0 0,25-19 0 0 0,-43 28-142 0 0,-8 6 190 0 0,-11 9 181 0 0,6 0 62 0 0,1 1 0 0 0,1 1 0 0 0,0-1-1 0 0,0 1 1 0 0,1 1 0 0 0,1 0 0 0 0,1 0 0 0 0,0 0 0 0 0,1 1 0 0 0,-4 20 0 0 0,6-27-131 0 0,2 1 1 0 0,-1-1 0 0 0,1 1 0 0 0,1-1 0 0 0,0 1-1 0 0,0-1 1 0 0,1 1 0 0 0,0-1 0 0 0,0 1-1 0 0,1-1 1 0 0,1 0 0 0 0,-1 0 0 0 0,1 0 0 0 0,1 0-1 0 0,0 0 1 0 0,0 0 0 0 0,1-1 0 0 0,0 0-1 0 0,6 8 1 0 0,-9-14-151 0 0,0 0-1 0 0,0 0 1 0 0,0 0 0 0 0,1 0-1 0 0,-1-1 1 0 0,0 1 0 0 0,1-1-1 0 0,-1 0 1 0 0,1 1 0 0 0,-1-1-1 0 0,1 0 1 0 0,5 1-1 0 0,19-2-7127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3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10 101 2303 0 0,'23'-19'4758'0'0,"-18"17"-2712"0"0,-1-1-1 0 0,1 1 1 0 0,9-3-1 0 0,8-1-972 0 0,0 2-1 0 0,1 0 0 0 0,-1 1 0 0 0,1 2 0 0 0,-1 0 1 0 0,38 4-1 0 0,-37-1-895 0 0,0-1 0 0 0,0-2 0 0 0,1 0 0 0 0,-1-1 0 0 0,-1-1 0 0 0,31-8 0 0 0,-50 10-177 0 0,0 0 0 0 0,-1 0-1 0 0,1-1 1 0 0,-1 1-1 0 0,1-1 1 0 0,-1 1-1 0 0,0-1 1 0 0,1 0-1 0 0,-1 0 1 0 0,0 0-1 0 0,2-2 1 0 0,-4 3-14 0 0,1 1 0 0 0,-1 0 0 0 0,0-1-1 0 0,0 1 1 0 0,0 0 0 0 0,0 0 0 0 0,1-1 0 0 0,-1 1 0 0 0,0-1 0 0 0,0 1 0 0 0,0 0 0 0 0,0-1-1 0 0,0 1 1 0 0,0 0 0 0 0,0-1 0 0 0,0 1 0 0 0,0 0 0 0 0,0-1 0 0 0,0 1 0 0 0,0-1 0 0 0,0 1-1 0 0,0 0 1 0 0,0-1 0 0 0,0 1 0 0 0,0 0 0 0 0,0-1 0 0 0,-1 1 0 0 0,1 0 0 0 0,0-1 0 0 0,-1 0 0 0 0,0 1-42 0 0,0-1 0 0 0,0 0 1 0 0,0 1-1 0 0,-1-1 1 0 0,1 0-1 0 0,0 1 0 0 0,0 0 1 0 0,-1-1-1 0 0,1 1 1 0 0,0 0-1 0 0,-1 0 0 0 0,1-1 1 0 0,-3 1-1 0 0,-14 0-560 0 0,0 1 0 0 0,0 1-1 0 0,0 0 1 0 0,0 1 0 0 0,1 1 0 0 0,-24 8 0 0 0,13-2-746 0 0,0 2 1 0 0,-53 29 0 0 0,67-32 1414 0 0,0 2-1 0 0,1-1 1 0 0,0 2 0 0 0,1-1-1 0 0,0 2 1 0 0,1-1 0 0 0,0 2-1 0 0,1 0 1 0 0,1 0 0 0 0,0 0-1 0 0,1 1 1 0 0,-8 19 0 0 0,12-23 324 0 0,0 0 0 0 0,1 0 0 0 0,0 0 0 0 0,1 1 0 0 0,0-1 0 0 0,1 1 0 0 0,0-1 0 0 0,1 17-1 0 0,1-20-133 0 0,0 0-1 0 0,1 0 1 0 0,-1 0-1 0 0,1 0 1 0 0,1-1-1 0 0,0 1 1 0 0,0-1-1 0 0,0 1 0 0 0,1-1 1 0 0,0 0-1 0 0,1 0 1 0 0,8 11-1 0 0,-8-13-63 0 0,1 0 1 0 0,-1-1-1 0 0,1 1 0 0 0,0-1 1 0 0,0 0-1 0 0,0 0 0 0 0,0-1 1 0 0,1 0-1 0 0,-1 0 0 0 0,1 0 1 0 0,0-1-1 0 0,0 0 0 0 0,0 0 0 0 0,0-1 1 0 0,0 0-1 0 0,0 0 0 0 0,0-1 1 0 0,1 0-1 0 0,-1 0 0 0 0,0-1 1 0 0,9-1-1 0 0,5-1-202 0 0,0-2 1 0 0,-1 0-1 0 0,0-2 1 0 0,1 0-1 0 0,36-19 0 0 0,-50 22-18 0 0,0 0-1 0 0,0 0 0 0 0,-1-1 0 0 0,8-6 1 0 0,-13 10-167 0 0,0 0 0 0 0,0 0 0 0 0,1 0 1 0 0,-1 0-1 0 0,0 0 0 0 0,0-1 1 0 0,0 1-1 0 0,0 0 0 0 0,-1-1 0 0 0,1 1 1 0 0,0 0-1 0 0,0-1 0 0 0,-1 1 0 0 0,1-1 1 0 0,-1 1-1 0 0,0-1 0 0 0,1 0 0 0 0,-1 1 1 0 0,0-1-1 0 0,0 1 0 0 0,0-1 1 0 0,0 0-1 0 0,0 1 0 0 0,0-1 0 0 0,0 1 1 0 0,-1-1-1 0 0,0-2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3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7831 0 0,'50'-2'8486'0'0,"3"-4"-4598"0"0,14-5-3907 0 0,31-8-6050 0 0,-75 14-1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3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0 294 10943 0 0,'9'37'1030'0'0,"-6"-19"8"0"0,2 1 0 0 0,0-1 0 0 0,0 0 0 0 0,2 0 0 0 0,17 32 0 0 0,-24-50-1021 0 0,0 1 1 0 0,0-1-1 0 0,0 1 1 0 0,0-1 0 0 0,0 0-1 0 0,1 1 1 0 0,-1-1 0 0 0,0 0-1 0 0,0 1 1 0 0,1-1 0 0 0,-1 1-1 0 0,0-1 1 0 0,1 0 0 0 0,-1 0-1 0 0,0 1 1 0 0,1-1-1 0 0,-1 0 1 0 0,0 0 0 0 0,1 1-1 0 0,-1-1 1 0 0,0 0 0 0 0,1 0-1 0 0,-1 0 1 0 0,1 0 0 0 0,-1 1-1 0 0,1-1 1 0 0,-1 0-1 0 0,0 0 1 0 0,1 0 0 0 0,-1 0-1 0 0,1 0 1 0 0,-1 0 0 0 0,1 0-1 0 0,-1 0 1 0 0,0 0 0 0 0,1 0-1 0 0,-1-1 1 0 0,1 1 0 0 0,-1 0-1 0 0,0 0 1 0 0,1 0-1 0 0,-1 0 1 0 0,1-1 0 0 0,-1 1-1 0 0,0 0 1 0 0,1 0 0 0 0,-1-1-1 0 0,0 1 1 0 0,1 0 0 0 0,-1-1-1 0 0,0 1 1 0 0,0 0-1 0 0,1-1 1 0 0,-1 1 0 0 0,0 0-1 0 0,0-1 1 0 0,1 1 0 0 0,-1-1-1 0 0,0 1 1 0 0,0-1 0 0 0,0 1-1 0 0,0 0 1 0 0,0-1 0 0 0,0 1-1 0 0,0-1 1 0 0,0 1-1 0 0,0-1 1 0 0,7-31 245 0 0,-6-3-196 0 0,-5-57-1 0 0,0-11-2 0 0,4 89-26 0 0,1 0 0 0 0,0 0 0 0 0,2 0-1 0 0,-1 1 1 0 0,7-17 0 0 0,-9 29-29 0 0,0-1 0 0 0,0 1 0 0 0,1 0-1 0 0,-1 0 1 0 0,0 0 0 0 0,1 0 0 0 0,-1-1-1 0 0,1 1 1 0 0,-1 0 0 0 0,1 0 0 0 0,0 0 0 0 0,-1 0-1 0 0,1 0 1 0 0,0 0 0 0 0,0 0 0 0 0,0 1 0 0 0,0-1-1 0 0,0 0 1 0 0,0 0 0 0 0,0 1 0 0 0,0-1-1 0 0,0 0 1 0 0,0 1 0 0 0,0-1 0 0 0,0 1 0 0 0,0-1-1 0 0,0 1 1 0 0,1 0 0 0 0,-1 0 0 0 0,0-1 0 0 0,0 1-1 0 0,0 0 1 0 0,1 0 0 0 0,-1 0 0 0 0,0 0 0 0 0,0 0-1 0 0,1 1 1 0 0,-1-1 0 0 0,0 0 0 0 0,0 0-1 0 0,0 1 1 0 0,0-1 0 0 0,1 1 0 0 0,-1-1 0 0 0,0 1-1 0 0,1 0 1 0 0,3 3 2 0 0,0-1-1 0 0,0 1 0 0 0,-1 0 1 0 0,1 0-1 0 0,-1 1 1 0 0,0-1-1 0 0,0 1 0 0 0,3 5 1 0 0,32 55 439 0 0,-20-32 82 0 0,1-1 0 0 0,37 45-1 0 0,-51-70-390 0 0,1 1-1 0 0,0-1 0 0 0,0-1 0 0 0,1 1 0 0 0,0-1 0 0 0,0-1 1 0 0,0 1-1 0 0,1-2 0 0 0,-1 1 0 0 0,1-1 0 0 0,0 0 0 0 0,1-1 0 0 0,-1 0 1 0 0,16 3-1 0 0,-20-5-97 0 0,0-1 0 0 0,0 1 0 0 0,1-1 0 0 0,-1 0 0 0 0,0 0 0 0 0,0-1-1 0 0,0 1 1 0 0,0-1 0 0 0,0 0 0 0 0,0-1 0 0 0,0 1 0 0 0,0-1 0 0 0,-1 0 0 0 0,1 0 0 0 0,0-1 0 0 0,-1 1 0 0 0,0-1 0 0 0,1 0 0 0 0,-1 0 0 0 0,-1-1 0 0 0,1 1 0 0 0,0-1 0 0 0,-1 0 0 0 0,1 1 0 0 0,-1-2 0 0 0,0 1 0 0 0,-1 0 0 0 0,1-1 0 0 0,-1 1 0 0 0,0-1-1 0 0,3-7 1 0 0,-1-3 6 0 0,0 1-1 0 0,0-1 0 0 0,-2 0 0 0 0,0 0 1 0 0,0 0-1 0 0,-2-1 0 0 0,0 1 1 0 0,0 0-1 0 0,-5-23 0 0 0,1 15-7 0 0,-1-1-1 0 0,-1 1 0 0 0,-2 0 1 0 0,0 0-1 0 0,-13-25 1 0 0,28 64-5280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4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202 225 10591 0 0,'-2'2'280'0'0,"1"1"0"0"0,-1 0 0 0 0,0 0-1 0 0,1 0 1 0 0,0 0 0 0 0,0 0 0 0 0,0 0-1 0 0,-1 4 1 0 0,-5 15 1244 0 0,-154 298 4653 0 0,156-308-5850 0 0,-1 1 0 0 0,-4 19 0 0 0,49-145 693 0 0,80-258-1496 0 0,-116 361 448 0 0,3-11-7 0 0,2-1-1 0 0,14-28 1 0 0,-20 46 30 0 0,1-1 1 0 0,0 0-1 0 0,0 1 0 0 0,0-1 1 0 0,0 1-1 0 0,1 0 1 0 0,-1 0-1 0 0,1 0 0 0 0,0 1 1 0 0,1-1-1 0 0,-1 1 1 0 0,0 0-1 0 0,1 0 0 0 0,0 1 1 0 0,8-4-1 0 0,-10 5 10 0 0,-1 0 0 0 0,1 1-1 0 0,-1-1 1 0 0,1 1 0 0 0,0 0 0 0 0,-1 0-1 0 0,1 0 1 0 0,0 0 0 0 0,-1 0-1 0 0,1 1 1 0 0,0-1 0 0 0,-1 1 0 0 0,1 0-1 0 0,-1 0 1 0 0,1 0 0 0 0,-1 0 0 0 0,1 0-1 0 0,-1 0 1 0 0,0 1 0 0 0,0-1-1 0 0,1 1 1 0 0,-1-1 0 0 0,0 1 0 0 0,0 0-1 0 0,-1 0 1 0 0,1 0 0 0 0,2 3 0 0 0,4 6 35 0 0,-1 1 0 0 0,0-1 1 0 0,-1 1-1 0 0,6 15 1 0 0,-8-17-23 0 0,99 286 878 0 0,-98-280-834 0 0,12 40 151 0 0,45 99 0 0 0,-64-157-1400 0 0,-18-18-7127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4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50 111 4607 0 0,'-6'-1'1009'0'0,"-38"-12"7722"0"0,44 12-8580 0 0,1 1-1 0 0,-1-1 0 0 0,0 1 0 0 0,0-1 1 0 0,0 1-1 0 0,0 0 0 0 0,1-1 0 0 0,-1 1 1 0 0,0-1-1 0 0,0 1 0 0 0,1-1 0 0 0,-1 1 1 0 0,0 0-1 0 0,1-1 0 0 0,-1 1 0 0 0,0 0 1 0 0,1-1-1 0 0,-1 1 0 0 0,0 0 0 0 0,1-1 1 0 0,-1 1-1 0 0,1 0 0 0 0,-1 0 0 0 0,1-1 1 0 0,-1 1-1 0 0,1 0 0 0 0,-1 0 0 0 0,1 0 1 0 0,0 0-1 0 0,19-6 622 0 0,-17 5-468 0 0,188-36 2553 0 0,1-3-4262 0 0,-176 37-3819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5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5983 0 0,'24'11'11157'0'0,"-20"-1"-11146"0"0,6 13 676 0 0,-2 1 0 0 0,0 1 0 0 0,6 39 0 0 0,-9-35-585 0 0,2 0 0 0 0,12 30 1 0 0,-17-54-468 0 0,2 5-162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5.4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42 6911 0 0,'0'-1'-68'0'0,"-4"-14"-791"0"0,4-1 4474 0 0,1 15-3344 0 0,-1 0 0 0 0,1 0 0 0 0,0 1-1 0 0,0-1 1 0 0,0 0 0 0 0,-1 1 0 0 0,1-1-1 0 0,0 0 1 0 0,0 1 0 0 0,0-1 0 0 0,0 1-1 0 0,0 0 1 0 0,0-1 0 0 0,0 1 0 0 0,0 0-1 0 0,0-1 1 0 0,0 1 0 0 0,0 0 0 0 0,1 0 0 0 0,-1 0-1 0 0,0 0 1 0 0,0 0 0 0 0,0 0 0 0 0,0 0-1 0 0,0 1 1 0 0,0-1 0 0 0,2 1 0 0 0,7 0-62 0 0,0 1 0 0 0,0 1 1 0 0,0 0-1 0 0,0 0 1 0 0,-1 1-1 0 0,1 0 0 0 0,-1 1 1 0 0,0-1-1 0 0,0 2 1 0 0,15 11-1 0 0,5 8 389 0 0,42 44-1 0 0,-53-51-309 0 0,61 71 919 0 0,-71-78-998 0 0,0-1 1 0 0,-1 1-1 0 0,-1 1 0 0 0,1-1 1 0 0,-2 1-1 0 0,0 0 0 0 0,4 15 0 0 0,-8-24-168 0 0,0-1 0 0 0,-1 1 0 0 0,1 0 0 0 0,-1-1 0 0 0,0 1 0 0 0,0 0 0 0 0,0 0 0 0 0,0 0 0 0 0,0-1 0 0 0,-1 1 0 0 0,1 0 0 0 0,-1 0 0 0 0,0-1 0 0 0,0 1 0 0 0,0-1-1 0 0,0 1 1 0 0,0 0 0 0 0,-3 3 0 0 0,1-2 18 0 0,0-1 0 0 0,0 0 0 0 0,-1 0 0 0 0,1 0 0 0 0,-1 0 0 0 0,1-1 0 0 0,-1 1 0 0 0,0-1 0 0 0,0 0 0 0 0,-8 3 0 0 0,-6 0 134 0 0,-2 0 1 0 0,1-1-1 0 0,-1 0 0 0 0,-23 0 0 0 0,34-4-120 0 0,-9 3-89 0 0,0-2-1 0 0,0 0 1 0 0,0-1 0 0 0,0-1 0 0 0,0-1 0 0 0,0 0 0 0 0,-29-8-1 0 0,47 9-2 0 0,0 1 0 0 0,0 0 0 0 0,0 0 0 0 0,0 0 0 0 0,0 0 0 0 0,0 0 0 0 0,1 0 0 0 0,-1 0 0 0 0,0 0 0 0 0,0 0-1 0 0,0 0 1 0 0,0-1 0 0 0,0 1 0 0 0,0 0 0 0 0,0 0 0 0 0,0 0 0 0 0,0 0 0 0 0,0 0 0 0 0,0 0 0 0 0,0 0 0 0 0,0-1 0 0 0,0 1-1 0 0,0 0 1 0 0,0 0 0 0 0,0 0 0 0 0,0 0 0 0 0,0 0 0 0 0,0 0 0 0 0,0 0 0 0 0,0-1 0 0 0,0 1 0 0 0,0 0 0 0 0,0 0 0 0 0,0 0-1 0 0,0 0 1 0 0,-1 0 0 0 0,1 0 0 0 0,0 0 0 0 0,0 0 0 0 0,0-1 0 0 0,0 1 0 0 0,0 0 0 0 0,0 0 0 0 0,0 0 0 0 0,0 0 0 0 0,0 0-1 0 0,-1 0 1 0 0,1 0 0 0 0,0 0 0 0 0,0 0 0 0 0,0 0 0 0 0,0 0 0 0 0,0 0 0 0 0,0 0 0 0 0,0 0 0 0 0,-1 0 0 0 0,1 0-1 0 0,0 0 1 0 0,0 0 0 0 0,0 0 0 0 0,0 0 0 0 0,0 0 0 0 0,-1 0 0 0 0,11-3-1655 0 0,-8 3 1165 0 0,9-2-1696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6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14079 0 0,'1'-1'83'0'0,"0"-2"82"0"0,0 1-1 0 0,0 0 1 0 0,0 0-1 0 0,0 0 1 0 0,0 0-1 0 0,1 0 1 0 0,-1 1 0 0 0,3-4-1 0 0,-3 5-92 0 0,-1 0 0 0 0,1 0 0 0 0,0 0 0 0 0,-1 0 0 0 0,1 0 0 0 0,0 0 0 0 0,-1 0 0 0 0,1 0-1 0 0,-1 0 1 0 0,1 0 0 0 0,0 0 0 0 0,-1 0 0 0 0,1 1 0 0 0,-1-1 0 0 0,1 0 0 0 0,0 0 0 0 0,-1 1 0 0 0,1-1 0 0 0,-1 0 0 0 0,1 1 0 0 0,-1-1 0 0 0,1 0 0 0 0,-1 1-1 0 0,1-1 1 0 0,-1 1 0 0 0,0-1 0 0 0,1 1 0 0 0,-1-1 0 0 0,1 1 0 0 0,-1-1 0 0 0,0 1 0 0 0,0-1 0 0 0,1 1 0 0 0,-1-1 0 0 0,0 1 0 0 0,0 0 0 0 0,8 12 500 0 0,-1 0 0 0 0,-1 1 0 0 0,0-1 0 0 0,-1 1 0 0 0,6 28 0 0 0,8 77 921 0 0,-5-24-440 0 0,-10-73-825 0 0,0-1-1 0 0,2 1 1 0 0,1-1 0 0 0,16 36-1 0 0,-20-53-199 0 0,-1 1 0 0 0,1-1 0 0 0,0 0 0 0 0,1 0 0 0 0,-1 0 0 0 0,0 0 0 0 0,1 0 0 0 0,0-1 0 0 0,0 0 0 0 0,0 1 0 0 0,7 2 0 0 0,-8-4-14 0 0,1-1 0 0 0,-1 1 0 0 0,1-1 1 0 0,0 0-1 0 0,0-1 0 0 0,-1 1 1 0 0,1 0-1 0 0,0-1 0 0 0,0 0 0 0 0,0 0 1 0 0,0 0-1 0 0,0-1 0 0 0,-1 1 1 0 0,1-1-1 0 0,0 0 0 0 0,0 0 0 0 0,4-2 1 0 0,0-1 13 0 0,0 1-1 0 0,-1-1 1 0 0,0-1 0 0 0,0 1 0 0 0,0-1 0 0 0,-1-1 0 0 0,1 1 0 0 0,-1-1-1 0 0,0 0 1 0 0,-1 0 0 0 0,1-1 0 0 0,-1 0 0 0 0,-1 0 0 0 0,1 0-1 0 0,-1 0 1 0 0,-1-1 0 0 0,1 1 0 0 0,-1-1 0 0 0,3-12 0 0 0,0-1 5 0 0,-1-1 0 0 0,-1-1 1 0 0,-1 1-1 0 0,-1 0 1 0 0,-1-1-1 0 0,-2-24 0 0 0,0 35-11 0 0,0-17 25 0 0,-7-36 1 0 0,7 58-40 0 0,-1 0-1 0 0,1 1 1 0 0,-1-1 0 0 0,-1 1 0 0 0,1-1 0 0 0,-1 1 0 0 0,0 0 0 0 0,0 0 0 0 0,-1 0-1 0 0,0 0 1 0 0,-5-6 0 0 0,2 7-106 0 0,8 8-595 0 0,9 10-668 0 0,-3-7 346 0 0,1-1-1 0 0,0 0 1 0 0,0 0-1 0 0,0-1 1 0 0,0 0-1 0 0,1-1 1 0 0,-1 0-1 0 0,1 0 1 0 0,0-1-1 0 0,12 2 1 0 0,-3-2-4295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6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12263 0 0,'10'-3'239'0'0,"13"-1"829"0"0,-21 4-884 0 0,0 1 0 0 0,-1-1 0 0 0,1 1 0 0 0,-1 0 0 0 0,1-1 0 0 0,-1 1 0 0 0,1 0 0 0 0,-1 0 0 0 0,0 0 0 0 0,1 0 0 0 0,-1 0 0 0 0,0 0 0 0 0,0 0 0 0 0,0 1 0 0 0,0-1 1 0 0,2 3-1 0 0,15 24 1594 0 0,-18-28-1770 0 0,7 15 400 0 0,0 0 0 0 0,-1 1 0 0 0,0-1 0 0 0,-1 1 0 0 0,-1 0 0 0 0,3 23 0 0 0,3 101 961 0 0,-9-104-1200 0 0,4 1 82 0 0,-5-36-384 0 0,0 0 0 0 0,1 0 0 0 0,-1 1 0 0 0,1-1 1 0 0,-1 0-1 0 0,1 0 0 0 0,-1 0 0 0 0,1 0 0 0 0,0 0 0 0 0,-1 0 1 0 0,1 0-1 0 0,0 0 0 0 0,0 0 0 0 0,0 0 0 0 0,0 0 0 0 0,0 0 1 0 0,0-1-1 0 0,0 1 0 0 0,0 0 0 0 0,0-1 0 0 0,0 1 0 0 0,0-1 1 0 0,1 1-1 0 0,-1-1 0 0 0,0 0 0 0 0,2 1 0 0 0,4-1-1587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27 12439 0 0,'-5'-3'410'0'0,"-1"-1"0"0"0,1 1-1 0 0,-1 0 1 0 0,1 1 0 0 0,-1 0-1 0 0,0-1 1 0 0,0 2 0 0 0,0-1-1 0 0,0 1 1 0 0,-12-1-1 0 0,4 1 411 0 0,0 2-1 0 0,0 0 1 0 0,-25 5-1 0 0,32-5-692 0 0,0 1-1 0 0,0 0 0 0 0,0 0 1 0 0,1 0-1 0 0,-1 1 1 0 0,1 0-1 0 0,-1 0 0 0 0,1 1 1 0 0,-10 7-1 0 0,14-9-93 0 0,0 0 1 0 0,0 0-1 0 0,0 0 0 0 0,0 0 0 0 0,1 0 0 0 0,-1 1 0 0 0,1-1 1 0 0,-1 1-1 0 0,1-1 0 0 0,0 1 0 0 0,0 0 0 0 0,0-1 1 0 0,0 1-1 0 0,0 0 0 0 0,1 0 0 0 0,-1 0 0 0 0,1-1 0 0 0,0 1 1 0 0,0 0-1 0 0,0 0 0 0 0,0 0 0 0 0,0 0 0 0 0,1-1 1 0 0,-1 1-1 0 0,1 0 0 0 0,2 5 0 0 0,0 1-36 0 0,1 0-1 0 0,0 0 1 0 0,1 0 0 0 0,0-1-1 0 0,0 0 1 0 0,1 1 0 0 0,10 10-1 0 0,56 49-49 0 0,-8-8 16 0 0,-54-49 28 0 0,-1 0 1 0 0,0 1 0 0 0,0-1-1 0 0,-2 2 1 0 0,1-1-1 0 0,-1 1 1 0 0,5 15-1 0 0,-11-25 12 0 0,0 1 0 0 0,1-1 0 0 0,-2 0 0 0 0,1 1 0 0 0,0-1-1 0 0,-1 1 1 0 0,1 0 0 0 0,-1-1 0 0 0,0 1 0 0 0,0-1 0 0 0,-1 1 0 0 0,1-1-1 0 0,-1 1 1 0 0,1 0 0 0 0,-1-1 0 0 0,0 0 0 0 0,-1 1 0 0 0,1-1-1 0 0,-1 0 1 0 0,1 1 0 0 0,-1-1 0 0 0,0 0 0 0 0,0 0 0 0 0,0-1 0 0 0,0 1-1 0 0,-1 0 1 0 0,1-1 0 0 0,-1 1 0 0 0,0-1 0 0 0,0 0 0 0 0,0 0-1 0 0,0 0 1 0 0,-6 3 0 0 0,-1 0 104 0 0,-1 0 0 0 0,0-1 0 0 0,0-1 0 0 0,0 0 0 0 0,0 0 0 0 0,-1-1 0 0 0,-16 1 0 0 0,20-2-2 0 0,0-1-1 0 0,0 0 1 0 0,0-1 0 0 0,0 1-1 0 0,0-2 1 0 0,0 1-1 0 0,0-1 1 0 0,0 0-1 0 0,0 0 1 0 0,1-1-1 0 0,-12-6 1 0 0,17 8-149 0 0,0 0 0 0 0,1 0 0 0 0,-1-1 0 0 0,0 1 0 0 0,0-1 0 0 0,1 1 0 0 0,-1-1 1 0 0,1 0-1 0 0,-1 1 0 0 0,1-1 0 0 0,0 0 0 0 0,0 0 0 0 0,0 0 0 0 0,0 0 0 0 0,0 0 0 0 0,0 0 0 0 0,0-3 1 0 0,1 3-521 0 0,-1 1 0 0 0,1-1 0 0 0,0 0 0 0 0,0 0 0 0 0,0 0 0 0 0,1 0 0 0 0,-1 0 0 0 0,0 0 0 0 0,1 0 0 0 0,-1 0 0 0 0,1 1 0 0 0,0-1 1 0 0,0-2-1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7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53 430 13359 0 0,'-1'3'231'0'0,"1"-1"0"0"0,0 1 0 0 0,1 0 0 0 0,-1 0 0 0 0,0-1 0 0 0,1 1-1 0 0,-1-1 1 0 0,1 1 0 0 0,0 0 0 0 0,0-1 0 0 0,0 1 0 0 0,0-1 0 0 0,0 0 0 0 0,0 1-1 0 0,1-1 1 0 0,-1 0 0 0 0,1 0 0 0 0,0 0 0 0 0,0 0 0 0 0,-1 0 0 0 0,1 0 0 0 0,1 0-1 0 0,-1-1 1 0 0,0 1 0 0 0,0-1 0 0 0,0 1 0 0 0,3 0 0 0 0,1 1 76 0 0,1 1 0 0 0,-1-1 0 0 0,1-1 0 0 0,0 1 0 0 0,-1-1 0 0 0,1 0 0 0 0,0-1 0 0 0,0 0 0 0 0,10 1 0 0 0,-4-3-143 0 0,0 0 1 0 0,-1-1-1 0 0,1-1 0 0 0,-1 0 1 0 0,1 0-1 0 0,-1-2 0 0 0,0 1 1 0 0,20-12-1 0 0,-15 7-94 0 0,0-2-1 0 0,-1 0 1 0 0,0 0 0 0 0,0-2-1 0 0,13-14 1 0 0,-22 20-57 0 0,0 0-1 0 0,-1-1 1 0 0,0 0 0 0 0,0 0-1 0 0,-1-1 1 0 0,0 1 0 0 0,-1-1-1 0 0,0 0 1 0 0,0 0 0 0 0,-1-1-1 0 0,0 1 1 0 0,0-1 0 0 0,-1 0-1 0 0,0 1 1 0 0,-1-1-1 0 0,0 0 1 0 0,-1 0 0 0 0,0 0-1 0 0,-1 0 1 0 0,0 0 0 0 0,0 0-1 0 0,-1 0 1 0 0,0 1 0 0 0,-1-1-1 0 0,0 1 1 0 0,0-1 0 0 0,-1 1-1 0 0,-1 0 1 0 0,1 0 0 0 0,-1 1-1 0 0,-1-1 1 0 0,0 1-1 0 0,0 1 1 0 0,-13-14 0 0 0,11 14-2 0 0,-1-1 1 0 0,-1 2-1 0 0,1-1 1 0 0,-1 2-1 0 0,0-1 0 0 0,-1 1 1 0 0,1 0-1 0 0,-1 1 1 0 0,0 1-1 0 0,0 0 1 0 0,0 0-1 0 0,-1 1 1 0 0,1 0-1 0 0,0 1 1 0 0,-1 0-1 0 0,-17 2 0 0 0,19-1-2 0 0,-1 1 0 0 0,1 0 0 0 0,0 1 0 0 0,0 0 0 0 0,1 1 0 0 0,-1 0 0 0 0,0 0 0 0 0,1 1 0 0 0,0 1 0 0 0,0-1 0 0 0,0 1 0 0 0,0 1 0 0 0,1-1 0 0 0,0 2-1 0 0,0-1 1 0 0,1 1 0 0 0,-1 0 0 0 0,1 1 0 0 0,-6 8 0 0 0,10-11-99 0 0,0 0 1 0 0,0 0-1 0 0,0 1 0 0 0,0-1 1 0 0,1 1-1 0 0,0 0 0 0 0,0 0 1 0 0,0 0-1 0 0,1 0 0 0 0,0 0 1 0 0,0 0-1 0 0,1 0 0 0 0,0 0 1 0 0,0 0-1 0 0,0 0 0 0 0,0 1 0 0 0,1-1 1 0 0,0 0-1 0 0,1 0 0 0 0,-1 0 1 0 0,1-1-1 0 0,0 1 0 0 0,1 0 1 0 0,-1-1-1 0 0,1 1 0 0 0,0-1 1 0 0,1 0-1 0 0,-1 0 0 0 0,1 0 1 0 0,0 0-1 0 0,0-1 0 0 0,1 1 1 0 0,-1-1-1 0 0,1 0 0 0 0,0-1 1 0 0,0 1-1 0 0,9 4 0 0 0,14 5-1422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47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1 514 13359 0 0,'28'82'4548'0'0,"21"37"-1861"0"0,-48-116-2535 0 0,0 0 1 0 0,0-1-1 0 0,1 1 1 0 0,0-1 0 0 0,-1 1-1 0 0,1-1 1 0 0,0 0-1 0 0,2 3 1 0 0,-3-5-118 0 0,-1 0 1 0 0,0 0 0 0 0,0 0-1 0 0,1 0 1 0 0,-1 1 0 0 0,0-1-1 0 0,1 0 1 0 0,-1 0 0 0 0,0 0-1 0 0,0 0 1 0 0,1 0 0 0 0,-1 0-1 0 0,0 0 1 0 0,1 0 0 0 0,-1 0-1 0 0,0 0 1 0 0,1 0 0 0 0,-1 0-1 0 0,0 0 1 0 0,1 0 0 0 0,-1 0-1 0 0,0 0 1 0 0,1 0 0 0 0,-1 0-1 0 0,0 0 1 0 0,0 0 0 0 0,1-1-1 0 0,-1 1 1 0 0,8-14 649 0 0,-4-10-429 0 0,-1 0 1 0 0,-1 1 0 0 0,-1-1-1 0 0,-5-47 1 0 0,2 29-162 0 0,-1-28-23 0 0,-2-100 26 0 0,6 144-86 0 0,1 0 0 0 0,1 0 1 0 0,2 0-1 0 0,9-33 0 0 0,-12 51-13 0 0,1 1 1 0 0,0 0-1 0 0,0 0 1 0 0,1 0-1 0 0,0 0 0 0 0,0 1 1 0 0,0-1-1 0 0,1 1 1 0 0,0 0-1 0 0,0 0 0 0 0,0 1 1 0 0,9-7-1 0 0,-10 9-8 0 0,1 0-1 0 0,-1 1 1 0 0,1-1-1 0 0,0 1 1 0 0,0 0-1 0 0,0 0 1 0 0,0 0-1 0 0,1 1 1 0 0,-1 0-1 0 0,0 0 1 0 0,1 0-1 0 0,-1 1 1 0 0,0-1-1 0 0,1 1 1 0 0,-1 1 0 0 0,1-1-1 0 0,-1 1 1 0 0,7 1-1 0 0,-5 0 0 0 0,0 0-1 0 0,0 0 1 0 0,-1 0-1 0 0,1 1 1 0 0,0 0-1 0 0,-1 0 1 0 0,0 1-1 0 0,1 0 1 0 0,-2 0-1 0 0,1 0 1 0 0,0 1-1 0 0,-1 0 1 0 0,0 0 0 0 0,0 0-1 0 0,0 1 1 0 0,-1 0-1 0 0,0-1 1 0 0,0 2-1 0 0,0-1 1 0 0,-1 0-1 0 0,1 1 1 0 0,-2-1-1 0 0,1 1 1 0 0,-1 0-1 0 0,0 0 1 0 0,0 0-1 0 0,-1 0 1 0 0,0 1-1 0 0,-1-1 1 0 0,1 0 0 0 0,-1 0-1 0 0,-1 0 1 0 0,-1 13-1 0 0,-1-2 18 0 0,-2-1 1 0 0,0 1-1 0 0,0-1 0 0 0,-2 0 0 0 0,0-1 0 0 0,-1 0 1 0 0,-1 0-1 0 0,0 0 0 0 0,-15 18 0 0 0,10-16 2 0 0,-1-1 0 0 0,0-1 0 0 0,-1 0 0 0 0,-1-1 0 0 0,0-1 0 0 0,-1-1 0 0 0,-24 14 0 0 0,28-16 34 0 0,26-9 38 0 0,-1 0-53 0 0,34 6 440 0 0,-1 2 0 0 0,0 2 1 0 0,-1 1-1 0 0,-1 3 0 0 0,0 2 0 0 0,-1 1 0 0 0,74 47 0 0 0,-104-57-747 0 0,1-1-1 0 0,-1 2 0 0 0,0-1 0 0 0,12 17 1 0 0,-17-20-628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01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1375 0 0,'0'2'793'0'0,"0"1"-1"0"0,1-1 0 0 0,-1 1 1 0 0,1-1-1 0 0,0 1 0 0 0,0-1 0 0 0,0 0 1 0 0,0 1-1 0 0,0-1 0 0 0,2 3 1 0 0,23 27 2094 0 0,-15-21-2414 0 0,0-1 1 0 0,0-1-1 0 0,18 11 0 0 0,12 3 362 0 0,1-1-1 0 0,1-3 0 0 0,48 15 1 0 0,138 32-278 0 0,-217-63-465 0 0,154 28 814 0 0,-82-17-593 0 0,37 5-121 0 0,0-5 0 0 0,135-2 1 0 0,-235-12-111 0 0,718-9 1205 0 0,-594 2-1004 0 0,146-24-1 0 0,-191 14-154 0 0,283-57 172 0 0,-30 11 140 0 0,-336 60-433 0 0,16-4 10 0 0,0-1 0 0 0,0-1 1 0 0,49-23-1 0 0,-51 20-10 0 0,-30 11-10 0 0,63-20 146 0 0,-59 19-183 0 0,1 1 0 0 0,0 0 0 0 0,0 0 0 0 0,0 1 0 0 0,0 0 0 0 0,0 0 0 0 0,0 0 0 0 0,0 0 0 0 0,5 2 0 0 0,-5 3-2062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38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63 167 3223 0 0,'-7'-1'713'0'0,"1"1"0"0"0,-1 0 0 0 0,0 0 0 0 0,1 0 0 0 0,-1 0 0 0 0,-16 2 4532 0 0,44-10-4627 0 0,0 1 0 0 0,1 1 0 0 0,-1 1 0 0 0,40-4 0 0 0,93 1 333 0 0,-111 7 543 0 0,46-4-1307 0 0,121-22 0 0 0,162-15 653 0 0,-232 29-715 0 0,50-3 70 0 0,-44 15-125 0 0,61-2-76 0 0,-130-1 65 0 0,105 9 0 0 0,-114-4-34 0 0,106-10 1 0 0,-117 3 156 0 0,1 3 0 0 0,112 7 0 0 0,-73 6-123 0 0,163-4-1 0 0,-105 1 21 0 0,-106-3-54 0 0,95-4-1 0 0,-56-11 78 0 0,-45 5 246 0 0,-1 2 1 0 0,61 1-1 0 0,-95 4-320 0 0,35 3 175 0 0,-40-4-191 0 0,0 0-1 0 0,0 1 0 0 0,0 0 0 0 0,0 0 0 0 0,0 0 0 0 0,0 0 0 0 0,-1 0 1 0 0,1 0-1 0 0,0 1 0 0 0,-1-1 0 0 0,3 3 0 0 0,-5-4-41 0 0,0 0 0 0 0,0 1 0 0 0,-1-1 0 0 0,1 1 1 0 0,0-1-1 0 0,0 0 0 0 0,-1 1 0 0 0,1-1 0 0 0,0 0 0 0 0,-1 1 0 0 0,1-1 0 0 0,-1 0 0 0 0,1 1 0 0 0,0-1 0 0 0,-1 0 0 0 0,1 0 1 0 0,-1 0-1 0 0,1 1 0 0 0,0-1 0 0 0,-1 0 0 0 0,0 0 0 0 0,0 1-245 0 0,-3 1-872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19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942 200 6447 0 0,'-12'-15'683'0'0,"-1"-1"-1"0"0,-1 1 0 0 0,0 1 0 0 0,-1 0 0 0 0,0 1 1 0 0,-1 1-1 0 0,0 1 0 0 0,-1 0 0 0 0,-1 1 0 0 0,1 0 1 0 0,-2 2-1 0 0,-23-9 0 0 0,26 12-515 0 0,-1 1 0 0 0,1 0 0 0 0,-1 1 0 0 0,0 0 0 0 0,0 1 0 0 0,0 2 0 0 0,0-1 0 0 0,0 2 1 0 0,0 0-1 0 0,0 1 0 0 0,0 1 0 0 0,1 1 0 0 0,-1 0 0 0 0,-27 11 0 0 0,18-2 3 0 0,0 1 0 0 0,0 1 1 0 0,1 1-1 0 0,1 1 0 0 0,1 1 0 0 0,1 1 1 0 0,-39 43-1 0 0,35-31 55 0 0,2 1 1 0 0,1 1-1 0 0,1 1 1 0 0,2 0-1 0 0,-21 49 1 0 0,33-64-85 0 0,0 1 0 0 0,1 0 0 0 0,1 1 0 0 0,1 0 0 0 0,1 0 0 0 0,0 0 0 0 0,2 0 0 0 0,1 0 0 0 0,0 0 0 0 0,1 1 0 0 0,2-1 0 0 0,0 0 0 0 0,6 23 0 0 0,6 4 215 0 0,1-19-152 0 0,29 49-68 0 0,-42-74-120 0 0,1 0 0 0 0,-1-1 0 0 0,1 1-1 0 0,-1 0 1 0 0,1-1 0 0 0,0 1 0 0 0,5 3 0 0 0,6 7 15 0 0,3 3-5 0 0,1 0 0 0 0,1-1 1 0 0,38 25-1 0 0,-29-25 8 0 0,2-1-1 0 0,0-2 1 0 0,0-1 0 0 0,1-2-1 0 0,35 8 1 0 0,163 20 237 0 0,-194-35-217 0 0,-1 0-1 0 0,0-3 1 0 0,1 0 0 0 0,-1-3-1 0 0,0 0 1 0 0,0-2 0 0 0,0-2-1 0 0,-1-1 1 0 0,0-2 0 0 0,0-1-1 0 0,-1-1 1 0 0,0-2 0 0 0,-1-1-1 0 0,-1-2 1 0 0,43-31 0 0 0,-58 36 4 0 0,0-1 0 0 0,-1-1 0 0 0,-1 0 0 0 0,0-1 0 0 0,-1 0 1 0 0,-1-1-1 0 0,0-1 0 0 0,-1 1 0 0 0,-1-2 0 0 0,-1 1 0 0 0,0-1 0 0 0,-1 0 1 0 0,-1-1-1 0 0,-1 0 0 0 0,0 0 0 0 0,-2 0 0 0 0,0 0 0 0 0,-1-1 0 0 0,-1 1 0 0 0,-1-1 1 0 0,-1 1-1 0 0,0 0 0 0 0,-1-1 0 0 0,-10-34 0 0 0,2 16 6 0 0,-3 1 1 0 0,-1 0-1 0 0,-2 1 0 0 0,-1 1 0 0 0,-2 0 1 0 0,-1 2-1 0 0,-28-36 0 0 0,30 47-45 0 0,0 1 0 0 0,-1 0-1 0 0,-1 2 1 0 0,-1 0 0 0 0,-1 1 0 0 0,0 2-1 0 0,-1 0 1 0 0,-1 1 0 0 0,0 2-1 0 0,-48-20 1 0 0,46 24-59 0 0,0 0 0 0 0,0 2 0 0 0,-1 1 0 0 0,0 2 0 0 0,0 0 0 0 0,0 2 0 0 0,0 1 0 0 0,-46 3 0 0 0,66-1-20 0 0,0 0 1 0 0,-1 1-1 0 0,1 0 1 0 0,0 0-1 0 0,0 1 0 0 0,0-1 1 0 0,0 2-1 0 0,-10 5 0 0 0,14-7-82 0 0,0 0-1 0 0,0 1 1 0 0,0-1 0 0 0,0 1-1 0 0,0-1 1 0 0,1 1-1 0 0,-1 0 1 0 0,1 0-1 0 0,0 0 1 0 0,0 1-1 0 0,0-1 1 0 0,0 0-1 0 0,1 1 1 0 0,-1-1-1 0 0,1 1 1 0 0,0 0-1 0 0,0-1 1 0 0,-1 7-1 0 0,2 17-2021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0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1839 0 0,'2'11'9077'0'0,"4"7"-5168"0"0,8 33-2535 0 0,40 340 806 0 0,-22-138-2489 0 0,-26-215-4044 0 0,1-5-1533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0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1 4143 0 0,'-3'2'836'0'0,"0"1"-1"0"0,0 0 0 0 0,0 0 1 0 0,0 0-1 0 0,1 0 0 0 0,-1 0 1 0 0,1 0-1 0 0,0 1 0 0 0,0-1 1 0 0,0 1-1 0 0,-2 5 0 0 0,-3 5-793 0 0,-20 27 679 0 0,-1-1 1 0 0,-38 41 0 0 0,-74 66 32 0 0,-54 66 1117 0 0,188-206-1721 0 0,2-2-110 0 0,0 0 1 0 0,1 0-1 0 0,-1 0 0 0 0,1 0 1 0 0,0 1-1 0 0,-4 9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1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11519 0 0,'11'11'588'0'0,"-1"0"0"0"0,0 0-1 0 0,-1 1 1 0 0,0 0 0 0 0,-1 0-1 0 0,0 1 1 0 0,6 14 0 0 0,5 6-4 0 0,120 241 1236 0 0,-106-204-1759 0 0,-27-56-298 0 0,1 0 1 0 0,1 0-1 0 0,0-1 1 0 0,19 24-1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1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18 104 13359 0 0,'-17'-6'1680'0'0,"16"3"-593"0"0,12 2 380 0 0,188-5 810 0 0,-71 1-1924 0 0,349-39 492 0 0,-275 13-6382 0 0,-159 24-1131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2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4 7367 0 0,'0'0'78'0'0,"0"0"0"0"0,-1 0 0 0 0,1-1 0 0 0,0 1-1 0 0,0 0 1 0 0,0 0 0 0 0,0-1 0 0 0,-1 1-1 0 0,1 0 1 0 0,0 0 0 0 0,0 0 0 0 0,-1 0 0 0 0,1 0-1 0 0,0-1 1 0 0,0 1 0 0 0,-1 0 0 0 0,1 0 0 0 0,0 0-1 0 0,0 0 1 0 0,-1 0 0 0 0,1 0 0 0 0,0 0-1 0 0,0 0 1 0 0,-1 0 0 0 0,1 0 0 0 0,0 0 0 0 0,0 0-1 0 0,-1 0 1 0 0,1 0 0 0 0,0 0 0 0 0,-1 0 0 0 0,1 0-1 0 0,0 0 1 0 0,0 0 0 0 0,-1 0 0 0 0,1 1-1 0 0,0-1 1 0 0,0 0 0 0 0,-1 0 0 0 0,1 0 0 0 0,-5 15 1926 0 0,2 29-361 0 0,3-36-1488 0 0,-2 57 1414 0 0,11 106 1 0 0,-5-140-1093 0 0,1 0-1 0 0,2 0 1 0 0,1 0 0 0 0,1-1 0 0 0,21 45 0 0 0,-26-66-362 0 0,2 1 0 0 0,-1-1 0 0 0,1 0 0 0 0,1 0 0 0 0,0-1 0 0 0,0 0 0 0 0,1 0 0 0 0,-1 0 0 0 0,17 10 0 0 0,-21-16-99 0 0,-1 0 0 0 0,1 0 0 0 0,0-1 0 0 0,0 1 0 0 0,0-1 0 0 0,0 0 0 0 0,1 0 0 0 0,-1 0 0 0 0,0 0 0 0 0,0 0 0 0 0,1-1 0 0 0,-1 1 0 0 0,0-1 1 0 0,1 0-1 0 0,-1 0 0 0 0,0-1 0 0 0,0 1 0 0 0,1-1 0 0 0,-1 1 0 0 0,0-1 0 0 0,0 0 0 0 0,1 0 0 0 0,-1 0 0 0 0,0-1 0 0 0,0 1 0 0 0,0-1 1 0 0,-1 0-1 0 0,1 1 0 0 0,0-1 0 0 0,-1-1 0 0 0,1 1 0 0 0,-1 0 0 0 0,1-1 0 0 0,-1 1 0 0 0,2-4 0 0 0,2-3 21 0 0,0 1 0 0 0,-1-1 0 0 0,0 0 0 0 0,-1 0 0 0 0,0-1 0 0 0,0 1-1 0 0,-1-1 1 0 0,0 0 0 0 0,-1 0 0 0 0,0 0 0 0 0,-1 0 0 0 0,0 0 0 0 0,0-1 0 0 0,-2-19 0 0 0,-2-2-40 0 0,-2 0 0 0 0,-1 0 0 0 0,-13-43-1 0 0,16 63-164 0 0,-1 0 0 0 0,-10-19-1 0 0,1 12-2669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3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197 7 6447 0 0,'-2'-1'224'0'0,"0"0"0"0"0,0 0-1 0 0,0 0 1 0 0,0 0-1 0 0,-1 1 1 0 0,1-1-1 0 0,0 1 1 0 0,0-1 0 0 0,-1 1-1 0 0,1 0 1 0 0,0 0-1 0 0,0 0 1 0 0,-1 0-1 0 0,1 1 1 0 0,0-1 0 0 0,0 0-1 0 0,-4 2 1 0 0,-40 12 1990 0 0,37-11-1918 0 0,1 0 0 0 0,0 1 0 0 0,0 0-1 0 0,1 0 1 0 0,-1 1 0 0 0,1 0 0 0 0,0 0 0 0 0,0 1 0 0 0,0-1 0 0 0,-6 10-1 0 0,11-13-245 0 0,0 1 0 0 0,0 0-1 0 0,0 0 1 0 0,0 0-1 0 0,1 0 1 0 0,-1 0 0 0 0,1 0-1 0 0,0 0 1 0 0,0 1-1 0 0,1-1 1 0 0,-1 0 0 0 0,0 1-1 0 0,1-1 1 0 0,0 1 0 0 0,0-1-1 0 0,0 0 1 0 0,0 1-1 0 0,1-1 1 0 0,-1 0 0 0 0,1 1-1 0 0,0-1 1 0 0,0 0-1 0 0,0 1 1 0 0,0-1 0 0 0,0 0-1 0 0,1 0 1 0 0,0 0-1 0 0,-1 0 1 0 0,4 3 0 0 0,2 4-36 0 0,0-1 0 0 0,1 0 1 0 0,0-1-1 0 0,0 0 0 0 0,1 0 1 0 0,0-1-1 0 0,11 7 0 0 0,9 5 7 0 0,34 13-1 0 0,29 19-21 0 0,-91-51 12 0 0,0 1 0 0 0,0-1 0 0 0,0 1 0 0 0,0 0 0 0 0,1 0 0 0 0,-1 0 0 0 0,0 0 0 0 0,0 0 0 0 0,-1 0 0 0 0,1 0 0 0 0,0 0 0 0 0,0 0 0 0 0,0 0 0 0 0,-1 0 0 0 0,1 1 0 0 0,0-1 0 0 0,-1 0 0 0 0,0 1 0 0 0,1-1 0 0 0,-1 0 0 0 0,1 1 0 0 0,-1-1 0 0 0,0 3 0 0 0,0-3 54 0 0,-1 1 0 0 0,1 0 0 0 0,-1-1 0 0 0,0 1 0 0 0,0-1 1 0 0,1 1-1 0 0,-1-1 0 0 0,0 1 0 0 0,0-1 0 0 0,0 1 0 0 0,-1-1 0 0 0,1 0 1 0 0,0 0-1 0 0,0 1 0 0 0,-3 1 0 0 0,-5 2 98 0 0,0 1 0 0 0,0-1 0 0 0,0-1-1 0 0,-20 8 1 0 0,7-5-138 0 0,7-1-204 0 0,-1-1 0 0 0,0 0 0 0 0,0-1 1 0 0,0-1-1 0 0,-25 1 0 0 0,38-5 232 0 0,7-2-158 0 0,8-5-836 0 0,-11 8 722 0 0,10-6-1161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3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4607 0 0,'1'-2'285'0'0,"1"0"0"0"0,-1 0 0 0 0,0 0 0 0 0,1 1 0 0 0,-1-1 0 0 0,1 0 0 0 0,-1 1 0 0 0,1-1 0 0 0,0 1 0 0 0,0-1 0 0 0,0 1 0 0 0,0 0 0 0 0,0 0 0 0 0,3-2 0 0 0,37-12 5429 0 0,-12 4-5089 0 0,-16 5-192 0 0,-1-1 0 0 0,13-9 0 0 0,-2-5-1037 0 0,-23 20 232 0 0,1-1 0 0 0,-1 0 1 0 0,0 1-1 0 0,0-1 0 0 0,0 0 1 0 0,0 0-1 0 0,0 0 0 0 0,-1 0 0 0 0,1 0 1 0 0,-1 0-1 0 0,1-3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 10879 0 0,'-4'3'224'0'0,"-5"4"179"0"0,0 1 0 0 0,1 0 0 0 0,0 0 0 0 0,0 0 0 0 0,1 1 1 0 0,-13 19-1 0 0,9-7 294 0 0,0 1 1 0 0,2-1 0 0 0,1 2-1 0 0,-10 38 1 0 0,16-53-562 0 0,0 0 0 0 0,1 0 0 0 0,0 1 1 0 0,0-1-1 0 0,1 1 0 0 0,0-1 0 0 0,1 0 0 0 0,-1 1 0 0 0,2-1 0 0 0,-1 0 0 0 0,1 1 1 0 0,1-1-1 0 0,-1 0 0 0 0,1 0 0 0 0,1-1 0 0 0,7 15 0 0 0,-7-18-52 0 0,0 1-1 0 0,0 0 1 0 0,0-1 0 0 0,1 0-1 0 0,0 0 1 0 0,-1-1-1 0 0,1 1 1 0 0,1-1 0 0 0,-1 0-1 0 0,0 0 1 0 0,1 0 0 0 0,-1-1-1 0 0,1 0 1 0 0,0 0-1 0 0,0-1 1 0 0,0 0 0 0 0,0 1-1 0 0,0-2 1 0 0,0 1-1 0 0,9-1 1 0 0,-4-1-189 0 0,0 1-1 0 0,-1-2 1 0 0,1 1 0 0 0,-1-2-1 0 0,0 1 1 0 0,0-1 0 0 0,0-1-1 0 0,0 0 1 0 0,0 0 0 0 0,17-12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3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6447 0 0,'0'-1'201'0'0,"0"-1"-1"0"0,0 1 1 0 0,0 0-1 0 0,0-1 1 0 0,0 1-1 0 0,0-1 1 0 0,1 1-1 0 0,-1 0 1 0 0,0-1-1 0 0,1 1 1 0 0,-1 0-1 0 0,1-1 1 0 0,0 1-1 0 0,-1 0 1 0 0,1 0-1 0 0,0 0 1 0 0,0-1-1 0 0,0 1 1 0 0,0 0-1 0 0,1-1 1 0 0,2 0 624 0 0,-1 0 1 0 0,1 0-1 0 0,-1 1 1 0 0,1-1-1 0 0,0 1 1 0 0,4-1-1 0 0,-4 1-955 0 0,26-6 842 0 0,-1 2 0 0 0,57-3 0 0 0,-52 5-909 0 0,-17 2 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24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7367 0 0,'13'27'1543'0'0,"0"0"0"0"0,-2 1-1 0 0,9 31 1 0 0,-7-18-820 0 0,-1-7-109 0 0,-2 1 0 0 0,6 37 0 0 0,-17-63-246 0 0,-6-13 5 0 0,-7-14 80 0 0,6 3-341 0 0,1 0 1 0 0,0-1 0 0 0,1 0 0 0 0,1 0-1 0 0,1 0 1 0 0,0-1 0 0 0,1 0-1 0 0,-2-32 1 0 0,5 34-71 0 0,0 0-1 0 0,1-1 1 0 0,0 1-1 0 0,1 0 1 0 0,1 0-1 0 0,0 1 0 0 0,1-1 1 0 0,1 0-1 0 0,0 1 1 0 0,10-17-1 0 0,-11 24-33 0 0,1 0 0 0 0,0 0 1 0 0,0 1-1 0 0,1-1 0 0 0,0 1 0 0 0,0 1 0 0 0,0-1 0 0 0,1 1 0 0 0,0 0 1 0 0,0 0-1 0 0,0 1 0 0 0,1 0 0 0 0,11-5 0 0 0,-13 7-18 0 0,0 0 0 0 0,0 0 0 0 0,0 1 0 0 0,0-1 1 0 0,0 1-1 0 0,1 0 0 0 0,-1 1 0 0 0,0 0 0 0 0,1 0 0 0 0,-1 0 0 0 0,0 1 0 0 0,1-1 0 0 0,-1 2 0 0 0,0-1 0 0 0,0 1 0 0 0,0 0 0 0 0,0 0 0 0 0,10 5 1 0 0,-14-6 6 0 0,0 1 0 0 0,1 0 1 0 0,-1-1-1 0 0,0 1 1 0 0,0 0-1 0 0,1 0 1 0 0,-2 0-1 0 0,1 0 1 0 0,0 0-1 0 0,0 1 1 0 0,-1-1-1 0 0,1 0 0 0 0,-1 1 1 0 0,0 0-1 0 0,1-1 1 0 0,-1 1-1 0 0,0-1 1 0 0,0 6-1 0 0,0-4-2 0 0,-1 1-1 0 0,0 0 1 0 0,0-1 0 0 0,0 1 0 0 0,-1-1-1 0 0,0 1 1 0 0,1-1 0 0 0,-2 1-1 0 0,1-1 1 0 0,-3 8 0 0 0,-2 0-17 0 0,-1 0 1 0 0,0 0 0 0 0,0-1-1 0 0,-1 1 1 0 0,-1-2 0 0 0,-17 18 0 0 0,0-5-35 0 0,-11 10 282 0 0,36-32-201 0 0,1-1 1 0 0,0 1-1 0 0,0-1 0 0 0,-1 1 0 0 0,1-1 1 0 0,0 1-1 0 0,0 0 0 0 0,0-1 0 0 0,0 1 1 0 0,-1-1-1 0 0,1 1 0 0 0,0-1 0 0 0,0 1 1 0 0,0 0-1 0 0,0-1 0 0 0,1 1 1 0 0,-1-1-1 0 0,0 1 0 0 0,0 0 0 0 0,0-1 1 0 0,0 1-1 0 0,1-1 0 0 0,-1 1 0 0 0,0-1 1 0 0,0 1-1 0 0,1-1 0 0 0,-1 1 0 0 0,0-1 1 0 0,1 1-1 0 0,-1-1 0 0 0,1 1 0 0 0,-1-1 1 0 0,0 0-1 0 0,1 1 0 0 0,-1-1 0 0 0,1 0 1 0 0,-1 1-1 0 0,1-1 0 0 0,-1 0 0 0 0,1 0 1 0 0,0 1-1 0 0,-1-1 0 0 0,1 0 0 0 0,0 0 1 0 0,29 11 402 0 0,-28-10-402 0 0,22 4 303 0 0,1-1 0 0 0,-1-1 0 0 0,32 0 0 0 0,18 3 235 0 0,-73-6-577 0 0,26 3-685 0 0,35 9 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54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24 4143 0 0,'0'-1'39'0'0,"-1"0"0"0"0,1 1 0 0 0,0-1 0 0 0,0 0 0 0 0,-1 1 0 0 0,1-1 0 0 0,0 0 0 0 0,0 0 0 0 0,0 1 0 0 0,0-1 0 0 0,0 0 0 0 0,0 1 0 0 0,0-1 0 0 0,0 0 0 0 0,0 0 0 0 0,1 1 0 0 0,-1-1 0 0 0,0 0 0 0 0,0 1 0 0 0,1-1 0 0 0,-1 0 0 0 0,0 1 0 0 0,1-1 0 0 0,-1 1 0 0 0,0-1 0 0 0,1 0 0 0 0,-1 1 0 0 0,1-1 0 0 0,-1 1 0 0 0,1-1 0 0 0,0 1 0 0 0,-1 0 0 0 0,1-1 0 0 0,1 0 0 0 0,0 1 179 0 0,1 0-1 0 0,0 0 1 0 0,0 0 0 0 0,0 0 0 0 0,0 0-1 0 0,0 1 1 0 0,-1 0 0 0 0,5 0-1 0 0,360 82 400 0 0,-244-62-351 0 0,127 6-1 0 0,51 0 87 0 0,-27-2 51 0 0,-18 7 238 0 0,-9-1-237 0 0,72-4-21 0 0,28 3-164 0 0,-120-14-142 0 0,178 10-6 0 0,628-1 380 0 0,-692-20-10 0 0,974 9 1541 0 0,-27 40-1136 0 0,-645-22-588 0 0,-154-9-247 0 0,381-11 97 0 0,-668-14-99 0 0,527-22 264 0 0,0-23 166 0 0,-420 26-340 0 0,251-4 380 0 0,-268 15-329 0 0,311-36-39 0 0,-425 30-94 0 0,-36 3 7 0 0,213-16 91 0 0,-75-5-32 0 0,-102 9 127 0 0,-175 25-200 0 0,6-2 56 0 0,0 1 1 0 0,0 0-1 0 0,1 1 1 0 0,-1 0-1 0 0,0 1 0 0 0,12 2 1 0 0,-20-3-119 0 0,0 1 0 0 0,1 0 0 0 0,-1 0-1 0 0,0 0 1 0 0,0 0 0 0 0,0 0 0 0 0,0 0 0 0 0,0 0 0 0 0,0 0 0 0 0,0 0-1 0 0,-1 1 1 0 0,1-1 0 0 0,0 0 0 0 0,-1 1 0 0 0,1-1 0 0 0,0 0 0 0 0,-1 1 0 0 0,0-1-1 0 0,1 1 1 0 0,-1-1 0 0 0,0 2 0 0 0,1 0-277 0 0,0 3-286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55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22 563 6911 0 0,'-1'0'28'0'0,"-1"-3"171"0"0,0 0 0 0 0,0 0 0 0 0,0 0 0 0 0,0 0 0 0 0,0-1 0 0 0,1 1 0 0 0,-1 0 0 0 0,1-1 0 0 0,0 1 0 0 0,0-1 0 0 0,0 0 0 0 0,1 1 0 0 0,-1-8 0 0 0,1 11-70 0 0,1-1 0 0 0,-1 1 1 0 0,1-1-1 0 0,-1 1 1 0 0,1-1-1 0 0,-1 1 0 0 0,1-1 1 0 0,-1 1-1 0 0,1 0 1 0 0,-1-1-1 0 0,1 1 0 0 0,0 0 1 0 0,-1 0-1 0 0,1-1 1 0 0,0 1-1 0 0,-1 0 0 0 0,1 0 1 0 0,0 0-1 0 0,-1 0 1 0 0,1 0-1 0 0,0 0 0 0 0,-1 0 1 0 0,2 0-1 0 0,23-1-163 0 0,-16 1 268 0 0,317-32-201 0 0,64-22-39 0 0,-156 24 96 0 0,383-46 586 0 0,242-14 1084 0 0,4 33-736 0 0,584 9 64 0 0,-742 39-844 0 0,126-1-122 0 0,-738 8-113 0 0,1060-35 72 0 0,1161-20 1711 0 0,-1096 119-1728 0 0,-1039-43-64 0 0,222 29 0 0 0,331 39 118 0 0,46-45 1004 0 0,-622-41-7239 0 0,-118-2-390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56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815 12 6447 0 0,'0'0'58'0'0,"0"-1"0"0"0,0 1-1 0 0,0-1 1 0 0,0 1-1 0 0,0-1 1 0 0,0 1-1 0 0,0 0 1 0 0,0-1 0 0 0,0 1-1 0 0,0-1 1 0 0,-1 1-1 0 0,1-1 1 0 0,0 1 0 0 0,0 0-1 0 0,0-1 1 0 0,-1 1-1 0 0,1-1 1 0 0,0 1-1 0 0,-1 0 1 0 0,1-1 0 0 0,0 1-1 0 0,-1 0 1 0 0,1-1-1 0 0,0 1 1 0 0,-1 0 0 0 0,1 0-1 0 0,0-1 1 0 0,-1 1-1 0 0,1 0 1 0 0,-1 0-1 0 0,1 0 1 0 0,-1 0 0 0 0,1 0-1 0 0,-1-1 1 0 0,1 1-1 0 0,0 0 1 0 0,-2 0 0 0 0,1 1 59 0 0,0 0 1 0 0,0 0 0 0 0,-1-1-1 0 0,1 1 1 0 0,0 0 0 0 0,0 0-1 0 0,0 0 1 0 0,0 0 0 0 0,0 0-1 0 0,0 1 1 0 0,-1 1 0 0 0,-19 37 668 0 0,9-10-684 0 0,2 1 0 0 0,1 0 0 0 0,-6 38 0 0 0,-8 100 370 0 0,16-103-411 0 0,-3 14-40 0 0,-24 244 192 0 0,26-225-127 0 0,5-49 2 0 0,-3 52 0 0 0,4-52 12 0 0,-4 44 52 0 0,3-44 28 0 0,-2 54 4 0 0,1-50 8 0 0,-3 58 35 0 0,3-58 18 0 0,-4 52 3 0 0,3-52 7 0 0,-3 55 26 0 0,4-51 9 0 0,-6 66 4 0 0,6-63 6 0 0,-6 62 16 0 0,6-61 4 0 0,-3 61 0 0 0,4-59-8 0 0,-2 69-33 0 0,3-67-14 0 0,-2 61-1 0 0,2-62-12 0 0,-5 203 135 0 0,5-181-210 0 0,0-38-11 0 0,-4 78-46 0 0,3-62-22 0 0,-14 202 94 0 0,11-184-96 0 0,1-36 0 0 0,-23 205 111 0 0,-58 418 1026 0 0,-11 103-289 0 0,-75 709 480 0 0,145-1254-1211 0 0,-13 136 94 0 0,33-286-227 0 0,4-32-13 0 0,-6 75-41 0 0,6-59 28 0 0,1 62-28 0 0,1-63 28 0 0,0 59-28 0 0,1-63 28 0 0,2 51-28 0 0,-1-52 28 0 0,5 86-41 0 0,3 25-13 0 0,-1-9 0 0 0,1-2 0 0 0,0-1 0 0 0,-2-13 0 0 0,-2-10 0 0 0,0-1 0 0 0,1-4 0 0 0,1-5 11 0 0,-4-75 7 0 0,9 82 17 0 0,0-44-35 0 0,-2-34 0 0 0,-6-29 6 0 0,28 112 52 0 0,-28-120-291 0 0,1-1-1 0 0,0 1 1 0 0,1-1-1 0 0,0 0 1 0 0,1-1-1 0 0,1 0 1 0 0,14 20-1 0 0,-9-19-1410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0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54 4143 0 0,'1'-6'-494'0'0,"3"-14"2225"0"0,-3 16-754 0 0,0 1-1 0 0,0-1 0 0 0,0 1 1 0 0,0 0-1 0 0,1 0 1 0 0,2-5-1 0 0,-4 9-845 0 0,1 0-1 0 0,-1-1 0 0 0,1 1 0 0 0,-1 0 0 0 0,0 0 0 0 0,1-1 1 0 0,-1 1-1 0 0,0 0 0 0 0,0 0 0 0 0,1-1 0 0 0,-1 1 1 0 0,0 0-1 0 0,0 0 0 0 0,0 0 0 0 0,0-1 0 0 0,0 2 1 0 0,-3 27 631 0 0,-1 0 1 0 0,-2-1 0 0 0,0 1 0 0 0,-13 31-1 0 0,-49 109 1291 0 0,39-102-1421 0 0,15-36-375 0 0,7-18-115 0 0,1 0 1 0 0,1 0-1 0 0,0 1 0 0 0,-3 16 0 0 0,57-225 423 0 0,-28 123-653 0 0,-20 67 83 0 0,6-20-32 0 0,11-27 0 0 0,-16 47 27 0 0,0-1 1 0 0,1 1-1 0 0,0-1 0 0 0,0 1 0 0 0,0 0 1 0 0,1 0-1 0 0,0 0 0 0 0,0 0 0 0 0,0 1 1 0 0,9-7-1 0 0,-12 10 9 0 0,0 0-1 0 0,0 0 1 0 0,0 1 0 0 0,1-1-1 0 0,-1 1 1 0 0,0-1 0 0 0,0 1 0 0 0,1-1-1 0 0,-1 1 1 0 0,0 0 0 0 0,1 0 0 0 0,-1-1-1 0 0,1 1 1 0 0,-1 0 0 0 0,0 0-1 0 0,1 1 1 0 0,-1-1 0 0 0,0 0 0 0 0,1 0-1 0 0,-1 1 1 0 0,2 0 0 0 0,0 0-4 0 0,-1 0 0 0 0,1 1 0 0 0,-1 0 0 0 0,1-1 0 0 0,-1 1 0 0 0,0 0 0 0 0,1 0 0 0 0,-1 0 0 0 0,2 4 0 0 0,4 5 41 0 0,-1 0-1 0 0,0 1 1 0 0,7 17 0 0 0,-14-28-28 0 0,31 70 336 0 0,-16-33-79 0 0,2 0 1 0 0,37 60-1 0 0,-51-94-145 0 0,0 0-1 0 0,1-1 0 0 0,-1 1 1 0 0,1-1-1 0 0,0 1 0 0 0,5 3 1 0 0,-7-6-303 0 0,-1-1 1 0 0,1 1-1 0 0,-1 0 1 0 0,1 0 0 0 0,-1-1-1 0 0,1 1 1 0 0,-1-1-1 0 0,1 1 1 0 0,-1-1-1 0 0,1 0 1 0 0,0 1-1 0 0,2-1 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09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21 1839 0 0,'-30'-19'14279'0'0,"39"17"-11397"0"0,11 3-2940 0 0,221 25 993 0 0,-225-24-5763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09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271 148 2759 0 0,'3'-9'1515'0'0,"-1"-1"-1"0"0,0 1 0 0 0,0-1 0 0 0,-1 1 1 0 0,-1-11-1 0 0,1 15-1137 0 0,-2 0-1 0 0,1 0 1 0 0,0 0 0 0 0,-1 0-1 0 0,0 0 1 0 0,0 1-1 0 0,0-1 1 0 0,-1 0 0 0 0,0 0-1 0 0,0 1 1 0 0,-3-7 0 0 0,4 10-292 0 0,0 0 0 0 0,0-1 1 0 0,0 1-1 0 0,0 0 1 0 0,-1 0-1 0 0,1 0 1 0 0,0 0-1 0 0,-1 0 0 0 0,1 0 1 0 0,0 0-1 0 0,-1 0 1 0 0,1 1-1 0 0,-1-1 1 0 0,1 0-1 0 0,-1 1 1 0 0,1-1-1 0 0,-1 1 0 0 0,0 0 1 0 0,1 0-1 0 0,-3-1 1 0 0,1 2 4 0 0,0-1 1 0 0,-1 0 0 0 0,1 1-1 0 0,0 0 1 0 0,-1-1 0 0 0,1 1-1 0 0,0 1 1 0 0,0-1-1 0 0,-4 2 1 0 0,-4 4 51 0 0,0-1 0 0 0,1 2 0 0 0,0-1 0 0 0,-10 11 0 0 0,4-2 49 0 0,0 0 0 0 0,1 1 0 0 0,0 1-1 0 0,2 1 1 0 0,-18 30 0 0 0,27-41-137 0 0,-1 0 0 0 0,1 1 0 0 0,1-1 0 0 0,0 1 0 0 0,0 0 0 0 0,1 0 0 0 0,0 0 1 0 0,0 0-1 0 0,1 0 0 0 0,0 1 0 0 0,1-1 0 0 0,0 0 0 0 0,0 0 0 0 0,1 1 0 0 0,1-1 0 0 0,3 14 0 0 0,-3-17-30 0 0,1 0 0 0 0,0-1 0 0 0,0 1 0 0 0,0 0-1 0 0,1-1 1 0 0,0 0 0 0 0,0 0 0 0 0,0 0 0 0 0,1 0 0 0 0,-1 0-1 0 0,1-1 1 0 0,0 0 0 0 0,1 0 0 0 0,-1-1 0 0 0,1 1 0 0 0,-1-1-1 0 0,1 0 1 0 0,0-1 0 0 0,0 1 0 0 0,0-1 0 0 0,1-1 0 0 0,-1 1 0 0 0,0-1-1 0 0,1 0 1 0 0,8 0 0 0 0,-7 0 7 0 0,1-1 0 0 0,-1 0-1 0 0,0 0 1 0 0,1-1 0 0 0,-1 0 0 0 0,0 0-1 0 0,0-1 1 0 0,0 0 0 0 0,0-1-1 0 0,0 0 1 0 0,-1 0 0 0 0,1 0 0 0 0,-1-1-1 0 0,0 0 1 0 0,0-1 0 0 0,0 0 0 0 0,0 0-1 0 0,-1 0 1 0 0,9-10 0 0 0,-8 7-7 0 0,-1-1 1 0 0,0 0-1 0 0,6-12 1 0 0,-10 18-45 0 0,-1 0-1 0 0,0 0 1 0 0,0 1 0 0 0,0-1-1 0 0,0 0 1 0 0,0 0 0 0 0,0 0 0 0 0,-1-1-1 0 0,1 1 1 0 0,-1 0 0 0 0,0 0-1 0 0,0 0 1 0 0,0 0 0 0 0,0 0-1 0 0,-2-6 1 0 0,-4-1-313 0 0,2 1-1832 0 0,4 9 2022 0 0,0-1 0 0 0,1 1 1 0 0,-1 0-1 0 0,0-1 0 0 0,1 1 0 0 0,-1-1 0 0 0,0 1 0 0 0,1 0 0 0 0,-1 0 1 0 0,1-1-1 0 0,-1 1 0 0 0,1 0 0 0 0,-1 0 0 0 0,0-1 0 0 0,1 1 0 0 0,-1 0 1 0 0,1 0-1 0 0,-1 0 0 0 0,1 0 0 0 0,-1 0 0 0 0,1 0 0 0 0,-1 0 0 0 0,1 0 1 0 0,8-2-1572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0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41 13015 0 0,'-22'-22'1437'0'0,"8"9"2846"0"0,14 13-4155 0 0,1-1-1 0 0,-1 1 1 0 0,1 0-1 0 0,-1-1 1 0 0,1 1-1 0 0,0 0 1 0 0,-1 0-1 0 0,1 0 1 0 0,-1 0-1 0 0,1 0 1 0 0,0-1-1 0 0,-1 1 1 0 0,1 0-1 0 0,0 0 1 0 0,-1 0-1 0 0,1 1 1 0 0,-1-1-1 0 0,1 0 1 0 0,0 0-1 0 0,-1 0 1 0 0,1 0-1 0 0,0 1 1 0 0,26 2-51 0 0,-25-2 57 0 0,51 3-56 0 0,69-2-1 0 0,-80-2-1158 0 0,-61-13-4354 0 0,7 12 4640 0 0,0 0-1 0 0,1 1 1 0 0,-1 1 0 0 0,-16 2-1 0 0,15-1 1045 0 0,0 1 0 0 0,0 0 0 0 0,1 1 0 0 0,-1 1 0 0 0,1 0 0 0 0,0 0 0 0 0,-13 10 0 0 0,18-11 131 0 0,1 0 0 0 0,0 1 0 0 0,0 0-1 0 0,0 0 1 0 0,1 0 0 0 0,0 1 0 0 0,0 0-1 0 0,0 0 1 0 0,0 0 0 0 0,-4 10 0 0 0,7-11-258 0 0,0 0 0 0 0,0 1 0 0 0,0-1 1 0 0,0 1-1 0 0,1 0 0 0 0,0 0 0 0 0,0 0 1 0 0,1-1-1 0 0,-1 1 0 0 0,1 0 1 0 0,1 0-1 0 0,-1 0 0 0 0,1 0 0 0 0,2 10 1 0 0,-1-11 3 0 0,-1 1 1 0 0,1 0 0 0 0,1-1 0 0 0,-1 1 0 0 0,1-1 0 0 0,0 0 0 0 0,0 0-1 0 0,0 0 1 0 0,1 0 0 0 0,-1 0 0 0 0,1-1 0 0 0,1 0 0 0 0,-1 1 0 0 0,0-2 0 0 0,1 1-1 0 0,0 0 1 0 0,0-1 0 0 0,0 0 0 0 0,9 4 0 0 0,-3-3-5 0 0,0 0 0 0 0,1-1 0 0 0,-1 0 0 0 0,1-1-1 0 0,0 0 1 0 0,0-1 0 0 0,-1 0 0 0 0,23-2 0 0 0,-8 0-314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0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50 11055 0 0,'-1'-2'-258'0'0,"-14"-18"5777"0"0,28 15-3364 0 0,18-1-1361 0 0,58-1 1 0 0,-15 1-841 0 0,-45 4-1663 0 0,-17 1 659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0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0 175 10535 0 0,'7'25'1875'0'0,"5"34"-1"0"0,-8-37-638 0 0,1 0 0 0 0,8 25-1 0 0,-9-41-463 0 0,-2-6-263 0 0,2-15-50 0 0,-3-23-175 0 0,-3-42 137 0 0,-1 47-128 0 0,3 0 0 0 0,0 0-1 0 0,8-49 1 0 0,-8 79-263 0 0,1 1 0 0 0,-1-1 0 0 0,1 1 0 0 0,0-1 0 0 0,0 1 0 0 0,0-1 0 0 0,0 1 0 0 0,0 0 0 0 0,0 0 0 0 0,1-1 0 0 0,-1 1 0 0 0,1 0 0 0 0,-1 0 0 0 0,1 0 0 0 0,2-1 0 0 0,-3 2-21 0 0,1 1 0 0 0,-1-1-1 0 0,0 1 1 0 0,0-1 0 0 0,1 1-1 0 0,-1 0 1 0 0,0-1 0 0 0,1 1 0 0 0,-1 0-1 0 0,0 0 1 0 0,1 0 0 0 0,-1 0-1 0 0,0 0 1 0 0,1 1 0 0 0,-1-1 0 0 0,0 0-1 0 0,0 1 1 0 0,1-1 0 0 0,-1 1-1 0 0,0-1 1 0 0,0 1 0 0 0,1-1 0 0 0,-1 1-1 0 0,0 0 1 0 0,0 0 0 0 0,0-1-1 0 0,0 1 1 0 0,0 0 0 0 0,1 2 0 0 0,12 10-16 0 0,-2 1 1 0 0,0 0 0 0 0,19 30 0 0 0,-19-26-6 0 0,0-1-1 0 0,28 29 1 0 0,-34-41 42 0 0,0 0 0 0 0,0 0 0 0 0,0 0 0 0 0,1-1 0 0 0,0 0 0 0 0,0-1 0 0 0,9 5 0 0 0,-14-8-22 0 0,-1 1-1 0 0,0-1 1 0 0,1 1-1 0 0,-1-1 1 0 0,1 1-1 0 0,-1-1 1 0 0,1 0-1 0 0,-1 0 1 0 0,0 0-1 0 0,1 0 1 0 0,-1 0-1 0 0,1 0 1 0 0,-1 0-1 0 0,1 0 1 0 0,-1-1-1 0 0,0 1 0 0 0,1 0 1 0 0,-1-1-1 0 0,1 1 1 0 0,-1-1-1 0 0,0 0 1 0 0,0 1-1 0 0,1-1 1 0 0,-1 0-1 0 0,0 0 1 0 0,0 0-1 0 0,0 0 1 0 0,0 0-1 0 0,0 0 1 0 0,0 0-1 0 0,0 0 1 0 0,0 0-1 0 0,0 0 1 0 0,0-1-1 0 0,-1 1 1 0 0,1 0-1 0 0,-1-1 1 0 0,1 1-1 0 0,-1 0 1 0 0,1-1-1 0 0,-1 1 1 0 0,0-1-1 0 0,1 1 1 0 0,-1-1-1 0 0,0 1 1 0 0,0-3-1 0 0,0-3 126 0 0,-1 0 0 0 0,1 0-1 0 0,-1 0 1 0 0,0-1 0 0 0,-1 1 0 0 0,0 0-1 0 0,0 1 1 0 0,0-1 0 0 0,-1 0 0 0 0,0 0-1 0 0,0 1 1 0 0,-1 0 0 0 0,-4-7 0 0 0,3 5-60 0 0,0-1 0 0 0,1 0 1 0 0,0 0-1 0 0,0 0 0 0 0,-4-18 1 0 0,11 26-525 0 0,1 1 0 0 0,0 0 0 0 0,0 0 0 0 0,-1 0 0 0 0,1 0 0 0 0,0 1 0 0 0,4 0 0 0 0,0 0-1114 0 0,10 0-3597 0 0,1 1-1266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1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1839 0 0,'5'23'807'0'0,"-5"40"13526"0"0,-1-35-13411 0 0,1-3-302 0 0,0 1 0 0 0,2-1 0 0 0,0 1 0 0 0,2-1 0 0 0,8 28 0 0 0,-11-50-591 0 0,0-1 0 0 0,0 1 0 0 0,1 0 0 0 0,-1 0 1 0 0,1-1-1 0 0,0 1 0 0 0,2 3 0 0 0,-3-6-138 0 0,-1 1-1 0 0,1-1 0 0 0,-1 1 1 0 0,1 0-1 0 0,0-1 0 0 0,-1 0 1 0 0,1 1-1 0 0,-1-1 0 0 0,1 1 1 0 0,0-1-1 0 0,-1 0 0 0 0,1 1 0 0 0,0-1 1 0 0,0 0-1 0 0,-1 1 0 0 0,1-1 1 0 0,0 0-1 0 0,0 0 0 0 0,-1 0 1 0 0,1 0-1 0 0,0 0 0 0 0,0 0 1 0 0,-1 0-1 0 0,1 0 0 0 0,0 0 0 0 0,0 0 1 0 0,-1 0-1 0 0,1-1 0 0 0,0 1 1 0 0,0 0-1 0 0,-1 0 0 0 0,1-1 1 0 0,0 1-1 0 0,0-1 0 0 0,4-3-1642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1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18 121 3223 0 0,'-2'-5'-337'0'0,"-6"-11"3327"0"0,0-9 7310 0 0,8 23-9818 0 0,0 1 0 0 0,0 0 0 0 0,0-1 0 0 0,0 1 0 0 0,0-1 0 0 0,0 1 0 0 0,1 0 0 0 0,-1-1 0 0 0,0 1-1 0 0,1 0 1 0 0,-1-1 0 0 0,1 1 0 0 0,0 0 0 0 0,-1 0 0 0 0,2-2 0 0 0,14-10-2097 0 0,0 8 1876 0 0,-1 0 0 0 0,1 1 0 0 0,0 1 0 0 0,0 0 0 0 0,0 1 0 0 0,0 1 0 0 0,19 1-1 0 0,9-2 100 0 0,18-3-133 0 0,73-3 604 0 0,-47 10-3613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7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70 5295 0 0,'1'0'242'0'0,"0"-1"0"0"0,0 1 0 0 0,0-1 0 0 0,1 0 0 0 0,-1 1 0 0 0,0-1 0 0 0,0 0 0 0 0,-1 0 0 0 0,1 0 0 0 0,0 0 0 0 0,0 0 0 0 0,0 0 0 0 0,-1 0 0 0 0,1 0 0 0 0,0 0 0 0 0,-1-1 0 0 0,1 1 0 0 0,-1 0 0 0 0,1-2 0 0 0,7-27 2496 0 0,-8 30-2665 0 0,0-1 1 0 0,0 0 0 0 0,0 0 0 0 0,0 1 0 0 0,0-1-1 0 0,0 0 1 0 0,-1 1 0 0 0,1-1 0 0 0,0 0 0 0 0,0 1-1 0 0,-1-1 1 0 0,1 0 0 0 0,0 1 0 0 0,-1-1 0 0 0,1 1-1 0 0,-1-1 1 0 0,1 1 0 0 0,-1-1 0 0 0,1 1 0 0 0,-1-1-1 0 0,1 1 1 0 0,-1-1 0 0 0,1 1 0 0 0,-2-1 0 0 0,-20-3 862 0 0,-25 11-167 0 0,42-6-593 0 0,-10 3-27 0 0,1 0 0 0 0,-1 1 0 0 0,1 0 0 0 0,1 2 0 0 0,-1-1 0 0 0,1 1 0 0 0,0 1-1 0 0,1 1 1 0 0,0 0 0 0 0,0 0 0 0 0,1 1 0 0 0,-19 22 0 0 0,24-25-72 0 0,0 0 0 0 0,0 1 0 0 0,1-1 0 0 0,0 1 0 0 0,1 1 0 0 0,0-1 0 0 0,0 0 0 0 0,1 1 0 0 0,0 0 0 0 0,0 0 0 0 0,1 0 0 0 0,0 0 0 0 0,1 0 0 0 0,0 1 0 0 0,0-1 0 0 0,1 0 0 0 0,0 1 0 0 0,1-1 0 0 0,0 0 0 0 0,0 0 0 0 0,6 17 0 0 0,-4-19-44 0 0,0 0 0 0 0,1-1 0 0 0,0 1 0 0 0,0-1 0 0 0,0 0 0 0 0,1 0 0 0 0,0 0 1 0 0,0-1-1 0 0,0 1 0 0 0,1-1 0 0 0,0-1 0 0 0,0 1 0 0 0,0-1 0 0 0,1 0 0 0 0,-1 0 1 0 0,1-1-1 0 0,0 0 0 0 0,0 0 0 0 0,10 2 0 0 0,-1 0 41 0 0,-1-1 1 0 0,1-1-1 0 0,0 0 0 0 0,0-1 0 0 0,0-1 0 0 0,0-1 1 0 0,0 0-1 0 0,19-3 0 0 0,-29 2-56 0 0,-1 0-1 0 0,0 0 1 0 0,0-1 0 0 0,1 1-1 0 0,-1-1 1 0 0,0 0 0 0 0,-1-1-1 0 0,1 1 1 0 0,0-1-1 0 0,-1 0 1 0 0,1 0 0 0 0,-1-1-1 0 0,0 1 1 0 0,0-1 0 0 0,4-5-1 0 0,-5 6-1 0 0,-1-1-1 0 0,0 1 1 0 0,1-1 0 0 0,-2 0-1 0 0,1 0 1 0 0,0 1 0 0 0,-1-2-1 0 0,1 1 1 0 0,-1 0-1 0 0,0 0 1 0 0,-1 0 0 0 0,1 0-1 0 0,-1-1 1 0 0,0 1 0 0 0,0 0-1 0 0,0 0 1 0 0,0-1 0 0 0,-1 1-1 0 0,-1-7 1 0 0,0 6 0 0 0,1 0-1 0 0,-1 0 1 0 0,0-1 0 0 0,-1 1-1 0 0,1 1 1 0 0,-1-1 0 0 0,0 0 0 0 0,0 1-1 0 0,-1-1 1 0 0,1 1 0 0 0,-8-7-1 0 0,9 10-22 0 0,1-1-1 0 0,-1 1 1 0 0,0 0 0 0 0,0 0-1 0 0,0-1 1 0 0,0 2-1 0 0,0-1 1 0 0,0 0-1 0 0,0 0 1 0 0,0 0-1 0 0,0 1 1 0 0,0 0-1 0 0,0-1 1 0 0,0 1-1 0 0,-1 0 1 0 0,1 0-1 0 0,0 0 1 0 0,0 0-1 0 0,0 0 1 0 0,0 0-1 0 0,-1 1 1 0 0,1-1-1 0 0,0 1 1 0 0,0 0-1 0 0,0-1 1 0 0,0 1-1 0 0,0 0 1 0 0,0 0-1 0 0,0 0 1 0 0,1 1-1 0 0,-1-1 1 0 0,-2 2-1 0 0,4-3-43 0 0,-1 1-1 0 0,1-1 1 0 0,0 0-1 0 0,0 0 1 0 0,-1 1-1 0 0,1-1 1 0 0,0 0-1 0 0,0 0 1 0 0,0 1-1 0 0,-1-1 1 0 0,1 0 0 0 0,0 1-1 0 0,0-1 1 0 0,0 0-1 0 0,0 1 1 0 0,0-1-1 0 0,0 0 1 0 0,0 1-1 0 0,0-1 1 0 0,0 0-1 0 0,0 1 1 0 0,0-1-1 0 0,0 0 1 0 0,0 1-1 0 0,0-1 1 0 0,0 0 0 0 0,0 1-1 0 0,0-1 1 0 0,0 0-1 0 0,0 1 1 0 0,0-1-1 0 0,0 0 1 0 0,1 1-1 0 0,-1-1 1 0 0,0 0-1 0 0,0 0 1 0 0,0 1-1 0 0,1-1 1 0 0,-1 0-1 0 0,0 0 1 0 0,0 1-1 0 0,1-1 1 0 0,-1 0 0 0 0,0 0-1 0 0,0 0 1 0 0,1 1-1 0 0,15 7-6574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7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5063 0 0,'2'9'5826'0'0,"0"13"-4432"0"0,-14 77 1363 0 0,8-70-2133 0 0,0 0-1 0 0,2 0 0 0 0,2 44 1 0 0,0-71-580 0 0,0 0 0 0 0,0 0 1 0 0,0 0-1 0 0,1 0 0 0 0,-1 0 0 0 0,1 0 0 0 0,-1 0 1 0 0,1-1-1 0 0,0 1 0 0 0,0 0 0 0 0,-1 0 0 0 0,1 0 1 0 0,1-1-1 0 0,-1 1 0 0 0,0-1 0 0 0,0 1 1 0 0,0-1-1 0 0,1 1 0 0 0,-1-1 0 0 0,1 1 0 0 0,-1-1 1 0 0,1 0-1 0 0,0 0 0 0 0,-1 0 0 0 0,3 1 0 0 0,0-1 17 0 0,0 0 0 0 0,-1-1-1 0 0,1 1 1 0 0,0-1-1 0 0,0 0 1 0 0,0 0 0 0 0,-1 0-1 0 0,1-1 1 0 0,0 1-1 0 0,0-1 1 0 0,0 0 0 0 0,4-1-1 0 0,43-15 223 0 0,-27 9-783 0 0,0 1 0 0 0,48-8 0 0 0,-59 14-1751 0 0,-8 0 407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8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92 8287 0 0,'0'1'57'0'0,"-1"-1"0"0"0,1 0 0 0 0,-1 1 0 0 0,1-1 0 0 0,0 0 0 0 0,-1 1 0 0 0,1-1 0 0 0,0 0 0 0 0,-1 1 0 0 0,1-1 0 0 0,0 0 0 0 0,0 1 0 0 0,-1-1 0 0 0,1 1 0 0 0,0-1 1 0 0,0 1-1 0 0,0-1 0 0 0,-1 1 0 0 0,1-1 0 0 0,0 1 0 0 0,0-1 0 0 0,0 0 0 0 0,0 1 0 0 0,0-1 0 0 0,0 1 0 0 0,0 0 0 0 0,-1 20 1750 0 0,1-15-1144 0 0,0 10 226 0 0,0 0-1 0 0,1 0 1 0 0,3 20 0 0 0,-3-32-728 0 0,-1 0 1 0 0,1 0-1 0 0,0 0 1 0 0,0 0-1 0 0,0-1 1 0 0,1 1-1 0 0,-1 0 0 0 0,1-1 1 0 0,0 1-1 0 0,0-1 1 0 0,0 0-1 0 0,1 1 1 0 0,-1-1-1 0 0,1 0 0 0 0,0 0 1 0 0,-1-1-1 0 0,1 1 1 0 0,1-1-1 0 0,3 3 1 0 0,-4-3-102 0 0,1-1 0 0 0,0 0 1 0 0,0-1-1 0 0,-1 1 0 0 0,1-1 1 0 0,0 1-1 0 0,0-1 0 0 0,0 0 1 0 0,0-1-1 0 0,-1 1 0 0 0,1-1 1 0 0,0 1-1 0 0,0-1 0 0 0,-1 0 1 0 0,1-1-1 0 0,0 1 0 0 0,-1-1 1 0 0,1 1-1 0 0,4-4 0 0 0,0 0-31 0 0,-1 0 0 0 0,0 0-1 0 0,0 0 1 0 0,-1-1 0 0 0,1 0-1 0 0,-1 0 1 0 0,9-12 0 0 0,-11 11-25 0 0,0 0 1 0 0,-1 0-1 0 0,0 0 1 0 0,0 0-1 0 0,0 0 1 0 0,-1-1-1 0 0,0 1 1 0 0,0-1-1 0 0,-1 0 1 0 0,0 1-1 0 0,-1-1 1 0 0,1 0-1 0 0,-2 0 1 0 0,1 1-1 0 0,-1-1 1 0 0,0 0-1 0 0,-3-9 1 0 0,3 13-9 0 0,0 0 1 0 0,0 0 0 0 0,-1 0-1 0 0,1 1 1 0 0,-1-1 0 0 0,0 0-1 0 0,0 1 1 0 0,-1-1 0 0 0,1 1-1 0 0,-1-1 1 0 0,0 1 0 0 0,0 0-1 0 0,0 0 1 0 0,0 1 0 0 0,0-1-1 0 0,0 1 1 0 0,-1-1 0 0 0,0 1-1 0 0,1 0 1 0 0,-1 0 0 0 0,0 1-1 0 0,0-1 1 0 0,0 1 0 0 0,0 0-1 0 0,0 0 1 0 0,0 0 0 0 0,0 0 0 0 0,0 1-1 0 0,0-1 1 0 0,-1 1 0 0 0,1 0-1 0 0,0 1 1 0 0,-5 0 0 0 0,2 0-17 0 0,0 1 0 0 0,1-1 1 0 0,-1 1-1 0 0,0 0 1 0 0,1 1-1 0 0,-8 4 1 0 0,12-6-21 0 0,-1 0 0 0 0,1 0 0 0 0,0 1 0 0 0,0-1 0 0 0,0 1 1 0 0,-1 0-1 0 0,1-1 0 0 0,1 1 0 0 0,-1 0 0 0 0,0 0 0 0 0,0 0 0 0 0,1 1 0 0 0,-1-1 0 0 0,1 0 0 0 0,0 1 1 0 0,0-1-1 0 0,0 0 0 0 0,-2 5 0 0 0,3-5-19 0 0,0 0 1 0 0,0-1 0 0 0,0 1-1 0 0,1-1 1 0 0,-1 1-1 0 0,0-1 1 0 0,1 1 0 0 0,-1-1-1 0 0,1 1 1 0 0,-1-1-1 0 0,1 1 1 0 0,-1-1 0 0 0,1 0-1 0 0,0 1 1 0 0,0-1-1 0 0,0 0 1 0 0,0 0-1 0 0,0 0 1 0 0,0 1 0 0 0,0-1-1 0 0,0 0 1 0 0,3 1-1 0 0,0 1-814 0 0,0-1 0 0 0,0 1 0 0 0,0-1 0 0 0,0 0 0 0 0,1 0 0 0 0,4 1 0 0 0,8 2-4367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8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4607 0 0,'-2'9'553'0'0,"0"0"0"0"0,0 0-1 0 0,1 1 1 0 0,1-1 0 0 0,-1 0 0 0 0,2 12-1 0 0,11 57 3361 0 0,-6-42-3369 0 0,-3-15 5 0 0,-2-8-8 0 0,0 1-1 0 0,2-1 1 0 0,0 1-1 0 0,0-1 1 0 0,1 0-1 0 0,1 0 0 0 0,10 21 1 0 0,-15-34-521 0 0,1 1 0 0 0,-1 0 0 0 0,0-1 0 0 0,1 1 0 0 0,-1-1 0 0 0,0 1 0 0 0,1 0 0 0 0,-1-1 0 0 0,1 1 0 0 0,-1-1 0 0 0,1 1-1 0 0,-1-1 1 0 0,1 1 0 0 0,0-1 0 0 0,-1 1 0 0 0,1-1 0 0 0,-1 0 0 0 0,1 1 0 0 0,0-1 0 0 0,-1 0 0 0 0,1 0 0 0 0,0 0 0 0 0,0 1 0 0 0,-1-1 0 0 0,2 0 0 0 0,-2 0-23 0 0,1-1-1 0 0,0 1 1 0 0,-1-1 0 0 0,1 1 0 0 0,-1-1-1 0 0,1 0 1 0 0,-1 1 0 0 0,1-1 0 0 0,-1 1-1 0 0,0-1 1 0 0,1 0 0 0 0,-1 1-1 0 0,0-1 1 0 0,1 0 0 0 0,-1 1 0 0 0,0-1-1 0 0,0 0 1 0 0,0 0 0 0 0,1 0-1 0 0,2-41-1113 0 0,-9-22-1452 0 0,2 39 1443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3 118 2303 0 0,'-3'-59'203'0'0,"3"56"413"0"0,0 1 0 0 0,0-1 0 0 0,1 0 1 0 0,-1 1-1 0 0,1-1 0 0 0,-1 0 0 0 0,1 1 0 0 0,0-1 0 0 0,0 1 0 0 0,0-1 0 0 0,0 1 0 0 0,0-1 0 0 0,1 1 0 0 0,1-3 1 0 0,-1 3-372 0 0,-1 0 0 0 0,1 1 0 0 0,0 0 1 0 0,-1-1-1 0 0,1 1 0 0 0,0 0 1 0 0,0 0-1 0 0,0 0 0 0 0,0 0 0 0 0,0 0 1 0 0,0 0-1 0 0,0 1 0 0 0,0-1 1 0 0,4 0-1 0 0,-3 1-154 0 0,1 0 0 0 0,0 0 0 0 0,-1 0 1 0 0,1 0-1 0 0,0 1 0 0 0,-1-1 0 0 0,1 1 0 0 0,-1 0 0 0 0,1 0 0 0 0,-1 0 1 0 0,0 1-1 0 0,1-1 0 0 0,-1 1 0 0 0,0 0 0 0 0,0 0 0 0 0,0 0 0 0 0,0 0 1 0 0,0 1-1 0 0,4 4 0 0 0,-4-3-55 0 0,0 0 0 0 0,0 0-1 0 0,0 1 1 0 0,-1 0 0 0 0,0-1 0 0 0,0 1 0 0 0,0 0-1 0 0,0 0 1 0 0,-1 0 0 0 0,0 0 0 0 0,0 1 0 0 0,0-1 0 0 0,0 0-1 0 0,-1 0 1 0 0,0 7 0 0 0,0-9-69 0 0,0-1 0 0 0,-1 1 1 0 0,1 0-1 0 0,-1 0 0 0 0,1 0 0 0 0,-1 0 0 0 0,0-1 0 0 0,0 1 1 0 0,0 0-1 0 0,0-1 0 0 0,-1 1 0 0 0,1-1 0 0 0,-1 1 1 0 0,0-1-1 0 0,1 0 0 0 0,-1 1 0 0 0,0-1 0 0 0,0 0 0 0 0,-1 0 1 0 0,1-1-1 0 0,0 1 0 0 0,0 0 0 0 0,-1-1 0 0 0,1 1 1 0 0,-1-1-1 0 0,0 0 0 0 0,1 0 0 0 0,-5 1 0 0 0,6-1 27 0 0,1-1-1 0 0,-1 0 0 0 0,1 0 0 0 0,-1 0 1 0 0,0 0-1 0 0,1 1 0 0 0,-1-1 1 0 0,0 0-1 0 0,1 0 0 0 0,-1 0 1 0 0,0-1-1 0 0,1 1 0 0 0,-1 0 1 0 0,1 0-1 0 0,-1 0 0 0 0,0 0 0 0 0,1 0 1 0 0,-1-1-1 0 0,1 1 0 0 0,-1 0 1 0 0,0-1-1 0 0,0 1 0 0 0,4-3-37 0 0,7 4 5 0 0,-4 0 31 0 0,0 1 0 0 0,0 0 0 0 0,-1 1 0 0 0,1-1 0 0 0,-1 1 0 0 0,0 0 0 0 0,0 1 0 0 0,0-1 0 0 0,0 1 0 0 0,-1 0 0 0 0,1 0 0 0 0,-1 1 1 0 0,7 8-1 0 0,3 6-23 0 0,-1 0 1 0 0,13 25-1 0 0,-20-34 116 0 0,-1 1-1 0 0,0 0 0 0 0,0 0 1 0 0,5 22-1 0 0,-9-31-68 0 0,-1 0-1 0 0,1 0 1 0 0,-1-1 0 0 0,0 1-1 0 0,1 0 1 0 0,-1 0 0 0 0,0 0-1 0 0,0 0 1 0 0,0 0 0 0 0,-1-1 0 0 0,1 1-1 0 0,0 0 1 0 0,-1 0 0 0 0,1 0-1 0 0,-1-1 1 0 0,1 1 0 0 0,-1 0-1 0 0,0 0 1 0 0,0-1 0 0 0,0 1 0 0 0,0-1-1 0 0,0 1 1 0 0,0-1 0 0 0,0 1-1 0 0,0-1 1 0 0,-1 0 0 0 0,1 1-1 0 0,-1-1 1 0 0,1 0 0 0 0,-1 0 0 0 0,1 0-1 0 0,-1 0 1 0 0,0 0 0 0 0,1-1-1 0 0,-1 1 1 0 0,0 0 0 0 0,1-1-1 0 0,-1 1 1 0 0,0-1 0 0 0,-3 1 0 0 0,-10 0 399 0 0,0 0 0 0 0,0-1 0 0 0,1 0 0 0 0,-1-1 1 0 0,0-1-1 0 0,0 0 0 0 0,1-1 0 0 0,0-1 0 0 0,-27-10 1 0 0,40 14-419 0 0,0 0 0 0 0,0 0 1 0 0,0-1-1 0 0,1 1 1 0 0,-1 0-1 0 0,0-1 0 0 0,0 1 1 0 0,0-1-1 0 0,1 1 1 0 0,-1-1-1 0 0,0 1 0 0 0,0-1 1 0 0,1 1-1 0 0,-1-1 1 0 0,1 0-1 0 0,-1 1 0 0 0,0-1 1 0 0,1 0-1 0 0,-1 0 1 0 0,1 1-1 0 0,0-1 1 0 0,-1 0-1 0 0,1 0 0 0 0,-1 0 1 0 0,1 0-1 0 0,0-1 1 0 0,0 2 3 0 0,1-1 1 0 0,-1 0 0 0 0,1 0 0 0 0,-1 0-1 0 0,1 0 1 0 0,0 0 0 0 0,0 1 0 0 0,-1-1-1 0 0,1 0 1 0 0,0 1 0 0 0,0-1 0 0 0,0 0-1 0 0,-1 1 1 0 0,1-1 0 0 0,0 1 0 0 0,0 0-1 0 0,0-1 1 0 0,2 0 0 0 0,26-8-1765 0 0,-5 5-3696 0 0,-6 1-740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9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55 263 11055 0 0,'-23'53'3506'0'0,"18"-43"-3078"0"0,0 0 0 0 0,1 0 0 0 0,0 0 1 0 0,1 1-1 0 0,0-1 0 0 0,0 1 1 0 0,1-1-1 0 0,-1 13 0 0 0,12-78 1083 0 0,-2 16-1422 0 0,-5 18-61 0 0,22-121 115 0 0,-20 127-136 0 0,0-1-1 0 0,1 0 1 0 0,1 1-1 0 0,0 0 0 0 0,2 1 1 0 0,14-24-1 0 0,-20 35-14 0 0,0 1 0 0 0,0-1 0 0 0,0 1 0 0 0,0-1 0 0 0,0 1 0 0 0,1 0 1 0 0,-1 0-1 0 0,1 0 0 0 0,-1 0 0 0 0,1 0 0 0 0,0 1 0 0 0,0-1 0 0 0,0 1 0 0 0,0 0 0 0 0,0 0 0 0 0,0 0 0 0 0,0 0 0 0 0,5-1 0 0 0,-5 2 2 0 0,-1 1 1 0 0,0-1-1 0 0,1 0 1 0 0,-1 1-1 0 0,0-1 0 0 0,1 1 1 0 0,-1 0-1 0 0,0 0 0 0 0,0 0 1 0 0,1 0-1 0 0,-1 0 1 0 0,0 0-1 0 0,0 1 0 0 0,0-1 1 0 0,0 1-1 0 0,-1-1 0 0 0,1 1 1 0 0,0 0-1 0 0,-1 0 1 0 0,1 0-1 0 0,-1-1 0 0 0,1 2 1 0 0,-1-1-1 0 0,0 0 0 0 0,1 4 1 0 0,6 12 60 0 0,-2 1 1 0 0,0 1-1 0 0,-1-1 1 0 0,-1 1 0 0 0,-1 0-1 0 0,2 32 1 0 0,-4-28 255 0 0,2 0 0 0 0,0-1 1 0 0,2 1-1 0 0,8 25 0 0 0,-25-57-98 0 0,-1-1 0 0 0,0 1 0 0 0,-1 1 0 0 0,1 1 0 0 0,-2 0 0 0 0,1 0 0 0 0,-17-3 0 0 0,22 7-182 0 0,0 1-1 0 0,0 1 0 0 0,0-1 1 0 0,-13 2-1 0 0,19-1-23 0 0,0 1-1 0 0,0-1 1 0 0,-1 1-1 0 0,1 0 1 0 0,0 0-1 0 0,0 0 1 0 0,0 0-1 0 0,0 1 1 0 0,0-1-1 0 0,0 1 1 0 0,1 0-1 0 0,-1 0 1 0 0,0 0-1 0 0,1 0 1 0 0,-3 3-1 0 0,4-5-26 0 0,1 1 0 0 0,0-1 0 0 0,-1 1 0 0 0,1 0 0 0 0,0-1 1 0 0,0 1-1 0 0,-1-1 0 0 0,1 1 0 0 0,0 0 0 0 0,0-1 0 0 0,0 1 0 0 0,0 0 0 0 0,0-1 0 0 0,0 1 0 0 0,0-1 0 0 0,0 1 0 0 0,0 0 0 0 0,0-1 0 0 0,0 1 0 0 0,0 0 0 0 0,0-1 0 0 0,0 1 1 0 0,1-1-1 0 0,-1 1 0 0 0,0 0 0 0 0,1-1 0 0 0,-1 1 0 0 0,0-1 0 0 0,1 1 0 0 0,-1-1 0 0 0,0 1 0 0 0,1-1 0 0 0,-1 1 0 0 0,1-1 0 0 0,-1 1 0 0 0,1-1 0 0 0,-1 0 0 0 0,1 1 1 0 0,-1-1-1 0 0,1 0 0 0 0,0 1 0 0 0,0-1 0 0 0,28 11-1237 0 0,-24-10 797 0 0,1-1 1 0 0,-1 1-1 0 0,1-1 1 0 0,-1-1-1 0 0,1 1 1 0 0,-1-1-1 0 0,7-2 1 0 0,8-3-1751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19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0 11519 0 0,'-2'3'642'0'0,"0"0"-1"0"0,0 0 1 0 0,0 0-1 0 0,1 0 1 0 0,-1 0-1 0 0,-1 6 1 0 0,-2-1 437 0 0,-13 29-12 0 0,-25 65 1 0 0,39-91-866 0 0,0 0-1 0 0,1 1 1 0 0,1-1 0 0 0,0 1 0 0 0,0-1-1 0 0,1 1 1 0 0,1 0 0 0 0,0 0 0 0 0,1 0-1 0 0,3 21 1 0 0,-3-29-139 0 0,0-1-1 0 0,0 0 1 0 0,1 1-1 0 0,-1-1 0 0 0,1 0 1 0 0,-1 0-1 0 0,1 0 1 0 0,0 0-1 0 0,0 0 1 0 0,1-1-1 0 0,-1 1 0 0 0,0-1 1 0 0,1 1-1 0 0,0-1 1 0 0,0 0-1 0 0,-1 0 1 0 0,1 0-1 0 0,0 0 1 0 0,0-1-1 0 0,1 1 0 0 0,-1-1 1 0 0,0 0-1 0 0,0 0 1 0 0,1 0-1 0 0,-1 0 1 0 0,1 0-1 0 0,-1-1 1 0 0,4 1-1 0 0,11-1-221 0 0,0 0 0 0 0,-1-1 0 0 0,1-1 0 0 0,24-5 0 0 0,-12 2-1066 0 0,-11 2-1039 0 0,-3 0-4731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0.6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 2759 0 0,'-4'8'7375'0'0,"-5"18"-5804"0"0,-45 191 2506 0 0,35-144-2690 0 0,16-63-916 0 0,2-6-266 0 0,-1 0 0 0 0,1 0 1 0 0,0 0-1 0 0,0 0 0 0 0,0 0 0 0 0,1 0 1 0 0,0 0-1 0 0,0 6 0 0 0,11-44-1683 0 0,11-71 1630 0 0,-16 68-345 0 0,18-58 0 0 0,-22 90 172 0 0,-1 0 0 0 0,2 0 0 0 0,-1-1 0 0 0,1 1 0 0 0,-1 1 0 0 0,2-1 0 0 0,5-8 0 0 0,-8 12 20 0 0,0 0 1 0 0,0 0 0 0 0,0 0 0 0 0,0 1-1 0 0,1-1 1 0 0,-1 0 0 0 0,0 0-1 0 0,0 1 1 0 0,1-1 0 0 0,-1 1 0 0 0,0-1-1 0 0,1 1 1 0 0,-1-1 0 0 0,1 1-1 0 0,-1 0 1 0 0,0 0 0 0 0,1 0 0 0 0,-1 0-1 0 0,1 0 1 0 0,-1 0 0 0 0,0 0-1 0 0,1 0 1 0 0,-1 0 0 0 0,1 1 0 0 0,-1-1-1 0 0,0 0 1 0 0,1 1 0 0 0,-1-1 0 0 0,0 1-1 0 0,1 0 1 0 0,-1 0 0 0 0,0-1-1 0 0,0 1 1 0 0,0 0 0 0 0,1 1 0 0 0,7 7 116 0 0,0 0 1 0 0,-1 0 0 0 0,0 1 0 0 0,-1 0 0 0 0,0 1-1 0 0,-1 0 1 0 0,10 21 0 0 0,0-2 198 0 0,-5-7-135 0 0,2-1 0 0 0,1 0-1 0 0,1 0 1 0 0,1-2 0 0 0,0 0 0 0 0,2-1 0 0 0,20 18 0 0 0,-37-36-198 0 0,0-1 0 0 0,0 1 1 0 0,0 0-1 0 0,-1-1 1 0 0,1 1-1 0 0,0-1 0 0 0,0 0 1 0 0,0 1-1 0 0,0-1 1 0 0,0 0-1 0 0,0 1 0 0 0,0-1 1 0 0,0 0-1 0 0,0 0 1 0 0,0 0-1 0 0,1 0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0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70 5527 0 0,'-30'-6'2184'0'0,"28"5"-1811"0"0,1 1-1 0 0,0-1 1 0 0,-1 1 0 0 0,1-1 0 0 0,0 1-1 0 0,0-1 1 0 0,-1 0 0 0 0,1 1 0 0 0,0-1-1 0 0,0 0 1 0 0,0 0 0 0 0,0 0 0 0 0,0 0-1 0 0,0 0 1 0 0,0 0 0 0 0,0 0 0 0 0,0 0-1 0 0,1 0 1 0 0,-2-2 0 0 0,2 2-292 0 0,1 1 0 0 0,-1-1 0 0 0,0 0 0 0 0,1 1 0 0 0,-1-1 0 0 0,1 1-1 0 0,-1-1 1 0 0,0 1 0 0 0,1-1 0 0 0,-1 1 0 0 0,1 0 0 0 0,-1-1 0 0 0,1 1 0 0 0,-1-1 0 0 0,1 1 0 0 0,0 0 0 0 0,-1 0 0 0 0,1-1 0 0 0,-1 1 0 0 0,1 0 0 0 0,0 0 0 0 0,1-1-1 0 0,15-4 387 0 0,96-17 549 0 0,-36 14-3764 0 0,-65 8 1377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1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9527 0 0,'0'-1'27'0'0,"0"1"-1"0"0,0 0 1 0 0,0 0-1 0 0,0 0 1 0 0,0 0-1 0 0,0 0 1 0 0,1 0-1 0 0,-1 0 1 0 0,0 0-1 0 0,0 0 1 0 0,0-1-1 0 0,0 1 1 0 0,0 0-1 0 0,0 0 1 0 0,0 0-1 0 0,1 0 1 0 0,-1 0-1 0 0,0 0 1 0 0,0 0-1 0 0,0 0 1 0 0,0 0-1 0 0,0 0 1 0 0,0 0-1 0 0,1 0 1 0 0,-1 0-1 0 0,0 0 1 0 0,0 0-1 0 0,0 0 1 0 0,0 0-1 0 0,0 0 1 0 0,0 0-1 0 0,0 0 1 0 0,1 0-1 0 0,-1 0 1 0 0,0 0-1 0 0,0 0 1 0 0,0 0-1 0 0,0 1 1 0 0,0-1-1 0 0,0 0 1 0 0,0 0-1 0 0,1 0 1 0 0,-1 0-1 0 0,0 0 1 0 0,0 0-1 0 0,0 0 1 0 0,0 0-1 0 0,0 0 1 0 0,0 1-1 0 0,0-1 1 0 0,0 0-1 0 0,0 0 1 0 0,0 0-1 0 0,0 0 1 0 0,0 0-1 0 0,0 0 1 0 0,0 1-1 0 0,0-1 1 0 0,0 0-1 0 0,0 0 1 0 0,0 0-1 0 0,0 0 1 0 0,0 0-1 0 0,0 0 1 0 0,0 1-1 0 0,0-1 1 0 0,0 0 0 0 0,3 19 1198 0 0,0 23 7 0 0,-5 41 327 0 0,0-58-1211 0 0,1 0-1 0 0,1 1 0 0 0,2-1 0 0 0,7 45 0 0 0,0-45-271 0 0,-9-24-111 0 0,0 0-1 0 0,1 0 1 0 0,-1 0-1 0 0,0-1 1 0 0,1 1 0 0 0,-1 0-1 0 0,1 0 1 0 0,-1 0-1 0 0,1 0 1 0 0,0 0 0 0 0,-1 0-1 0 0,1-1 1 0 0,0 1-1 0 0,-1 0 1 0 0,1-1 0 0 0,0 1-1 0 0,0 0 1 0 0,0-1-1 0 0,-1 1 1 0 0,1-1 0 0 0,1 1-1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1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8895 0 0,'0'-3'70'0'0,"0"1"-1"0"0,0 0 1 0 0,1 0-1 0 0,-1 0 1 0 0,1-1-1 0 0,-1 1 1 0 0,1 0-1 0 0,0 0 1 0 0,-1 0-1 0 0,1 0 1 0 0,2-3-1 0 0,-2 4-35 0 0,0 0-1 0 0,1 0 1 0 0,-1 1-1 0 0,0-1 1 0 0,0 0-1 0 0,0 1 1 0 0,1-1-1 0 0,-1 1 1 0 0,0-1-1 0 0,1 1 1 0 0,-1-1-1 0 0,0 1 1 0 0,1 0-1 0 0,-1 0 1 0 0,1 0-1 0 0,-1 0 1 0 0,0 0-1 0 0,1 0 1 0 0,-1 0-1 0 0,2 1 1 0 0,11 1 162 0 0,-1 1-1 0 0,0 0 1 0 0,-1 1 0 0 0,1 0 0 0 0,-1 1 0 0 0,0 1 0 0 0,0 0 0 0 0,0 0 0 0 0,-1 1-1 0 0,0 1 1 0 0,0 0 0 0 0,16 16 0 0 0,-15-13 120 0 0,0 2 0 0 0,-1-1-1 0 0,0 1 1 0 0,-1 1 0 0 0,-1 0 0 0 0,0 1-1 0 0,-1-1 1 0 0,0 2 0 0 0,8 25 0 0 0,-15-38-248 0 0,0 0 1 0 0,0 0-1 0 0,0 0 1 0 0,-1 0-1 0 0,1 0 1 0 0,-1 0-1 0 0,0 0 1 0 0,0 1-1 0 0,0-1 1 0 0,0 0-1 0 0,0 0 1 0 0,-1 0-1 0 0,0 0 1 0 0,1 0-1 0 0,-1 0 1 0 0,0 0-1 0 0,-1 0 1 0 0,-1 5-1 0 0,0-5 34 0 0,1 0-1 0 0,-1 0 1 0 0,1-1-1 0 0,-1 1 1 0 0,0-1-1 0 0,0 1 1 0 0,0-1 0 0 0,-1 0-1 0 0,1 0 1 0 0,0 0-1 0 0,-1 0 1 0 0,1-1 0 0 0,-6 2-1 0 0,-4 0 150 0 0,0 0-1 0 0,0-1 0 0 0,-1 0 1 0 0,1-1-1 0 0,-1 0 0 0 0,1-2 1 0 0,-22-2-1 0 0,-28-8 92 0 0,57 10-322 0 0,1-1 0 0 0,0 1 0 0 0,0-1 0 0 0,0 0 0 0 0,0-1 0 0 0,0 1 0 0 0,0-1 0 0 0,1 0 0 0 0,-7-5 0 0 0,11 8-25 0 0,0 0 1 0 0,0 0-1 0 0,-1 0 1 0 0,1-1 0 0 0,0 1-1 0 0,0 0 1 0 0,0 0 0 0 0,0 0-1 0 0,-1 0 1 0 0,1 0 0 0 0,0-1-1 0 0,0 1 1 0 0,0 0 0 0 0,0 0-1 0 0,0 0 1 0 0,0-1-1 0 0,0 1 1 0 0,-1 0 0 0 0,1 0-1 0 0,0-1 1 0 0,0 1 0 0 0,0 0-1 0 0,0 0 1 0 0,0 0 0 0 0,0-1-1 0 0,0 1 1 0 0,0 0 0 0 0,0 0-1 0 0,0-1 1 0 0,0 1 0 0 0,0 0-1 0 0,0 0 1 0 0,1 0-1 0 0,-1-1 1 0 0,0 1 0 0 0,0 0-1 0 0,0 0 1 0 0,0 0 0 0 0,0-1-1 0 0,0 1 1 0 0,0 0 0 0 0,1 0-1 0 0,-1 0 1 0 0,0-1 0 0 0,14-3-400 0 0,18 4-1379 0 0,-31 0 1558 0 0,21 0-4449 0 0,2 0-1410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1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13591 0 0,'7'177'3392'0'0,"-7"-171"-3320"0"0,0 15 591 0 0,1-1 0 0 0,0 1 0 0 0,2 0 0 0 0,0-1-1 0 0,1 1 1 0 0,8 21 0 0 0,-9-39-362 0 0,0-8-14 0 0,-1-10-2580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2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2 333 7831 0 0,'-1'-4'13199'0'0,"7"-2"-14600"0"0,25-27 2339 0 0,-9 11-722 0 0,31-43 0 0 0,-41 49-225 0 0,46-73 100 0 0,-52 78-103 0 0,-1 0 1 0 0,0 0-1 0 0,-1 0 0 0 0,0 0 1 0 0,0-1-1 0 0,3-19 0 0 0,-9 41-3277 0 0,-2 17 482 0 0,3-17 1167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2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7831 0 0,'-1'60'6999'0'0,"4"128"-2839"0"0,-3-180-4051 0 0,1 0 0 0 0,0 0 0 0 0,0 0-1 0 0,0 0 1 0 0,1 0 0 0 0,1 0 0 0 0,-1-1 0 0 0,7 14 0 0 0,-8-20-218 0 0,-1-1-1 0 0,1 1 1 0 0,-1-1 0 0 0,1 1 0 0 0,-1-1 0 0 0,1 0 0 0 0,0 1-1 0 0,-1-1 1 0 0,1 0 0 0 0,-1 1 0 0 0,1-1 0 0 0,0 0-1 0 0,-1 0 1 0 0,1 0 0 0 0,0 0 0 0 0,-1 0 0 0 0,1 1-1 0 0,0-1 1 0 0,-1 0 0 0 0,1-1 0 0 0,0 1 0 0 0,-1 0-1 0 0,1 0 1 0 0,0 0 0 0 0,-1 0 0 0 0,1 0 0 0 0,0-1-1 0 0,-1 1 1 0 0,1 0 0 0 0,-1 0 0 0 0,1-1 0 0 0,0 1 0 0 0,-1-1-1 0 0,1 1 1 0 0,-1 0 0 0 0,1-1 0 0 0,0 0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2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10 9215 0 0,'-5'-2'163'0'0,"0"0"0"0"0,0 1-1 0 0,0-1 1 0 0,-1 1-1 0 0,1 1 1 0 0,-1-1 0 0 0,1 1-1 0 0,0 0 1 0 0,-9 0 0 0 0,1 3 1359 0 0,0 0 1 0 0,-23 8 0 0 0,13-4-283 0 0,-2 1-339 0 0,-27 12 0 0 0,45-17-779 0 0,1 0 0 0 0,0 0 0 0 0,1 1 1 0 0,-1-1-1 0 0,1 1 0 0 0,-1 1 0 0 0,1-1 0 0 0,0 1 1 0 0,-7 9-1 0 0,11-13-87 0 0,0 1-1 0 0,0-1 1 0 0,0 1 0 0 0,0 0-1 0 0,0 0 1 0 0,1 0 0 0 0,-1-1 0 0 0,0 1-1 0 0,1 0 1 0 0,0 0 0 0 0,-1 0-1 0 0,1 0 1 0 0,0 0 0 0 0,0 0-1 0 0,0 0 1 0 0,0 0 0 0 0,1 0 0 0 0,0 3-1 0 0,0-1 1 0 0,0-1 0 0 0,1 1 0 0 0,0 0 0 0 0,0-1-1 0 0,0 1 1 0 0,0-1 0 0 0,0 0 0 0 0,6 6 0 0 0,3 2 12 0 0,1 0 0 0 0,1-1 0 0 0,20 13 0 0 0,-28-20-27 0 0,22 14 82 0 0,-10-6-80 0 0,27 19 1 0 0,-41-27-23 0 0,1 1 1 0 0,-1-1 0 0 0,1 0-1 0 0,-1 1 1 0 0,0 0-1 0 0,0 0 1 0 0,-1-1 0 0 0,1 2-1 0 0,-1-1 1 0 0,0 0 0 0 0,0 1-1 0 0,2 4 1 0 0,-4-7 8 0 0,0-1 0 0 0,0 1 1 0 0,0-1-1 0 0,0 1 0 0 0,0-1 1 0 0,0 1-1 0 0,0-1 0 0 0,0 1 1 0 0,-1-1-1 0 0,1 0 0 0 0,-1 1 1 0 0,1-1-1 0 0,-1 0 0 0 0,1 1 0 0 0,-1-1 1 0 0,0 0-1 0 0,0 0 0 0 0,0 1 1 0 0,0-1-1 0 0,0 0 0 0 0,0 0 1 0 0,0 0-1 0 0,0 0 0 0 0,0 0 0 0 0,0 0 1 0 0,0-1-1 0 0,-1 1 0 0 0,1 0 1 0 0,0-1-1 0 0,-1 1 0 0 0,1 0 1 0 0,0-1-1 0 0,-1 0 0 0 0,1 1 1 0 0,-2-1-1 0 0,-6 3 174 0 0,-1-1 1 0 0,1 0 0 0 0,-19 1-1 0 0,16-2-62 0 0,0 0 1 0 0,0-1-1 0 0,1-1 0 0 0,-1 0 0 0 0,0 0 0 0 0,1-1 1 0 0,-1 0-1 0 0,1-1 0 0 0,0-1 0 0 0,-20-8 0 0 0,30 12-113 0 0,0-1 0 0 0,0 0-1 0 0,0 1 1 0 0,0-1-1 0 0,0 0 1 0 0,0 0-1 0 0,0 1 1 0 0,0-1-1 0 0,0 0 1 0 0,0 0-1 0 0,0 0 1 0 0,1 0-1 0 0,-1 0 1 0 0,1-1-1 0 0,-1 1 1 0 0,0-1-1 0 0,1 1-40 0 0,0 0-1 0 0,0 0 1 0 0,0 0-1 0 0,0 1 0 0 0,0-1 1 0 0,0 0-1 0 0,0 0 1 0 0,0 1-1 0 0,0-1 0 0 0,0 0 1 0 0,1 0-1 0 0,-1 0 1 0 0,0 1-1 0 0,1-1 0 0 0,-1 0 1 0 0,1 1-1 0 0,-1-1 1 0 0,0 0-1 0 0,2 0 0 0 0,1-2-401 0 0,0 0-1 0 0,0 1 1 0 0,0-1-1 0 0,0 1 1 0 0,1 0-1 0 0,0 0 1 0 0,-1 0-1 0 0,6-2 1 0 0,11-3-1675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3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10 396 6911 0 0,'2'0'519'0'0,"40"0"8487"0"0,-1-3-6147 0 0,-30 1-2646 0 0,-1 1 1 0 0,0-2 0 0 0,0 0 0 0 0,0 0 0 0 0,0 0-1 0 0,10-7 1 0 0,-5 3-63 0 0,0-2 0 0 0,-1 0-1 0 0,0 0 1 0 0,-1-1-1 0 0,15-15 1 0 0,-25 22-111 0 0,0-1-1 0 0,0 1 1 0 0,0-1-1 0 0,-1 1 1 0 0,1-1-1 0 0,-1 0 1 0 0,0 0-1 0 0,0 0 1 0 0,-1 0 0 0 0,1 0-1 0 0,0-5 1 0 0,-1 6-30 0 0,-1 0 0 0 0,0 1 0 0 0,0-1 1 0 0,0 0-1 0 0,0 0 0 0 0,-1 1 1 0 0,1-1-1 0 0,-1 0 0 0 0,0 1 0 0 0,1-1 1 0 0,-1 1-1 0 0,0-1 0 0 0,-1 1 1 0 0,1-1-1 0 0,0 1 0 0 0,-1-1 0 0 0,1 1 1 0 0,-1 0-1 0 0,-3-3 0 0 0,1 1-17 0 0,-1 0 1 0 0,0 0-1 0 0,0 1 0 0 0,0 0 1 0 0,-1 0-1 0 0,1 0 0 0 0,-1 1 1 0 0,1-1-1 0 0,-1 1 0 0 0,0 1 0 0 0,0-1 1 0 0,0 1-1 0 0,0 0 0 0 0,0 0 1 0 0,0 1-1 0 0,-12 0 0 0 0,6 1-12 0 0,-1 0 1 0 0,0 0-1 0 0,1 1 0 0 0,-1 1 0 0 0,1 0 1 0 0,-1 0-1 0 0,-12 7 0 0 0,20-8-6 0 0,0 1 0 0 0,0 0 1 0 0,1 0-1 0 0,-1 0 0 0 0,1 0 0 0 0,-1 1 0 0 0,1 0 0 0 0,0-1 0 0 0,0 2 1 0 0,1-1-1 0 0,-1 0 0 0 0,-2 6 0 0 0,5-8-46 0 0,0 0-1 0 0,0 0 1 0 0,0 0-1 0 0,0 0 1 0 0,0 0-1 0 0,1 0 1 0 0,-1 1-1 0 0,1-1 1 0 0,0 0 0 0 0,0 0-1 0 0,-1 1 1 0 0,1-1-1 0 0,1 0 1 0 0,-1 0-1 0 0,0 1 1 0 0,0-1-1 0 0,1 0 1 0 0,0 0 0 0 0,-1 0-1 0 0,1 0 1 0 0,0 0-1 0 0,0 1 1 0 0,0-1-1 0 0,0-1 1 0 0,0 1-1 0 0,1 0 1 0 0,-1 0 0 0 0,0 0-1 0 0,1-1 1 0 0,0 1-1 0 0,2 2 1 0 0,2 1-305 0 0,0-1 1 0 0,1 0-1 0 0,-1 0 0 0 0,1-1 1 0 0,0 0-1 0 0,-1 0 0 0 0,1-1 1 0 0,0 1-1 0 0,9 0 0 0 0,70 10-4630 0 0,-56-9 2416 0 0,0 0 438 0 0,56 17-1 0 0,-29 1 4248 0 0,-45-16 331 0 0,-2 0 0 0 0,18 11 0 0 0,-21-11-1084 0 0,16 1 7490 0 0,-22-22-8135 0 0,-5-39-112 0 0,4-69-1 0 0,1 104-586 0 0,1 0-1 0 0,1 0 1 0 0,1 0 0 0 0,1 0 0 0 0,0 0 0 0 0,1 1-1 0 0,10-20 1 0 0,-13 32-7 0 0,0 1-1 0 0,0 0 1 0 0,1 0-1 0 0,-1 0 1 0 0,1 1-1 0 0,0-1 1 0 0,0 1-1 0 0,1 0 1 0 0,-1 0-1 0 0,1 0 1 0 0,0 0-1 0 0,0 1 1 0 0,0 0-1 0 0,1 0 1 0 0,-1 1-1 0 0,1-1 1 0 0,0 1-1 0 0,-1 0 1 0 0,1 1-1 0 0,10-2 1 0 0,-11 2-2 0 0,0 1 0 0 0,0 0 1 0 0,0 0-1 0 0,0 0 0 0 0,1 1 0 0 0,-1 0 1 0 0,0 0-1 0 0,-1 0 0 0 0,1 1 1 0 0,0-1-1 0 0,0 1 0 0 0,-1 0 1 0 0,1 1-1 0 0,-1-1 0 0 0,1 1 1 0 0,-1 0-1 0 0,0 0 0 0 0,0 0 1 0 0,0 1-1 0 0,-1-1 0 0 0,1 1 1 0 0,-1 0-1 0 0,0 0 0 0 0,0 0 0 0 0,3 5 1 0 0,-2-1-26 0 0,0 0 0 0 0,-1 1 0 0 0,0-1 0 0 0,0 1 0 0 0,-1 0 0 0 0,0 0 0 0 0,0 0 0 0 0,-1 0 1 0 0,0 0-1 0 0,-1 0 0 0 0,0 0 0 0 0,-1 0 0 0 0,1 1 0 0 0,-2-1 0 0 0,1 0 0 0 0,-1 0 0 0 0,-1-1 0 0 0,-6 16 0 0 0,2-5-155 0 0,-1-1 0 0 0,-1 0 0 0 0,-1-1 0 0 0,-1 0 0 0 0,0-1 0 0 0,-1 0 0 0 0,-23 24 0 0 0,70-39 1951 0 0,-22-1-1593 0 0,145 1 1730 0 0,-52 2-4458 0 0,-92-3 1170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4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5 140 7775 0 0,'-4'-139'7472'0'0,"60"942"-3984"0"0,-49-748-3038 0 0,13 90 4 0 0,-11-75 2 0 0,7 68-20 0 0,-8-72-84 0 0,7 62-37 0 0,-8-68-10 0 0,6 53-17 0 0,-6-59-66 0 0,16 137 156 0 0,-5-72-50 0 0,-9-61-61 0 0,5 101-1 0 0,-15-135 432 0 0,0-14-1923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5063 0 0,'3'-3'523'0'0,"-1"1"-1"0"0,1 0 0 0 0,0 0 1 0 0,0 0-1 0 0,0 0 0 0 0,1 0 1 0 0,-1 1-1 0 0,0-1 0 0 0,1 1 1 0 0,-1 0-1 0 0,0 0 0 0 0,1 0 1 0 0,-1 0-1 0 0,1 1 0 0 0,0 0 1 0 0,4-1-1 0 0,5 2-47 0 0,1 0-1 0 0,0 1 0 0 0,13 4 1 0 0,13 1 366 0 0,80 2 345 0 0,178-10 0 0 0,-226-2-1062 0 0,34 1-76 0 0,205-10 236 0 0,-37 0 40 0 0,-59 4 57 0 0,212 6 217 0 0,-241 5-322 0 0,67 9 176 0 0,29 0-260 0 0,-128-11-168 0 0,65 0 66 0 0,-168-4-58 0 0,-1-2 0 0 0,68-16 0 0 0,-26 5 123 0 0,-119 10-212 0 0,-18 10-3001 0 0,30-1 1402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7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9671 0 0,'0'0'22'0'0,"0"0"0"0"0,0 0 1 0 0,0-1-1 0 0,0 1 0 0 0,0 0 0 0 0,0 0 0 0 0,0 0 0 0 0,0 0 0 0 0,0 0 0 0 0,0 0 0 0 0,0 0 0 0 0,0 0 0 0 0,0 0 0 0 0,0-1 0 0 0,0 1 0 0 0,0 0 0 0 0,0 0 0 0 0,0 0 0 0 0,0 0 0 0 0,0 0 0 0 0,0 0 1 0 0,0 0-1 0 0,0 0 0 0 0,0 0 0 0 0,0 0 0 0 0,0 0 0 0 0,1 0 0 0 0,-1-1 0 0 0,0 1 0 0 0,0 0 0 0 0,0 0 0 0 0,0 0 0 0 0,0 0 0 0 0,0 0 0 0 0,0 0 0 0 0,0 0 0 0 0,0 0 0 0 0,1 0 0 0 0,-1 0 0 0 0,0 0 1 0 0,0 0-1 0 0,0 0 0 0 0,0 0 0 0 0,0 0 0 0 0,0 0 0 0 0,0 0 0 0 0,0 0 0 0 0,1 0 0 0 0,-1 0 0 0 0,0 0 0 0 0,0 0 0 0 0,0 0 0 0 0,0 0 0 0 0,0 1 0 0 0,0-1 0 0 0,0 0 0 0 0,0 0 0 0 0,0 0 0 0 0,0 0 1 0 0,0 0-1 0 0,1 0 0 0 0,-1 0 0 0 0,0 0 0 0 0,0 0 0 0 0,6 11 771 0 0,5 16-156 0 0,13 51 123 0 0,-6-11-246 0 0,9 46 340 0 0,-2 2-171 0 0,-13-51 18 0 0,-7-34-539 0 0,35 238 1086 0 0,-29-168-538 0 0,-6-41 2 0 0,-3-31-570 0 0,15 264 884 0 0,-12-26 160 0 0,-2-129-986 0 0,-1-69-68 0 0,5 65-18 0 0,-4-70-10 0 0,6 85-28 0 0,-2 13 11 0 0,3-41 9 0 0,-6-77-20 0 0,16 131 174 0 0,-18-153-205 0 0,-1-8-178 0 0,0 1 0 0 0,1-1 0 0 0,1 1-1 0 0,5 19 1 0 0,-1-20-439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2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13 12063 0 0,'-10'-4'370'0'0,"7"3"-293"0"0,0-1 1 0 0,0 1 0 0 0,-1 0 0 0 0,1 0 0 0 0,0 0 0 0 0,0 0 0 0 0,-1 1 0 0 0,1-1 0 0 0,0 1 0 0 0,-1 0-1 0 0,-4 0 1 0 0,7 1-6 0 0,1-1-1 0 0,-1 0 0 0 0,0 1 1 0 0,1-1-1 0 0,-1 1 0 0 0,1-1 1 0 0,-1 1-1 0 0,0-1 0 0 0,1 1 1 0 0,-1 0-1 0 0,1-1 0 0 0,0 1 1 0 0,-1 0-1 0 0,1-1 0 0 0,-1 1 1 0 0,1 0-1 0 0,0-1 0 0 0,-1 1 1 0 0,1 0-1 0 0,0 0 0 0 0,0-1 1 0 0,0 1-1 0 0,0 0 0 0 0,0 0 1 0 0,0 0-1 0 0,0-1 0 0 0,0 1 1 0 0,0 0-1 0 0,0 0 0 0 0,0-1 1 0 0,0 1-1 0 0,0 0 0 0 0,1 0 1 0 0,-1-1-1 0 0,0 1 0 0 0,0 0 1 0 0,1 0-1 0 0,-1-1 0 0 0,1 1 0 0 0,-1 0 1 0 0,1-1-1 0 0,0 1 0 0 0,1 3-21 0 0,1-1 0 0 0,-1 0-1 0 0,1 0 1 0 0,0 0 0 0 0,0 0-1 0 0,5 4 1 0 0,4 0 60 0 0,1 0 1 0 0,-1 0-1 0 0,1-2 0 0 0,0 1 0 0 0,19 4 1 0 0,74 13 271 0 0,-88-20-326 0 0,80 13 187 0 0,0-5 1 0 0,167-3-1 0 0,201-36 697 0 0,-137 5 163 0 0,314 6 810 0 0,-355 12-1371 0 0,122-14 72 0 0,249 1 492 0 0,-582 20-1611 0 0,127 8 1144 0 0,-72 7-8192 0 0,-100-10 69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31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51 6479 0 0,'-13'-28'1326'0'0,"11"26"-788"0"0,1-1 0 0 0,-1 1 0 0 0,1 0 0 0 0,-1 0 0 0 0,0-1 0 0 0,0 1 0 0 0,0 0 0 0 0,-3-2 0 0 0,4 7 130 0 0,1 0 0 0 0,0 0-1 0 0,-1 0 1 0 0,1 0-1 0 0,0 0 1 0 0,1 0 0 0 0,0 4-1 0 0,-1-4-230 0 0,12 137-661 0 0,44 199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2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80 1839 0 0,'-18'0'-871'0'0,"-6"-1"3817"0"0,1 2 1 0 0,0 0-1 0 0,-32 6 1 0 0,76-2-197 0 0,18-3-2136 0 0,437-12 2201 0 0,-274 3-2406 0 0,245 4 529 0 0,-289 4-677 0 0,-123-1-209 0 0,59-1 12 0 0,-82 0-51 0 0,-1-1 0 0 0,0 0 0 0 0,1 0 0 0 0,-1-1 0 0 0,20-8 0 0 0,-30 11-6 0 0,-1 0 1 0 0,1 0-1 0 0,0 0 0 0 0,0-1 1 0 0,0 1-1 0 0,-1-1 0 0 0,1 1 1 0 0,0 0-1 0 0,0-1 0 0 0,-1 1 1 0 0,1-1-1 0 0,0 0 0 0 0,-1 1 0 0 0,1-1 1 0 0,-1 1-1 0 0,1-1 0 0 0,0 0 1 0 0,-1 1-1 0 0,0-1 0 0 0,1 0 1 0 0,-1 0-1 0 0,1 0 0 0 0,-1 1 1 0 0,0-1-1 0 0,0 0 0 0 0,1 0 1 0 0,-1 0-1 0 0,0 0 0 0 0,0 1 0 0 0,0-1 1 0 0,0 0-1 0 0,0 0 0 0 0,0 0 1 0 0,0 0-1 0 0,0 0 0 0 0,0 0 1 0 0,-1 1-1 0 0,1-1 0 0 0,0 0 1 0 0,-1 0-1 0 0,1 0 0 0 0,0 1 0 0 0,-1-1 1 0 0,1 0-1 0 0,-1 0 0 0 0,1 1 1 0 0,-1-1-1 0 0,0 0 0 0 0,-1-1-164 0 0,1 0 0 0 0,-1 0 0 0 0,0 0 0 0 0,0 1 0 0 0,0-1 0 0 0,0 1 0 0 0,0 0 0 0 0,-1 0 0 0 0,1-1 0 0 0,0 1 0 0 0,0 1 0 0 0,-1-1 0 0 0,1 0 0 0 0,-1 0 0 0 0,-4 0 0 0 0,0 1-1825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2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24 8751 0 0,'-6'-4'807'0'0,"0"1"0"0"0,-1 0 0 0 0,1 0 0 0 0,-1 0 0 0 0,0 1 0 0 0,0 0 0 0 0,-7-1 0 0 0,13 5 56 0 0,6 5-492 0 0,7 6-29 0 0,23 12 0 0 0,1-1 0 0 0,0-2 0 0 0,55 25 0 0 0,-12-8-182 0 0,-62-29-138 0 0,0 0 0 0 0,0 1-1 0 0,20 17 1 0 0,-31-23-22 0 0,-1 0-1 0 0,0 0 0 0 0,0 0 1 0 0,-1 1-1 0 0,1 0 1 0 0,-1 0-1 0 0,-1 0 1 0 0,1 0-1 0 0,-1 0 1 0 0,0 1-1 0 0,0 0 1 0 0,3 10-1 0 0,-6-14 3 0 0,0-1 0 0 0,0 1 0 0 0,0-1 0 0 0,0 1 0 0 0,-1-1 0 0 0,1 1 0 0 0,-1-1 0 0 0,1 1 0 0 0,-1-1 0 0 0,0 0 0 0 0,0 1 0 0 0,0-1 0 0 0,0 0-1 0 0,0 0 1 0 0,0 0 0 0 0,-1 0 0 0 0,1 0 0 0 0,-1 0 0 0 0,0 0 0 0 0,1 0 0 0 0,-1-1 0 0 0,0 1 0 0 0,0 0 0 0 0,0-1 0 0 0,0 0 0 0 0,0 1 0 0 0,0-1 0 0 0,-4 1 0 0 0,-7 4 66 0 0,1 0-1 0 0,-1-1 1 0 0,-23 5 0 0 0,-3-1 237 0 0,0-1 0 0 0,-51 2-1 0 0,67-8-74 0 0,0-2 0 0 0,1-1-1 0 0,-1 0 1 0 0,0-2 0 0 0,-32-8-1 0 0,43 6-188 0 0,14 2-340 0 0,22 0-2056 0 0,1 1-4340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6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1839 0 0,'0'63'8135'0'0,"0"32"-2694"0"0,12 128-3209 0 0,-6-196-1872 0 0,0-5-1147 0 0,-5-7-3964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39 3679 0 0,'1'-1'296'0'0,"0"-1"-1"0"0,1 0 1 0 0,0 0-1 0 0,-1 1 1 0 0,1-1-1 0 0,0 1 0 0 0,0-1 1 0 0,0 1-1 0 0,0 0 1 0 0,0 0-1 0 0,0 0 1 0 0,0 0-1 0 0,1 0 0 0 0,1 0 1 0 0,36-9 1050 0 0,-35 9-1321 0 0,10-2 259 0 0,0 1 1 0 0,0 0-1 0 0,0 1 1 0 0,0 1-1 0 0,28 3 0 0 0,-34-2-109 0 0,-1 1-1 0 0,1 0 0 0 0,0 0 0 0 0,-1 1 1 0 0,1 0-1 0 0,-1 0 0 0 0,0 1 0 0 0,0 0 1 0 0,0 0-1 0 0,-1 1 0 0 0,9 7 0 0 0,-14-11-138 0 0,0 1 0 0 0,0-1 0 0 0,0 1 0 0 0,-1 0 0 0 0,1 0 0 0 0,-1-1 1 0 0,1 1-1 0 0,-1 0 0 0 0,1 0 0 0 0,-1 0 0 0 0,0 1 0 0 0,0-1 0 0 0,0 0 0 0 0,0 0 0 0 0,-1 1 0 0 0,1-1 0 0 0,-1 0 0 0 0,1 1 0 0 0,-1-1 0 0 0,0 0 0 0 0,0 1 0 0 0,0-1 0 0 0,0 1 0 0 0,0-1 0 0 0,0 0 0 0 0,-1 1 0 0 0,1-1 0 0 0,-1 1 0 0 0,0-1 0 0 0,1 0 0 0 0,-1 0 0 0 0,0 0 0 0 0,-1 1 0 0 0,1-1 0 0 0,0 0 0 0 0,0 0 0 0 0,-1 0 0 0 0,0-1 0 0 0,1 1 0 0 0,-4 3 1 0 0,-2 1 48 0 0,0 1 0 0 0,-1-2 0 0 0,0 1 0 0 0,0-1 0 0 0,0 0 1 0 0,-1 0-1 0 0,1-1 0 0 0,-19 6 0 0 0,3-3 41 0 0,-1-1-1 0 0,-28 2 1 0 0,42-7-25 0 0,-1 0 1 0 0,1 0 0 0 0,-1-2-1 0 0,0 1 1 0 0,1-2 0 0 0,-22-4-1 0 0,32 6-70 0 0,0 0 0 0 0,0-1 0 0 0,-1 1 0 0 0,1 0-1 0 0,0-1 1 0 0,0 1 0 0 0,0-1 0 0 0,0 0 0 0 0,0 1 0 0 0,0-1-1 0 0,0 0 1 0 0,0 1 0 0 0,1-1 0 0 0,-1 0 0 0 0,0 0-1 0 0,0 0 1 0 0,0 0 0 0 0,1 0 0 0 0,-1 0 0 0 0,1 0 0 0 0,-1 0-1 0 0,0-1 1 0 0,1 1-27 0 0,0 0-1 0 0,0 0 1 0 0,0 1-1 0 0,1-1 1 0 0,-1 0-1 0 0,0 0 0 0 0,0 1 1 0 0,1-1-1 0 0,-1 0 1 0 0,0 1-1 0 0,1-1 1 0 0,-1 0-1 0 0,1 1 1 0 0,-1-1-1 0 0,1 0 1 0 0,-1 1-1 0 0,1-1 1 0 0,-1 1-1 0 0,1-1 0 0 0,-1 1 1 0 0,1-1-1 0 0,0 1 1 0 0,-1 0-1 0 0,1-1 1 0 0,0 1-1 0 0,0 0 1 0 0,-1-1-1 0 0,1 1 1 0 0,0 0-1 0 0,-1 0 1 0 0,1 0-1 0 0,0 0 0 0 0,1 0 1 0 0,27-4-1535 0 0,-10 3-4193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7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6911 0 0,'-4'76'4986'0'0,"2"43"-2295"0"0,3-107-2536 0 0,0 1 1 0 0,1 0-1 0 0,0-1 0 0 0,1 1 1 0 0,1-1-1 0 0,0 0 1 0 0,7 14-1 0 0,-2-11-54 0 0,-8-14-174 0 0,-1-1 0 0 0,0 0 1 0 0,1 1-1 0 0,-1-1 0 0 0,1 1 1 0 0,-1-1-1 0 0,1 1 0 0 0,-1-1 0 0 0,1 0 1 0 0,-1 1-1 0 0,1-1 0 0 0,-1 0 1 0 0,1 0-1 0 0,-1 1 0 0 0,1-1 0 0 0,-1 0 1 0 0,1 0-1 0 0,0 0 0 0 0,-1 0 1 0 0,1 1-1 0 0,-1-1 0 0 0,1 0 0 0 0,0 0 1 0 0,0-1-1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7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0 149 2303 0 0,'3'-9'1334'0'0,"1"1"0"0"0,0 0 0 0 0,0-1 0 0 0,1 2-1 0 0,11-16 1 0 0,-8 14-803 0 0,-1 1 0 0 0,2 0 0 0 0,-1 0 0 0 0,19-13 0 0 0,-22 17-417 0 0,0 1 0 0 0,0-1 0 0 0,1 1 0 0 0,-1 1 0 0 0,1-1 0 0 0,0 1 0 0 0,-1-1 0 0 0,1 2 0 0 0,0-1 0 0 0,0 1 0 0 0,1 0 0 0 0,-1 0 0 0 0,0 0 0 0 0,0 1 0 0 0,0 0 0 0 0,1 0 0 0 0,-1 1 0 0 0,0 0 0 0 0,0 0 0 0 0,0 0 0 0 0,0 1 0 0 0,8 3 0 0 0,-11-4-86 0 0,-1 0 0 0 0,0 0 0 0 0,1 0 1 0 0,-1 1-1 0 0,0-1 0 0 0,0 1 0 0 0,0 0 0 0 0,0-1 0 0 0,0 1 0 0 0,0 0 0 0 0,-1 0 0 0 0,1 0 0 0 0,-1 0 0 0 0,1 0 0 0 0,-1 1 0 0 0,0-1 0 0 0,1 0 0 0 0,-1 1 0 0 0,0-1 1 0 0,-1 1-1 0 0,1-1 0 0 0,0 1 0 0 0,-1-1 0 0 0,1 1 0 0 0,-1 0 0 0 0,0-1 0 0 0,0 1 0 0 0,0-1 0 0 0,0 1 0 0 0,-1 0 0 0 0,1-1 0 0 0,-1 1 0 0 0,1-1 0 0 0,-1 1 0 0 0,0-1 1 0 0,-1 3-1 0 0,-1 1-15 0 0,1-1 0 0 0,-1 1 0 0 0,-1-1 0 0 0,1 0 0 0 0,-1 0 0 0 0,0-1 0 0 0,0 1 0 0 0,0-1 0 0 0,0 0 0 0 0,-1 0 1 0 0,0 0-1 0 0,0-1 0 0 0,0 1 0 0 0,-9 3 0 0 0,7-3-49 0 0,0-1 0 0 0,0 0 0 0 0,0-1 0 0 0,-1 1 0 0 0,1-2 0 0 0,-1 1 1 0 0,1-1-1 0 0,-1 0 0 0 0,0 0 0 0 0,1-1 0 0 0,-1 0 0 0 0,0 0 0 0 0,1-1 0 0 0,-9-2 0 0 0,27 9 184 0 0,0 1 0 0 0,0 0 1 0 0,13 12-1 0 0,5 2 61 0 0,34 27 127 0 0,112 112 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65 186 2759 0 0,'-5'34'6655'0'0,"0"-7"-3800"0"0,4-12-2358 0 0,-1 1 1 0 0,2-1 0 0 0,0 0 0 0 0,1 1 0 0 0,4 18-1 0 0,-5-31-395 0 0,1 0-1 0 0,-1 0 1 0 0,1 0-1 0 0,0 0 1 0 0,0 0-1 0 0,0 0 0 0 0,1 0 1 0 0,-1-1-1 0 0,1 1 1 0 0,-1 0-1 0 0,1-1 1 0 0,0 1-1 0 0,0-1 1 0 0,0 0-1 0 0,0 0 0 0 0,1 0 1 0 0,-1 0-1 0 0,0 0 1 0 0,1 0-1 0 0,0-1 1 0 0,-1 1-1 0 0,1-1 1 0 0,0 1-1 0 0,0-1 0 0 0,-1 0 1 0 0,1 0-1 0 0,0-1 1 0 0,0 1-1 0 0,0 0 1 0 0,0-1-1 0 0,0 0 1 0 0,0 0-1 0 0,0 0 0 0 0,5 0 1 0 0,2-2-82 0 0,0 1 1 0 0,-1-1-1 0 0,1-1 0 0 0,-1 0 1 0 0,1 0-1 0 0,-1-1 0 0 0,0 0 1 0 0,0-1-1 0 0,0 1 1 0 0,10-9-1 0 0,-9 5 13 0 0,1-1-1 0 0,-2 1 1 0 0,1-2 0 0 0,-1 1-1 0 0,-1-1 1 0 0,1-1 0 0 0,11-19 0 0 0,-15 21-14 0 0,-1 1 1 0 0,0-1 0 0 0,0 0-1 0 0,-1-1 1 0 0,0 1 0 0 0,0-1 0 0 0,-1 1-1 0 0,0-1 1 0 0,-1 0 0 0 0,0-15 0 0 0,-1 18-15 0 0,-1 0 1 0 0,0 0 0 0 0,0 0-1 0 0,-1 0 1 0 0,0 0 0 0 0,0 0-1 0 0,0 0 1 0 0,-1 0 0 0 0,0 1-1 0 0,-1-1 1 0 0,1 1 0 0 0,-1 0-1 0 0,0 0 1 0 0,-1 0 0 0 0,-6-6-1 0 0,5 7-9 0 0,0-1-1 0 0,0 2 0 0 0,-1-1 1 0 0,0 1-1 0 0,1 0 1 0 0,-2 0-1 0 0,1 1 0 0 0,0 0 1 0 0,0 0-1 0 0,-1 1 1 0 0,0 0-1 0 0,1 0 1 0 0,-1 1-1 0 0,0 0 0 0 0,0 0 1 0 0,0 1-1 0 0,-9 0 1 0 0,5 1-5 0 0,0 0 0 0 0,0 1 0 0 0,1 0 0 0 0,-1 0 0 0 0,1 2 0 0 0,0-1 0 0 0,-1 1 0 0 0,2 1 0 0 0,-1 0 0 0 0,-19 13 0 0 0,27-17 5 0 0,1 1 0 0 0,-1 0 0 0 0,1 0 0 0 0,-1 0 0 0 0,1 0 0 0 0,0 0 1 0 0,0 1-1 0 0,0-1 0 0 0,0 1 0 0 0,0-1 0 0 0,1 1 0 0 0,-1 0 0 0 0,1-1 0 0 0,-1 1 0 0 0,1 0 1 0 0,0 0-1 0 0,0 0 0 0 0,1 0 0 0 0,-1 0 0 0 0,1 0 0 0 0,-1 0 0 0 0,1 1 0 0 0,0-1 0 0 0,0 0 0 0 0,0 0 1 0 0,0 0-1 0 0,1 0 0 0 0,0 0 0 0 0,-1 0 0 0 0,1 0 0 0 0,0 0 0 0 0,0 0 0 0 0,0 0 0 0 0,1 0 0 0 0,-1-1 1 0 0,1 1-1 0 0,2 3 0 0 0,3 4-399 0 0,0-2 0 0 0,0 1 0 0 0,1-1 0 0 0,0 0 0 0 0,0-1-1 0 0,1 0 1 0 0,0 0 0 0 0,0-1 0 0 0,13 7 0 0 0,0-2-1189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8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6911 0 0,'6'-5'3446'0'0,"-6"15"-1986"0"0,2 85 2153 0 0,-2-57-2738 0 0,1 0 1 0 0,2 0-1 0 0,15 72 0 0 0,-17-104-756 0 0,1 0-1 0 0,1 0 0 0 0,-1 0 1 0 0,1-1-1 0 0,0 1 0 0 0,0-1 1 0 0,6 9-1 0 0,-8-13-168 0 0,0 0 0 0 0,0 0 0 0 0,0 0 0 0 0,0 0 0 0 0,0 0 1 0 0,1 0-1 0 0,-1-1 0 0 0,0 1 0 0 0,0 0 0 0 0,1-1 0 0 0,-1 1 0 0 0,0-1 0 0 0,1 1 0 0 0,-1-1 0 0 0,3 1 0 0 0,-2-1-247 0 0,-1 0-1 0 0,1 0 0 0 0,-1-1 0 0 0,1 1 0 0 0,-1 0 0 0 0,1-1 0 0 0,-1 1 0 0 0,0-1 0 0 0,1 0 0 0 0,-1 1 1 0 0,0-1-1 0 0,0 0 0 0 0,1 0 0 0 0,-1 0 0 0 0,0 0 0 0 0,0 0 0 0 0,0 0 0 0 0,2-2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8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11087 0 0,'1'-4'437'0'0,"3"-4"994"0"0,10 6 133 0 0,7 1-849 0 0,106-5 1485 0 0,-106 6-2441 0 0,0 1-1 0 0,-1 1 1 0 0,1 1 0 0 0,20 6-1 0 0,-30-5-1071 0 0,-2 0-58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11487 0 0,'5'0'451'0'0,"0"2"-1"0"0,1-1 0 0 0,-1 0 0 0 0,0 1 0 0 0,0 0 1 0 0,7 4-1 0 0,10 3 145 0 0,151 30 461 0 0,-166-37-2187 0 0,-3-1-69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8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 4607 0 0,'0'-4'7176'0'0,"-5"18"-4412"0"0,-6 21-1736 0 0,3 4 457 0 0,-6 73 1 0 0,13-94-1265 0 0,1-1 0 0 0,1 1 1 0 0,0-1-1 0 0,2 0 0 0 0,0 1 1 0 0,8 28-1 0 0,-10-43-295 0 0,0 0 0 0 0,0-1 0 0 0,0 1 0 0 0,1 0 0 0 0,-1 0 0 0 0,1-1 0 0 0,-1 1 0 0 0,1-1 0 0 0,0 1 1 0 0,0-1-1 0 0,0 0 0 0 0,0 0 0 0 0,0 0 0 0 0,0 0 0 0 0,1 0 0 0 0,-1 0 0 0 0,1-1 0 0 0,-1 1 0 0 0,1-1 0 0 0,5 3 0 0 0,0-4-1637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9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5527 0 0,'7'0'7439'0'0,"-7"0"-7325"0"0,-1 17 1933 0 0,-9 19-1557 0 0,-14 20 475 0 0,-12 37 208 0 0,33-83-1009 0 0,0 0-1 0 0,1 0 1 0 0,1 0-1 0 0,-1 0 1 0 0,1 0-1 0 0,1 0 1 0 0,1 16-1 0 0,-1-23-104 0 0,1-1 0 0 0,-1 1 0 0 0,1 0 1 0 0,0 0-1 0 0,0 0 0 0 0,0-1 0 0 0,0 1 0 0 0,0 0 0 0 0,1-1 0 0 0,-1 1 0 0 0,1-1 0 0 0,-1 1 0 0 0,1-1 0 0 0,0 0 0 0 0,0 0 0 0 0,0 0 0 0 0,0 0 1 0 0,1 0-1 0 0,-1 0 0 0 0,0-1 0 0 0,1 1 0 0 0,-1-1 0 0 0,1 1 0 0 0,0-1 0 0 0,-1 0 0 0 0,1 0 0 0 0,0 0 0 0 0,0-1 0 0 0,0 1 0 0 0,2 0 0 0 0,10 0 89 0 0,0 0 0 0 0,0-1 0 0 0,-1 0 0 0 0,27-5 0 0 0,-16 2-20 0 0,11-1-118 0 0,-23 1-451 0 0,0 2 0 0 0,0 0-1 0 0,-1 0 1 0 0,25 2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9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75 10591 0 0,'0'-3'237'0'0,"1"0"0"0"0,0 1 0 0 0,0-1 0 0 0,0 0 0 0 0,0 0 0 0 0,0 1 0 0 0,0-1 0 0 0,1 1-1 0 0,-1-1 1 0 0,1 1 0 0 0,-1-1 0 0 0,1 1 0 0 0,0 0 0 0 0,0 0 0 0 0,3-2 0 0 0,0 0 216 0 0,0 1 0 0 0,0 0 0 0 0,0 1 0 0 0,0-1 0 0 0,1 1 0 0 0,9-3 0 0 0,-7 3-385 0 0,1-1 1 0 0,0 1-1 0 0,0 1 1 0 0,0-1-1 0 0,1 2 1 0 0,-1-1-1 0 0,0 1 1 0 0,0 0-1 0 0,17 4 1 0 0,-26-4-94 0 0,0 0-1 0 0,0 0 1 0 0,0 0 0 0 0,1 0-1 0 0,-1 0 1 0 0,0 0 0 0 0,0 0-1 0 0,0 0 1 0 0,0 0 0 0 0,0 0 0 0 0,0 0-1 0 0,0 0 1 0 0,0 0 0 0 0,0 0-1 0 0,0 0 1 0 0,0 0 0 0 0,0 1-1 0 0,0-1 1 0 0,0 0 0 0 0,0 0 0 0 0,0 0-1 0 0,0 0 1 0 0,1 0 0 0 0,-1 0-1 0 0,0 0 1 0 0,0 0 0 0 0,0 0-1 0 0,0 0 1 0 0,0 0 0 0 0,0 1 0 0 0,0-1-1 0 0,0 0 1 0 0,0 0 0 0 0,0 0-1 0 0,0 0 1 0 0,0 0 0 0 0,0 0-1 0 0,-1 0 1 0 0,1 0 0 0 0,0 0 0 0 0,0 0-1 0 0,0 0 1 0 0,0 1 0 0 0,0-1-1 0 0,0 0 1 0 0,0 0 0 0 0,0 0-1 0 0,0 0 1 0 0,0 0 0 0 0,0 0 0 0 0,0 0-1 0 0,0 0 1 0 0,0 0 0 0 0,0 0-1 0 0,0 0 1 0 0,0 0 0 0 0,-1 0-1 0 0,1 0 1 0 0,0 0 0 0 0,0 0 0 0 0,0 0-1 0 0,0 0 1 0 0,-9 7-1068 0 0,-12 3-368 0 0,-54 15-2980 0 0,47-17 3920 0 0,1 1 0 0 0,-32 16 0 0 0,50-21 762 0 0,1 1 0 0 0,0 0-1 0 0,0 1 1 0 0,0 0 0 0 0,1 0 0 0 0,-1 0 0 0 0,2 1 0 0 0,-1 0 0 0 0,1 1-1 0 0,-9 13 1 0 0,9-12 173 0 0,0 1-1 0 0,1 0 1 0 0,1 0 0 0 0,0 1-1 0 0,0-1 1 0 0,1 1-1 0 0,0 0 1 0 0,1-1-1 0 0,0 1 1 0 0,1 0-1 0 0,0 14 1 0 0,1-19-244 0 0,0 0 1 0 0,1-1 0 0 0,0 1-1 0 0,0-1 1 0 0,1 1-1 0 0,-1 0 1 0 0,1-1-1 0 0,0 0 1 0 0,1 0-1 0 0,-1 1 1 0 0,1-1 0 0 0,0-1-1 0 0,0 1 1 0 0,1 0-1 0 0,0-1 1 0 0,-1 0-1 0 0,1 1 1 0 0,1-2-1 0 0,-1 1 1 0 0,1 0 0 0 0,-1-1-1 0 0,1 0 1 0 0,7 4-1 0 0,0-2 0 0 0,-1 0 1 0 0,1-1-1 0 0,0 0 0 0 0,1-1 0 0 0,-1-1 1 0 0,1 1-1 0 0,-1-2 0 0 0,23 0 0 0 0,-18-1-247 0 0,0-1 1 0 0,1-1-1 0 0,-1 0 1 0 0,-1-2-1 0 0,33-10 0 0 0,-27 3-2435 0 0,-14 6 1016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3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1839 0 0,'0'-1'573'0'0,"0"-1"0"0"0,6-12 5728 0 0,-3 11-5729 0 0,18-16 3373 0 0,-11 13-3499 0 0,0 1 0 0 0,18-9 0 0 0,-16 11-466 0 0,-1 0 0 0 0,1 0 0 0 0,-1 1 0 0 0,1 0 0 0 0,14 0 0 0 0,-15 2-130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0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18 12263 0 0,'-4'-2'187'0'0,"1"0"-1"0"0,0 0 0 0 0,-1 0 0 0 0,1 0 0 0 0,-1 1 1 0 0,1-1-1 0 0,-1 1 0 0 0,0 0 0 0 0,1 0 1 0 0,-1 0-1 0 0,0 1 0 0 0,0-1 0 0 0,0 1 1 0 0,0 0-1 0 0,0 0 0 0 0,-6 1 0 0 0,-8 1 10 0 0,0 1-1 0 0,-19 6 0 0 0,30-8-172 0 0,1 1 0 0 0,0 0 1 0 0,0 1-1 0 0,0 0 0 0 0,0 0 0 0 0,0 0 0 0 0,1 0 0 0 0,-1 1 0 0 0,1 0 0 0 0,0 0 0 0 0,-9 10 1 0 0,12-12-24 0 0,0 1 1 0 0,0 0 0 0 0,0 0 0 0 0,0 0-1 0 0,0 1 1 0 0,1-1 0 0 0,-1 0 0 0 0,1 1 0 0 0,0-1-1 0 0,0 0 1 0 0,0 1 0 0 0,1 0 0 0 0,-1-1-1 0 0,1 1 1 0 0,0-1 0 0 0,0 1 0 0 0,0-1 0 0 0,0 1-1 0 0,1 0 1 0 0,0-1 0 0 0,-1 1 0 0 0,1-1-1 0 0,2 5 1 0 0,6 12-3 0 0,1 0 0 0 0,1-1 0 0 0,1 0 0 0 0,1 0 0 0 0,29 32 0 0 0,22 33 373 0 0,-63-83-332 0 0,0 0 0 0 0,-1 0 0 0 0,1 0 0 0 0,0 0 0 0 0,0 0 0 0 0,-1 0 0 0 0,1 1 0 0 0,-1-1 0 0 0,1 0 0 0 0,-1 0 0 0 0,1 1 0 0 0,-1-1 0 0 0,0 0 0 0 0,0 1 0 0 0,0-1 0 0 0,0 0 0 0 0,0 1 0 0 0,0-1 0 0 0,0 0-1 0 0,0 1 1 0 0,0-1 0 0 0,0 0 0 0 0,-1 1 0 0 0,1-1 0 0 0,-1 0 0 0 0,0 3 0 0 0,-1-3 36 0 0,1 0 0 0 0,-1 1-1 0 0,1-1 1 0 0,-1 0 0 0 0,0 0 0 0 0,0 0-1 0 0,0 0 1 0 0,1 0 0 0 0,-1-1-1 0 0,0 1 1 0 0,0-1 0 0 0,0 1 0 0 0,0-1-1 0 0,0 0 1 0 0,0 1 0 0 0,0-1-1 0 0,-3 0 1 0 0,-167 1 1694 0 0,116-1-3256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3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35 3223 0 0,'0'-1'143'0'0,"0"0"0"0"0,1 0-1 0 0,-1 0 1 0 0,0 0 0 0 0,1 0-1 0 0,-1 0 1 0 0,0 0 0 0 0,0 0-1 0 0,0 0 1 0 0,0 0-1 0 0,0 0 1 0 0,0 0 0 0 0,0 0-1 0 0,0 0 1 0 0,-1 0 0 0 0,1 0-1 0 0,0 0 1 0 0,-1 0 0 0 0,1 0-1 0 0,0 0 1 0 0,-1 0-1 0 0,1 0 1 0 0,-1 0 0 0 0,0 1-1 0 0,1-1 1 0 0,-1 0 0 0 0,0 0-1 0 0,1 1 1 0 0,-1-1 0 0 0,0 0-1 0 0,0 1 1 0 0,1-1-1 0 0,-1 0 1 0 0,0 1 0 0 0,0 0-1 0 0,0-1 1 0 0,0 1 0 0 0,0-1-1 0 0,0 1 1 0 0,0 0 0 0 0,0 0-1 0 0,0-1 1 0 0,0 1-1 0 0,0 0 1 0 0,0 0 0 0 0,-2 0-1 0 0,-6 0 191 0 0,-1 0-1 0 0,0 0 0 0 0,-18 3 0 0 0,22-2-262 0 0,-5 1 61 0 0,-22 2 494 0 0,-38 10-1 0 0,63-12-397 0 0,0 1 0 0 0,1-1 0 0 0,-1 1 0 0 0,0 1 0 0 0,1-1 0 0 0,0 1 0 0 0,0 0 0 0 0,0 1 0 0 0,1 0 0 0 0,-10 8 0 0 0,15-12-193 0 0,0 0 0 0 0,0 0 0 0 0,0 0 0 0 0,1 0 0 0 0,-1 0 0 0 0,0 0 0 0 0,1 0 0 0 0,-1 0 0 0 0,1 0 0 0 0,-1 1 0 0 0,1-1 0 0 0,-1 0 0 0 0,1 0 0 0 0,0 0 0 0 0,0 1 0 0 0,0-1-1 0 0,0 0 1 0 0,0 0 0 0 0,0 1 0 0 0,0-1 0 0 0,0 0 0 0 0,0 0 0 0 0,0 0 0 0 0,1 1 0 0 0,-1-1 0 0 0,0 0 0 0 0,1 0 0 0 0,-1 0 0 0 0,1 0 0 0 0,-1 0 0 0 0,1 0 0 0 0,0 0 0 0 0,0 0 0 0 0,-1 0 0 0 0,1 0 0 0 0,0 0 0 0 0,0 0 0 0 0,0 0-1 0 0,0 0 1 0 0,0-1 0 0 0,2 2 0 0 0,5 4 30 0 0,0-1 0 0 0,0-1-1 0 0,1 1 1 0 0,10 3 0 0 0,-13-6 11 0 0,30 14 63 0 0,59 33-1 0 0,-84-42-136 0 0,1 1-1 0 0,-1 0 1 0 0,0 1 0 0 0,-1 0-1 0 0,0 1 1 0 0,0 0-1 0 0,-1 0 1 0 0,12 19-1 0 0,-19-27 0 0 0,0 1 0 0 0,-1 0-1 0 0,1 0 1 0 0,-1 0 0 0 0,0 0-1 0 0,0 0 1 0 0,0 0 0 0 0,0 0 0 0 0,0 0-1 0 0,-1 1 1 0 0,1-1 0 0 0,-1 0-1 0 0,0 0 1 0 0,0 1 0 0 0,0-1 0 0 0,0 0-1 0 0,-1 0 1 0 0,1 0 0 0 0,-1 1-1 0 0,0-1 1 0 0,0 0 0 0 0,0 0-1 0 0,0 0 1 0 0,-1 0 0 0 0,1 0 0 0 0,-4 3-1 0 0,2-2 7 0 0,-1 0 1 0 0,1 0-1 0 0,-1 0 0 0 0,0-1 0 0 0,-1 1 0 0 0,1-1 0 0 0,-1 0 1 0 0,1-1-1 0 0,-1 1 0 0 0,0-1 0 0 0,0 0 0 0 0,0 0 0 0 0,0 0 1 0 0,0-1-1 0 0,-7 2 0 0 0,-5-1 258 0 0,0 1 1 0 0,0-2-1 0 0,0 0 1 0 0,0-1-1 0 0,0-1 0 0 0,0-1 1 0 0,0 0-1 0 0,1-1 1 0 0,-1-1-1 0 0,1 0 0 0 0,-1-1 1 0 0,-23-12-1 0 0,39 17-244 0 0,0 0 0 0 0,0-1 0 0 0,0 1 0 0 0,0-1 0 0 0,0 0 0 0 0,0 1 0 0 0,0-1 0 0 0,0 0 0 0 0,0 1-1 0 0,0-1 1 0 0,1 0 0 0 0,-1 0 0 0 0,0 0 0 0 0,0 0 0 0 0,1 0 0 0 0,-1-1 0 0 0,1 2-16 0 0,0-1 0 0 0,0 1 1 0 0,0 0-1 0 0,0-1 0 0 0,0 1 0 0 0,0 0 1 0 0,1-1-1 0 0,-1 1 0 0 0,0 0 0 0 0,0-1 0 0 0,1 1 1 0 0,-1 0-1 0 0,0-1 0 0 0,0 1 0 0 0,1 0 1 0 0,-1 0-1 0 0,0-1 0 0 0,1 1 0 0 0,-1 0 0 0 0,0 0 1 0 0,1 0-1 0 0,-1-1 0 0 0,0 1 0 0 0,1 0 1 0 0,-1 0-1 0 0,1 0 0 0 0,-1 0 0 0 0,0 0 1 0 0,1 0-1 0 0,40-5-666 0 0,-37 5 458 0 0,34-1-1924 0 0,-12 1-2460 0 0,1 0-1328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3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16 6447 0 0,'-1'-14'629'0'0,"-2"13"517"0"0,-2 8 1169 0 0,0 4-997 0 0,-9 20 1603 0 0,-18 55 0 0 0,29-77-2810 0 0,1-1 0 0 0,0 1-1 0 0,1 0 1 0 0,0 0-1 0 0,0-1 1 0 0,1 1 0 0 0,0 0-1 0 0,1 0 1 0 0,-1 0-1 0 0,2-1 1 0 0,-1 1 0 0 0,4 8-1 0 0,-4-15-147 0 0,0 1 1 0 0,0-1-1 0 0,1 1 0 0 0,-1-1 0 0 0,1 0 0 0 0,0 0 0 0 0,0 0 0 0 0,-1 0 1 0 0,1 0-1 0 0,0 0 0 0 0,1-1 0 0 0,-1 1 0 0 0,0-1 0 0 0,0 1 0 0 0,4 1 1 0 0,13 2-5537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3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63 9671 0 0,'-1'-1'229'0'0,"0"0"0"0"0,0 0 0 0 0,0-1 0 0 0,1 1 0 0 0,-1 0-1 0 0,0-1 1 0 0,1 1 0 0 0,-1-1 0 0 0,1 1 0 0 0,-1-1 0 0 0,1 1 0 0 0,0-1-1 0 0,-1 1 1 0 0,1-1 0 0 0,0 0 0 0 0,0 1 0 0 0,0-1 0 0 0,0 1 0 0 0,1-1-1 0 0,-1 1 1 0 0,0-1 0 0 0,1 0 0 0 0,-1 1 0 0 0,1-1 0 0 0,-1 1 0 0 0,1 0-1 0 0,0-1 1 0 0,-1 1 0 0 0,1-1 0 0 0,0 1 0 0 0,1-2 0 0 0,1 2-133 0 0,-1-1 0 0 0,1 0 0 0 0,-1 1 0 0 0,1-1 0 0 0,0 1 0 0 0,0 0 0 0 0,0 0 1 0 0,-1 0-1 0 0,1 0 0 0 0,0 1 0 0 0,0-1 0 0 0,0 1 0 0 0,0 0 0 0 0,0 0 0 0 0,6 0 1 0 0,27 4 29 0 0,1 1 1 0 0,0 2-1 0 0,42 14 1 0 0,-5-1-183 0 0,-42-13-444 0 0,2 1-1826 0 0,50 17 0 0 0,-83-25 2193 0 0,0 0 0 0 0,-1 1-1 0 0,1-1 1 0 0,0 0 0 0 0,0 0-1 0 0,-1 1 1 0 0,1-1 0 0 0,0 0 0 0 0,-1 1-1 0 0,1-1 1 0 0,0 0 0 0 0,-1 1-1 0 0,1-1 1 0 0,0 1 0 0 0,-1-1-1 0 0,1 1 1 0 0,-1 0 0 0 0,1-1-1 0 0,-1 1 1 0 0,1-1 0 0 0,-1 1-1 0 0,0 0 1 0 0,1-1 0 0 0,-1 1 0 0 0,0 0-1 0 0,1 0 1 0 0,-1-1 0 0 0,0 1-1 0 0,0 0 1 0 0,0 0 0 0 0,1-1-1 0 0,-1 1 1 0 0,0 0 0 0 0,0 0-1 0 0,0 0 1 0 0,-1-1 0 0 0,1 1 0 0 0,0 0-1 0 0,0 0 1 0 0,0-1 0 0 0,0 1-1 0 0,-1 0 1 0 0,1 0 0 0 0,0-1-1 0 0,-1 1 1 0 0,1 0 0 0 0,-1-1-1 0 0,1 1 1 0 0,0 0 0 0 0,-1-1 0 0 0,-1 2-1 0 0,-3 4 63 0 0,-1-1 0 0 0,0 1 0 0 0,-1-1 1 0 0,-8 5-1 0 0,3-1 539 0 0,2-1 501 0 0,0 0 0 0 0,0 0 1 0 0,1 1-1 0 0,0 0 0 0 0,-14 21 1 0 0,22-28-830 0 0,-1 0 1 0 0,1 1-1 0 0,-1-1 1 0 0,1 1-1 0 0,0 0 1 0 0,0-1-1 0 0,0 1 1 0 0,0 0-1 0 0,1 0 1 0 0,-1-1-1 0 0,1 1 1 0 0,0 0-1 0 0,0 0 1 0 0,0 0-1 0 0,0 0 1 0 0,0-1-1 0 0,0 1 1 0 0,1 0-1 0 0,0 0 1 0 0,-1 0-1 0 0,1-1 1 0 0,0 1-1 0 0,0 0 1 0 0,0-1-1 0 0,1 1 1 0 0,-1-1-1 0 0,1 0 1 0 0,-1 1-1 0 0,1-1 1 0 0,0 0-1 0 0,0 0 1 0 0,0 0-1 0 0,3 2 1 0 0,0 1 12 0 0,1-1-1 0 0,0 0 1 0 0,0 0 0 0 0,0-1-1 0 0,1 0 1 0 0,-1 0 0 0 0,1-1-1 0 0,0 1 1 0 0,0-1 0 0 0,0-1-1 0 0,9 2 1 0 0,3-1 41 0 0,0-1 0 0 0,0 0 0 0 0,20-3 0 0 0,-26 1-147 0 0,0-1-1 0 0,-1 0 1 0 0,1-1 0 0 0,-1 0-1 0 0,1-1 1 0 0,-1-1 0 0 0,-1 0 0 0 0,23-13-1 0 0,-29 15-66 0 0,-1 1 0 0 0,1-2 0 0 0,-1 1 0 0 0,0 0-1 0 0,0-1 1 0 0,0 0 0 0 0,0 0 0 0 0,-1 0 0 0 0,0 0 0 0 0,1 0-1 0 0,-1-1 1 0 0,-1 0 0 0 0,1 1 0 0 0,-1-1 0 0 0,0 0-1 0 0,0 0 1 0 0,0-1 0 0 0,-1 1 0 0 0,0 0 0 0 0,0 0-1 0 0,0-1 1 0 0,-1 1 0 0 0,1-10 0 0 0,-2 11-16 0 0,1 1 0 0 0,-1-1 0 0 0,0 1 0 0 0,0-1 0 0 0,0 1 0 0 0,0-1 0 0 0,0 1 1 0 0,-1-1-1 0 0,0 1 0 0 0,1 0 0 0 0,-1 0 0 0 0,-1 0 0 0 0,1 0 0 0 0,0 0 0 0 0,-4-3 0 0 0,1 2-8 0 0,0 0-1 0 0,0 0 1 0 0,0 1 0 0 0,0 0-1 0 0,-1 0 1 0 0,1 1-1 0 0,-1-1 1 0 0,-9-1-1 0 0,-3-1-81 0 0,-1 2 0 0 0,1 0-1 0 0,-1 1 1 0 0,-36 2-1 0 0,52 0 91 0 0,-4 0-57 0 0,1 0 0 0 0,0 0-1 0 0,-1 1 1 0 0,1 0 0 0 0,0 0-1 0 0,-1 1 1 0 0,-8 3 0 0 0,14-5-29 0 0,1 0 0 0 0,0 1 0 0 0,-1-1 0 0 0,1 0 0 0 0,0 1 0 0 0,0-1 0 0 0,-1 1 0 0 0,1-1 1 0 0,0 1-1 0 0,0-1 0 0 0,0 0 0 0 0,-1 1 0 0 0,1-1 0 0 0,0 1 0 0 0,0-1 0 0 0,0 1 0 0 0,0-1 0 0 0,0 1 1 0 0,0-1-1 0 0,0 1 0 0 0,0-1 0 0 0,0 1 0 0 0,0-1 0 0 0,1 1 0 0 0,-1-1 0 0 0,0 0 0 0 0,0 1 1 0 0,0-1-1 0 0,0 1 0 0 0,1-1 0 0 0,-1 1 0 0 0,0-1 0 0 0,0 0 0 0 0,1 1 0 0 0,-1-1 0 0 0,0 0 0 0 0,1 1 1 0 0,-1-1-1 0 0,1 0 0 0 0,-1 1 0 0 0,0-1 0 0 0,1 0 0 0 0,-1 0 0 0 0,1 1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4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42 224 6447 0 0,'-13'50'7350'0'0,"9"-21"-5755"0"0,1-1-1 0 0,1 36 1 0 0,-8-167-1619 0 0,5 71-41 0 0,2-1 1 0 0,1-39-1 0 0,2 63 56 0 0,1 0-1 0 0,0 0 1 0 0,1 0-1 0 0,0 0 1 0 0,0 0-1 0 0,1 0 1 0 0,0 0-1 0 0,0 1 0 0 0,1 0 1 0 0,0-1-1 0 0,0 1 1 0 0,9-10-1 0 0,-11 15 17 0 0,1 0 1 0 0,0 1-1 0 0,-1-1 0 0 0,1 1 0 0 0,0 0 0 0 0,0-1 0 0 0,0 1 1 0 0,1 1-1 0 0,-1-1 0 0 0,0 0 0 0 0,1 1 0 0 0,-1 0 0 0 0,1 0 1 0 0,-1 0-1 0 0,1 0 0 0 0,0 0 0 0 0,-1 1 0 0 0,1-1 0 0 0,0 1 1 0 0,-1 0-1 0 0,1 1 0 0 0,0-1 0 0 0,0 0 0 0 0,-1 1 1 0 0,1 0-1 0 0,-1 0 0 0 0,1 0 0 0 0,3 2 0 0 0,-2-1 4 0 0,-1 0-1 0 0,0 0 1 0 0,1 0-1 0 0,-1 0 1 0 0,0 1-1 0 0,-1-1 1 0 0,1 1 0 0 0,0 0-1 0 0,-1 1 1 0 0,0-1-1 0 0,0 1 1 0 0,0-1-1 0 0,0 1 1 0 0,0 0-1 0 0,-1 0 1 0 0,1 0-1 0 0,-1 0 1 0 0,0 0 0 0 0,0 1-1 0 0,-1-1 1 0 0,2 8-1 0 0,-2-1-10 0 0,-1 0 0 0 0,-1-1 0 0 0,0 1 0 0 0,0-1 0 0 0,-1 1 0 0 0,0-1 0 0 0,-1 0 0 0 0,0 1 0 0 0,0-1 0 0 0,-1-1 0 0 0,-1 1 0 0 0,0 0 0 0 0,0-1 0 0 0,-1 0 0 0 0,0-1 0 0 0,0 1 0 0 0,-1-1 0 0 0,-14 13 0 0 0,20-20-6 0 0,0 0-1 0 0,0-1 1 0 0,0 1-1 0 0,0 0 1 0 0,0-1-1 0 0,-1 1 1 0 0,1 0-1 0 0,0-1 1 0 0,0 0-1 0 0,-1 1 1 0 0,1-1-1 0 0,0 0 1 0 0,-1 0-1 0 0,-1 1 1 0 0,4-3 51 0 0,11 1 169 0 0,-6 1-135 0 0,-1 1 0 0 0,0 0 0 0 0,0 0 0 0 0,0 0 0 0 0,0 0 0 0 0,0 1 0 0 0,0 0 0 0 0,9 4 0 0 0,37 26 231 0 0,-11-5-223 0 0,-29-22-495 0 0,41 21 1047 0 0,-14-16-6668 0 0,-23-8-59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4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9215 0 0,'1'-3'500'0'0,"1"0"-1"0"0,-1 0 0 0 0,1 0 0 0 0,-1 0 1 0 0,1 0-1 0 0,0 0 0 0 0,0 0 0 0 0,1 1 1 0 0,-1-1-1 0 0,5-4 0 0 0,29-22 1756 0 0,-28 23-2004 0 0,2 0 1 0 0,-1 1 0 0 0,0 0-1 0 0,1 0 1 0 0,0 1-1 0 0,0 1 1 0 0,0-1-1 0 0,11-1 1 0 0,-12 4-209 0 0,-1 0 1 0 0,0 0 0 0 0,0 0-1 0 0,1 1 1 0 0,-1 0-1 0 0,0 1 1 0 0,0-1-1 0 0,1 2 1 0 0,-1-1-1 0 0,0 1 1 0 0,8 3 0 0 0,-15-4-183 0 0,1-1 0 0 0,-1 1 0 0 0,1 0 0 0 0,-1 0 0 0 0,1-1 0 0 0,-1 1 0 0 0,0 0 1 0 0,1 0-1 0 0,-1 1 0 0 0,0-1 0 0 0,0 0 0 0 0,2 3 0 0 0,-2 0-1653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4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0 1839 0 0,'-1'0'-16'0'0,"0"0"-1"0"0,-1 0 0 0 0,1 0 0 0 0,0 0 1 0 0,0 0-1 0 0,-1 0 0 0 0,1 1 0 0 0,0-1 0 0 0,0 0 1 0 0,0 1-1 0 0,-1-1 0 0 0,1 1 0 0 0,-2 0 0 0 0,1 1 563 0 0,-1 0 0 0 0,1-1 0 0 0,0 1 0 0 0,0 0 0 0 0,1 0 0 0 0,-1 0 0 0 0,0 1 0 0 0,1-1 0 0 0,-1 0 0 0 0,-1 4 0 0 0,-10 28 6575 0 0,7-13-5373 0 0,4-15-2146 0 0,0 0 535 0 0,0 1 0 0 0,1-1 0 0 0,0 1 0 0 0,0-1 0 0 0,0 1 1 0 0,1 0-1 0 0,0-1 0 0 0,0 1 0 0 0,1 0 0 0 0,0-1 0 0 0,0 1 1 0 0,1-1-1 0 0,-1 1 0 0 0,1-1 0 0 0,1 0 0 0 0,-1 1 0 0 0,1-1 1 0 0,0-1-1 0 0,1 1 0 0 0,-1 0 0 0 0,1-1 0 0 0,0 0 0 0 0,0 1 1 0 0,1-2-1 0 0,0 1 0 0 0,0 0 0 0 0,0-1 0 0 0,0 0 0 0 0,1 0 1 0 0,-1-1-1 0 0,1 1 0 0 0,0-1 0 0 0,0-1 0 0 0,0 1 0 0 0,0-1 0 0 0,1 0 1 0 0,-1 0-1 0 0,1-1 0 0 0,12 2 0 0 0,6-2-161 0 0,1 0 0 0 0,0-2 0 0 0,47-7 0 0 0,-70 8-150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4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5983 0 0,'2'-8'8130'0'0,"-1"8"-7992"0"0,22-3 2442 0 0,33 5-2258 0 0,-53-1 106 0 0,68 7 594 0 0,-29-3-6371 0 0,-24-3-338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6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3223 0 0,'0'0'52'0'0,"0"0"-1"0"0,0 0 0 0 0,0 1 1 0 0,0-1-1 0 0,0 0 0 0 0,0 0 0 0 0,0 0 1 0 0,0 1-1 0 0,0-1 0 0 0,0 0 1 0 0,0 0-1 0 0,0 0 0 0 0,0 0 1 0 0,0 1-1 0 0,-1-1 0 0 0,1 0 0 0 0,0 0 1 0 0,0 0-1 0 0,0 0 0 0 0,0 1 1 0 0,0-1-1 0 0,0 0 0 0 0,0 0 0 0 0,0 0 1 0 0,-1 0-1 0 0,1 0 0 0 0,0 0 1 0 0,0 1-1 0 0,0-1 0 0 0,0 0 0 0 0,0 0 1 0 0,-1 0-1 0 0,1 0 0 0 0,0 0 1 0 0,0 0-1 0 0,0 0 0 0 0,0 0 0 0 0,-1 0 1 0 0,1 0-1 0 0,0 0 0 0 0,0 0 1 0 0,0 0-1 0 0,0 0 0 0 0,-1 0 1 0 0,1 0-1 0 0,0 0 0 0 0,0 0 0 0 0,0 0 1 0 0,-1 0-1 0 0,1 0 0 0 0,0 0 1 0 0,0 0-1 0 0,0 0 0 0 0,0 0 0 0 0,0 0 1 0 0,-1 0-1 0 0,1-1 0 0 0,0 1 1 0 0,0 0-1 0 0,0 0 0 0 0,0 0 0 0 0,-1 0 1 0 0,5 16 2643 0 0,2-7-2303 0 0,0-1 0 0 0,0 0 0 0 0,1 0 1 0 0,0 0-1 0 0,0 0 0 0 0,1-1 0 0 0,0-1 0 0 0,0 1 0 0 0,1-1 1 0 0,0-1-1 0 0,0 1 0 0 0,10 3 0 0 0,7 2 5 0 0,1 0 1 0 0,0-2-1 0 0,33 7 1 0 0,49 5 306 0 0,46 12-199 0 0,-103-20-354 0 0,1-3-1 0 0,0-1 0 0 0,0-4 1 0 0,81 0-1 0 0,136-1-86 0 0,-169 4 84 0 0,142 27 0 0 0,-39-2-60 0 0,49-9-24 0 0,34 3-64 0 0,-228-23 65 0 0,-1-1 0 0 0,1-4 0 0 0,0-2 0 0 0,101-18 1 0 0,17 1 385 0 0,-54 8-396 0 0,-52 4-52 0 0,67-11 58 0 0,121-36 243 0 0,99-31 662 0 0,-335 78-946 0 0,-19 6-170 0 0,1 0 0 0 0,-1 1 1 0 0,1-1-1 0 0,0 1 0 0 0,-1 0 0 0 0,11-1 1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47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133 312 4631 0 0,'-9'1'417'0'0,"0"-1"-1"0"0,0 1 1 0 0,0-1-1 0 0,0-1 1 0 0,0 0-1 0 0,0 0 0 0 0,0-1 1 0 0,0 0-1 0 0,1 0 1 0 0,-1-1-1 0 0,-11-6 1 0 0,19 9-334 0 0,0 0 1 0 0,1-1-1 0 0,-1 1 1 0 0,0 0-1 0 0,0-1 0 0 0,1 1 1 0 0,-1-1-1 0 0,0 0 1 0 0,0 1-1 0 0,1-1 1 0 0,-1 1-1 0 0,1-1 1 0 0,-1 0-1 0 0,1 0 1 0 0,-1 1-1 0 0,1-1 1 0 0,-1 0-1 0 0,1 0 1 0 0,-1 1-1 0 0,1-1 1 0 0,0 0-1 0 0,0 0 0 0 0,-1 0 1 0 0,1 0-1 0 0,0 0 1 0 0,0-1-1 0 0,0 1-2 0 0,1 0 0 0 0,-1-1-1 0 0,1 1 1 0 0,-1 0 0 0 0,1 0 0 0 0,0-1-1 0 0,0 1 1 0 0,-1 0 0 0 0,1 0-1 0 0,0 0 1 0 0,0 0 0 0 0,0 0 0 0 0,0 0-1 0 0,0 0 1 0 0,2-1 0 0 0,2-1 89 0 0,1-1 1 0 0,0 1 0 0 0,0 0 0 0 0,0 0-1 0 0,13-4 1 0 0,77-14 648 0 0,-48 11-438 0 0,0-1 0 0 0,73-29 1 0 0,-58 15 174 0 0,1 2 0 0 0,1 4 0 0 0,1 2 1 0 0,113-13-1 0 0,278-5 235 0 0,-73 48-624 0 0,-79 0-60 0 0,90 0-107 0 0,-3 34 0 0 0,-191-5 76 0 0,66 13 40 0 0,22 16-63 0 0,-97-20 76 0 0,-151-40-5 0 0,0 2 1 0 0,-1 2 0 0 0,53 27-1 0 0,-79-32-1660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54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9183 0 0,'0'0'16'0'0,"-1"0"-1"0"0,1 0 1 0 0,0 0-1 0 0,0 0 1 0 0,0-1-1 0 0,0 1 1 0 0,0 0-1 0 0,0 0 1 0 0,0 0-1 0 0,0 0 1 0 0,0 0-1 0 0,0 0 1 0 0,0-1-1 0 0,0 1 1 0 0,1 0-1 0 0,-1 0 1 0 0,0 0 0 0 0,0 0-1 0 0,0 0 1 0 0,0 0-1 0 0,0 0 1 0 0,0-1-1 0 0,0 1 1 0 0,0 0-1 0 0,0 0 1 0 0,0 0-1 0 0,0 0 1 0 0,0 0-1 0 0,0 0 1 0 0,1 0-1 0 0,-1 0 1 0 0,0 0-1 0 0,0 0 1 0 0,0 0-1 0 0,0-1 1 0 0,0 1-1 0 0,0 0 1 0 0,0 0-1 0 0,1 0 1 0 0,-1 0-1 0 0,0 0 1 0 0,0 0-1 0 0,0 0 1 0 0,0 0-1 0 0,0 0 1 0 0,0 0-1 0 0,1 0 1 0 0,-1 0-1 0 0,0 0 1 0 0,0 0-1 0 0,0 0 1 0 0,0 0-1 0 0,0 1 1 0 0,0-1-1 0 0,0 0 1 0 0,1 0-1 0 0,-1 0 1 0 0,0 0-1 0 0,0 0 1 0 0,0 0-1 0 0,0 0 1 0 0,0 0-1 0 0,0 0 1 0 0,0 0-1 0 0,0 1 1 0 0,6 11 926 0 0,1 21 316 0 0,84 696 3524 0 0,-55 5-2162 0 0,-35-664-2416 0 0,7 130 533 0 0,-5-171-641 0 0,1 0-1 0 0,2-1 1 0 0,0 0 0 0 0,19 47 0 0 0,-23-70-98 0 0,0-1 1 0 0,1 1 0 0 0,-1-1 0 0 0,1 1 0 0 0,6 6 0 0 0,-8-10-80 0 0,0 0 0 0 0,0 0 0 0 0,-1 0 0 0 0,1 0 0 0 0,0 0 0 0 0,0 0-1 0 0,1-1 1 0 0,-1 1 0 0 0,0 0 0 0 0,0-1 0 0 0,0 1 0 0 0,0-1 0 0 0,1 1 0 0 0,-1-1 0 0 0,0 1 0 0 0,0-1 0 0 0,1 0-1 0 0,-1 0 1 0 0,0 0 0 0 0,1 1 0 0 0,-1-1 0 0 0,0 0 0 0 0,0-1 0 0 0,1 1 0 0 0,-1 0 0 0 0,2-1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5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13535 0 0,'0'0'36'0'0,"0"0"0"0"0,0 0 0 0 0,-1 0 0 0 0,1 0-1 0 0,0 0 1 0 0,0 1 0 0 0,-1-1 0 0 0,1 0 0 0 0,0 0 0 0 0,0 0-1 0 0,-1 0 1 0 0,1 0 0 0 0,0 0 0 0 0,0 1 0 0 0,0-1 0 0 0,-1 0-1 0 0,1 0 1 0 0,0 0 0 0 0,0 0 0 0 0,0 1 0 0 0,-1-1 0 0 0,1 0-1 0 0,0 0 1 0 0,0 0 0 0 0,0 1 0 0 0,0-1 0 0 0,0 0 0 0 0,0 0-1 0 0,0 1 1 0 0,-1-1 0 0 0,1 0 0 0 0,0 0 0 0 0,0 1 0 0 0,0-1-1 0 0,0 0 1 0 0,0 1 0 0 0,0-1 0 0 0,0 0 0 0 0,0 0 0 0 0,0 1-1 0 0,1-1 1 0 0,-4 14-77 0 0,6 125 966 0 0,1-60-607 0 0,-42 1309 3751 0 0,33-1331-3920 0 0,-12 152 592 0 0,15-152-752 0 0,8 91-1 0 0,-5-141-602 0 0,0 0 1 0 0,1 1-1 0 0,4 13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07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40 3223 0 0,'6'-13'265'0'0,"2"-13"5854"0"0,-11 44-1635 0 0,-11 18-3233 0 0,4-10-587 0 0,-10 36 410 0 0,-2-2 1 0 0,-4 0-1 0 0,-36 63 0 0 0,52-107-869 0 0,1-3-13 0 0,1 0 1 0 0,1 1-1 0 0,0 0 1 0 0,0 0-1 0 0,1 1 1 0 0,-4 18-1 0 0,10-33-190 0 0,0 0 0 0 0,0 0 0 0 0,0 0 0 0 0,0 0 0 0 0,0 0 0 0 0,0 0 1 0 0,0 0-1 0 0,0 0 0 0 0,0 0 0 0 0,0 0 0 0 0,0-1 0 0 0,0 1 0 0 0,0 0 0 0 0,0 0 0 0 0,0 0 0 0 0,1 0 0 0 0,-1 0 0 0 0,0 0 0 0 0,0 0 0 0 0,0 0 0 0 0,0 0 0 0 0,0 0 0 0 0,0 0 0 0 0,0 0 0 0 0,0 0 1 0 0,0 0-1 0 0,0 0 0 0 0,0 0 0 0 0,0 0 0 0 0,0 0 0 0 0,0 0 0 0 0,0 0 0 0 0,0 0 0 0 0,1 0 0 0 0,-1 0 0 0 0,0 0 0 0 0,0 0 0 0 0,0 0 0 0 0,0 0 0 0 0,0 1 0 0 0,0-1 0 0 0,0 0 0 0 0,0 0 0 0 0,0 0 1 0 0,0 0-1 0 0,7-10-50 0 0,6-15-311 0 0,32-65-1754 0 0,5-12-5598 0 0,-47 94 6623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08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0 146 2759 0 0,'6'-30'738'0'0,"8"-17"5206"0"0,-11 40-4925 0 0,0 0 0 0 0,1 1-1 0 0,-1-1 1 0 0,8-8 0 0 0,11-6-1793 0 0,-21 20 915 0 0,0 1 1 0 0,0-1 0 0 0,0 1 0 0 0,0-1 0 0 0,0 0-1 0 0,0 1 1 0 0,0 0 0 0 0,0-1 0 0 0,0 1 0 0 0,0 0-1 0 0,0 0 1 0 0,0-1 0 0 0,0 1 0 0 0,1 0 0 0 0,-1 0-1 0 0,0 0 1 0 0,0 0 0 0 0,0 1 0 0 0,0-1 0 0 0,0 0-1 0 0,0 0 1 0 0,0 1 0 0 0,2 0 0 0 0,-1 0-11 0 0,0 0 1 0 0,0 1 0 0 0,0-1-1 0 0,0 1 1 0 0,0-1 0 0 0,0 1-1 0 0,-1 0 1 0 0,1 0-1 0 0,-1 0 1 0 0,3 3 0 0 0,2 6-62 0 0,0 0 0 0 0,-1 1 0 0 0,5 16 0 0 0,-8-22-25 0 0,23 67 1183 0 0,52 131 949 0 0,-55-166-2137 0 0,-15-27-89 0 0,-1 1 0 0 0,9 18 0 0 0,-14-25-483 0 0,1 0 0 0 0,-1 0 0 0 0,0 0-1 0 0,0-1 1 0 0,-1 1 0 0 0,1 6 0 0 0,5 0-2835 0 0,-4-8 2287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08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30 6911 0 0,'-3'-5'10880'0'0,"13"4"-8852"0"0,1-1-3482 0 0,20-4 1908 0 0,-1 0 258 0 0,50-4-1 0 0,-68 10-1425 0 0,1 0 0 0 0,-1 1 0 0 0,0 0-1 0 0,14 4 1 0 0,-17-3-982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09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90 7631 0 0,'1'-2'268'0'0,"1"0"-1"0"0,0 0 0 0 0,-1 0 0 0 0,0-1 0 0 0,1 1 0 0 0,-1-1 1 0 0,0 1-1 0 0,0-1 0 0 0,-1 1 0 0 0,1-1 0 0 0,0 0 0 0 0,-1 1 1 0 0,0-1-1 0 0,1 0 0 0 0,-1 0 0 0 0,0 1 0 0 0,-1-1 1 0 0,1 0-1 0 0,0 1 0 0 0,-1-1 0 0 0,1 0 0 0 0,-1 1 0 0 0,-1-5 1 0 0,1 6-205 0 0,1 0 1 0 0,-1-1 0 0 0,0 1 0 0 0,0-1 0 0 0,1 1 0 0 0,-1 0 0 0 0,0-1-1 0 0,0 1 1 0 0,0 0 0 0 0,0 0 0 0 0,-1 0 0 0 0,1 0 0 0 0,0 0 0 0 0,0 0 0 0 0,-1 0-1 0 0,1 0 1 0 0,0 0 0 0 0,-1 0 0 0 0,1 1 0 0 0,-1-1 0 0 0,1 1 0 0 0,-1-1-1 0 0,1 1 1 0 0,-1 0 0 0 0,0-1 0 0 0,1 1 0 0 0,-1 0 0 0 0,1 0 0 0 0,-1 0 0 0 0,0 0-1 0 0,1 1 1 0 0,-1-1 0 0 0,1 0 0 0 0,-1 0 0 0 0,1 1 0 0 0,-1-1 0 0 0,1 1-1 0 0,-1 0 1 0 0,1-1 0 0 0,-1 1 0 0 0,-1 1 0 0 0,-4 3 36 0 0,0-1 0 0 0,1 2 0 0 0,-1-1 0 0 0,1 1 0 0 0,0-1 1 0 0,1 2-1 0 0,-1-1 0 0 0,1 1 0 0 0,0-1 0 0 0,1 1 0 0 0,0 1 0 0 0,0-1 0 0 0,0 1 0 0 0,1-1 0 0 0,-4 15 1 0 0,3-7 41 0 0,0 0 0 0 0,2 0 0 0 0,-1 0 0 0 0,2 0 0 0 0,0 1 0 0 0,1-1 0 0 0,3 28 1 0 0,-1-35-93 0 0,0 0 0 0 0,0 0 0 0 0,1 0 0 0 0,0 0 0 0 0,0 0 0 0 0,1 0 0 0 0,0-1 0 0 0,1 0 0 0 0,0 1 0 0 0,0-2 0 0 0,0 1 0 0 0,1-1 0 0 0,0 0 1 0 0,0 0-1 0 0,0 0 0 0 0,1-1 0 0 0,0 0 0 0 0,0 0 0 0 0,9 4 0 0 0,-10-6-19 0 0,0 0-1 0 0,0 0 1 0 0,0-1 0 0 0,0 0-1 0 0,0 0 1 0 0,1 0 0 0 0,-1-1-1 0 0,1 0 1 0 0,-1 0 0 0 0,1 0-1 0 0,-1-1 1 0 0,1 0 0 0 0,0-1-1 0 0,-1 1 1 0 0,1-1 0 0 0,-1 0-1 0 0,1-1 1 0 0,-1 0 0 0 0,0 0-1 0 0,1 0 1 0 0,-1-1 0 0 0,0 0-1 0 0,-1 0 1 0 0,1 0 0 0 0,5-5-1 0 0,-8 6-16 0 0,0 0 0 0 0,0 0 0 0 0,0-1-1 0 0,-1 0 1 0 0,0 1 0 0 0,1-1 0 0 0,-1 0 0 0 0,0 0 0 0 0,0 0-1 0 0,0 0 1 0 0,-1 0 0 0 0,1-1 0 0 0,-1 1 0 0 0,0-1 0 0 0,0 1-1 0 0,0 0 1 0 0,0-1 0 0 0,0 0 0 0 0,-1 1 0 0 0,0-1-1 0 0,1 1 1 0 0,-1-1 0 0 0,-1 0 0 0 0,1 1 0 0 0,-1-1 0 0 0,1 1-1 0 0,-1-1 1 0 0,0 0 0 0 0,0 1 0 0 0,-3-6 0 0 0,2 5-8 0 0,-1-1 0 0 0,1 1 0 0 0,-1 0 0 0 0,0 0 0 0 0,0 0 0 0 0,-1 0 0 0 0,1 0-1 0 0,-1 1 1 0 0,0 0 0 0 0,0 0 0 0 0,0 0 0 0 0,0 0 0 0 0,-1 0 0 0 0,1 1 0 0 0,-1 0 0 0 0,0 0 0 0 0,1 0 0 0 0,-1 1 0 0 0,0-1 0 0 0,0 1 0 0 0,-6-1 0 0 0,-17 2 45 0 0,14 3-1013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09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 5063 0 0,'1'-17'8720'0'0,"0"16"-8448"0"0,22-13 3774 0 0,-11 9-3571 0 0,0 1-1 0 0,17-3 1 0 0,-28 7-604 0 0,49-8 1111 0 0,-24 9-2073 0 0,-6 7-4921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09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10535 0 0,'-1'2'193'0'0,"0"0"0"0"0,0-1 0 0 0,0 1 0 0 0,0 0 0 0 0,0 0 0 0 0,0 0 0 0 0,0 0 0 0 0,1 1 0 0 0,-1 2 0 0 0,-1 1 729 0 0,-10 27 398 0 0,2 0 0 0 0,1 1 0 0 0,-5 37 0 0 0,13-61-1099 0 0,0-1 0 0 0,0 1 0 0 0,1 0 0 0 0,0 0 0 0 0,1 0 0 0 0,0 0 0 0 0,0 0 1 0 0,1-1-1 0 0,0 1 0 0 0,1-1 0 0 0,0 1 0 0 0,1-1 0 0 0,0 0 0 0 0,0 0 0 0 0,10 15 0 0 0,-12-21-179 0 0,0 0-1 0 0,1-1 0 0 0,-1 1 0 0 0,1 0 0 0 0,-1-1 0 0 0,1 0 0 0 0,0 0 0 0 0,0 1 0 0 0,0-2 1 0 0,0 1-1 0 0,0 0 0 0 0,0-1 0 0 0,1 1 0 0 0,-1-1 0 0 0,0 0 0 0 0,1 0 0 0 0,-1 0 0 0 0,1 0 1 0 0,0-1-1 0 0,-1 0 0 0 0,6 0 0 0 0,-1-1-9 0 0,-1 0 0 0 0,1-1 0 0 0,-1 0 0 0 0,1 0 0 0 0,-1-1 0 0 0,0 0 0 0 0,0 0 0 0 0,13-9-1 0 0,-7 5-168 0 0,-1 0-551 0 0,-1 0 1 0 0,1-1-1 0 0,15-14 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0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8751 0 0,'-1'-8'4882'0'0,"2"7"-4784"0"0,15-9 3344 0 0,21-8-1804 0 0,-35 17-1778 0 0,-2 1 16 0 0,45-17 726 0 0,-25 13-3357 0 0,-14 4 928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0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4143 0 0,'15'140'10638'0'0,"-1"0"-6864"0"0,-20-186-3634 0 0,3 0 1 0 0,1 0-1 0 0,2 0 0 0 0,9-65 1 0 0,-9 108-155 0 0,0 0 1 0 0,1 1 0 0 0,0-1-1 0 0,-1 1 1 0 0,1-1 0 0 0,0 1-1 0 0,0-1 1 0 0,1 1 0 0 0,-1 0-1 0 0,0-1 1 0 0,1 1 0 0 0,3-4-1 0 0,-4 6 6 0 0,0-1-1 0 0,0 0 0 0 0,0 1 0 0 0,0 0 0 0 0,0-1 0 0 0,0 1 0 0 0,0-1 0 0 0,0 1 1 0 0,0 0-1 0 0,0 0 0 0 0,0 0 0 0 0,0 0 0 0 0,0 0 0 0 0,1 0 0 0 0,-1 0 0 0 0,0 0 0 0 0,0 0 1 0 0,0 0-1 0 0,0 0 0 0 0,0 1 0 0 0,0-1 0 0 0,0 0 0 0 0,0 1 0 0 0,0-1 0 0 0,0 1 1 0 0,0 0-1 0 0,0-1 0 0 0,0 1 0 0 0,0-1 0 0 0,0 1 0 0 0,1 2 0 0 0,6 4-9 0 0,0 1-1 0 0,-1 0 1 0 0,-1 1 0 0 0,1 0-1 0 0,-1 0 1 0 0,0 1-1 0 0,-1-1 1 0 0,7 20-1 0 0,-4-12 238 0 0,17 28 0 0 0,-20-37-187 0 0,1 1 242 0 0,0 0 0 0 0,1 0 0 0 0,0 0 0 0 0,0-1-1 0 0,12 10 1 0 0,-17-17-224 0 0,-1 0-1 0 0,1 1 1 0 0,0-1-1 0 0,0 0 1 0 0,0 0-1 0 0,0 0 1 0 0,-1 0-1 0 0,1-1 1 0 0,1 1-1 0 0,-1-1 1 0 0,0 1-1 0 0,0-1 1 0 0,0 1-1 0 0,0-1 1 0 0,0 0-1 0 0,0 0 1 0 0,0 0-1 0 0,1 0 1 0 0,-1-1-1 0 0,0 1 1 0 0,0 0-1 0 0,0-1 1 0 0,0 0-1 0 0,0 1 1 0 0,0-1 0 0 0,0 0-1 0 0,0 0 1 0 0,0 0-1 0 0,-1 0 1 0 0,1 0-1 0 0,0-1 1 0 0,0 1-1 0 0,-1-1 1 0 0,2-1-1 0 0,5-4 0 0 0,-2-1 0 0 0,1 0-1 0 0,-1 0 1 0 0,0 0 0 0 0,-1-1-1 0 0,0 0 1 0 0,0 0 0 0 0,-1 0 0 0 0,0 0-1 0 0,-1-1 1 0 0,0 1 0 0 0,3-17-1 0 0,-2-6-156 0 0,-1-1 0 0 0,-1-48 0 0 0,-2 80 20 0 0,0 1 0 0 0,0 0 0 0 0,1-1 0 0 0,-1 1 0 0 0,0 0 0 0 0,0-1 0 0 0,0 1 0 0 0,0 0 0 0 0,1-1 0 0 0,-1 1 0 0 0,0 0 0 0 0,0 0 0 0 0,0-1 0 0 0,1 1 0 0 0,-1 0 0 0 0,0 0-1 0 0,1-1 1 0 0,-1 1 0 0 0,0 0 0 0 0,1 0 0 0 0,-1 0 0 0 0,0 0 0 0 0,1-1 0 0 0,-1 1 0 0 0,0 0 0 0 0,1 0 0 0 0,-1 0 0 0 0,0 0 0 0 0,1 0 0 0 0,-1 0 0 0 0,1 0 0 0 0,13-1-4789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0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4143 0 0,'6'8'777'0'0,"-1"0"-1"0"0,1 1 0 0 0,-1 0 0 0 0,-1 0 0 0 0,0 0 0 0 0,6 18 1 0 0,8 61 5693 0 0,-14-64-5422 0 0,1-1 0 0 0,13 40 0 0 0,-9-45-231 0 0,-1-12-1628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0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69 13703 0 0,'0'-2'156'0'0,"-1"1"0"0"0,0-1 0 0 0,1 1 0 0 0,0-1 0 0 0,-1 1 0 0 0,1-1 0 0 0,0 0 0 0 0,-1 1 0 0 0,1-1 0 0 0,0 1 0 0 0,0-1 0 0 0,0 0 0 0 0,1 1-1 0 0,-1-1 1 0 0,0 1 0 0 0,1-1 0 0 0,-1 0 0 0 0,1 1 0 0 0,-1-1 0 0 0,1 1 0 0 0,0-1 0 0 0,-1 1 0 0 0,1 0 0 0 0,0-1 0 0 0,0 1 0 0 0,0 0 0 0 0,0 0 0 0 0,0-1 0 0 0,0 1-1 0 0,1 0 1 0 0,-1 0 0 0 0,0 0 0 0 0,1 0 0 0 0,-1 1 0 0 0,0-1 0 0 0,1 0 0 0 0,-1 0 0 0 0,1 1 0 0 0,-1-1 0 0 0,1 1 0 0 0,-1-1 0 0 0,1 1 0 0 0,0 0 0 0 0,-1 0 0 0 0,3 0 0 0 0,12-2 335 0 0,0 2 1 0 0,0 0-1 0 0,0 1 1 0 0,0 1-1 0 0,0 0 1 0 0,21 6-1 0 0,-20-4-333 0 0,0 0-1 0 0,0-2 0 0 0,1 0 0 0 0,-1-1 0 0 0,23-1 0 0 0,-29-1-197 0 0,0-1-1 0 0,-1 0 1 0 0,1-1 0 0 0,18-7-1 0 0,0-5-2722 0 0,-18 9 1179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5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2759 0 0,'12'4'8989'0'0,"-12"-3"-8740"0"0,7 21 2132 0 0,-2 27-1969 0 0,-5-48-228 0 0,1 37 528 0 0,5 78 1309 0 0,-5-100-1572 0 0,2 1 0 0 0,0-1 0 0 0,1-1-1 0 0,12 31 1 0 0,-14-41-388 0 0,0-1 1 0 0,0 0-1 0 0,1 1 0 0 0,-1-1 0 0 0,1 0 0 0 0,0 0 1 0 0,0-1-1 0 0,1 1 0 0 0,-1-1 0 0 0,1 1 0 0 0,-1-1 0 0 0,1 0 1 0 0,0-1-1 0 0,0 1 0 0 0,1-1 0 0 0,-1 1 0 0 0,0-1 1 0 0,1 0-1 0 0,0-1 0 0 0,-1 1 0 0 0,1-1 0 0 0,0 0 1 0 0,0 0-1 0 0,6 0 0 0 0,-5-1-43 0 0,-1 0-1 0 0,1-1 1 0 0,-1 0-1 0 0,1 0 1 0 0,-1 0 0 0 0,1 0-1 0 0,-1-1 1 0 0,0 0 0 0 0,0 0-1 0 0,0-1 1 0 0,0 1-1 0 0,0-1 1 0 0,0 0 0 0 0,0 0-1 0 0,-1-1 1 0 0,0 0 0 0 0,0 1-1 0 0,0-1 1 0 0,0-1 0 0 0,6-8-1 0 0,-5 5-26 0 0,0-1-1 0 0,-1 1 1 0 0,0-1 0 0 0,-1 0-1 0 0,0 0 1 0 0,0-1-1 0 0,-1 1 1 0 0,0 0 0 0 0,-1-1-1 0 0,0 0 1 0 0,0 1-1 0 0,-1-1 1 0 0,-1 0 0 0 0,1 1-1 0 0,-2-1 1 0 0,1 1 0 0 0,-1-1-1 0 0,0 1 1 0 0,-1 0-1 0 0,0 0 1 0 0,-1 0 0 0 0,-6-12-1 0 0,8 17-120 0 0,-1 1-1 0 0,1-1 0 0 0,-1 1 1 0 0,0-1-1 0 0,1 1 0 0 0,-8-5 1 0 0,24 15-4680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6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33 1375 0 0,'-2'-2'434'0'0,"1"-1"-1"0"0,0 1 1 0 0,-1 0-1 0 0,0 0 1 0 0,0 0-1 0 0,1 0 1 0 0,-1 1-1 0 0,0-1 1 0 0,0 0-1 0 0,-1 1 1 0 0,1 0-1 0 0,0-1 1 0 0,0 1-1 0 0,-1 0 1 0 0,1 0-1 0 0,-1 0 1 0 0,1 0-1 0 0,-1 1 1 0 0,1-1-1 0 0,-1 1 1 0 0,1-1-1 0 0,-6 1 1 0 0,6 0-146 0 0,-1-1 0 0 0,0 1 1 0 0,1-1-1 0 0,-1 1 0 0 0,0 0 0 0 0,0 0 0 0 0,1 1 1 0 0,-1-1-1 0 0,0 1 0 0 0,1-1 0 0 0,-1 1 1 0 0,1 0-1 0 0,-1 0 0 0 0,1 0 0 0 0,-1 0 1 0 0,1 0-1 0 0,-1 0 0 0 0,1 1 0 0 0,0-1 1 0 0,0 1-1 0 0,0 0 0 0 0,-3 2 0 0 0,4-2-231 0 0,0 0 0 0 0,1 0 0 0 0,-1 0 0 0 0,1 1 0 0 0,0-1 1 0 0,-1 0-1 0 0,1 0 0 0 0,0 0 0 0 0,0 0 0 0 0,0 0 0 0 0,1 0 0 0 0,-1 0 0 0 0,0 0 0 0 0,1 0 0 0 0,-1 0 0 0 0,1 0 0 0 0,0 0 0 0 0,0 0 0 0 0,0 0 0 0 0,0 0 0 0 0,0 0 0 0 0,0-1 0 0 0,0 1 0 0 0,2 2 0 0 0,5 6-105 0 0,1-1 0 0 0,16 16-1 0 0,-15-16 128 0 0,-5-4-79 0 0,21 20 0 0 0,-1 0 0 0 0,40 52 0 0 0,-63-74-14 0 0,0 0 0 0 0,0 0 0 0 0,0 1 0 0 0,0-1 0 0 0,-1 1-1 0 0,1-1 1 0 0,-1 1 0 0 0,0-1 0 0 0,0 1 0 0 0,1 5 0 0 0,-3-8-45 0 0,1 1 1 0 0,0-1-1 0 0,0 1 1 0 0,-1-1 0 0 0,1 1-1 0 0,-1-1 1 0 0,1 1-1 0 0,-1-1 1 0 0,0 1-1 0 0,1-1 1 0 0,-1 1-1 0 0,0-1 1 0 0,0 0 0 0 0,0 0-1 0 0,0 1 1 0 0,0-1-1 0 0,0 0 1 0 0,0 0-1 0 0,-1 0 1 0 0,1 0 0 0 0,0 0-1 0 0,-1 0 1 0 0,1-1-1 0 0,0 1 1 0 0,-1 0-1 0 0,-1 0 1 0 0,-16 5 597 0 0,1-1 0 0 0,0-1-1 0 0,-1 0 1 0 0,-32 1 0 0 0,35-3 60 0 0,76-17-4879 0 0,-45 11 2504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6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 7367 0 0,'6'-20'782'0'0,"-5"19"-294"0"0,1-1-1 0 0,-1 0 1 0 0,0 1 0 0 0,0-1 0 0 0,1 1-1 0 0,-1-1 1 0 0,0 1 0 0 0,1 0 0 0 0,0 0-1 0 0,-1-1 1 0 0,3 0 0 0 0,23-7 4915 0 0,-6 6-5419 0 0,-10 2 272 0 0,0 1 0 0 0,1 0 0 0 0,10 2 0 0 0,18 1-1347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6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3679 0 0,'-7'8'1934'0'0,"0"0"0"0"0,0 0 0 0 0,-9 17 0 0 0,7-9-1323 0 0,2-1 1 0 0,0 1-1 0 0,1 0 1 0 0,1 0-1 0 0,0 1 1 0 0,-4 26-1 0 0,8-34-291 0 0,0 0 0 0 0,0 0 0 0 0,1 0 0 0 0,0 1 0 0 0,1-1 0 0 0,0 0 0 0 0,0 0 0 0 0,1 0-1 0 0,5 16 1 0 0,-6-22-190 0 0,1 1 0 0 0,-1-1-1 0 0,1 0 1 0 0,0 0 0 0 0,0 0 0 0 0,0 0-1 0 0,1 0 1 0 0,-1-1 0 0 0,1 1-1 0 0,-1-1 1 0 0,1 1 0 0 0,0-1-1 0 0,0 0 1 0 0,0 0 0 0 0,0 0-1 0 0,0 0 1 0 0,0-1 0 0 0,1 1 0 0 0,-1-1-1 0 0,1 0 1 0 0,-1 0 0 0 0,1 0-1 0 0,-1 0 1 0 0,1-1 0 0 0,-1 1-1 0 0,1-1 1 0 0,4 0 0 0 0,7-1 70 0 0,0-1 0 0 0,0 0 0 0 0,22-7 1 0 0,22-2-761 0 0,-48 13-573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12119 0 0,'5'-3'5650'0'0,"-5"3"-5554"0"0,20 0 1455 0 0,21 5-2000 0 0,-17-2 543 0 0,31 0 0 0 0,-21-6-5606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94 8751 0 0,'-1'16'1065'0'0,"1"-1"0"0"0,0 0-1 0 0,2 1 1 0 0,-1-1 0 0 0,2 0-1 0 0,6 21 1 0 0,-2-2-286 0 0,9 30 212 0 0,-14-59-932 0 0,-1 0-1 0 0,1 0 1 0 0,1 0-1 0 0,-1 0 0 0 0,1 0 1 0 0,-1-1-1 0 0,2 1 0 0 0,-1-1 1 0 0,0 0-1 0 0,6 5 1 0 0,-10-20 134 0 0,-7-13-113 0 0,6 17-35 0 0,-4-12 74 0 0,1-1 0 0 0,1 1 0 0 0,0-1 0 0 0,2 0 0 0 0,0 0 0 0 0,1-22 0 0 0,2 32-108 0 0,0 0 0 0 0,0 0 0 0 0,1 0 0 0 0,0 1 0 0 0,0-1 0 0 0,1 0 0 0 0,1 1 0 0 0,0 0 0 0 0,0 0 0 0 0,0 0 1 0 0,1 0-1 0 0,1 1 0 0 0,-1 0 0 0 0,10-10 0 0 0,-13 16-21 0 0,0 0 0 0 0,0 0 0 0 0,0 0-1 0 0,0 0 1 0 0,0 0 0 0 0,1 0 0 0 0,-1 1 0 0 0,1-1 0 0 0,-1 1 0 0 0,1-1 0 0 0,0 1 0 0 0,-1 0-1 0 0,1 0 1 0 0,0 1 0 0 0,0-1 0 0 0,0 0 0 0 0,-1 1 0 0 0,1 0 0 0 0,0 0 0 0 0,0 0 0 0 0,4 0 0 0 0,-4 1 3 0 0,-1 0 0 0 0,0 0 0 0 0,1 0 0 0 0,-1 0 1 0 0,0 0-1 0 0,0 0 0 0 0,0 1 0 0 0,0-1 0 0 0,0 1 1 0 0,0-1-1 0 0,0 1 0 0 0,-1 0 0 0 0,1 0 1 0 0,-1 0-1 0 0,1 0 0 0 0,-1 0 0 0 0,0 0 0 0 0,1 0 1 0 0,-1 0-1 0 0,0 1 0 0 0,0-1 0 0 0,-1 0 1 0 0,1 1-1 0 0,0-1 0 0 0,-1 4 0 0 0,2 5 14 0 0,0 1 0 0 0,-2 0 1 0 0,1 0-1 0 0,-1-1 0 0 0,-1 1 0 0 0,0 0 0 0 0,-1 0 0 0 0,-6 20 0 0 0,3-15 4 0 0,0 0 0 0 0,-2-1-1 0 0,0 0 1 0 0,-1 0 0 0 0,-12 18-1 0 0,20-33-9 0 0,-1 0 0 0 0,0 0 0 0 0,1 0 0 0 0,-1 0-1 0 0,0 0 1 0 0,0 0 0 0 0,0-1 0 0 0,0 1 0 0 0,0 0 0 0 0,0 0 0 0 0,0-1-1 0 0,0 1 1 0 0,0 0 0 0 0,0-1 0 0 0,0 1 0 0 0,-2 0 0 0 0,2-5 32 0 0,9-6-17 0 0,-5 8 5 0 0,0-1 0 0 0,1 0-1 0 0,-1 1 1 0 0,1 0 0 0 0,-1 0-1 0 0,1 0 1 0 0,0 0 0 0 0,-1 1 0 0 0,1 0-1 0 0,0-1 1 0 0,0 1 0 0 0,0 1-1 0 0,0-1 1 0 0,0 0 0 0 0,1 1-1 0 0,3 0 1 0 0,-2 1 81 0 0,1 0 0 0 0,-1 0 0 0 0,0 0 0 0 0,0 1 0 0 0,0 0 0 0 0,0 0 0 0 0,0 0-1 0 0,0 1 1 0 0,9 6 0 0 0,-5-3 6 0 0,-1 1 0 0 0,0 1 0 0 0,0-1 0 0 0,-1 2 0 0 0,0-1 0 0 0,0 1 0 0 0,-1 0 0 0 0,0 0 0 0 0,0 1 0 0 0,-1 0 0 0 0,5 12 0 0 0,-4-10-1781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8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8751 0 0,'-2'2'117'0'0,"0"1"0"0"0,0-1 0 0 0,0 1 0 0 0,1 0-1 0 0,-1-1 1 0 0,1 1 0 0 0,0 0 0 0 0,0 0 0 0 0,0 0-1 0 0,0 0 1 0 0,0 1 0 0 0,0 5 0 0 0,0 44 2398 0 0,1-34-886 0 0,0 2-1107 0 0,5 118 3008 0 0,-4-120-3632 0 0,2 0 0 0 0,0 0 0 0 0,2 0 0 0 0,0 0 0 0 0,8 20 0 0 0,-6-28 96 0 0,-7-10-9 0 0,0-1 0 0 0,0 0 0 0 0,0 0 0 0 0,0 0 0 0 0,0 0-1 0 0,0 0 1 0 0,1 0 0 0 0,-1 1 0 0 0,0-1 0 0 0,0 0 0 0 0,0 0 0 0 0,0 0-1 0 0,0 0 1 0 0,0 0 0 0 0,1 0 0 0 0,-1 0 0 0 0,0 0 0 0 0,0 0 0 0 0,0 1-1 0 0,0-1 1 0 0,1 0 0 0 0,-1 0 0 0 0,0 0 0 0 0,0 0 0 0 0,0 0 0 0 0,0 0-1 0 0,1 0 1 0 0,-1 0 0 0 0,0 0 0 0 0,0 0 0 0 0,0 0 0 0 0,0 0 0 0 0,0-1-1 0 0,1 1 1 0 0,-1 0 0 0 0,0 0 0 0 0,0 0 0 0 0,0 0 0 0 0,0 0-1 0 0,1 0 1 0 0,-1 0 0 0 0,0 0 0 0 0,0 0 0 0 0,0 0 0 0 0,0-1 0 0 0,0 1-1 0 0,0 0 1 0 0,0 0 0 0 0,1 0 0 0 0,-1 0 0 0 0,0 0 0 0 0,0-1 0 0 0,0 1-1 0 0,0 0 1 0 0,0 0 0 0 0,0 0 0 0 0,0 0 0 0 0,0-1 0 0 0,0 1 0 0 0,0 0-1 0 0,0 0 1 0 0,0 0 0 0 0,0 0 0 0 0,0-1 0 0 0,0 1 0 0 0,0 0 0 0 0,0 0-1 0 0,0 0 1 0 0,0-7-557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21 8639 0 0,'1'-2'224'0'0,"0"1"0"0"0,1-1 0 0 0,-1 0 0 0 0,1 1-1 0 0,0 0 1 0 0,-1-1 0 0 0,1 1 0 0 0,0 0 0 0 0,0 0-1 0 0,0 0 1 0 0,0 0 0 0 0,0 0 0 0 0,0 0 0 0 0,0 0-1 0 0,0 1 1 0 0,0-1 0 0 0,0 1 0 0 0,1 0 0 0 0,-1-1-1 0 0,0 1 1 0 0,0 0 0 0 0,0 0 0 0 0,1 1 0 0 0,3 0-1 0 0,1-1 97 0 0,1 1 0 0 0,-1 1 0 0 0,1 0-1 0 0,-1 0 1 0 0,0 0 0 0 0,8 4 0 0 0,-8-2-158 0 0,1 1 0 0 0,-1 0 0 0 0,0 0 1 0 0,0 0-1 0 0,0 1 0 0 0,-1 0 0 0 0,0 0 0 0 0,0 1 1 0 0,-1 0-1 0 0,0 0 0 0 0,7 10 0 0 0,-11-14-149 0 0,0-1 1 0 0,1 0-1 0 0,-1 1 0 0 0,0-1 0 0 0,-1 1 0 0 0,1-1 0 0 0,0 1 0 0 0,-1 0 0 0 0,1-1 0 0 0,-1 1 1 0 0,0 0-1 0 0,0-1 0 0 0,0 1 0 0 0,0 0 0 0 0,0-1 0 0 0,-1 1 0 0 0,1-1 0 0 0,-1 1 0 0 0,1 0 0 0 0,-1-1 1 0 0,0 1-1 0 0,0-1 0 0 0,0 0 0 0 0,-1 1 0 0 0,1-1 0 0 0,-1 0 0 0 0,1 0 0 0 0,-1 1 0 0 0,0-1 0 0 0,1-1 1 0 0,-1 1-1 0 0,0 0 0 0 0,0 0 0 0 0,-1-1 0 0 0,1 1 0 0 0,0-1 0 0 0,0 0 0 0 0,-1 1 0 0 0,1-1 0 0 0,-4 1 1 0 0,-3 1 82 0 0,-1 0 0 0 0,0-1 0 0 0,1 0 0 0 0,-1 0 1 0 0,0-1-1 0 0,0 0 0 0 0,0-1 0 0 0,0 0 1 0 0,0-1-1 0 0,0 0 0 0 0,0 0 0 0 0,0-1 0 0 0,0 0 1 0 0,1-1-1 0 0,-1 0 0 0 0,1-1 0 0 0,-13-6 1 0 0,22 10-90 0 0,0 0 0 0 0,0 0 1 0 0,0 0-1 0 0,-1 0 0 0 0,1 0 0 0 0,0 0 1 0 0,0 0-1 0 0,0 0 0 0 0,-1 0 1 0 0,1 0-1 0 0,0 0 0 0 0,0 0 1 0 0,0 0-1 0 0,-1 0 0 0 0,1-1 1 0 0,0 1-1 0 0,0 0 0 0 0,0 0 1 0 0,0 0-1 0 0,-1 0 0 0 0,1-1 1 0 0,0 1-1 0 0,0 0 0 0 0,0 0 1 0 0,0 0-1 0 0,0 0 0 0 0,0-1 1 0 0,0 1-1 0 0,0 0 0 0 0,-1 0 1 0 0,1 0-1 0 0,0-1 0 0 0,0 1 1 0 0,0 0-1 0 0,0 0 0 0 0,0-1 1 0 0,0 1-1 0 0,0 0 0 0 0,0 0 1 0 0,0 0-1 0 0,0-1 0 0 0,0 1 1 0 0,1 0-1 0 0,-1 0 0 0 0,0 0 1 0 0,0-1-1 0 0,0 1 0 0 0,13-5-13 0 0,18 2-254 0 0,-20 3-691 0 0,-1 0 0 0 0,1 1 0 0 0,-1 0 0 0 0,21 6 0 0 0,-13-2-5029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9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43 103 9871 0 0,'-1'20'801'0'0,"1"0"0"0"0,1 0 0 0 0,0 0 0 0 0,2 0 0 0 0,1 0 0 0 0,9 31 0 0 0,-1 1-2 0 0,-12-52-781 0 0,1 1 0 0 0,-1 0 0 0 0,0 0 1 0 0,1-1-1 0 0,-1 1 0 0 0,0 0 0 0 0,0 0 0 0 0,0 0 1 0 0,0-1-1 0 0,0 1 0 0 0,0 0 0 0 0,0 0 1 0 0,0 0-1 0 0,0 0 0 0 0,0-1 0 0 0,0 1 0 0 0,-1 0 1 0 0,1 0-1 0 0,0 0 0 0 0,0-1 0 0 0,-1 2 1 0 0,0-2 0 0 0,0 0 1 0 0,1 0-1 0 0,-1 0 1 0 0,0 0 0 0 0,1-1-1 0 0,-1 1 1 0 0,0 0-1 0 0,1 0 1 0 0,-1-1-1 0 0,1 1 1 0 0,-1 0 0 0 0,1-1-1 0 0,-1 1 1 0 0,1-1-1 0 0,-1 1 1 0 0,1-1-1 0 0,-1 1 1 0 0,1-1 0 0 0,-1 0-1 0 0,-25-33 429 0 0,21 24-404 0 0,-1 0 1 0 0,1-1 0 0 0,1 0-1 0 0,0 0 1 0 0,1 0 0 0 0,0 0 0 0 0,0 0-1 0 0,1-1 1 0 0,1 1 0 0 0,0-1-1 0 0,0 0 1 0 0,2-13 0 0 0,0 19-21 0 0,0-1 0 0 0,0 0 0 0 0,0 1-1 0 0,1-1 1 0 0,0 1 0 0 0,1-1 0 0 0,-1 1 0 0 0,1 0 0 0 0,0 0 0 0 0,1 0 0 0 0,-1 0-1 0 0,1 1 1 0 0,0-1 0 0 0,1 1 0 0 0,-1 0 0 0 0,1 0 0 0 0,0 1 0 0 0,0 0 0 0 0,1-1-1 0 0,-1 2 1 0 0,12-7 0 0 0,-10 7-13 0 0,0 0-1 0 0,0 0 0 0 0,-1 1 1 0 0,1 1-1 0 0,1-1 1 0 0,-1 1-1 0 0,0 0 1 0 0,0 1-1 0 0,0-1 0 0 0,1 1 1 0 0,-1 1-1 0 0,0-1 1 0 0,0 2-1 0 0,0-1 0 0 0,12 4 1 0 0,-16-4-6 0 0,1 0 1 0 0,-1 1-1 0 0,0-1 1 0 0,1 1 0 0 0,-1 0-1 0 0,0 0 1 0 0,0 0-1 0 0,0 0 1 0 0,-1 1-1 0 0,1-1 1 0 0,0 1-1 0 0,-1 0 1 0 0,0-1-1 0 0,0 1 1 0 0,1 0-1 0 0,-2 0 1 0 0,1 1 0 0 0,0-1-1 0 0,-1 0 1 0 0,1 1-1 0 0,-1-1 1 0 0,0 1-1 0 0,0-1 1 0 0,0 1-1 0 0,-1-1 1 0 0,1 1-1 0 0,-1-1 1 0 0,0 1-1 0 0,0 0 1 0 0,0-1-1 0 0,-1 1 1 0 0,0 5 0 0 0,0-4-7 0 0,0-1 1 0 0,0 0 0 0 0,0 0 0 0 0,-1 0 0 0 0,1 0 0 0 0,-1 0 0 0 0,0 0-1 0 0,0 0 1 0 0,0 0 0 0 0,-1-1 0 0 0,1 1 0 0 0,-1-1 0 0 0,0 1 0 0 0,0-1 0 0 0,0 0-1 0 0,0-1 1 0 0,-4 4 0 0 0,0-2 19 0 0,1-1 1 0 0,-1 1-1 0 0,0-1 0 0 0,0 0 0 0 0,0-1 1 0 0,-1 0-1 0 0,1 0 0 0 0,-15 1 0 0 0,22-3 4 0 0,1 0-1 0 0,-1 0 0 0 0,0 0 0 0 0,0 0 1 0 0,0 0-1 0 0,0 0 0 0 0,0 0 1 0 0,0 0-1 0 0,0 0 0 0 0,0 0 1 0 0,1 0-1 0 0,-1 0 0 0 0,0 0 1 0 0,0 0-1 0 0,0 0 0 0 0,0 0 0 0 0,0 1 1 0 0,0-1-1 0 0,0 0 0 0 0,0 0 1 0 0,0 0-1 0 0,0 0 0 0 0,0 0 1 0 0,0 0-1 0 0,1 0 0 0 0,-1 0 1 0 0,0 0-1 0 0,0 0 0 0 0,0 1 1 0 0,0-1-1 0 0,0 0 0 0 0,0 0 0 0 0,0 0 1 0 0,0 0-1 0 0,0 0 0 0 0,0 0 1 0 0,0 0-1 0 0,0 0 0 0 0,0 1 1 0 0,0-1-1 0 0,0 0 0 0 0,0 0 1 0 0,0 0-1 0 0,0 0 0 0 0,0 0 0 0 0,0 0 1 0 0,0 0-1 0 0,0 0 0 0 0,0 1 1 0 0,-1-1-1 0 0,1 0 0 0 0,0 0 1 0 0,0 0-1 0 0,0 0 0 0 0,0 0 1 0 0,0 0-1 0 0,0 0 0 0 0,0 0 0 0 0,0 0 1 0 0,0 0-1 0 0,0 0 0 0 0,0 0 1 0 0,-1 0-1 0 0,1 1 0 0 0,0-1 1 0 0,0 0-1 0 0,15 9 658 0 0,19 6-127 0 0,151 66 111 0 0,-174-75-682 0 0,-6-4-68 0 0,0 1 0 0 0,0-1 0 0 0,0 0 0 0 0,10 3 0 0 0,-14-5-52 0 0,-1-1 0 0 0,1 1 0 0 0,-1 0 0 0 0,1 0 0 0 0,-1 0 0 0 0,0-1-1 0 0,1 1 1 0 0,-1 0 0 0 0,1-1 0 0 0,-1 1 0 0 0,0 0 0 0 0,1-1 0 0 0,-1 1 0 0 0,0 0 0 0 0,1-1-1 0 0,-1 1 1 0 0,0-1 0 0 0,0 1 0 0 0,1-1 0 0 0,-1 1 0 0 0,0 0 0 0 0,0-1 0 0 0,0 1 0 0 0,1-1 0 0 0,-1 1-1 0 0,0-1 1 0 0,0 1 0 0 0,0-1 0 0 0,0 1 0 0 0,0-2 0 0 0,0-3-1933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19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23 211 13903 0 0,'-1'5'280'0'0,"0"-1"-1"0"0,1 0 1 0 0,0 0 0 0 0,0 0-1 0 0,0 0 1 0 0,0 0-1 0 0,0 1 1 0 0,1-1-1 0 0,0 0 1 0 0,0 0 0 0 0,0 0-1 0 0,0 0 1 0 0,1 0-1 0 0,-1 0 1 0 0,1-1-1 0 0,0 1 1 0 0,0 0 0 0 0,0-1-1 0 0,1 0 1 0 0,-1 1-1 0 0,1-1 1 0 0,0 0-1 0 0,0 0 1 0 0,6 4 0 0 0,-6-4-146 0 0,1 0 0 0 0,0 0 0 0 0,1 0 0 0 0,-1-1 0 0 0,0 1 0 0 0,1-1 1 0 0,-1 0-1 0 0,1-1 0 0 0,-1 1 0 0 0,1-1 0 0 0,0 0 0 0 0,0 0 1 0 0,0 0-1 0 0,0-1 0 0 0,-1 1 0 0 0,1-1 0 0 0,0-1 0 0 0,0 1 0 0 0,0-1 1 0 0,9-2-1 0 0,-4-1-95 0 0,-1 0-1 0 0,0-1 1 0 0,0 0 0 0 0,0-1 0 0 0,-1 0 0 0 0,0 0-1 0 0,0-1 1 0 0,0 0 0 0 0,-1-1 0 0 0,0 1-1 0 0,0-1 1 0 0,-1-1 0 0 0,9-15 0 0 0,-10 16 50 0 0,0 0 1 0 0,-1 0 0 0 0,-1-1-1 0 0,1 0 1 0 0,-1 1 0 0 0,-1-1-1 0 0,1 0 1 0 0,-2 0 0 0 0,1-1-1 0 0,-1 1 1 0 0,-1 0 0 0 0,0 0-1 0 0,0-1 1 0 0,0 1-1 0 0,-4-15 1 0 0,3 20-134 0 0,0 0 0 0 0,0 1 0 0 0,0-1 1 0 0,0 1-1 0 0,-1-1 0 0 0,0 1 0 0 0,0-1 0 0 0,0 1 0 0 0,0 0 0 0 0,0 0 0 0 0,0 0 0 0 0,-1 0 0 0 0,0 1 1 0 0,1-1-1 0 0,-1 1 0 0 0,0-1 0 0 0,0 1 0 0 0,0 0 0 0 0,-1 0 0 0 0,1 0 0 0 0,0 1 0 0 0,-1-1 0 0 0,1 1 0 0 0,-8-2 1 0 0,4 2-5 0 0,-1 1-1 0 0,1-1 1 0 0,-1 1 0 0 0,1 1 0 0 0,-1-1 0 0 0,1 1 0 0 0,0 0 0 0 0,-1 1 0 0 0,1 0 0 0 0,0 0 0 0 0,-12 6-1 0 0,4-2 32 0 0,1 1 0 0 0,-1 1 0 0 0,1 0 0 0 0,1 1 0 0 0,-21 17 0 0 0,31-23 3 0 0,-1 0-1 0 0,1 0 0 0 0,-1 1 1 0 0,1-1-1 0 0,0 1 0 0 0,1 0 1 0 0,-1 0-1 0 0,1 0 1 0 0,-1 0-1 0 0,1 0 0 0 0,0 0 1 0 0,1 1-1 0 0,-1-1 0 0 0,1 1 1 0 0,0-1-1 0 0,0 1 1 0 0,0-1-1 0 0,1 1 0 0 0,-1 0 1 0 0,1-1-1 0 0,0 1 0 0 0,1 0 1 0 0,0 8-1 0 0,1-9-214 0 0,0 0 0 0 0,0-1-1 0 0,0 1 1 0 0,0-1 0 0 0,1 1 0 0 0,-1-1-1 0 0,1 0 1 0 0,0 1 0 0 0,0-1-1 0 0,0-1 1 0 0,0 1 0 0 0,0 0 0 0 0,1-1-1 0 0,-1 0 1 0 0,1 0 0 0 0,0 0 0 0 0,0 0-1 0 0,-1 0 1 0 0,1-1 0 0 0,0 0-1 0 0,7 2 1 0 0,13 3-6647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0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12751 0 0,'12'117'4948'0'0,"7"46"-1194"0"0,-19-162-3798 0 0,8 34 896 0 0,1-21-1182 0 0,-9-13 253 0 0,1-1 0 0 0,-1 0-1 0 0,0 0 1 0 0,1 0 0 0 0,-1 1 0 0 0,1-1-1 0 0,-1 0 1 0 0,0 0 0 0 0,1 0 0 0 0,-1 0-1 0 0,1 0 1 0 0,-1 0 0 0 0,0 0 0 0 0,1 0-1 0 0,-1 0 1 0 0,1 0 0 0 0,-1 0 0 0 0,1 0-1 0 0,-1 0 1 0 0,0 0 0 0 0,1 0 0 0 0,-1 0-1 0 0,0-1 1 0 0,1 1 0 0 0,-1 0 0 0 0,1 0-1 0 0,-1 0 1 0 0,0-1 0 0 0,1 1 0 0 0,-1 0-1 0 0,0 0 1 0 0,1-1 0 0 0,3-3-1450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0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3 108 10135 0 0,'0'-2'246'0'0,"-1"1"-1"0"0,1-1 1 0 0,0 0 0 0 0,-1 1-1 0 0,1-1 1 0 0,0 0-1 0 0,0 1 1 0 0,0-1-1 0 0,0 0 1 0 0,0 1 0 0 0,0-1-1 0 0,1 0 1 0 0,-1 1-1 0 0,1-1 1 0 0,-1 1-1 0 0,1-1 1 0 0,1-2 0 0 0,0 1 264 0 0,0 1 0 0 0,1-1 0 0 0,-1 1 0 0 0,1 0 1 0 0,-1 0-1 0 0,1 0 0 0 0,0 1 0 0 0,5-3 0 0 0,9-5 104 0 0,0 2 0 0 0,1 0 1 0 0,0 1-1 0 0,0 1 0 0 0,24-4 0 0 0,-7 4 158 0 0,69-2-1 0 0,-103 7-1014 0 0,26 2 978 0 0,-15 2-1740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0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8751 0 0,'0'1'293'0'0,"0"0"-1"0"0,0 0 0 0 0,0 1 1 0 0,0-1-1 0 0,0 0 0 0 0,1 0 0 0 0,-1 1 1 0 0,0-1-1 0 0,1 0 0 0 0,-1 0 1 0 0,1 0-1 0 0,0 0 0 0 0,-1 1 0 0 0,1-1 1 0 0,0 0-1 0 0,0 0 0 0 0,0 0 1 0 0,-1-1-1 0 0,1 1 0 0 0,0 0 0 0 0,0 0 1 0 0,0 0-1 0 0,0-1 0 0 0,1 1 1 0 0,-1 0-1 0 0,0-1 0 0 0,0 1 1 0 0,2 0-1 0 0,35 15 2678 0 0,-28-12-2623 0 0,1-1 1 0 0,-1-1-1 0 0,0 1 1 0 0,1-2-1 0 0,-1 1 0 0 0,1-2 1 0 0,-1 1-1 0 0,1-1 1 0 0,0-1-1 0 0,-1 0 1 0 0,18-4-1 0 0,-27 5-386 0 0,15-9-4655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0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10135 0 0,'5'9'7088'0'0,"-5"-8"-6860"0"0,3 18 1760 0 0,-13 185 2084 0 0,0-77-3327 0 0,12-102-1618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1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11199 0 0,'-4'22'4848'0'0,"0"3"-3772"0"0,-7 17 24 0 0,-14 79 737 0 0,23-108-1640 0 0,1 0 0 0 0,0 0-1 0 0,1 0 1 0 0,0 0 0 0 0,1 0-1 0 0,1 0 1 0 0,3 15 0 0 0,-4-24-145 0 0,1 0 1 0 0,-1 0-1 0 0,1 0 1 0 0,-1 0-1 0 0,1 0 1 0 0,1 0-1 0 0,-1-1 1 0 0,0 1-1 0 0,1-1 1 0 0,0 1-1 0 0,0-1 1 0 0,0 0-1 0 0,0 0 0 0 0,0 0 1 0 0,5 2-1 0 0,-6-3-32 0 0,0-1-1 0 0,1 0 0 0 0,-1 0 0 0 0,1 0 0 0 0,-1-1 0 0 0,1 1 0 0 0,0 0 1 0 0,-1-1-1 0 0,1 0 0 0 0,0 0 0 0 0,-1 0 0 0 0,1 0 0 0 0,0 0 0 0 0,-1 0 1 0 0,1 0-1 0 0,0-1 0 0 0,-1 0 0 0 0,1 1 0 0 0,-1-1 0 0 0,1 0 0 0 0,-1 0 1 0 0,1-1-1 0 0,-1 1 0 0 0,0 0 0 0 0,3-3 0 0 0,0 1-7 0 0,0-2 0 0 0,0 1 0 0 0,-1-1 1 0 0,1 1-1 0 0,-1-1 0 0 0,3-6 0 0 0,14-14-5693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1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10135 0 0,'0'-1'412'0'0,"0"0"-1"0"0,1-1 1 0 0,-1 1-1 0 0,0 0 0 0 0,1 0 1 0 0,-1-1-1 0 0,1 1 1 0 0,0 0-1 0 0,-1 0 1 0 0,1 0-1 0 0,0 0 0 0 0,0 0 1 0 0,0 0-1 0 0,-1 0 1 0 0,1 0-1 0 0,0 0 1 0 0,0 0-1 0 0,2-1 0 0 0,21-16 2091 0 0,-14 11-1923 0 0,0 1 0 0 0,1 0 1 0 0,-1 1-1 0 0,16-6 0 0 0,-20 9-1336 0 0,0 0 0 0 0,1 1 0 0 0,0 0 0 0 0,-1 0-1 0 0,10 0 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2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 8287 0 0,'-7'10'682'0'0,"1"0"-1"0"0,1 1 0 0 0,0 0 1 0 0,0 1-1 0 0,1-1 0 0 0,0 1 0 0 0,-2 15 1 0 0,2-6 393 0 0,1 0 0 0 0,1 1 0 0 0,1 26 0 0 0,1-38-773 0 0,0-1 0 0 0,1 0-1 0 0,1 0 1 0 0,0 0 0 0 0,0 0 0 0 0,0 0 0 0 0,1-1-1 0 0,1 1 1 0 0,0-1 0 0 0,7 13 0 0 0,-9-18-245 0 0,0 0 0 0 0,0 0-1 0 0,0-1 1 0 0,0 1 0 0 0,1-1 0 0 0,0 1 0 0 0,-1-1 0 0 0,1 0 0 0 0,0 0-1 0 0,0 0 1 0 0,0 0 0 0 0,0-1 0 0 0,0 1 0 0 0,1-1 0 0 0,-1 0-1 0 0,0 0 1 0 0,1 0 0 0 0,-1 0 0 0 0,1 0 0 0 0,-1-1 0 0 0,1 0-1 0 0,-1 0 1 0 0,1 0 0 0 0,-1 0 0 0 0,1 0 0 0 0,-1-1 0 0 0,1 1-1 0 0,-1-1 1 0 0,6-2 0 0 0,1 0-139 0 0,-1 0 1 0 0,1 0-1 0 0,-1-1 0 0 0,0-1 1 0 0,0 1-1 0 0,9-8 0 0 0,-9 2-669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2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9215 0 0,'0'-2'286'0'0,"0"1"0"0"0,0 0 0 0 0,0 0 0 0 0,0-1-1 0 0,0 1 1 0 0,0 0 0 0 0,0 0 0 0 0,1-1 0 0 0,-1 1-1 0 0,0 0 1 0 0,1 0 0 0 0,-1 0 0 0 0,1-1 0 0 0,0 1-1 0 0,-1 0 1 0 0,1 0 0 0 0,0 0 0 0 0,0-1 0 0 0,12-4 3398 0 0,0 2-3968 0 0,-3 2 175 0 0,1 0 0 0 0,0 1-1 0 0,0 0 1 0 0,0 1 0 0 0,0 0 0 0 0,16 2 0 0 0,-15-1-798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2.7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22 172 8751 0 0,'9'46'4217'0'0,"17"96"622"0"0,-27-125-4358 0 0,1-16-462 0 0,0-1-1 0 0,-1 0 1 0 0,1 0 0 0 0,0 1-1 0 0,0-1 1 0 0,0 0 0 0 0,0 0-1 0 0,0 0 1 0 0,-1 1 0 0 0,1-1-1 0 0,0 0 1 0 0,0 0 0 0 0,0 0-1 0 0,0 1 1 0 0,-1-1 0 0 0,1 0 0 0 0,0 0-1 0 0,0 0 1 0 0,-1 0 0 0 0,1 0-1 0 0,0 0 1 0 0,0 0 0 0 0,-1 0-1 0 0,1 1 1 0 0,0-1 0 0 0,0 0-1 0 0,-1 0 1 0 0,1 0 0 0 0,0 0-1 0 0,0 0 1 0 0,-1 0 0 0 0,1 0-1 0 0,-2-1 33 0 0,1 0 0 0 0,0 0-1 0 0,0 1 1 0 0,-1-1 0 0 0,1 0-1 0 0,0 0 1 0 0,0 0 0 0 0,0 0-1 0 0,0-1 1 0 0,0 1 0 0 0,0 0-1 0 0,0 0 1 0 0,1-1 0 0 0,-1 1 0 0 0,0 0-1 0 0,1-1 1 0 0,-2-1 0 0 0,-4-14 169 0 0,0 0 1 0 0,1-1-1 0 0,1 0 1 0 0,1 0 0 0 0,0 0-1 0 0,1 0 1 0 0,1-22-1 0 0,1 28-126 0 0,1-1-1 0 0,0 1 0 0 0,1-1 0 0 0,0 1 0 0 0,1 0 0 0 0,1-1 0 0 0,0 2 1 0 0,0-1-1 0 0,1 0 0 0 0,0 1 0 0 0,10-15 0 0 0,-13 24-97 0 0,0-1 0 0 0,0 0 0 0 0,1 0 0 0 0,-1 1-1 0 0,1-1 1 0 0,-1 1 0 0 0,1 0 0 0 0,0 0 0 0 0,0 0 0 0 0,0 0 0 0 0,0 0 0 0 0,0 1-1 0 0,0-1 1 0 0,1 1 0 0 0,-1 0 0 0 0,0 0 0 0 0,1 0 0 0 0,-1 0 0 0 0,1 1-1 0 0,-1-1 1 0 0,8 1 0 0 0,-8 1-14 0 0,-1-1-1 0 0,1 1 0 0 0,-1-1 0 0 0,1 1 1 0 0,-1 0-1 0 0,1 0 0 0 0,-1 0 1 0 0,1 1-1 0 0,-1-1 0 0 0,0 0 0 0 0,0 1 1 0 0,0 0-1 0 0,0-1 0 0 0,0 1 1 0 0,0 0-1 0 0,0 0 0 0 0,0 0 1 0 0,-1 0-1 0 0,1 0 0 0 0,-1 1 0 0 0,1-1 1 0 0,-1 0-1 0 0,0 1 0 0 0,0-1 1 0 0,0 1-1 0 0,0-1 0 0 0,-1 1 1 0 0,1 0-1 0 0,0 3 0 0 0,0 2-4 0 0,0 1 0 0 0,0 0 1 0 0,-1 0-1 0 0,0 0 0 0 0,-1-1 0 0 0,0 1 0 0 0,0 0 0 0 0,-4 11 0 0 0,-2 4 9 0 0,-18 36 1 0 0,7-18 102 0 0,18-41-73 0 0,0-1 0 0 0,-1 1 0 0 0,1 0 1 0 0,0-1-1 0 0,0 1 0 0 0,-1 0 0 0 0,1-1 0 0 0,0 1 0 0 0,0 0 0 0 0,0 0 0 0 0,0-1 0 0 0,0 1 0 0 0,0 0 1 0 0,0 0-1 0 0,0-1 0 0 0,1 1 0 0 0,-1 0 0 0 0,0-1 0 0 0,0 1 0 0 0,1 0 0 0 0,-1-1 0 0 0,0 1 0 0 0,1 0 1 0 0,-1-1-1 0 0,0 1 0 0 0,1-1 0 0 0,-1 1 0 0 0,1 0 0 0 0,-1-1 0 0 0,1 1 0 0 0,-1-1 0 0 0,1 0 1 0 0,-1 1-1 0 0,1-1 0 0 0,0 1 0 0 0,-1-1 0 0 0,1 0 0 0 0,0 1 0 0 0,-1-1 0 0 0,1 0 0 0 0,0 0 0 0 0,-1 0 1 0 0,2 1-1 0 0,4 0 61 0 0,0 0 1 0 0,1 0 0 0 0,-1-1 0 0 0,8 0 0 0 0,-3 0-64 0 0,5 2-422 0 0,12 0 1125 0 0,44 9 0 0 0,-63-9-1034 0 0,0 1 1 0 0,0 0 0 0 0,10 5 0 0 0,-14-5-536 0 0,0-1 0 0 0,0 1 0 0 0,-1 0-1 0 0,1 1 1 0 0,-1-1 0 0 0,6 7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5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3479 0 0,'77'-7'5513'0'0,"-32"2"-3320"0"0,20 2-1416 0 0,95 8 0 0 0,-75-1-493 0 0,64-11 638 0 0,-24 0-716 0 0,-39 8-198 0 0,17 0 24 0 0,132-15 0 0 0,-214 11-31 0 0,220-22 62 0 0,-106 24 182 0 0,-75 2 17 0 0,88-10-1 0 0,-97 3-1 0 0,0 2-1 0 0,-1 2 0 0 0,97 9 1 0 0,-102-3-245 0 0,0-2-1 0 0,1-2 1 0 0,-1-1 0 0 0,64-12 0 0 0,-37 5 226 0 0,1 2-1 0 0,101 7 1 0 0,-5-10-107 0 0,-22 0-8 0 0,66 17 2 0 0,58-1-54 0 0,-89-13 646 0 0,-111 14-301 0 0,-65-6-1908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73 7567 0 0,'0'-6'-13'0'0,"0"-45"1747"0"0,-2 35-301 0 0,-1 25-67 0 0,-5 62-533 0 0,3 0 1 0 0,8 114-1 0 0,-1-108-365 0 0,34 631 2236 0 0,-28-594-2320 0 0,23 809 1361 0 0,-23-540-836 0 0,4-158-419 0 0,-6-175-403 0 0,2 0-1 0 0,19 69 1 0 0,-22-103-9 0 0,1 0 0 0 0,13 26 0 0 0,-16-36-286 0 0,0-1-1 0 0,1 1 1 0 0,-1-1-1 0 0,1 0 1 0 0,1 0 0 0 0,-1 0-1 0 0,1 0 1 0 0,-1-1-1 0 0,1 0 1 0 0,7 5 0 0 0,4-2-1034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7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19 4607 0 0,'-14'-11'181'0'0,"5"4"3371"0"0,21 7-1001 0 0,162 30-1496 0 0,194 7 0 0 0,179-19-823 0 0,-505-18-188 0 0,432-2 763 0 0,-27-1 780 0 0,308-13-954 0 0,-290 1-107 0 0,-381 12-389 0 0,68 0 145 0 0,-124 4-182 0 0,0 2-1 0 0,0 0 1 0 0,36 10-1 0 0,-60-12-68 0 0,-1 0 0 0 0,0 0 0 0 0,0 0 0 0 0,0 0 0 0 0,0 1 0 0 0,0-1 0 0 0,0 1 0 0 0,0 0-1 0 0,-1 0 1 0 0,1 0 0 0 0,-1 0 0 0 0,4 3 0 0 0,-6-4-80 0 0,1 0 1 0 0,-1-1-1 0 0,1 1 1 0 0,-1 0-1 0 0,1 0 0 0 0,-1 0 1 0 0,0-1-1 0 0,0 1 0 0 0,1 0 1 0 0,-1 0-1 0 0,0 0 0 0 0,0 0 1 0 0,0-1-1 0 0,0 1 0 0 0,0 0 1 0 0,0 0-1 0 0,0 0 0 0 0,0 0 1 0 0,-1 1-1 0 0,1 0-333 0 0,-1-1 0 0 0,0 1 0 0 0,0 0 0 0 0,0-1 0 0 0,0 1-1 0 0,0 0 1 0 0,-1-1 0 0 0,1 0 0 0 0,0 1 0 0 0,-1-1 0 0 0,1 0 0 0 0,-3 2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8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3223 0 0,'-16'168'6512'0'0,"14"-140"-6073"0"0,-2 20 681 0 0,-18 392 1387 0 0,18-222-1333 0 0,4-163-631 0 0,9 277 442 0 0,-3-189-794 0 0,-2-76-22 0 0,7 58-69 0 0,-9-110-77 0 0,-1 0 0 0 0,5 15-1 0 0,18 86 42 0 0,-10-62-10 0 0,14 50-33 0 0,-14-57 22 0 0,13 41-22 0 0,-13-46 22 0 0,18 59-33 0 0,27 71 110 0 0,-53-155-133 0 0,36 119 1529 0 0,-37-116-2471 0 0,-2-1 0 0 0,2 35 0 0 0,-5-29-4939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9:28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78 151 9671 0 0,'-78'-34'1970'0'0,"98"35"1366"0"0,-9-2-3155 0 0,204 15 547 0 0,37 1-460 0 0,233-29 27 0 0,2-24 70 0 0,-41 2 124 0 0,721-1 525 0 0,-922 29-989 0 0,132 1 2 0 0,-87 4-1513 0 0,-167 1-1678 0 0,-72 1-1948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48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17 3679 0 0,'2'-2'454'0'0,"-1"1"-1"0"0,1-1 1 0 0,0 1-1 0 0,0 0 1 0 0,0-1-1 0 0,0 1 1 0 0,0 0-1 0 0,0 0 1 0 0,0 0-1 0 0,0 1 1 0 0,0-1-1 0 0,1 0 1 0 0,-1 1-1 0 0,0 0 1 0 0,5-1-1 0 0,-6 1-389 0 0,0 0 0 0 0,0 0 0 0 0,0 1 0 0 0,0-1 0 0 0,-1 0 0 0 0,1 0 0 0 0,0 1 0 0 0,0-1 0 0 0,0 1 0 0 0,0-1 0 0 0,0 1 0 0 0,0-1 0 0 0,-1 1 0 0 0,1-1 0 0 0,0 1 0 0 0,-1 0 0 0 0,1-1 0 0 0,0 1 0 0 0,-1 0 0 0 0,1 0 0 0 0,-1 0 0 0 0,1-1 0 0 0,-1 1 0 0 0,1 0 0 0 0,-1 0 0 0 0,1 0 0 0 0,-1 0 0 0 0,0 0 0 0 0,0 0 0 0 0,0 0 0 0 0,1 0 0 0 0,-1 0 0 0 0,0 0 0 0 0,0 0 0 0 0,0 0 0 0 0,0 0 0 0 0,0-1 0 0 0,-1 1 0 0 0,1 1 0 0 0,-1 7 156 0 0,0 0 1 0 0,-1-1-1 0 0,0 0 0 0 0,-1 1 0 0 0,1-1 0 0 0,-7 13 0 0 0,-29 46 442 0 0,17-32-442 0 0,4-6 41 0 0,1-2 206 0 0,0 1-1 0 0,2 0 1 0 0,1 1 0 0 0,-16 53 0 0 0,29-80-468 0 0,-1 0 1 0 0,1 0-1 0 0,-1 0 1 0 0,1-1 0 0 0,0 1-1 0 0,0 0 1 0 0,0 0-1 0 0,0 0 1 0 0,0 0 0 0 0,0 0-1 0 0,1-1 1 0 0,-1 1-1 0 0,0 0 1 0 0,1 0 0 0 0,0 0-1 0 0,-1-1 1 0 0,1 1 0 0 0,0 0-1 0 0,0-1 1 0 0,0 1-1 0 0,0-1 1 0 0,1 3 0 0 0,0-3-6 0 0,0 1 1 0 0,0-1-1 0 0,1 0 1 0 0,-1 0 0 0 0,0 1-1 0 0,1-1 1 0 0,-1-1-1 0 0,0 1 1 0 0,1 0 0 0 0,-1 0-1 0 0,1-1 1 0 0,-1 0 0 0 0,1 1-1 0 0,2-1 1 0 0,10-1 80 0 0,-1 0-1 0 0,1 0 1 0 0,-1-2 0 0 0,19-4 0 0 0,-32 6-57 0 0,61-19 375 0 0,-46 14-292 0 0,1 0 1 0 0,-1 1-1 0 0,1 1 0 0 0,22-3 0 0 0,-38 7-89 0 0,0 0 0 0 0,0 0 0 0 0,-1-1 0 0 0,1 1 1 0 0,0 0-1 0 0,0 0 0 0 0,-1 0 0 0 0,1 0 0 0 0,0 0 0 0 0,0 0 0 0 0,0 0 0 0 0,-1 1 1 0 0,1-1-1 0 0,0 0 0 0 0,0 0 0 0 0,-1 1 0 0 0,1-1 0 0 0,0 0 0 0 0,-1 1 1 0 0,1-1-1 0 0,0 0 0 0 0,-1 1 0 0 0,1-1 0 0 0,-1 1 0 0 0,1-1 0 0 0,0 1 1 0 0,-1 0-1 0 0,1-1 0 0 0,-1 1 0 0 0,0 0 0 0 0,1-1 0 0 0,-1 1 0 0 0,1 1 0 0 0,-2 10-1012 0 0,-5 3-4111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48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 2303 0 0,'-4'0'6545'0'0,"-5"9"-4291"0"0,-7 11-1349 0 0,-1 8 53 0 0,2-1 1 0 0,-21 58-1 0 0,31-72-746 0 0,0 1 0 0 0,2 0 0 0 0,-1 0 0 0 0,2 1 1 0 0,0-1-1 0 0,1 1 0 0 0,0-1 0 0 0,3 24 0 0 0,-2-36-163 0 0,0 1 0 0 0,1-1 0 0 0,-1 0 1 0 0,1 0-1 0 0,-1 0 0 0 0,1 0 0 0 0,0 0 0 0 0,0 0 0 0 0,0-1 0 0 0,0 1 0 0 0,0 0 0 0 0,0 0 0 0 0,0-1 0 0 0,1 1 0 0 0,-1 0 1 0 0,1-1-1 0 0,-1 0 0 0 0,1 1 0 0 0,-1-1 0 0 0,1 0 0 0 0,0 0 0 0 0,0 0 0 0 0,0 0 0 0 0,0 0 0 0 0,0 0 0 0 0,0 0 1 0 0,0-1-1 0 0,0 1 0 0 0,0-1 0 0 0,0 1 0 0 0,0-1 0 0 0,0 0 0 0 0,0 0 0 0 0,0 0 0 0 0,0 0 0 0 0,0 0 0 0 0,3-1 0 0 0,9-1 149 0 0,0 0-1 0 0,0-1 1 0 0,0-1-1 0 0,19-8 0 0 0,-17 6-93 0 0,-2 1-99 0 0,0 0-1 0 0,0 2 1 0 0,1-1-1 0 0,-1 2 0 0 0,19-2 1 0 0,-32 4-126 0 0,0 0 1 0 0,-1 1-1 0 0,1-1 1 0 0,0 0-1 0 0,0 0 0 0 0,0 0 1 0 0,0 0-1 0 0,0 1 1 0 0,-1-1-1 0 0,1 0 1 0 0,0 1-1 0 0,0-1 0 0 0,-1 1 1 0 0,1-1-1 0 0,0 1 1 0 0,-1-1-1 0 0,1 1 1 0 0,0 0-1 0 0,-1-1 0 0 0,2 2 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49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8983 0 0,'-4'52'4644'0'0,"-5"3"-3295"0"0,0-9-772 0 0,2 1 1 0 0,2 0 0 0 0,2 90 0 0 0,6-112-184 0 0,2-12-1254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49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10535 0 0,'-2'1'1578'0'0,"2"8"106"0"0,5 9 200 0 0,-4-16-1741 0 0,0 1 0 0 0,1-1 0 0 0,-1 1 0 0 0,1-1 0 0 0,0 0 0 0 0,0 0 0 0 0,0 1 0 0 0,0-1 0 0 0,0 0 0 0 0,0-1 0 0 0,0 1 0 0 0,1 0 0 0 0,-1-1 0 0 0,1 1 0 0 0,-1-1 0 0 0,1 0 0 0 0,3 2 0 0 0,-1-2-73 0 0,-1-1-1 0 0,1 1 1 0 0,-1 0 0 0 0,1-1-1 0 0,-1 0 1 0 0,1 0 0 0 0,0-1-1 0 0,-1 1 1 0 0,1-1 0 0 0,4-1-1 0 0,9-4-76 0 0,0-1 0 0 0,0 0 0 0 0,-1-1-1 0 0,19-12 1 0 0,-27 15 123 0 0,-8 4-116 0 0,0 0 1 0 0,1 0 0 0 0,-1 0 0 0 0,0 1-1 0 0,1-1 1 0 0,-1 0 0 0 0,1 1 0 0 0,0-1 0 0 0,-1 1-1 0 0,1 0 1 0 0,-1-1 0 0 0,1 1 0 0 0,0 0-1 0 0,1 0 1 0 0,-2 1-1 0 0,0-1 0 0 0,-1 1 0 0 0,1-1 0 0 0,-1 1 0 0 0,1 0 0 0 0,-1 0 0 0 0,1-1 0 0 0,-1 1 0 0 0,1 0 0 0 0,-1 0 0 0 0,1-1 0 0 0,-1 1 0 0 0,0 0 0 0 0,0 0 0 0 0,1 0 0 0 0,-1 0 0 0 0,0-1 0 0 0,0 1 0 0 0,0 0-1 0 0,0 0 1 0 0,0 0 0 0 0,0 0 0 0 0,0 0 0 0 0,0 0 0 0 0,0-1 0 0 0,0 1 0 0 0,-1 0 0 0 0,1 1 0 0 0,-8 53 56 0 0,-16 59-1 0 0,13-68 202 0 0,1 1 1 0 0,-4 63-1 0 0,14-105-234 0 0,0-1 1 0 0,1 1-1 0 0,-1 0 0 0 0,1-1 1 0 0,1 7-1 0 0,-2-9-128 0 0,1-1 1 0 0,-1 1-1 0 0,1-1 0 0 0,0 1 0 0 0,-1-1 0 0 0,1 1 1 0 0,0-1-1 0 0,0 0 0 0 0,0 1 0 0 0,0-1 1 0 0,0 0-1 0 0,0 0 0 0 0,0 0 0 0 0,0 0 0 0 0,1 0 1 0 0,-1 0-1 0 0,0 0 0 0 0,3 1 0 0 0,4 1-999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50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1207 199 6047 0 0,'0'-5'199'0'0,"1"0"0"0"0,-1 0 0 0 0,0-1 0 0 0,0 1 0 0 0,-1 0 0 0 0,0 0-1 0 0,0 0 1 0 0,0 0 0 0 0,0 0 0 0 0,-1 0 0 0 0,1 0 0 0 0,-1 0 0 0 0,0 1 0 0 0,-4-6-1 0 0,2 4-26 0 0,-1-1-1 0 0,0 0 0 0 0,-1 1 0 0 0,0 0 0 0 0,0 0 0 0 0,0 1 0 0 0,0 0 0 0 0,-9-5 0 0 0,0 1 16 0 0,1 1 0 0 0,-2 1 0 0 0,1 0-1 0 0,-1 1 1 0 0,0 1 0 0 0,0 0 0 0 0,0 1 0 0 0,-19-2-1 0 0,-1 4-4 0 0,-1 1-1 0 0,1 1 0 0 0,0 2 1 0 0,-55 10-1 0 0,-138 44 462 0 0,189-45-277 0 0,1 2 0 0 0,1 1 1 0 0,-71 39-1 0 0,87-39 95 0 0,1 0 0 0 0,0 1 1 0 0,0 2-1 0 0,2 0 0 0 0,0 1 0 0 0,1 1 0 0 0,-21 28 0 0 0,25-27-430 0 0,1 0 0 0 0,0 0 0 0 0,2 2 0 0 0,0-1 0 0 0,-8 26 0 0 0,14-32 16 0 0,1 0-1 0 0,1 0 1 0 0,0 0 0 0 0,1 0 0 0 0,0 1-1 0 0,1-1 1 0 0,1 1 0 0 0,1-1 0 0 0,2 17 0 0 0,2-6 10 0 0,1 1 1 0 0,1-1 0 0 0,1-1 0 0 0,1 1 0 0 0,1-2 0 0 0,2 1-1 0 0,0-1 1 0 0,29 40 0 0 0,-22-38 9 0 0,2-1 0 0 0,1-1 0 0 0,1-1 0 0 0,1-1 0 0 0,0-1 0 0 0,2-1 0 0 0,28 17 0 0 0,15 4 277 0 0,2-2 0 0 0,2-4 0 0 0,121 42-1 0 0,-169-70-285 0 0,1 0 0 0 0,1-2 0 0 0,-1-1-1 0 0,1-1 1 0 0,0-1 0 0 0,0-2-1 0 0,0 0 1 0 0,-1-2 0 0 0,1-1-1 0 0,0-1 1 0 0,-1-1 0 0 0,0-2-1 0 0,0 0 1 0 0,-1-2 0 0 0,0 0-1 0 0,0-2 1 0 0,-1-1 0 0 0,33-22-1 0 0,133-98 526 0 0,-148 99-478 0 0,-2-2 1 0 0,47-53-1 0 0,-70 67-79 0 0,-1-1 0 0 0,0-1 0 0 0,-2-1-1 0 0,-1 0 1 0 0,0-1 0 0 0,-2 0 0 0 0,-1-1 0 0 0,-1 0-1 0 0,-2 0 1 0 0,0-1 0 0 0,-2 0 0 0 0,0-1 0 0 0,-2 1-1 0 0,-1-1 1 0 0,-3-40 0 0 0,-1 45-45 0 0,0 1 0 0 0,-2 0 0 0 0,-1 0 1 0 0,0 1-1 0 0,-2 0 0 0 0,0 0 0 0 0,-1 0 0 0 0,-18-32 0 0 0,16 38-52 0 0,0 0 1 0 0,-1 0-1 0 0,0 1 1 0 0,-1 0-1 0 0,-1 1 1 0 0,0 0-1 0 0,-1 1 0 0 0,0 1 1 0 0,-1 0-1 0 0,0 1 1 0 0,-22-10-1 0 0,20 12-23 0 0,0 0 0 0 0,-1 2 1 0 0,0 0-1 0 0,0 1 0 0 0,0 1 0 0 0,-1 1 0 0 0,0 0 0 0 0,1 2 0 0 0,-1 0 0 0 0,-23 2 1 0 0,15 1-622 0 0,1 2 1 0 0,-1 1-1 0 0,1 1 1 0 0,0 1 0 0 0,0 1-1 0 0,-38 19 1 0 0,12 0-5757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51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87 562 919 0 0,'-2'1'415'0'0,"0"-1"-1"0"0,0 0 1 0 0,-1 0-1 0 0,1 0 0 0 0,0 0 1 0 0,0 0-1 0 0,0 0 0 0 0,0-1 1 0 0,0 1-1 0 0,0-1 0 0 0,-1 1 1 0 0,1-1-1 0 0,0 0 0 0 0,1 0 1 0 0,-4-1-1 0 0,2 0-60 0 0,0-1-1 0 0,0 1 1 0 0,0-1-1 0 0,0 1 1 0 0,0-1-1 0 0,1 0 1 0 0,-1 0-1 0 0,-1-4 1 0 0,0 2-66 0 0,1-1 0 0 0,1 1 0 0 0,-1 0 0 0 0,1-1 0 0 0,0 0 0 0 0,0 1 0 0 0,0-1 0 0 0,1 0 0 0 0,0 0 0 0 0,0 0 0 0 0,1-7 0 0 0,0 7-110 0 0,1-1 0 0 0,1 0 0 0 0,-1 0 0 0 0,1 1-1 0 0,0-1 1 0 0,1 1 0 0 0,-1-1 0 0 0,1 1 0 0 0,1 0-1 0 0,-1 0 1 0 0,1 0 0 0 0,0 1 0 0 0,7-9 0 0 0,6-3 43 0 0,0 1 0 0 0,31-23 1 0 0,-16 16-124 0 0,1 2 1 0 0,1 1 0 0 0,1 2-1 0 0,0 1 1 0 0,1 2-1 0 0,50-14 1 0 0,236-43 272 0 0,-278 64-334 0 0,100-17-386 0 0,1 6 0 0 0,149 1-1 0 0,-230 18-986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56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16 919 0 0,'0'-1'254'0'0,"1"0"-1"0"0,-1 0 0 0 0,1 0 0 0 0,0 0 0 0 0,-1 0 0 0 0,1 0 0 0 0,0 1 0 0 0,-1-1 0 0 0,1 0 0 0 0,0 0 1 0 0,0 1-1 0 0,0-1 0 0 0,0 0 0 0 0,0 1 0 0 0,0-1 0 0 0,0 1 0 0 0,0-1 0 0 0,0 1 0 0 0,1-1 0 0 0,-1 1-10 0 0,0 1 0 0 0,0 0 0 0 0,0 0 0 0 0,-1 0 0 0 0,1 0 0 0 0,0 0 0 0 0,-1 0 0 0 0,1 0 0 0 0,-1 0 0 0 0,1 0 0 0 0,-1 0 0 0 0,1 0 0 0 0,-1 0 0 0 0,0 0 0 0 0,1 1 0 0 0,-1-1 0 0 0,0 0 0 0 0,0 0 0 0 0,0 0 0 0 0,0 0 0 0 0,0 2 0 0 0,0 26 352 0 0,0 0 1 0 0,-2 0-1 0 0,-1 0 0 0 0,-2 0 0 0 0,-14 51 0 0 0,-3 15-142 0 0,20-61-237 0 0,2-34-202 0 0,0 1 1 0 0,0 0-1 0 0,0 0 0 0 0,0-1 1 0 0,0 1-1 0 0,0 0 0 0 0,0 0 1 0 0,0-1-1 0 0,0 1 0 0 0,0 0 1 0 0,1 0-1 0 0,-1-1 0 0 0,0 1 1 0 0,1 0-1 0 0,-1-1 0 0 0,0 1 1 0 0,1 0-1 0 0,-1-1 0 0 0,1 1 1 0 0,-1-1-1 0 0,1 1 0 0 0,-1-1 1 0 0,1 1-1 0 0,0-1 0 0 0,-1 1 1 0 0,1-1-1 0 0,-1 0 0 0 0,1 1 1 0 0,0-1-1 0 0,0 0 0 0 0,-1 1 1 0 0,1-1-1 0 0,0 0 0 0 0,-1 0 1 0 0,1 0-1 0 0,0 1 0 0 0,0-1 1 0 0,1 0-1 0 0,17-3 202 0 0,0 0 1 0 0,32-10-1 0 0,-45 11-222 0 0,5-2-116 0 0,1 1 1 0 0,-1 0-1 0 0,1 1 1 0 0,0 0-1 0 0,-1 0 1 0 0,1 1-1 0 0,15 1 1 0 0,9 8-4679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57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5 4607 0 0,'0'0'69'0'0,"0"0"-1"0"0,0 0 1 0 0,0-1-1 0 0,0 1 1 0 0,0 0-1 0 0,0 0 0 0 0,0 0 1 0 0,0-1-1 0 0,1 1 1 0 0,-1 0-1 0 0,0 0 1 0 0,0 0-1 0 0,0-1 0 0 0,0 1 1 0 0,1 0 136 0 0,-1 0-136 0 0,0 0-1 0 0,0-1 0 0 0,0 1 1 0 0,0 0-1 0 0,1 0 1 0 0,-1 0-1 0 0,0 0 0 0 0,0 0 1 0 0,0 0-1 0 0,1 0 1 0 0,-1 0-1 0 0,0 0 1 0 0,0 0-1 0 0,0 0 0 0 0,1-1 1 0 0,-1 1-1 0 0,0 0 1 0 0,0 0-1 0 0,1 1 1 0 0,-1-1-1 0 0,0 0 0 0 0,0 0 1 0 0,0 0-1 0 0,1 0 1 0 0,-1 0-1 0 0,0 0 1 0 0,0 0-1 0 0,1 0 0 0 0,0 14 2315 0 0,-8 27-326 0 0,6-36-2111 0 0,-7 30 858 0 0,-19 50 0 0 0,19-64-509 0 0,0 1 1 0 0,2 0 0 0 0,0 0 0 0 0,1 1 0 0 0,2 0-1 0 0,-2 44 1 0 0,5-66-262 0 0,0 0 1 0 0,0 1-1 0 0,0-1 0 0 0,1 0 0 0 0,-1 1 1 0 0,0-1-1 0 0,1 0 0 0 0,-1 0 0 0 0,1 1 1 0 0,-1-1-1 0 0,1 0 0 0 0,-1 0 0 0 0,1 0 0 0 0,0 1 1 0 0,0-1-1 0 0,0 0 0 0 0,0 0 0 0 0,0 0 1 0 0,0 0-1 0 0,0-1 0 0 0,0 1 0 0 0,2 1 0 0 0,-1-1 26 0 0,1 0 0 0 0,-1 0-1 0 0,1 0 1 0 0,0 0-1 0 0,-1-1 1 0 0,1 1-1 0 0,0-1 1 0 0,0 0-1 0 0,-1 0 1 0 0,6 0-1 0 0,2-2 37 0 0,0 1 1 0 0,-1-2-1 0 0,1 1 0 0 0,0-1 0 0 0,11-5 0 0 0,0-2-178 0 0,8-3-362 0 0,-9 4-4715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57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4143 0 0,'6'2'3449'0'0,"-6"-2"-3390"0"0,2 16 2004 0 0,-3 17-596 0 0,-4 13-32 0 0,-17 72 0 0 0,-2 9-4 0 0,21-94-1272 0 0,3-32-161 0 0,0 1-1 0 0,0 0 1 0 0,0 0 0 0 0,0 0 0 0 0,1-1 0 0 0,-1 1 0 0 0,0 0 0 0 0,1 0 0 0 0,-1-1 0 0 0,1 1 0 0 0,-1 0 0 0 0,1-1 0 0 0,0 1-1 0 0,0-1 1 0 0,1 3 0 0 0,5-2-763 0 0,-3-5-38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58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3679 0 0,'7'-3'8336'0'0,"17"4"-6915"0"0,-17 0-696 0 0,54-2 177 0 0,-27-1-593 0 0,1 2 1 0 0,60 9-1 0 0,-93-9-282 0 0,-1 1 0 0 0,0-1-1 0 0,1 1 1 0 0,-1-1 0 0 0,0 1 0 0 0,1 0-1 0 0,-1 0 1 0 0,0 0 0 0 0,0 0-1 0 0,0 0 1 0 0,0 0 0 0 0,0 0 0 0 0,0 0-1 0 0,0 0 1 0 0,0 0 0 0 0,0 1-1 0 0,-1-1 1 0 0,1 0 0 0 0,0 1 0 0 0,-1-1-1 0 0,1 0 1 0 0,-1 1 0 0 0,0-1-1 0 0,1 1 1 0 0,-1-1 0 0 0,0 0 0 0 0,0 1-1 0 0,0-1 1 0 0,0 1 0 0 0,0-1 0 0 0,0 1-1 0 0,0-1 1 0 0,-1 2 0 0 0,0 10 362 0 0,-1 0 1 0 0,-7 24 0 0 0,5-22-140 0 0,1 0-276 0 0,0-6 206 0 0,1 1-1 0 0,0-1 1 0 0,-1 14 0 0 0,3-22-280 0 0,0 1 0 0 0,0 0 0 0 0,0-1-1 0 0,0 1 1 0 0,0 0 0 0 0,0-1 0 0 0,1 1 0 0 0,-1 0 0 0 0,0-1 0 0 0,1 1 0 0 0,0-1 0 0 0,-1 1 0 0 0,1 0 0 0 0,0-1 0 0 0,0 0 0 0 0,-1 1 0 0 0,1-1-1 0 0,0 1 1 0 0,1-1 0 0 0,-1 0 0 0 0,0 0 0 0 0,0 0 0 0 0,0 0 0 0 0,1 0 0 0 0,1 2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0:59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1190 130 4607 0 0,'0'-3'397'0'0,"-1"0"0"0"0,1 0-1 0 0,-1 1 1 0 0,1-1-1 0 0,-1 0 1 0 0,0 1-1 0 0,0-1 1 0 0,0 0-1 0 0,0 1 1 0 0,-1-1 0 0 0,1 1-1 0 0,-1 0 1 0 0,0-1-1 0 0,1 1 1 0 0,-1 0-1 0 0,0 0 1 0 0,0 0-1 0 0,0 0 1 0 0,-1 0 0 0 0,1 1-1 0 0,-3-3 1 0 0,-7-3-31 0 0,0 1 1 0 0,-1 0 0 0 0,-16-5-1 0 0,7 2 482 0 0,3 2-583 0 0,0 0 0 0 0,0 2 0 0 0,0 0 0 0 0,0 1 1 0 0,-1 1-1 0 0,-31-1 0 0 0,4 3-345 0 0,-34 1 269 0 0,-119 13-1 0 0,165-6-34 0 0,1 0 0 0 0,1 2 0 0 0,-1 2 0 0 0,2 1 0 0 0,-1 2 0 0 0,2 1 0 0 0,-33 20 0 0 0,-13 5 56 0 0,-12 7 372 0 0,79-40-493 0 0,-1 0 0 0 0,1 0 0 0 0,1 1 0 0 0,-1 1 1 0 0,1 0-1 0 0,-12 15 0 0 0,17-18-54 0 0,0 0 1 0 0,0 0 0 0 0,1 0 0 0 0,0 1-1 0 0,0-1 1 0 0,1 1 0 0 0,-1 0 0 0 0,1 0-1 0 0,1 0 1 0 0,-1 0 0 0 0,1 0-1 0 0,0 13 1 0 0,11 97 268 0 0,0-19-104 0 0,-10-78-168 0 0,1 1 0 0 0,1 0 1 0 0,1-1-1 0 0,0 1 0 0 0,2-1 0 0 0,0 0 0 0 0,2 0 0 0 0,0-1 0 0 0,10 21 1 0 0,-7-22 56 0 0,1-1 0 0 0,1 0 0 0 0,0 0 0 0 0,1-1 0 0 0,1-1 1 0 0,0 0-1 0 0,1-1 0 0 0,1-1 0 0 0,27 19 0 0 0,-24-19-52 0 0,1-1 0 0 0,1-1 0 0 0,0-1 0 0 0,35 12-1 0 0,189 58 236 0 0,-218-71-248 0 0,0-2-1 0 0,0-1 0 0 0,0-2 0 0 0,53 3 1 0 0,109-13 175 0 0,-83 0-149 0 0,-100 6-45 0 0,109-8 81 0 0,-97 5-34 0 0,1 0-1 0 0,0-1 1 0 0,-1-1 0 0 0,19-8-1 0 0,21-13 962 0 0,84-52-1 0 0,-125 68-1001 0 0,-2-1 0 0 0,1-1 0 0 0,-2 0 0 0 0,1-1 0 0 0,-2-1 0 0 0,0 0-1 0 0,0 0 1 0 0,10-18 0 0 0,-17 23-71 0 0,0-1-1 0 0,0 0 1 0 0,-1 0-1 0 0,-1 0 1 0 0,0-1-1 0 0,0 0 0 0 0,-1 1 1 0 0,-1-1-1 0 0,1 0 1 0 0,-2-1-1 0 0,0 1 1 0 0,0 0-1 0 0,-1 0 1 0 0,0-1-1 0 0,-2-10 1 0 0,-6-19 99 0 0,-2 0 1 0 0,-1 1 0 0 0,-2 0-1 0 0,-2 1 1 0 0,-2 0 0 0 0,-1 2-1 0 0,-27-40 1 0 0,26 49-40 0 0,-2 0 1 0 0,-1 2-1 0 0,-30-28 0 0 0,-84-64-13 0 0,125 110-52 0 0,5 2-80 0 0,0 1 0 0 0,0 0 0 0 0,0 0 0 0 0,-1 1 0 0 0,0 0 0 0 0,0 0-1 0 0,0 0 1 0 0,-1 1 0 0 0,-8-3 0 0 0,16 6 34 0 0,-1 0 0 0 0,1 0 0 0 0,-1 0 0 0 0,0 1 0 0 0,1-1 0 0 0,-1 0 0 0 0,1 0 0 0 0,-1 0 0 0 0,1 0 0 0 0,-1 0 0 0 0,1 1 1 0 0,-1-1-1 0 0,1 0 0 0 0,-1 0 0 0 0,1 1 0 0 0,-1-1 0 0 0,1 0 0 0 0,0 1 0 0 0,-1-1 0 0 0,1 0 0 0 0,-1 2 0 0 0,-3 3-2064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0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77 395 2759 0 0,'-5'3'1084'0'0,"-1"0"-1"0"0,0-1 1 0 0,1 1-1 0 0,-10 1 0 0 0,14-3-888 0 0,-1-1 0 0 0,1 1-1 0 0,-1-1 1 0 0,1 0 0 0 0,-1 0-1 0 0,1 1 1 0 0,-1-1 0 0 0,1 0-1 0 0,-1 0 1 0 0,1 0 0 0 0,-1-1-1 0 0,1 1 1 0 0,-1 0 0 0 0,1-1-1 0 0,-1 1 1 0 0,1 0 0 0 0,0-1 0 0 0,-1 0-1 0 0,1 1 1 0 0,0-1 0 0 0,-1 0-1 0 0,1 0 1 0 0,0 0 0 0 0,-2-1-1 0 0,3 1-138 0 0,-1 0 0 0 0,1 0-1 0 0,0 0 1 0 0,-1 0-1 0 0,1 0 1 0 0,0 0 0 0 0,0 0-1 0 0,0 0 1 0 0,-1-1-1 0 0,1 1 1 0 0,0 0 0 0 0,1 0-1 0 0,-1 0 1 0 0,0 0-1 0 0,0 0 1 0 0,0 0 0 0 0,1 0-1 0 0,-1-1 1 0 0,0 1-1 0 0,1 0 1 0 0,-1 0 0 0 0,1 0-1 0 0,0 0 1 0 0,-1 1-1 0 0,1-1 1 0 0,0 0 0 0 0,-1 0-1 0 0,1 0 1 0 0,1-1-1 0 0,27-24 450 0 0,-27 24-432 0 0,73-53 595 0 0,36-31-130 0 0,-75 57-304 0 0,3 0-1 0 0,0 3 0 0 0,66-34 1 0 0,-2 14-4260 0 0,-74 34-1714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5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2 3679 0 0,'0'0'11'0'0,"0"0"-1"0"0,0 0 1 0 0,1 0 0 0 0,-1 0-1 0 0,0-1 1 0 0,0 1-1 0 0,0 0 1 0 0,1 0-1 0 0,-1 0 1 0 0,0 0-1 0 0,0 0 1 0 0,1 0-1 0 0,-1 0 1 0 0,0 0-1 0 0,0 0 1 0 0,0 0-1 0 0,1 0 1 0 0,-1 0-1 0 0,0 0 1 0 0,0 0-1 0 0,1 0 1 0 0,-1 0-1 0 0,0 0 1 0 0,0 0-1 0 0,0 0 1 0 0,1 0-1 0 0,-1 1 1 0 0,0-1-1 0 0,0 0 1 0 0,0 0-1 0 0,1 0 1 0 0,-1 0-1 0 0,0 0 1 0 0,0 1 0 0 0,0-1-1 0 0,0 0 1 0 0,0 0-1 0 0,1 0 1 0 0,-1 0-1 0 0,0 1 1 0 0,0-1-1 0 0,1 14 3006 0 0,-6 17 1354 0 0,5-29-4543 0 0,-20 74 1605 0 0,-4-1 1 0 0,-33 76-1 0 0,54-141-788 0 0,11-24 465 0 0,13-27 174 0 0,-13 18-985 0 0,11-43 0 0 0,4-14-426 0 0,-20 71-286 0 0,1 1 0 0 0,0 0 1 0 0,0 0-1 0 0,0 0 0 0 0,1 0 1 0 0,11-12-1 0 0,-14 18 428 0 0,0-1 0 0 0,1 1-1 0 0,-1 1 1 0 0,0-1-1 0 0,1 0 1 0 0,-1 0 0 0 0,1 1-1 0 0,-1-1 1 0 0,1 1-1 0 0,0 0 1 0 0,-1 0 0 0 0,1 0-1 0 0,0 0 1 0 0,0 1 0 0 0,0-1-1 0 0,0 1 1 0 0,0-1-1 0 0,0 1 1 0 0,0 0 0 0 0,0 0-1 0 0,0 0 1 0 0,0 1 0 0 0,-1-1-1 0 0,1 1 1 0 0,0 0-1 0 0,0 0 1 0 0,0-1 0 0 0,0 2-1 0 0,-1-1 1 0 0,1 0 0 0 0,4 3-1 0 0,7 6 288 0 0,-1-1-1 0 0,1 2 1 0 0,-2 0-1 0 0,18 19 0 0 0,-10-10 66 0 0,-1-1 164 0 0,30 44-1 0 0,-36-46-444 0 0,4 8-111 0 0,-1 1 0 0 0,-2 1 0 0 0,21 52 0 0 0,-29-65-162 0 0,-4-9-167 0 0,0 0 1 0 0,1 1-1 0 0,-1-1 0 0 0,1-1 0 0 0,0 1 0 0 0,1 0 0 0 0,4 4 1 0 0,-4-7-508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6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5527 0 0,'92'-2'7602'0'0,"-42"-2"-6613"0"0,-1-1 0 0 0,63-16-1 0 0,-48 8-641 0 0,-36 11-5011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77 2759 0 0,'5'-28'7156'0'0,"-7"2"-4635"0"0,2 24-2477 0 0,-1 1 0 0 0,1 0-1 0 0,-1 0 1 0 0,1 0 0 0 0,-1-1-1 0 0,1 1 1 0 0,-1 0 0 0 0,0 0-1 0 0,1 0 1 0 0,-1 0 0 0 0,0 0-1 0 0,0 0 1 0 0,0 1-1 0 0,0-1 1 0 0,0 0 0 0 0,0 0-1 0 0,0 1 1 0 0,0-1 0 0 0,0 0-1 0 0,0 1 1 0 0,-1-1 0 0 0,1 1-1 0 0,0-1 1 0 0,0 1 0 0 0,0 0-1 0 0,-1 0 1 0 0,1-1 0 0 0,0 1-1 0 0,0 0 1 0 0,-1 0 0 0 0,1 0-1 0 0,0 0 1 0 0,0 1 0 0 0,-1-1-1 0 0,1 0 1 0 0,0 0 0 0 0,-2 1-1 0 0,-11 4 81 0 0,0 0-1 0 0,1 0 1 0 0,0 2-1 0 0,0-1 1 0 0,0 2-1 0 0,1 0 1 0 0,0 0-1 0 0,1 1 1 0 0,0 0-1 0 0,0 1 1 0 0,1 0-1 0 0,0 1 1 0 0,-11 16-1 0 0,15-18 2 0 0,0 0-1 0 0,0 1 1 0 0,1 0 0 0 0,0 0-1 0 0,1 0 1 0 0,0 1-1 0 0,1-1 1 0 0,-3 12 0 0 0,5-15-15 0 0,0 1 0 0 0,1-1 0 0 0,-1 1 0 0 0,1 0 1 0 0,1-1-1 0 0,-1 1 0 0 0,1-1 0 0 0,1 0 0 0 0,0 1 0 0 0,0-1 1 0 0,0 0-1 0 0,5 11 0 0 0,-5-15-73 0 0,1 1-1 0 0,-1-1 1 0 0,1 0 0 0 0,0 0 0 0 0,-1 0-1 0 0,1 0 1 0 0,1 0 0 0 0,-1-1 0 0 0,0 1-1 0 0,1-1 1 0 0,-1 0 0 0 0,1 0 0 0 0,0 0-1 0 0,-1 0 1 0 0,1-1 0 0 0,0 0-1 0 0,0 0 1 0 0,0 0 0 0 0,0 0 0 0 0,0 0-1 0 0,1-1 1 0 0,5 0 0 0 0,4 1 82 0 0,0-2-1 0 0,0 1 1 0 0,0-2 0 0 0,0 0-1 0 0,19-5 1 0 0,-17 3-85 0 0,-1-1 1 0 0,0-1-1 0 0,0 0 0 0 0,0-1 0 0 0,-1 0 0 0 0,0-1 0 0 0,0-1 1 0 0,-1 0-1 0 0,0-1 0 0 0,15-15 0 0 0,-27 24-39 0 0,0 1-1 0 0,-1-1 1 0 0,1 0-1 0 0,0 0 1 0 0,-1 1-1 0 0,1-1 1 0 0,0 0-1 0 0,-1 0 1 0 0,1 0-1 0 0,-1 0 1 0 0,1 0-1 0 0,-1 0 1 0 0,0 0-1 0 0,1 0 1 0 0,-1 0-1 0 0,0 0 1 0 0,0 0-1 0 0,0 0 1 0 0,1 0 0 0 0,-1 0-1 0 0,0 0 1 0 0,0 0-1 0 0,-1 0 1 0 0,1-1-1 0 0,-1 1-12 0 0,1 0 1 0 0,-1 0-1 0 0,0 0 0 0 0,0 0 1 0 0,1 0-1 0 0,-1 0 0 0 0,0 1 1 0 0,0-1-1 0 0,0 0 0 0 0,0 0 0 0 0,0 1 1 0 0,0-1-1 0 0,0 1 0 0 0,-1-1 1 0 0,1 1-1 0 0,0-1 0 0 0,-1 1 1 0 0,-5-2-88 0 0,-1 0 1 0 0,1 1 0 0 0,-1 0-1 0 0,1 1 1 0 0,-10 0 0 0 0,-6 1-520 0 0,-2 0-506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6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10943 0 0,'1'-1'209'0'0,"1"0"0"0"0,-1 0 0 0 0,0-1 0 0 0,0 1 0 0 0,1 0 0 0 0,-1 0 0 0 0,1 0 0 0 0,-1 0 0 0 0,1 0 0 0 0,-1 1 0 0 0,1-1 0 0 0,-1 0 0 0 0,1 1 0 0 0,0-1 0 0 0,-1 1 0 0 0,1-1 1 0 0,2 1-1 0 0,39-4 3028 0 0,-24 2-1437 0 0,25-2-1762 0 0,-21 3-704 0 0,36-9 1 0 0,-57 10 598 0 0,-2 0 4 0 0,0 0 1 0 0,0 0 0 0 0,0 0 0 0 0,1 0 0 0 0,-1 0 0 0 0,0 0 0 0 0,0 0 0 0 0,0 0 0 0 0,1 0 0 0 0,-1 0 0 0 0,0 0 0 0 0,0 0 0 0 0,0 0 0 0 0,1 0 0 0 0,-1 0 0 0 0,0 0 0 0 0,0 0 0 0 0,0 0 0 0 0,0 0 0 0 0,1 0 0 0 0,-1-1 0 0 0,0 1 0 0 0,0 0 0 0 0,0 0 0 0 0,0 0 0 0 0,1-1-186 0 0,-1 1 186 0 0,0 0 0 0 0,0 0 0 0 0,0 0 0 0 0,0 0 0 0 0,1-1 0 0 0,-1 1 0 0 0,0 0 0 0 0,0 0 0 0 0,0 0-1 0 0,0-1 1 0 0,0 1 0 0 0,0 0 0 0 0,0 0 0 0 0,0 0 0 0 0,0 0 0 0 0,0-1 0 0 0,0 1 0 0 0,0 0 0 0 0,-3-3-866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7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 2759 0 0,'-5'2'986'0'0,"1"1"-1"0"0,0 0 1 0 0,-1 0-1 0 0,1 1 1 0 0,1-1-1 0 0,-6 7 1 0 0,-3 4 429 0 0,-16 28 1 0 0,23-34-1211 0 0,1 1 0 0 0,0 0 1 0 0,0 0-1 0 0,1 1 0 0 0,0-1 1 0 0,0 1-1 0 0,1-1 0 0 0,0 1 1 0 0,1 0-1 0 0,0 0 1 0 0,1-1-1 0 0,0 1 0 0 0,1 0 1 0 0,1 12-1 0 0,-1-16-81 0 0,0-1-1 0 0,1 1 1 0 0,-1-1 0 0 0,1 1 0 0 0,0-1-1 0 0,1 0 1 0 0,-1 0 0 0 0,1 0 0 0 0,0 0-1 0 0,0-1 1 0 0,1 1 0 0 0,-1-1 0 0 0,1 0-1 0 0,0 0 1 0 0,0 0 0 0 0,0 0 0 0 0,1-1-1 0 0,-1 0 1 0 0,1 0 0 0 0,0 0-1 0 0,0 0 1 0 0,0-1 0 0 0,0 0 0 0 0,0 0-1 0 0,1 0 1 0 0,7 1 0 0 0,-1-1-61 0 0,0-1 1 0 0,0-1 0 0 0,-1 0-1 0 0,1 0 1 0 0,0-1-1 0 0,0-1 1 0 0,-1 0-1 0 0,1-1 1 0 0,-1 0-1 0 0,1 0 1 0 0,-1-1 0 0 0,0-1-1 0 0,-1 0 1 0 0,20-12-1 0 0,-29 16-346 0 0,0 0 123 0 0,0 1 0 0 0,-1 0 0 0 0,1-1-1 0 0,0 1 1 0 0,-1-1 0 0 0,1 1 0 0 0,-1-1 0 0 0,1 1-1 0 0,-1-1 1 0 0,1 1 0 0 0,-1-1 0 0 0,1 1 0 0 0,-1-1-1 0 0,1 0 1 0 0,-1 1 0 0 0,0-1 0 0 0,1-1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7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16 8751 0 0,'-1'0'202'0'0,"0"-1"0"0"0,1 0 0 0 0,-1 1 0 0 0,1-1 0 0 0,-1 0 0 0 0,1 0 0 0 0,0 1 0 0 0,-1-1 0 0 0,1 0 0 0 0,0 0 0 0 0,-1 0 0 0 0,1 1 0 0 0,0-1 0 0 0,0 0 0 0 0,0 0 1 0 0,0 0-1 0 0,0-1 0 0 0,15 1 3756 0 0,-8 2-4330 0 0,94 0 2008 0 0,-12 0-3301 0 0,-75 0 727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7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2759 0 0,'0'12'2139'0'0,"0"52"4523"0"0,1-21-4324 0 0,9 61 1 0 0,-8-98-982 0 0,-3-21-737 0 0,-2-26-163 0 0,1 9-359 0 0,1 1-1 0 0,1-1 0 0 0,1 1 1 0 0,2-1-1 0 0,8-31 0 0 0,-11 62-101 0 0,0 0 0 0 0,0 0 0 0 0,0-1 0 0 0,0 1 0 0 0,0 0 0 0 0,1 0 0 0 0,-1 0 0 0 0,1-1 0 0 0,-1 1-1 0 0,1 0 1 0 0,-1 0 0 0 0,1 0 0 0 0,-1 0 0 0 0,1 0 0 0 0,0 0 0 0 0,0 0 0 0 0,0 0 0 0 0,-1 1 0 0 0,1-1 0 0 0,0 0 0 0 0,0 0-1 0 0,0 1 1 0 0,0-1 0 0 0,0 0 0 0 0,0 1 0 0 0,1-1 0 0 0,-1 1 0 0 0,0-1 0 0 0,0 1 0 0 0,0 0 0 0 0,0 0 0 0 0,1-1 0 0 0,-1 1 0 0 0,0 0-1 0 0,0 0 1 0 0,0 0 0 0 0,1 0 0 0 0,-1 0 0 0 0,0 1 0 0 0,0-1 0 0 0,0 0 0 0 0,1 0 0 0 0,-1 1 0 0 0,0-1 0 0 0,0 1 0 0 0,0-1 0 0 0,0 1-1 0 0,0-1 1 0 0,0 1 0 0 0,0 0 0 0 0,1 1 0 0 0,8 4-43 0 0,-1 1 0 0 0,1 1 0 0 0,-2-1 0 0 0,10 12 0 0 0,-12-13 38 0 0,139 150 1361 0 0,-139-150-1230 0 0,1 1-1 0 0,0-2 1 0 0,1 1 0 0 0,-1-1-1 0 0,1 0 1 0 0,0 0 0 0 0,0-1-1 0 0,12 5 1 0 0,-18-8-107 0 0,0-1 0 0 0,0 1 0 0 0,0 0 0 0 0,0-1 0 0 0,0 1 0 0 0,0-1 0 0 0,0 0 1 0 0,1 1-1 0 0,-1-1 0 0 0,0 0 0 0 0,0 0 0 0 0,0-1 0 0 0,0 1 0 0 0,0 0 0 0 0,0-1 0 0 0,0 1 0 0 0,0-1 0 0 0,0 0 0 0 0,0 1 0 0 0,0-1 1 0 0,0 0-1 0 0,0 0 0 0 0,0-1 0 0 0,-1 1 0 0 0,1 0 0 0 0,0 0 0 0 0,-1-1 0 0 0,1 1 0 0 0,-1-1 0 0 0,0 0 0 0 0,1 1 0 0 0,-1-1 0 0 0,0 0 1 0 0,0 0-1 0 0,0 1 0 0 0,0-1 0 0 0,0 0 0 0 0,0 0 0 0 0,-1 0 0 0 0,1 0 0 0 0,0-4 0 0 0,0-5 20 0 0,0 0-1 0 0,0 0 0 0 0,-1 0 1 0 0,0 1-1 0 0,-1-1 1 0 0,-1 0-1 0 0,1 0 0 0 0,-2 1 1 0 0,1-1-1 0 0,-7-15 1 0 0,-5-22-172 0 0,14 47 92 0 0,0 1 1 0 0,1-1-1 0 0,-1 1 1 0 0,0-1 0 0 0,0 1-1 0 0,0-1 1 0 0,0 1-1 0 0,0-1 1 0 0,0 1 0 0 0,1-1-1 0 0,-1 1 1 0 0,0-1 0 0 0,0 1-1 0 0,1-1 1 0 0,-1 1-1 0 0,0 0 1 0 0,1-1 0 0 0,-1 1-1 0 0,1-1 1 0 0,-1 1-1 0 0,0 0 1 0 0,1 0 0 0 0,-1-1-1 0 0,1 1 1 0 0,-1 0 0 0 0,1 0-1 0 0,-1-1 1 0 0,1 1-1 0 0,-1 0 1 0 0,1 0 0 0 0,-1 0-1 0 0,1 0 1 0 0,-1 0 0 0 0,1 0-1 0 0,-1 0 1 0 0,1 0-1 0 0,-1 0 1 0 0,1 0 0 0 0,28-1-1690 0 0,-20 1 1185 0 0,15-2-2210 0 0,44-11-1 0 0,-51 9 1349 0 0,-1 0 0 0 0,1 1 0 0 0,0 1 0 0 0,1 1 0 0 0,25 1 0 0 0,-42 0 1587 0 0,0 0 0 0 0,0 1-1 0 0,-1-1 1 0 0,1 1 0 0 0,0-1 0 0 0,0 1 0 0 0,0-1-1 0 0,0 1 1 0 0,0-1 0 0 0,-1 1 0 0 0,1 0-1 0 0,0 0 1 0 0,-1-1 0 0 0,1 1 0 0 0,0 0 0 0 0,-1 0-1 0 0,1 0 1 0 0,-1-1 0 0 0,1 1 0 0 0,-1 0-1 0 0,0 0 1 0 0,1 0 0 0 0,-1 0 0 0 0,0 0 0 0 0,0 0-1 0 0,1 1 1 0 0,2 32 3049 0 0,-2-26-2667 0 0,0 82 4888 0 0,-2-71-5190 0 0,0-1-1 0 0,2 1 0 0 0,0 0 0 0 0,1-1 0 0 0,1 1 1 0 0,0-1-1 0 0,7 20 0 0 0,-9-36-255 0 0,0 0 1 0 0,0 0-1 0 0,0-1 0 0 0,0 1 1 0 0,0 0-1 0 0,0-1 0 0 0,0 1 0 0 0,1-1 1 0 0,2 3-1 0 0,-4-4-14 0 0,1 1-1 0 0,-1-1 1 0 0,1 0-1 0 0,-1 1 1 0 0,1-1-1 0 0,-1 0 1 0 0,1 0 0 0 0,-1 1-1 0 0,1-1 1 0 0,0 0-1 0 0,-1 0 1 0 0,1 0 0 0 0,-1 0-1 0 0,1 0 1 0 0,0 0-1 0 0,-1 0 1 0 0,1 0 0 0 0,0 0-1 0 0,-1 0 1 0 0,1 0-1 0 0,-1 0 1 0 0,1 0 0 0 0,0-1-1 0 0,-1 1 1 0 0,1 0-1 0 0,-1 0 1 0 0,1-1-1 0 0,-1 1 1 0 0,1 0 0 0 0,-1-1-1 0 0,1 1 1 0 0,-1-1-1 0 0,1 1 1 0 0,-1 0 0 0 0,1-1-1 0 0,4-6-217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8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87 10591 0 0,'-4'-3'384'0'0,"0"0"-228"0"0,0 0 0 0 0,1 0 0 0 0,-1 0 0 0 0,1 0 0 0 0,7-9 4797 0 0,20 5-3834 0 0,36-5-17 0 0,117-9 0 0 0,-103 15-966 0 0,19-2-1330 0 0,-77 6-236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08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1839 0 0,'-2'17'160'0'0,"1"-7"-160"0"0,1 1 0 0 0,-1-1 0 0 0,2-2 1064 0 0,-2 0 184 0 0,-1 1 32 0 0,1 6 0 0 0,-1 9-896 0 0,0 5-176 0 0,-1 2-40 0 0,1-5-8 0 0,2-3-160 0 0,2-4 72 0 0,1-4-72 0 0,-2-3-2080 0 0,3-5-448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5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74 2303 0 0,'0'-2'470'0'0,"1"0"-1"0"0,-1 0 0 0 0,1 0 0 0 0,-1 0 0 0 0,1-1 0 0 0,0 1 0 0 0,0 0 0 0 0,0 1 0 0 0,0-1 0 0 0,1 0 0 0 0,1-2 0 0 0,-2 2-274 0 0,1 0 0 0 0,-1 0 0 0 0,0 0 0 0 0,0 0 0 0 0,1 0 0 0 0,-2 0 0 0 0,1 0 0 0 0,0-1-1 0 0,0 1 1 0 0,-1 0 0 0 0,1-4 0 0 0,-1 5-149 0 0,0 0 0 0 0,-1 0 1 0 0,1 0-1 0 0,0 0 0 0 0,-1 0 0 0 0,1 0 0 0 0,-1 0 0 0 0,0 0 0 0 0,1 1 0 0 0,-1-1 0 0 0,0 0 0 0 0,1 0 0 0 0,-1 1 0 0 0,0-1 0 0 0,0 0 1 0 0,0 1-1 0 0,0-1 0 0 0,0 1 0 0 0,0-1 0 0 0,1 1 0 0 0,-1 0 0 0 0,0-1 0 0 0,0 1 0 0 0,0 0 0 0 0,0 0 0 0 0,0-1 0 0 0,0 1 0 0 0,-1 0 0 0 0,0 0 1 0 0,-32-1 756 0 0,9 6-550 0 0,0 0 1 0 0,1 2 0 0 0,0 0-1 0 0,0 2 1 0 0,1 1 0 0 0,-39 21 0 0 0,62-31-231 0 0,-1 0 0 0 0,1 1 0 0 0,0-1 0 0 0,-1 0 1 0 0,1 0-1 0 0,-1 0 0 0 0,1 1 0 0 0,0-1 0 0 0,-1 0 1 0 0,1 1-1 0 0,0-1 0 0 0,-1 0 0 0 0,1 1 0 0 0,0-1 1 0 0,-1 0-1 0 0,1 1 0 0 0,0-1 0 0 0,0 0 1 0 0,0 1-1 0 0,-1-1 0 0 0,1 1 0 0 0,0-1 0 0 0,0 1 1 0 0,0-1-1 0 0,0 0 0 0 0,0 1 0 0 0,0-1 0 0 0,0 1 1 0 0,0-1-1 0 0,0 1 0 0 0,0-1 0 0 0,0 1 0 0 0,0-1 1 0 0,0 1-1 0 0,1 0 6 0 0,0 0 1 0 0,0 0-1 0 0,0 0 1 0 0,0 0-1 0 0,0 0 1 0 0,0 0-1 0 0,0 0 0 0 0,0 0 1 0 0,0-1-1 0 0,0 1 1 0 0,3 0-1 0 0,36 13 174 0 0,-40-14-195 0 0,33 8 4 0 0,100 30 69 0 0,-121-33-76 0 0,1 0 1 0 0,-2 0-1 0 0,1 1 1 0 0,-1 1-1 0 0,0 0 1 0 0,0 1-1 0 0,-1 0 1 0 0,13 12-1 0 0,-21-19-3 0 0,-1 1-1 0 0,0 0 1 0 0,1-1-1 0 0,-1 1 0 0 0,0 0 1 0 0,0-1-1 0 0,0 1 1 0 0,0 0-1 0 0,0 0 1 0 0,0 2-1 0 0,-1-3 1 0 0,0 0 0 0 0,1 0 0 0 0,-1 0 0 0 0,0-1 0 0 0,0 1 0 0 0,0 0 0 0 0,-1 0 0 0 0,1 0 0 0 0,0-1 0 0 0,0 1 0 0 0,0 0 0 0 0,0 0 0 0 0,-1-1 0 0 0,1 1 0 0 0,0 0 0 0 0,-1 0 0 0 0,1-1 0 0 0,-1 1 0 0 0,0 0 0 0 0,-1 2 8 0 0,-1-1-1 0 0,0 0 1 0 0,0 0-1 0 0,0 0 1 0 0,0 0 0 0 0,0-1-1 0 0,0 1 1 0 0,-1-1-1 0 0,1 0 1 0 0,-5 1 0 0 0,-48 12 776 0 0,-1-2 0 0 0,-105 8 0 0 0,158-20-720 0 0,-33 2 345 0 0,34-2-365 0 0,1 0-1 0 0,0 0 0 0 0,0-1 1 0 0,-1 1-1 0 0,1 0 0 0 0,0-1 1 0 0,0 1-1 0 0,0-1 0 0 0,0 0 1 0 0,0 0-1 0 0,0 0 0 0 0,0 0 1 0 0,-3-2-1 0 0,5 3-40 0 0,0 0 0 0 0,0 0 0 0 0,0 0 0 0 0,0 0-1 0 0,0 0 1 0 0,0-1 0 0 0,-1 1 0 0 0,1 0 0 0 0,0 0-1 0 0,0 0 1 0 0,0 0 0 0 0,0 0 0 0 0,0 0 0 0 0,0 0 0 0 0,0-1-1 0 0,0 1 1 0 0,0 0 0 0 0,0 0 0 0 0,0 0 0 0 0,0 0 0 0 0,0 0-1 0 0,0 0 1 0 0,0 0 0 0 0,0-1 0 0 0,0 1 0 0 0,0 0 0 0 0,1 0-1 0 0,-1 0 1 0 0,0 0 0 0 0,0 0 0 0 0,0 0 0 0 0,0 0-1 0 0,0 0 1 0 0,0-1 0 0 0,0 1 0 0 0,0 0 0 0 0,0 0 0 0 0,0 0-1 0 0,0 0 1 0 0,0 0 0 0 0,1 0 0 0 0,-1 0 0 0 0,0 0 0 0 0,0 0-1 0 0,0 0 1 0 0,0 0 0 0 0,0 0 0 0 0,1 0 0 0 0,9-4 81 0 0,11 1-230 0 0,-21 2 131 0 0,91-12-1667 0 0,-31 3-4524 0 0,-37 6 1162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5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10223 0 0,'5'0'3207'0'0,"-5"-1"-3152"0"0,2 20 1277 0 0,-3 25-339 0 0,-4-9-262 0 0,-1 28 207 0 0,6-59-903 0 0,0 0 0 0 0,0 1 0 0 0,0-1 0 0 0,1 0 0 0 0,-1 0 1 0 0,1 0-1 0 0,0 0 0 0 0,1 0 0 0 0,-1 0 0 0 0,1 0 0 0 0,2 5 1 0 0,-3-7-45 0 0,0-1 1 0 0,0 0-1 0 0,0 0 1 0 0,1 0 0 0 0,-1 0-1 0 0,0-1 1 0 0,0 1 0 0 0,1 0-1 0 0,-1 0 1 0 0,0-1 0 0 0,1 1-1 0 0,-1-1 1 0 0,0 1-1 0 0,1-1 1 0 0,-1 1 0 0 0,1-1-1 0 0,-1 0 1 0 0,1 0 0 0 0,-1 0-1 0 0,1 0 1 0 0,1 0 0 0 0,-2 0-145 0 0,0 0 1 0 0,1 0 0 0 0,-1 0-1 0 0,0-1 1 0 0,0 1 0 0 0,0 0 0 0 0,0-1-1 0 0,0 1 1 0 0,0 0 0 0 0,0-1-1 0 0,0 1 1 0 0,0-1 0 0 0,0 0 0 0 0,0 1-1 0 0,0-1 1 0 0,0 0 0 0 0,0 0-1 0 0,0 1 1 0 0,0-1 0 0 0,-1 0 0 0 0,1 0-1 0 0,0 0 1 0 0,-1 0 0 0 0,1 0-1 0 0,-1 0 1 0 0,1 0 0 0 0,0-2 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5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49 11087 0 0,'-1'-2'161'0'0,"1"0"0"0"0,0 0 0 0 0,-1 0-1 0 0,1 0 1 0 0,0 0 0 0 0,0 0-1 0 0,1 0 1 0 0,-1 0 0 0 0,0 0 0 0 0,1 0-1 0 0,-1 1 1 0 0,1-1 0 0 0,-1 0 0 0 0,1 0-1 0 0,0 0 1 0 0,0 0 0 0 0,2-2 0 0 0,-1 2 0 0 0,0 1 0 0 0,0 0 0 0 0,0-1 0 0 0,0 1 0 0 0,1 0 0 0 0,-1 0 0 0 0,0 1 0 0 0,1-1 0 0 0,-1 0 0 0 0,1 1 0 0 0,-1 0 0 0 0,1-1 0 0 0,-1 1 1 0 0,5 0-1 0 0,16 0 288 0 0,0 1 0 0 0,0 1 0 0 0,38 8 0 0 0,69 24-29 0 0,-65-15-458 0 0,-58-17-129 0 0,0 0 1 0 0,0 0-1 0 0,0 1 0 0 0,-1 0 0 0 0,1 0 0 0 0,-1 1 0 0 0,0 0 0 0 0,0 0 1 0 0,9 7-1 0 0,-12-7-33 0 0,1 0 0 0 0,-1 0 1 0 0,0 0-1 0 0,0 0 0 0 0,-1 0 1 0 0,1 1-1 0 0,-1-1 0 0 0,0 1 0 0 0,0 0 1 0 0,0-1-1 0 0,-1 1 0 0 0,1 0 1 0 0,-1 0-1 0 0,0 8 0 0 0,1 60-882 0 0,-2-50 1538 0 0,4 41 0 0 0,-3-61-286 0 0,-1 0 0 0 0,1-1 0 0 0,-1 1 0 0 0,1 0 0 0 0,0 0 1 0 0,0-1-1 0 0,1 1 0 0 0,-1 0 0 0 0,0-1 0 0 0,1 1 0 0 0,-1-1 0 0 0,1 0 1 0 0,0 0-1 0 0,0 1 0 0 0,0-1 0 0 0,0 0 0 0 0,0 0 0 0 0,4 2 1 0 0,-2-2-3 0 0,0 0 1 0 0,0-1-1 0 0,-1 1 1 0 0,1-1-1 0 0,0 0 1 0 0,0 0 0 0 0,0-1-1 0 0,0 1 1 0 0,0-1-1 0 0,1 0 1 0 0,6 0-1 0 0,0-1-28 0 0,0-1-1 0 0,0 0 0 0 0,-1-1 1 0 0,1 0-1 0 0,-1-1 0 0 0,0 0 1 0 0,0-1-1 0 0,0 1 1 0 0,10-9-1 0 0,-12 8-117 0 0,0-1 0 0 0,-1 0 0 0 0,0 0 0 0 0,0 0 0 0 0,-1-1 0 0 0,1 0 0 0 0,-2 0 0 0 0,1-1 1 0 0,8-15-1 0 0,-12 19-42 0 0,-1 0 0 0 0,1 0 0 0 0,-1 0 1 0 0,0-1-1 0 0,0 1 0 0 0,0-1 0 0 0,0 1 1 0 0,-1 0-1 0 0,0-1 0 0 0,0 1 0 0 0,0-1 1 0 0,-1 1-1 0 0,1-1 0 0 0,-1 1 0 0 0,0 0 1 0 0,0-1-1 0 0,0 1 0 0 0,-1 0 0 0 0,0 0 1 0 0,0 0-1 0 0,0 0 0 0 0,-5-7 1 0 0,3 6-51 0 0,0 0 1 0 0,-1 0-1 0 0,0 0 1 0 0,0 1 0 0 0,0 0-1 0 0,0 0 1 0 0,-1 0-1 0 0,1 1 1 0 0,-1-1 0 0 0,0 1-1 0 0,0 1 1 0 0,0-1-1 0 0,0 1 1 0 0,-1 0 0 0 0,1 1-1 0 0,-1-1 1 0 0,-8 1-1 0 0,5-1-13 0 0,-1 1 0 0 0,1 1 0 0 0,-1 0-1 0 0,1 1 1 0 0,-1 0 0 0 0,1 0-1 0 0,-1 1 1 0 0,1 1 0 0 0,0 0 0 0 0,-12 5-1 0 0,20-8 71 0 0,1 0 1 0 0,0 1-1 0 0,-1-1 0 0 0,1 1 1 0 0,0 0-1 0 0,0-1 0 0 0,0 1 0 0 0,0 0 1 0 0,-1-1-1 0 0,1 1 0 0 0,0 0 0 0 0,0 0 1 0 0,0 0-1 0 0,1 0 0 0 0,-1 0 0 0 0,0 0 1 0 0,0 0-1 0 0,1 1 0 0 0,-1-1 1 0 0,0 0-1 0 0,1 0 0 0 0,-1 0 0 0 0,1 1 1 0 0,-1-1-1 0 0,1 0 0 0 0,0 1 0 0 0,0-1 1 0 0,-1 2-1 0 0,2-1-46 0 0,0-1 1 0 0,-1 1 0 0 0,1 0-1 0 0,0-1 1 0 0,0 0 0 0 0,0 1-1 0 0,0-1 1 0 0,0 1-1 0 0,0-1 1 0 0,1 0 0 0 0,-1 0-1 0 0,0 0 1 0 0,1 0 0 0 0,-1 0-1 0 0,0 0 1 0 0,1 0-1 0 0,-1 0 1 0 0,1 0 0 0 0,0-1-1 0 0,-1 1 1 0 0,1-1 0 0 0,2 1-1 0 0,36 10-1601 0 0,-17-8 736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6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25 7367 0 0,'0'0'109'0'0,"1"-1"0"0"0,-1 1-1 0 0,1 0 1 0 0,-1-1 0 0 0,0 1-1 0 0,1 0 1 0 0,-1-1-1 0 0,1 1 1 0 0,-1 0 0 0 0,0-1-1 0 0,1 1 1 0 0,-1-1 0 0 0,0 1-1 0 0,0 0 1 0 0,1-1 0 0 0,-1 1-1 0 0,0-1 1 0 0,0 1-1 0 0,0-1 1 0 0,1 1 0 0 0,-1-1-1 0 0,0 1 1 0 0,0-1 0 0 0,0 1-1 0 0,0-1 1 0 0,0 1-1 0 0,0-1 1 0 0,0 1 0 0 0,0-1-1 0 0,0 1 1 0 0,0-1 0 0 0,-1 1-1 0 0,1-1 1 0 0,0 1 0 0 0,0-1-1 0 0,0 1 1 0 0,-1-1-1 0 0,1 1 1 0 0,0-1 0 0 0,0 1-1 0 0,-1-1 1 0 0,1 1 0 0 0,0 0-1 0 0,-1-1 1 0 0,0 0 0 0 0,0 1 59 0 0,-1-1 1 0 0,1 1 0 0 0,-1-1 0 0 0,1 1 0 0 0,-1-1 0 0 0,0 1 0 0 0,1 0 0 0 0,-1-1 0 0 0,1 1-1 0 0,-1 0 1 0 0,0 0 0 0 0,1 1 0 0 0,-1-1 0 0 0,-2 1 0 0 0,-6 1 39 0 0,0 1 1 0 0,0 1-1 0 0,0 0 1 0 0,0 1-1 0 0,1 0 0 0 0,0 0 1 0 0,0 1-1 0 0,0 0 1 0 0,-15 14-1 0 0,19-15-119 0 0,-1 0 0 0 0,1 0 0 0 0,1 1 0 0 0,-1 0 0 0 0,1-1 1 0 0,0 2-1 0 0,0-1 0 0 0,0 0 0 0 0,1 1 0 0 0,0-1 0 0 0,1 1 0 0 0,-1 0 0 0 0,1 0 0 0 0,1 0 0 0 0,-2 10 0 0 0,3-14-54 0 0,0 0-1 0 0,0 0 0 0 0,1 0 1 0 0,-1 0-1 0 0,1 0 1 0 0,0-1-1 0 0,-1 1 1 0 0,1 0-1 0 0,0 0 0 0 0,1-1 1 0 0,-1 1-1 0 0,0-1 1 0 0,1 1-1 0 0,0-1 0 0 0,-1 1 1 0 0,1-1-1 0 0,0 0 1 0 0,0 0-1 0 0,0 0 0 0 0,1 0 1 0 0,-1 0-1 0 0,0-1 1 0 0,1 1-1 0 0,-1 0 1 0 0,1-1-1 0 0,-1 0 0 0 0,1 0 1 0 0,0 0-1 0 0,3 1 1 0 0,9 3 157 0 0,0-2 0 0 0,1 0 0 0 0,-1 0 0 0 0,19 0 0 0 0,-27-3-89 0 0,38 3-138 0 0,49-4 0 0 0,-2-9-4421 0 0,-78 7 2734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6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8 919 0 0,'1'-1'160'0'0,"0"0"-1"0"0,-1 0 1 0 0,1 1-1 0 0,0-1 1 0 0,0 1-1 0 0,0-1 1 0 0,0 1-1 0 0,0-1 1 0 0,0 1-1 0 0,0 0 1 0 0,0 0-1 0 0,0-1 1 0 0,0 1-1 0 0,1 0 1 0 0,-1 0-1 0 0,0 0 1 0 0,2 0-1 0 0,-3 1 182 0 0,1 0-1 0 0,0 0 1 0 0,0 0-1 0 0,0 0 0 0 0,0 0 1 0 0,-1 0-1 0 0,1 0 1 0 0,0 0-1 0 0,-1 0 0 0 0,1 0 1 0 0,-1 0-1 0 0,1 0 1 0 0,-1 2-1 0 0,3 4 450 0 0,2 5 188 0 0,0 1 1 0 0,-1 0-1 0 0,-1 0 1 0 0,0 1-1 0 0,-1-1 1 0 0,1 28-1 0 0,-3-2-44 0 0,-7 44 0 0 0,7-81-912 0 0,0 0-1 0 0,-1 0 1 0 0,1 0-1 0 0,0-1 1 0 0,0 1-1 0 0,0 0 1 0 0,1 0-1 0 0,-1 0 1 0 0,0-1-1 0 0,1 1 1 0 0,0 3-1 0 0,0-4-10 0 0,-1-1 1 0 0,1 0-1 0 0,0 1 0 0 0,-1-1 0 0 0,1 0 0 0 0,-1 1 0 0 0,1-1 0 0 0,0 0 0 0 0,-1 0 0 0 0,1 1 0 0 0,-1-1 1 0 0,1 0-1 0 0,0 0 0 0 0,-1 0 0 0 0,1 0 0 0 0,0 0 0 0 0,-1 0 0 0 0,1 0 0 0 0,0 0 0 0 0,-1 0 0 0 0,1 0 1 0 0,0 0-1 0 0,-1-1 0 0 0,1 1 0 0 0,0 0 0 0 0,-1 0 0 0 0,1-1 0 0 0,-1 1 0 0 0,1 0 0 0 0,0-1 0 0 0,-1 1 1 0 0,1-1-1 0 0,-1 1 0 0 0,1-1 0 0 0,101-67 781 0 0,-1 0-543 0 0,1 16-91 0 0,-88 46-102 0 0,0 1-1 0 0,0 0 1 0 0,1 1-1 0 0,-1 1 0 0 0,23-3 1 0 0,-36 6-53 0 0,0-1 1 0 0,0 1-1 0 0,0 0 0 0 0,-1 0 1 0 0,1 0-1 0 0,0 0 1 0 0,0 0-1 0 0,0 0 1 0 0,0 0-1 0 0,-1 0 0 0 0,1 0 1 0 0,0 0-1 0 0,0 1 1 0 0,0-1-1 0 0,-1 0 0 0 0,1 0 1 0 0,0 1-1 0 0,0-1 1 0 0,-1 1-1 0 0,1-1 0 0 0,1 1 1 0 0,-3 0-36 0 0,1-1 0 0 0,0 1 0 0 0,0-1 0 0 0,0 1 0 0 0,-1 0 1 0 0,1-1-1 0 0,0 1 0 0 0,0-1 0 0 0,-1 1 0 0 0,1-1 0 0 0,-1 1 0 0 0,1-1 0 0 0,0 1 1 0 0,-1-1-1 0 0,1 0 0 0 0,-1 1 0 0 0,1-1 0 0 0,-1 1 0 0 0,1-1 0 0 0,-2 0 0 0 0,-33 20-2846 0 0,16-11 1388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5983 0 0,'8'7'1522'0'0,"0"-1"-1"0"0,1 1 0 0 0,0-2 0 0 0,14 7 0 0 0,6 4-311 0 0,8 7 57 0 0,-6-5-479 0 0,-2 1 0 0 0,0 1 0 0 0,32 30 0 0 0,-52-37-2195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7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33 2303 0 0,'12'-23'11614'0'0,"-14"22"-11308"0"0,-6-4-1083 0 0,2 4 995 0 0,-1 0-1 0 0,1 0 1 0 0,0 1 0 0 0,-1 0 0 0 0,1 0-1 0 0,0 0 1 0 0,-10 2 0 0 0,-45 11 134 0 0,55-11-302 0 0,1-1-33 0 0,-11 3 130 0 0,-28 11 1 0 0,40-14-108 0 0,0 1 0 0 0,0 0 0 0 0,1 0 0 0 0,-1 0 0 0 0,1 0 0 0 0,0 1 0 0 0,-1-1 1 0 0,1 1-1 0 0,0 0 0 0 0,1 0 0 0 0,-1 0 0 0 0,0 0 0 0 0,-1 4 0 0 0,3-6-27 0 0,1 1 1 0 0,0-1-1 0 0,-1 0 0 0 0,1 1 0 0 0,0-1 0 0 0,0 0 0 0 0,0 1 0 0 0,0-1 1 0 0,0 0-1 0 0,0 1 0 0 0,1-1 0 0 0,-1 1 0 0 0,0-1 0 0 0,1 0 0 0 0,-1 0 0 0 0,1 1 1 0 0,-1-1-1 0 0,1 0 0 0 0,-1 0 0 0 0,1 0 0 0 0,0 1 0 0 0,0-1 0 0 0,0 0 1 0 0,-1 0-1 0 0,1 0 0 0 0,0 0 0 0 0,0-1 0 0 0,1 1 0 0 0,-1 0 0 0 0,1 1 1 0 0,38 23 161 0 0,-38-23-148 0 0,63 26 294 0 0,-51-23-285 0 0,-1 0 0 0 0,1 1 0 0 0,-1 1 0 0 0,-1 0 0 0 0,1 0 0 0 0,-1 1 0 0 0,20 18 0 0 0,-31-25-29 0 0,1 0 0 0 0,-1 1 0 0 0,1-1 0 0 0,-1 1 0 0 0,0-1 0 0 0,0 1 0 0 0,0-1 0 0 0,1 1 1 0 0,-2 0-1 0 0,1 0 0 0 0,0-1 0 0 0,0 1 0 0 0,-1 0 0 0 0,1 0 0 0 0,0 0 0 0 0,-1 0 0 0 0,0 0 0 0 0,0 0 0 0 0,1 0 0 0 0,-1 0 0 0 0,0 0 0 0 0,-1 0 0 0 0,1 0 1 0 0,0-1-1 0 0,0 1 0 0 0,-1 0 0 0 0,1 0 0 0 0,-1 0 0 0 0,0 0 0 0 0,0 0 0 0 0,0-1 0 0 0,1 1 0 0 0,-1 0 0 0 0,-1 0 0 0 0,1-1 0 0 0,0 1 0 0 0,0-1 0 0 0,-1 1 1 0 0,1-1-1 0 0,-1 0 0 0 0,1 0 0 0 0,-1 1 0 0 0,-3 1 0 0 0,-4 2 96 0 0,0 1-1 0 0,0-2 1 0 0,0 1-1 0 0,-1-1 1 0 0,0-1 0 0 0,-19 5-1 0 0,-3-1 166 0 0,-38 2 0 0 0,57-8-219 0 0,0-1 1 0 0,0 0 0 0 0,0 0 0 0 0,0-2 0 0 0,-24-4 0 0 0,37 6-51 0 0,-1 0 1 0 0,1 0 0 0 0,0 0-1 0 0,-1 0 1 0 0,1 0-1 0 0,0 0 1 0 0,-1 0 0 0 0,1 0-1 0 0,0 0 1 0 0,-1 0-1 0 0,1-1 1 0 0,-1 1-1 0 0,1 0 1 0 0,0 0 0 0 0,-1 0-1 0 0,1 0 1 0 0,0 0-1 0 0,0-1 1 0 0,-1 1 0 0 0,1 0-1 0 0,0 0 1 0 0,-1-1-1 0 0,1 1 1 0 0,0 0-1 0 0,0 0 1 0 0,-1-1 0 0 0,1 1-1 0 0,0 0 1 0 0,0-1-1 0 0,0 1 1 0 0,0 0 0 0 0,-1-1-1 0 0,1 1 1 0 0,0 0-1 0 0,0-1 1 0 0,0 0-1 0 0,13-4-278 0 0,25 0-663 0 0,5 4-1381 0 0,-24 1-1404 0 0,3 0-1557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8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87 9871 0 0,'0'38'2651'0'0,"-1"-3"-1028"0"0,1 0 0 0 0,2 0 0 0 0,13 69 0 0 0,-51-160-2758 0 0,31 46 1161 0 0,1 0 0 0 0,0-1 0 0 0,1 1 0 0 0,0-1 0 0 0,0 0 0 0 0,1 0 0 0 0,1 0 0 0 0,0 0 0 0 0,0 0 0 0 0,2-12 0 0 0,-1 15-26 0 0,1 1 0 0 0,0-1 1 0 0,0 1-1 0 0,0 0 0 0 0,1-1 0 0 0,1 1 0 0 0,-1 0 0 0 0,1 0 0 0 0,0 1 0 0 0,1-1 1 0 0,-1 0-1 0 0,1 1 0 0 0,1 0 0 0 0,-1 0 0 0 0,11-10 0 0 0,-10 12-8 0 0,-1 1 0 0 0,1 0 0 0 0,0 0 0 0 0,0 1 0 0 0,0-1 0 0 0,1 1 0 0 0,-1 1 0 0 0,1-1 0 0 0,-1 0 0 0 0,1 1 0 0 0,-1 0 0 0 0,1 1 0 0 0,0-1 0 0 0,-1 1 0 0 0,1 0 0 0 0,0 1 0 0 0,-1-1 0 0 0,1 1 0 0 0,0 0 0 0 0,-1 0 0 0 0,10 4 0 0 0,-12-4 4 0 0,1 0-1 0 0,-1 1 0 0 0,1-1 1 0 0,-1 1-1 0 0,1 0 1 0 0,-1 0-1 0 0,0 0 0 0 0,0 0 1 0 0,0 1-1 0 0,0-1 1 0 0,0 1-1 0 0,0 0 0 0 0,-1 0 1 0 0,0 0-1 0 0,1 0 1 0 0,-1 0-1 0 0,0 0 0 0 0,0 1 1 0 0,-1-1-1 0 0,1 1 1 0 0,-1-1-1 0 0,0 1 0 0 0,0 0 1 0 0,0-1-1 0 0,0 1 0 0 0,0 0 1 0 0,-1 0-1 0 0,0 0 1 0 0,0-1-1 0 0,0 1 0 0 0,0 0 1 0 0,-2 6-1 0 0,2-8 10 0 0,0-1 0 0 0,-1 1 0 0 0,1 0-1 0 0,-1-1 1 0 0,0 1 0 0 0,0-1 0 0 0,1 1-1 0 0,-1-1 1 0 0,0 0 0 0 0,0 1 0 0 0,0-1-1 0 0,0 0 1 0 0,-1 1 0 0 0,1-1 0 0 0,0 0 0 0 0,0 0-1 0 0,-1 0 1 0 0,-2 1 0 0 0,1 0 20 0 0,-1-1 0 0 0,1 1 1 0 0,-1-1-1 0 0,1 0 0 0 0,-1 0 0 0 0,0-1 0 0 0,-7 2 1 0 0,-1-2 36 0 0,0 0 1 0 0,0-1 0 0 0,0-1 0 0 0,-14-2 0 0 0,23 3-59 0 0,0 0 0 0 0,-1 0 0 0 0,1 0 0 0 0,0-1 0 0 0,0 1 0 0 0,1-1 1 0 0,-5-2-1 0 0,6 4-27 0 0,1-1 0 0 0,0 1 0 0 0,-1 0 0 0 0,1-1 0 0 0,-1 1 1 0 0,1 0-1 0 0,0-1 0 0 0,0 1 0 0 0,-1 0 0 0 0,1-1 0 0 0,0 1 0 0 0,0-1 1 0 0,-1 1-1 0 0,1-1 0 0 0,0 1 0 0 0,0-1 0 0 0,0 1 0 0 0,0-1 1 0 0,0 1-1 0 0,0-1 0 0 0,-1 0 0 0 0,2 0-42 0 0,-1 1-1 0 0,0-1 1 0 0,1 0-1 0 0,-1 1 1 0 0,1-1 0 0 0,-1 0-1 0 0,0 1 1 0 0,1-1 0 0 0,-1 1-1 0 0,1-1 1 0 0,0 1 0 0 0,-1-1-1 0 0,1 1 1 0 0,-1-1-1 0 0,1 1 1 0 0,0-1 0 0 0,-1 1-1 0 0,1 0 1 0 0,1-1 0 0 0,7-3-685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8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48 10135 0 0,'0'0'98'0'0,"0"-1"-1"0"0,0 0 0 0 0,0 0 0 0 0,0 0 1 0 0,0 0-1 0 0,0 0 0 0 0,0 1 0 0 0,0-1 0 0 0,0 0 1 0 0,1 0-1 0 0,-1 0 0 0 0,0 1 0 0 0,1-1 1 0 0,-1 0-1 0 0,1 0 0 0 0,-1 1 0 0 0,1-1 1 0 0,-1 0-1 0 0,1 1 0 0 0,-1-1 0 0 0,1 0 0 0 0,0 1 1 0 0,-1-1-1 0 0,1 1 0 0 0,0-1 0 0 0,-1 1 1 0 0,1-1-1 0 0,0 1 0 0 0,0 0 0 0 0,0-1 1 0 0,-1 1-1 0 0,1 0 0 0 0,0 0 0 0 0,0 0 0 0 0,0-1 1 0 0,0 1-1 0 0,-1 0 0 0 0,1 0 0 0 0,1 0 1 0 0,46-1 2209 0 0,-28 2-1968 0 0,-5-2-54 0 0,-5 1-159 0 0,0 0 0 0 0,1-1 0 0 0,-1 0-1 0 0,0 0 1 0 0,-1-1 0 0 0,20-7 0 0 0,-29 9-129 0 0,0 0 0 0 0,0 0 1 0 0,1 0-1 0 0,-1 0 1 0 0,0 0-1 0 0,0 0 1 0 0,0 0-1 0 0,0 0 1 0 0,0 0-1 0 0,0 0 0 0 0,0 0 1 0 0,1 0-1 0 0,-1 0 1 0 0,0 0-1 0 0,0 0 1 0 0,0 0-1 0 0,0 0 1 0 0,0 0-1 0 0,0-1 1 0 0,0 1-1 0 0,0 0 0 0 0,0 0 1 0 0,0 0-1 0 0,1 0 1 0 0,-1 0-1 0 0,0 0 1 0 0,0 0-1 0 0,0 0 1 0 0,0 0-1 0 0,0 0 0 0 0,0-1 1 0 0,0 1-1 0 0,0 0 1 0 0,0 0-1 0 0,0 0 1 0 0,0 0-1 0 0,0 0 1 0 0,0 0-1 0 0,0 0 0 0 0,0-1 1 0 0,0 1-1 0 0,0 0 1 0 0,0 0-1 0 0,0 0 1 0 0,0 0-1 0 0,0 0 1 0 0,0 0-1 0 0,0 0 0 0 0,0 0 1 0 0,0-1-1 0 0,0 1 1 0 0,0 0-1 0 0,0 0 1 0 0,0 0-1 0 0,0 0 1 0 0,-1 0-1 0 0,1 0 1 0 0,0 0-1 0 0,0 0 0 0 0,0 0 1 0 0,0 0-1 0 0,0-1 1 0 0,-11-2-594 0 0,-13 1-745 0 0,15 2 987 0 0,1 1 0 0 0,-1 0 0 0 0,1 0 0 0 0,-1 1-1 0 0,1 0 1 0 0,0 1 0 0 0,0 0 0 0 0,0 0 0 0 0,-9 5 0 0 0,7-2 387 0 0,1 0 0 0 0,-1 0 0 0 0,1 1 0 0 0,1 0 0 0 0,0 1 0 0 0,-15 16 0 0 0,18-17 161 0 0,-1 0-1 0 0,1 0 1 0 0,0 0 0 0 0,0 1 0 0 0,1 0-1 0 0,0 0 1 0 0,1 0 0 0 0,0 1-1 0 0,0-1 1 0 0,0 1 0 0 0,1 0 0 0 0,1-1-1 0 0,0 1 1 0 0,0 0 0 0 0,0 0-1 0 0,1 0 1 0 0,0 0 0 0 0,1 0 0 0 0,3 16-1 0 0,-3-22-115 0 0,0 0-1 0 0,0-1 1 0 0,0 1-1 0 0,0-1 1 0 0,1 1-1 0 0,-1-1 0 0 0,1 1 1 0 0,-1-1-1 0 0,1 0 1 0 0,0 0-1 0 0,0 1 1 0 0,0-1-1 0 0,0-1 1 0 0,0 1-1 0 0,5 3 0 0 0,-2-3 51 0 0,0 1 0 0 0,0-1 0 0 0,-1-1 0 0 0,1 1 0 0 0,0-1 0 0 0,0 1-1 0 0,1-2 1 0 0,5 2 0 0 0,4-2-30 0 0,0 0 0 0 0,0-1-1 0 0,-1 0 1 0 0,1-1 0 0 0,17-5-1 0 0,0 0-3094 0 0,-28 8 1530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8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10135 0 0,'0'-4'896'0'0,"2"0"-712"0"0,-1 3-184 0 0,0 1 0 0 0,2 0 488 0 0,1 1 64 0 0,1-2 16 0 0,3-4 0 0 0,6 3-376 0 0,1-3-80 0 0,3 3-16 0 0,2 0 0 0 0,-2 2-96 0 0,2-1 0 0 0,-2 4 0 0 0,-1-2 0 0 0,-2 3-400 0 0,-3-1-104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9.1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19 1839 0 0,'1'0'53'0'0,"-1"0"-1"0"0,1 0 0 0 0,-1-1 0 0 0,1 1 0 0 0,-1 0 0 0 0,0 0 0 0 0,1-1 0 0 0,-1 1 0 0 0,1 0 0 0 0,-1-1 0 0 0,0 1 0 0 0,0-1 0 0 0,1 1 0 0 0,-1 0 0 0 0,0-1 0 0 0,1 1 0 0 0,-1-1 0 0 0,0 1 1 0 0,0 0-1 0 0,0-1 0 0 0,0 1 0 0 0,1-1 0 0 0,-1 1 0 0 0,0-1 0 0 0,0 1 0 0 0,0-1 0 0 0,0 1 0 0 0,0-1 0 0 0,0 1 0 0 0,0-1 0 0 0,0 1 0 0 0,0-1 0 0 0,-1 1 0 0 0,1-1 0 0 0,0 1 0 0 0,0-1 1 0 0,0 1-1 0 0,-2-1 306 0 0,1 0 1 0 0,-1 1 0 0 0,1 0 0 0 0,0-1 0 0 0,-1 1 0 0 0,1 0 0 0 0,-1 0 0 0 0,1 0 0 0 0,-1 0 0 0 0,1 0 0 0 0,0 0 0 0 0,-3 0-1 0 0,-31 7 4173 0 0,18-3-4780 0 0,16-4 49 0 0,-15 4 806 0 0,1 1 0 0 0,-1 1 0 0 0,1 0 0 0 0,0 0 0 0 0,-15 11 0 0 0,27-15-434 0 0,-1 1 1 0 0,0-1-1 0 0,1 1 0 0 0,-1 0 1 0 0,1 1-1 0 0,0-1 0 0 0,0 0 0 0 0,0 1 1 0 0,1 0-1 0 0,-4 5 0 0 0,5-7-103 0 0,0 1 0 0 0,0-1 1 0 0,1 1-1 0 0,-1 0 0 0 0,1-1 0 0 0,-1 1 0 0 0,1-1 0 0 0,0 1 1 0 0,0 0-1 0 0,0-1 0 0 0,0 1 0 0 0,0 0 0 0 0,1-1 0 0 0,-1 1 0 0 0,1 0 1 0 0,0-1-1 0 0,0 1 0 0 0,0-1 0 0 0,1 3 0 0 0,1-1-19 0 0,-1 1 0 0 0,1-1 0 0 0,0 0 0 0 0,0 0 0 0 0,1 0 0 0 0,-1-1 0 0 0,1 1 0 0 0,0-1 0 0 0,0 0-1 0 0,0 0 1 0 0,0 0 0 0 0,1 0 0 0 0,-1-1 0 0 0,1 0 0 0 0,-1 0 0 0 0,1 0 0 0 0,0 0 0 0 0,0-1 0 0 0,0 0 0 0 0,8 1 0 0 0,9 1-18 0 0,0-1 0 0 0,0-2 1 0 0,31-2-1 0 0,-37 1-167 0 0,23-4-1292 0 0,-25 0-2157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19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4143 0 0,'1'1'209'0'0,"0"1"-1"0"0,0-1 1 0 0,0 0-1 0 0,0 1 1 0 0,0-1-1 0 0,0 1 1 0 0,0-1-1 0 0,0 1 1 0 0,0-1-1 0 0,-1 1 1 0 0,1 0-1 0 0,-1-1 1 0 0,1 1-1 0 0,-1 0 1 0 0,0 0-1 0 0,0-1 1 0 0,0 3-1 0 0,-1 35 5929 0 0,0-22-6545 0 0,-1 10 1160 0 0,1 41 933 0 0,2-62-1763 0 0,-1 1 1 0 0,1-1-1 0 0,0 1 1 0 0,1-1-1 0 0,-1 1 1 0 0,1-1-1 0 0,5 11 1 0 0,-1-7-638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0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78 9039 0 0,'-2'32'1884'0'0,"-6"41"0"0"0,3-41 8 0 0,2 40 1291 0 0,3-71-3149 0 0,4-14 555 0 0,4-17-79 0 0,-2-31-235 0 0,-4 32-256 0 0,6-30 0 0 0,-7 51-55 0 0,1 0 0 0 0,0 1 0 0 0,1-1 0 0 0,0 1 0 0 0,0 0 0 0 0,0 0 0 0 0,1 0 1 0 0,8-11-1 0 0,-11 16 31 0 0,0 1 1 0 0,0-1 0 0 0,1 1 0 0 0,-1 0-1 0 0,0-1 1 0 0,1 1 0 0 0,-1 0 0 0 0,1 0-1 0 0,0 0 1 0 0,-1 0 0 0 0,1 0 0 0 0,0 0-1 0 0,-1 1 1 0 0,1-1 0 0 0,0 1 0 0 0,0-1 0 0 0,0 1-1 0 0,0 0 1 0 0,0-1 0 0 0,-1 1 0 0 0,1 0-1 0 0,0 0 1 0 0,0 0 0 0 0,0 1 0 0 0,0-1-1 0 0,0 0 1 0 0,0 1 0 0 0,-1-1 0 0 0,1 1-1 0 0,0-1 1 0 0,0 1 0 0 0,-1 0 0 0 0,1 0 0 0 0,0 0-1 0 0,-1 0 1 0 0,1 0 0 0 0,1 2 0 0 0,7 5-30 0 0,-1 1 0 0 0,0 0 0 0 0,0 0 1 0 0,10 15-1 0 0,-13-17 30 0 0,55 82 37 0 0,-3-4 22 0 0,-55-82-11 0 0,-1 0 0 0 0,0-1 0 0 0,0 1 0 0 0,0 0 0 0 0,-1 1 0 0 0,1-1 0 0 0,-1 0 0 0 0,1 0 0 0 0,0 5 0 0 0,-2-7-25 0 0,0-1 0 0 0,0 1 0 0 0,0-1 0 0 0,0 1-1 0 0,0-1 1 0 0,0 1 0 0 0,0-1 0 0 0,0 1 0 0 0,0-1 0 0 0,0 0-1 0 0,0 1 1 0 0,-1-1 0 0 0,1 1 0 0 0,0-1 0 0 0,0 1-1 0 0,-1-1 1 0 0,1 0 0 0 0,0 1 0 0 0,0-1 0 0 0,-1 0-1 0 0,1 1 1 0 0,0-1 0 0 0,-1 0 0 0 0,1 0 0 0 0,-1 1 0 0 0,0-1-1 0 0,0 1 17 0 0,-1 0 0 0 0,0-1 0 0 0,0 0-1 0 0,0 1 1 0 0,0-1 0 0 0,1 0 0 0 0,-1 0 0 0 0,0 0-1 0 0,0 0 1 0 0,-3 0 0 0 0,-96-12 517 0 0,-45-4 237 0 0,119 18-1172 0 0,22 0 37 0 0,18 1 17 0 0,16 0-5771 0 0,-10-3-46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0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12007 0 0,'0'0'28'0'0,"1"0"1"0"0,-1-1-1 0 0,0 1 0 0 0,0 0 0 0 0,0 0 0 0 0,0 0 0 0 0,1-1 1 0 0,-1 1-1 0 0,0 0 0 0 0,0 0 0 0 0,0 0 0 0 0,1 0 0 0 0,-1 0 1 0 0,0-1-1 0 0,0 1 0 0 0,1 0 0 0 0,-1 0 0 0 0,0 0 0 0 0,0 0 0 0 0,1 0 1 0 0,-1 0-1 0 0,0 0 0 0 0,0 0 0 0 0,1 0 0 0 0,-1 0 0 0 0,0 0 1 0 0,1 0-1 0 0,-1 0 0 0 0,0 0 0 0 0,0 0 0 0 0,1 0 0 0 0,-1 0 0 0 0,0 0 1 0 0,0 0-1 0 0,1 1 0 0 0,-1-1 0 0 0,0 0 0 0 0,0 0 0 0 0,1 0 1 0 0,-1 0-1 0 0,0 0 0 0 0,0 1 0 0 0,1-1 0 0 0,4 17 784 0 0,-2 29 116 0 0,-2-40-779 0 0,-6 77 1224 0 0,3-62-774 0 0,0-1 0 0 0,2 0 0 0 0,0 1 0 0 0,5 29 0 0 0,-5-48-508 0 0,0 0 0 0 0,1 1 0 0 0,0-1 0 0 0,-1 0 0 0 0,1 0 0 0 0,0 0 0 0 0,0 0 0 0 0,0 0 0 0 0,1 0 0 0 0,-1 0 0 0 0,0 0 0 0 0,1-1 0 0 0,-1 1 0 0 0,1 0 0 0 0,-1-1 0 0 0,1 1 0 0 0,0-1 0 0 0,0 0 0 0 0,0 1 0 0 0,0-1 0 0 0,0 0 0 0 0,0 0 0 0 0,0 0 0 0 0,0 0 0 0 0,0-1 0 0 0,4 2 0 0 0,4-1-88 0 0,0 0 0 0 0,0-1 0 0 0,0 1 0 0 0,19-4 0 0 0,3 1-2597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0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10135 0 0,'2'6'3799'0'0,"0"14"-1468"0"0,-2 25-381 0 0,-9 38 76 0 0,6-61-1852 0 0,0 1 0 0 0,2-1-1 0 0,0 1 1 0 0,3 24 0 0 0,-2-46-255 0 0,0 0 0 0 0,0-1 1 0 0,0 1-1 0 0,0-1 0 0 0,0 1 0 0 0,0-1 0 0 0,0 1 1 0 0,0-1-1 0 0,0 1 0 0 0,0 0 0 0 0,1-1 1 0 0,-1 1-1 0 0,0-1 0 0 0,0 1 0 0 0,1-1 1 0 0,-1 1-1 0 0,0-1 0 0 0,0 1 0 0 0,1-1 1 0 0,-1 1-1 0 0,1-1 0 0 0,-1 0 0 0 0,0 1 0 0 0,1-1 1 0 0,-1 0-1 0 0,1 1 0 0 0,-1-1 0 0 0,1 0 1 0 0,-1 1-1 0 0,1-1 0 0 0,-1 0 0 0 0,1 0 1 0 0,-1 0-1 0 0,1 1 0 0 0,-1-1 0 0 0,1 0 1 0 0,0 0-1 0 0,-1 0 0 0 0,2 0 0 0 0,3-3-1583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10591 0 0,'0'-1'135'0'0,"0"0"0"0"0,0 0 0 0 0,0 0 0 0 0,1 0 0 0 0,-1 0 0 0 0,0 0 0 0 0,1 0 0 0 0,-1 0 0 0 0,1 0 0 0 0,-1 0 0 0 0,1 0 0 0 0,-1 0 0 0 0,1 1 0 0 0,0-1 0 0 0,-1 0 0 0 0,1 0 0 0 0,0 0 0 0 0,0 1 0 0 0,0-1 0 0 0,1 0 0 0 0,21-3 4911 0 0,-15 4-4504 0 0,3 0-128 0 0,-1 0 0 0 0,0 1-1 0 0,1 0 1 0 0,16 5 0 0 0,-22-6-374 0 0,-1 2 0 0 0,0-1-1 0 0,0 0 1 0 0,0 1 0 0 0,0 0-1 0 0,0 0 1 0 0,0 0 0 0 0,0 0 0 0 0,-1 1-1 0 0,1-1 1 0 0,-1 1 0 0 0,0 0-1 0 0,6 6 1 0 0,-8-6-32 0 0,0 0 0 0 0,1 0 0 0 0,-1 0-1 0 0,0 0 1 0 0,-1 0 0 0 0,1 0 0 0 0,-1 1 0 0 0,1-1-1 0 0,-1 0 1 0 0,0 1 0 0 0,0-1 0 0 0,0 0-1 0 0,-1 1 1 0 0,1-1 0 0 0,-1 0 0 0 0,0 0 0 0 0,0 0-1 0 0,0 1 1 0 0,0-1 0 0 0,0 0 0 0 0,-4 5 0 0 0,-1 3 21 0 0,-1 1 0 0 0,0-1 0 0 0,-18 20 0 0 0,7-11-22 0 0,-25 31 46 0 0,39-47-52 0 0,1 1-1 0 0,0 0 1 0 0,0 0-1 0 0,0 1 0 0 0,1-1 1 0 0,0 1-1 0 0,0-1 1 0 0,-2 10-1 0 0,4-13 0 0 0,0-1 0 0 0,0 1 0 0 0,0 0 1 0 0,1-1-1 0 0,-1 1 0 0 0,0 0 0 0 0,1-1 0 0 0,0 1 0 0 0,-1-1 0 0 0,1 1 0 0 0,0-1 0 0 0,0 1 1 0 0,-1-1-1 0 0,1 0 0 0 0,0 1 0 0 0,0-1 0 0 0,1 0 0 0 0,-1 0 0 0 0,0 0 0 0 0,0 0 0 0 0,1 0 0 0 0,-1 0 1 0 0,0 0-1 0 0,1 0 0 0 0,-1 0 0 0 0,1 0 0 0 0,-1-1 0 0 0,1 1 0 0 0,-1-1 0 0 0,1 1 0 0 0,2-1 0 0 0,4 3-3 0 0,0-1 0 0 0,0-1 0 0 0,0 1-1 0 0,16-1 1 0 0,-12-1-196 0 0,1-1 0 0 0,20-4 0 0 0,-9-1-2584 0 0,-16 3 1136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1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38 8751 0 0,'0'-1'206'0'0,"0"0"-1"0"0,0 0 0 0 0,-1 0 0 0 0,1 0 0 0 0,0 0 0 0 0,0 0 0 0 0,0 0 1 0 0,0 1-1 0 0,0-1 0 0 0,0 0 0 0 0,0 0 0 0 0,0 0 0 0 0,0 0 0 0 0,0 0 1 0 0,1 0-1 0 0,-1 0 0 0 0,0 0 0 0 0,1 1 0 0 0,-1-1 0 0 0,0 0 0 0 0,2-1 1 0 0,0 1 225 0 0,0-1 0 0 0,0 1 0 0 0,0 0 0 0 0,0 1 0 0 0,1-1 0 0 0,-1 0 0 0 0,0 0 0 0 0,4 0 0 0 0,-6 1-457 0 0,27-3 738 0 0,-1 0 0 0 0,30 1 1 0 0,-22 4-5971 0 0,-45 1 5235 0 0,1 0 1 0 0,0 1 0 0 0,0 0-1 0 0,1 1 1 0 0,-1 0 0 0 0,1 1 0 0 0,0-1-1 0 0,0 2 1 0 0,1-1 0 0 0,0 2-1 0 0,0-1 1 0 0,-7 9 0 0 0,7-7 537 0 0,1 1 0 0 0,-1 0-1 0 0,2 0 1 0 0,-1 1 0 0 0,1 0 0 0 0,1 0 0 0 0,0 1-1 0 0,1-1 1 0 0,0 1 0 0 0,-3 15 0 0 0,6-20-487 0 0,1-1-1 0 0,-1 1 1 0 0,1 0 0 0 0,1-1 0 0 0,-1 1-1 0 0,1-1 1 0 0,0 1 0 0 0,1-1 0 0 0,-1 0-1 0 0,1 1 1 0 0,1-1 0 0 0,-1 0 0 0 0,1 0-1 0 0,0 0 1 0 0,0-1 0 0 0,1 1 0 0 0,-1-1-1 0 0,1 1 1 0 0,5 4 0 0 0,-5-6-28 0 0,0 0-1 0 0,0 0 1 0 0,1-1 0 0 0,-1 1 0 0 0,1-1 0 0 0,-1 0-1 0 0,1 0 1 0 0,0-1 0 0 0,0 1 0 0 0,1-1 0 0 0,-1 0 0 0 0,0-1-1 0 0,1 1 1 0 0,-1-1 0 0 0,1 0 0 0 0,0 0 0 0 0,-1-1-1 0 0,1 1 1 0 0,-1-1 0 0 0,1-1 0 0 0,0 1 0 0 0,7-2 0 0 0,-2-2-1376 0 0,-1-2-426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1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7367 0 0,'4'-2'320'0'0,"-3"1"80"0"0,1-1-320 0 0,0 1-80 0 0,1 1 0 0 0,0 1 808 0 0,2 1 152 0 0,2-1 24 0 0,2 1 8 0 0,3-1-776 0 0,1 0-152 0 0,-1-1-64 0 0,0 0-3232 0 0,-3-1-680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2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75 242 3679 0 0,'8'32'-484'0'0,"4"21"14056"0"0,-19-78-13465 0 0,2-1-1 0 0,1 0 0 0 0,1 0 1 0 0,1 0-1 0 0,1 0 1 0 0,2 0-1 0 0,1-1 0 0 0,0 1 1 0 0,8-29-1 0 0,-10 53-160 0 0,1-1-1 0 0,0 1 1 0 0,-1 0-1 0 0,1 0 1 0 0,0-1-1 0 0,0 1 1 0 0,0 0-1 0 0,1 0 1 0 0,-1 0-1 0 0,0 0 1 0 0,1 1-1 0 0,-1-1 1 0 0,1 0-1 0 0,-1 1 1 0 0,1-1-1 0 0,4-2 1 0 0,-5 3 17 0 0,1 1 1 0 0,-1 0-1 0 0,0 0 0 0 0,1-1 0 0 0,-1 1 1 0 0,1 0-1 0 0,-1 0 0 0 0,1 0 1 0 0,-1 0-1 0 0,1 1 0 0 0,-1-1 1 0 0,0 0-1 0 0,1 1 0 0 0,-1-1 0 0 0,1 1 1 0 0,-1-1-1 0 0,0 1 0 0 0,1-1 1 0 0,-1 1-1 0 0,0 0 0 0 0,0 0 1 0 0,0 0-1 0 0,0 0 0 0 0,1 0 0 0 0,-1 0 1 0 0,0 0-1 0 0,-1 0 0 0 0,3 2 1 0 0,3 4-38 0 0,-1 1 1 0 0,1 0 0 0 0,-1 1 0 0 0,0-1 0 0 0,-1 1 0 0 0,0 0-1 0 0,-1 0 1 0 0,4 11 0 0 0,-2-1 234 0 0,-1 0-1 0 0,-1 1 1 0 0,2 21 0 0 0,-4-31 76 0 0,-1 0 1 0 0,0 1 0 0 0,0-1 0 0 0,-1 1 0 0 0,-1-1 0 0 0,0 0 0 0 0,0 1-1 0 0,-6 14 1 0 0,6-21-91 0 0,0 0-1 0 0,0 0 0 0 0,0 0 0 0 0,-1 0 0 0 0,1-1 0 0 0,-1 1 1 0 0,0-1-1 0 0,0 0 0 0 0,-1 0 0 0 0,1 0 0 0 0,-1 0 0 0 0,1-1 1 0 0,-1 1-1 0 0,0-1 0 0 0,0 0 0 0 0,0 0 0 0 0,0 0 0 0 0,0-1 1 0 0,-1 1-1 0 0,1-1 0 0 0,0 0 0 0 0,-7 1 0 0 0,3-1 36 0 0,0 0 0 0 0,-1-1 0 0 0,1 0 1 0 0,-1 0-1 0 0,1-1 0 0 0,-1 0 0 0 0,-15-4 0 0 0,19 4-1231 0 0,1-1 0 0 0,-1 0 0 0 0,1 0 0 0 0,-1 0 0 0 0,-4-4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3.1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56 7055 0 0,'-1'-16'539'0'0,"1"12"-411"0"0,0 0 0 0 0,0 0 0 0 0,-1 0 0 0 0,1 0 0 0 0,-1 0 0 0 0,-2-5 0 0 0,3 9-56 0 0,0 0 0 0 0,0 0 0 0 0,0-1 0 0 0,0 1 0 0 0,0 0-1 0 0,0 0 1 0 0,0-1 0 0 0,0 1 0 0 0,0 0 0 0 0,0 0 0 0 0,0-1 0 0 0,0 1 0 0 0,0 0 0 0 0,-1 0 0 0 0,1-1-1 0 0,0 1 1 0 0,0 0 0 0 0,0 0 0 0 0,0 0 0 0 0,-1 0 0 0 0,1-1 0 0 0,0 1 0 0 0,0 0 0 0 0,0 0 0 0 0,-1 0-1 0 0,1 0 1 0 0,0 0 0 0 0,0-1 0 0 0,-1 1 0 0 0,1 0 0 0 0,0 0 0 0 0,0 0 0 0 0,-1 0 0 0 0,1 0 0 0 0,0 0-1 0 0,0 0 1 0 0,-1 0 0 0 0,1 0 0 0 0,0 0 0 0 0,0 0 0 0 0,-1 0 0 0 0,1 0 0 0 0,0 0 0 0 0,0 0 0 0 0,-1 0-1 0 0,1 0 1 0 0,0 1 0 0 0,0-1 0 0 0,0 0 0 0 0,-1 0 0 0 0,1 0 0 0 0,0 0 0 0 0,0 0 0 0 0,-1 1 0 0 0,1-1-1 0 0,-8 21 967 0 0,-1 32-770 0 0,-5 351 2394 0 0,14-245-1923 0 0,-1-118-554 0 0,-34 1213 3486 0 0,31-1199-3610 0 0,2 1 0 0 0,3-1 0 0 0,2 1-1 0 0,11 58 1 0 0,-7-95-2293 0 0,-3-14 864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6 183 6623 0 0,'-6'-13'2279'0'0,"26"18"346"0"0,-6 0-3083 0 0,15 1 528 0 0,-1-2 1 0 0,1 0-1 0 0,44-1 1 0 0,86-14 31 0 0,-103 5-43 0 0,170-12 507 0 0,-159 18-475 0 0,198-7 411 0 0,44-11-103 0 0,-17 2-256 0 0,-31 2-10 0 0,-4 0-96 0 0,-82 0-25 0 0,283-30 40 0 0,36 10 226 0 0,-462 33-205 0 0,40 4 0 0 0,-63-2-74 0 0,0 0 1 0 0,0 1-1 0 0,0 0 1 0 0,1 0-1 0 0,-2 1 1 0 0,1 0-1 0 0,0 1 0 0 0,15 8 1 0 0,-22-11-71 0 0,-1 1 0 0 0,1-1 1 0 0,-1 0-1 0 0,1 1 0 0 0,-1-1 0 0 0,1 0 0 0 0,-1 1 1 0 0,0 0-1 0 0,0-1 0 0 0,1 3 0 0 0,-1 1-617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5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5063 0 0,'7'127'3669'0'0,"-6"-89"-2915"0"0,0 2-89 0 0,5 83-138 0 0,-3-58-23 0 0,2 72-29 0 0,-2-71-97 0 0,2 61-39 0 0,-3-61-10 0 0,5 67-9 0 0,-4-67-34 0 0,1 62-20 0 0,-2-69-2 0 0,0 48-4 0 0,-1-50-17 0 0,1 62-10 0 0,-3-60-1 0 0,1-25-160 0 0,-8 157 270 0 0,-13 54 199 0 0,-8 152 384 0 0,28-272-2150 0 0,2-105-4318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6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62 5063 0 0,'-12'-4'360'0'0,"11"9"1011"0"0,2-4-1214 0 0,0 1 0 0 0,0-1 1 0 0,1 1-1 0 0,-1-1 0 0 0,0 0 0 0 0,1 1 1 0 0,-1-1-1 0 0,1 0 0 0 0,-1 0 0 0 0,4 2 0 0 0,13 4 25 0 0,1 0 0 0 0,-1-1-1 0 0,1-1 1 0 0,30 5-1 0 0,80 3 432 0 0,-111-12-520 0 0,447 3 2162 0 0,1-37-7 0 0,-285 19-1481 0 0,891-55 1287 0 0,-871 58-1873 0 0,965 6-1696 0 0,-1079 8-4285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7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33 2759 0 0,'-5'5'3824'0'0,"1"-1"-3423"0"0,14 1-114 0 0,44 4 702 0 0,1-3-1 0 0,-1-2 1 0 0,59-4-1 0 0,-37 0-534 0 0,472-22 1311 0 0,-237 4-1216 0 0,666-8 185 0 0,-368 43-2878 0 0,-405-8 283 0 0,-96-6-2742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8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9471 0 0,'-1'0'39'0'0,"1"-1"-1"0"0,0 1 0 0 0,0-1 1 0 0,0 1-1 0 0,0-1 1 0 0,0 0-1 0 0,0 1 0 0 0,0-1 1 0 0,1 1-1 0 0,-1-1 0 0 0,0 1 1 0 0,0-1-1 0 0,0 0 1 0 0,0 1-1 0 0,1-1 0 0 0,-1 1 1 0 0,0-1-1 0 0,1 1 0 0 0,-1-1 1 0 0,0 1-1 0 0,1 0 1 0 0,-1-1-1 0 0,1 1 0 0 0,-1-1 1 0 0,0 1-1 0 0,2-1 1 0 0,19-6 775 0 0,32 4 50 0 0,-39 2-833 0 0,258-4 511 0 0,-151 4-502 0 0,37 7-569 0 0,-121-3 250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29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2759 0 0,'2'-7'4539'0'0,"-1"7"-4436"0"0,15-4 2108 0 0,28 4-1496 0 0,-34 0-587 0 0,276 6 1570 0 0,224 23-286 0 0,-401-17-5094 0 0,-57-5-562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3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2225 3311 0 0,'-1'0'58'0'0,"1"0"0"0"0,0 0 0 0 0,-1 0 0 0 0,1 0 0 0 0,0 0 0 0 0,-1 0 0 0 0,1 0 0 0 0,0 1 0 0 0,-1-1 0 0 0,1 0 0 0 0,0 0 0 0 0,-1 0 0 0 0,1-1 0 0 0,0 1 0 0 0,-1 0 0 0 0,1 0 0 0 0,0 0 0 0 0,-1 0 0 0 0,1 0 0 0 0,0 0 0 0 0,-1 0 0 0 0,1-1 0 0 0,0 1 0 0 0,-1 0 0 0 0,1 0 0 0 0,0 0 0 0 0,0-1 0 0 0,-1 1-1 0 0,1 0 1 0 0,0 0 0 0 0,0-1 0 0 0,-1 1 0 0 0,1-1 0 0 0,11-7 848 0 0,32-11-549 0 0,-33 15-192 0 0,160-75 620 0 0,47-19-382 0 0,-111 53-276 0 0,125-71-1 0 0,136-52 278 0 0,-204 100-176 0 0,36-13 121 0 0,108-50 341 0 0,318-148 631 0 0,-56 79-313 0 0,-405 143-760 0 0,94-37 40 0 0,-121 39-95 0 0,199-53 0 0 0,153-8-12 0 0,-357 86-152 0 0,486-102 58 0 0,-180 43-23 0 0,6-1 43 0 0,515-23 111 0 0,-776 99-193 0 0,314-10 86 0 0,-398 23-111 0 0,35 0 5 0 0,219 25 1 0 0,-318-19-28 0 0,-8-2 99 0 0,43 12 0 0 0,-60-12-143 0 0,-1 1 0 0 0,1 0 0 0 0,-1 0 0 0 0,0 0 0 0 0,-1 1 0 0 0,1 1 0 0 0,15 12 0 0 0,-14-8-261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5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70 9183 0 0,'2'-20'1300'0'0,"-1"17"-1054"0"0,-1-1 0 0 0,0 0 0 0 0,1 0 0 0 0,-1 1-1 0 0,0-1 1 0 0,-1 0 0 0 0,1 0 0 0 0,-2-3 0 0 0,2 6-206 0 0,0 0 0 0 0,0 1 1 0 0,-1-1-1 0 0,1 0 0 0 0,-1 1 0 0 0,1-1 0 0 0,0 1 0 0 0,-1-1 1 0 0,1 0-1 0 0,-1 1 0 0 0,1-1 0 0 0,-1 1 0 0 0,0 0 0 0 0,1-1 1 0 0,-1 1-1 0 0,1-1 0 0 0,-1 1 0 0 0,-1-1 0 0 0,0 1-3 0 0,0-1 0 0 0,0 1 0 0 0,1 0-1 0 0,-1 0 1 0 0,0 0 0 0 0,0 0-1 0 0,0 0 1 0 0,1 0 0 0 0,-1 1 0 0 0,-3 0-1 0 0,-7 4 81 0 0,0 0-1 0 0,0 0 0 0 0,1 2 0 0 0,0-1 1 0 0,0 1-1 0 0,1 1 0 0 0,0 0 0 0 0,0 0 1 0 0,-15 19-1 0 0,6-7 218 0 0,2 1 1 0 0,0 1 0 0 0,2 1-1 0 0,-23 42 1 0 0,31-50-131 0 0,1 0 1 0 0,0 1 0 0 0,0 0 0 0 0,2 0-1 0 0,0 1 1 0 0,1-1 0 0 0,1 1-1 0 0,0-1 1 0 0,1 18 0 0 0,1-29-143 0 0,0-1-1 0 0,1 1 1 0 0,-1-1-1 0 0,1 1 1 0 0,0-1 0 0 0,1 0-1 0 0,-1 1 1 0 0,1-1 0 0 0,0 0-1 0 0,0 0 1 0 0,0 0 0 0 0,0 0-1 0 0,1 0 1 0 0,5 6 0 0 0,-3-5-20 0 0,0-1 0 0 0,0 0-1 0 0,0 0 1 0 0,1 0 0 0 0,-1-1 0 0 0,1 1 0 0 0,0-1 0 0 0,0-1 0 0 0,9 4 0 0 0,3-2 32 0 0,-1 0-1 0 0,1-1 1 0 0,1 0 0 0 0,-1-2-1 0 0,0 0 1 0 0,30-3 0 0 0,-30 0-28 0 0,-1 0 1 0 0,0-1-1 0 0,0 0 1 0 0,0-2-1 0 0,0 0 1 0 0,-1-1-1 0 0,0-1 1 0 0,0 0-1 0 0,-1-1 0 0 0,0-1 1 0 0,0 0-1 0 0,20-17 1 0 0,-34 25-45 0 0,0 1 1 0 0,0-1-1 0 0,0 0 0 0 0,0 1 1 0 0,0-1-1 0 0,-1 0 0 0 0,1 0 1 0 0,0 0-1 0 0,-1 0 0 0 0,1 0 1 0 0,0 0-1 0 0,-1 0 1 0 0,0 0-1 0 0,1 0 0 0 0,-1 0 1 0 0,1 0-1 0 0,-1 0 0 0 0,0 0 1 0 0,0 0-1 0 0,1 0 1 0 0,-1 0-1 0 0,0 0 0 0 0,0 0 1 0 0,0 0-1 0 0,-1-2 0 0 0,1 2 3 0 0,-1 0 0 0 0,0 0 0 0 0,0 0 0 0 0,0 0 0 0 0,0 0 0 0 0,0 0 0 0 0,0 0 0 0 0,0 1 0 0 0,0-1 0 0 0,0 0 0 0 0,0 1 0 0 0,0-1 0 0 0,0 1 0 0 0,0-1 0 0 0,0 1 0 0 0,-1 0 0 0 0,1-1 0 0 0,0 1 0 0 0,0 0 0 0 0,-1 0 0 0 0,-1 0 0 0 0,-17 0 52 0 0,0 0 1 0 0,1 2-1 0 0,-32 5 1 0 0,12-1-14 0 0,29-4-44 0 0,6-1 0 0 0,1-1 0 0 0,-1 1 0 0 0,0-1 0 0 0,0 1 0 0 0,0-1 0 0 0,0-1 0 0 0,0 1 0 0 0,-4-1 0 0 0,17-1-780 0 0,1 0 0 0 0,-1 0 0 0 0,9-5 0 0 0,-14 6 430 0 0,12-4-1234 0 0,2 0-58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7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6911 0 0,'27'163'5877'0'0,"-23"-122"-5257"0"0,3 0 1 0 0,1 0-1 0 0,19 59 0 0 0,-15-74-384 0 0,-12-26-236 0 0,1 1-1 0 0,-1 0 0 0 0,0 0 0 0 0,1-1 0 0 0,-1 1 1 0 0,0 0-1 0 0,1-1 0 0 0,-1 1 0 0 0,1 0 1 0 0,-1-1-1 0 0,1 1 0 0 0,-1-1 0 0 0,1 1 0 0 0,0-1 1 0 0,-1 1-1 0 0,1-1 0 0 0,-1 1 0 0 0,1-1 0 0 0,0 0 1 0 0,0 1-1 0 0,-1-1 0 0 0,1 0 0 0 0,0 0 0 0 0,-1 1 1 0 0,1-1-1 0 0,0 0 0 0 0,0 0 0 0 0,0 0 0 0 0,-1 0 1 0 0,1 0-1 0 0,0 0 0 0 0,1 0 0 0 0,-2-1-94 0 0,1 1 1 0 0,-1-1-1 0 0,1 0 0 0 0,-1 0 0 0 0,1 1 1 0 0,-1-1-1 0 0,0 0 0 0 0,1 0 0 0 0,-1 1 0 0 0,0-1 1 0 0,0 0-1 0 0,0 0 0 0 0,1 0 0 0 0,-1 1 1 0 0,0-1-1 0 0,0 0 0 0 0,0 0 0 0 0,0 0 0 0 0,0 0 1 0 0,-1 1-1 0 0,1-1 0 0 0,0-1 0 0 0,-3-10-4757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4607 0 0,'2'-5'490'0'0,"-1"1"-1"0"0,1-1 0 0 0,0 1 0 0 0,0 0 0 0 0,1-1 1 0 0,-1 1-1 0 0,1 0 0 0 0,0 1 0 0 0,0-1 1 0 0,0 0-1 0 0,7-5 0 0 0,-2 2-83 0 0,0 0 1 0 0,0 1-1 0 0,1 0 1 0 0,15-7-1 0 0,-17 9-175 0 0,0 2-1 0 0,0-1 1 0 0,0 1 0 0 0,1 0-1 0 0,-1 1 1 0 0,1-1 0 0 0,-1 2-1 0 0,1-1 1 0 0,0 1 0 0 0,-1 0-1 0 0,1 0 1 0 0,-1 1 0 0 0,1 0-1 0 0,13 4 1 0 0,-17-3-161 0 0,0-1 0 0 0,0 1 0 0 0,0-1 0 0 0,-1 1 0 0 0,1 1 0 0 0,-1-1 0 0 0,1 0 0 0 0,-1 1-1 0 0,0-1 1 0 0,0 1 0 0 0,0 0 0 0 0,0 0 0 0 0,0 1 0 0 0,-1-1 0 0 0,1 0 0 0 0,-1 1 0 0 0,0-1 0 0 0,0 1 0 0 0,-1 0 0 0 0,1 0 0 0 0,-1 0-1 0 0,1 0 1 0 0,-1 0 0 0 0,0 0 0 0 0,-1 0 0 0 0,1 0 0 0 0,-1 0 0 0 0,0 7 0 0 0,0-6-64 0 0,-1 1 0 0 0,0 0 1 0 0,0 0-1 0 0,-1-1 0 0 0,1 1 0 0 0,-1-1 0 0 0,0 0 1 0 0,-1 1-1 0 0,1-1 0 0 0,-1 0 0 0 0,0 0 1 0 0,-1 0-1 0 0,-6 7 0 0 0,8-9-46 0 0,0-1 1 0 0,1 0-1 0 0,-1 0 0 0 0,0 0 1 0 0,-1-1-1 0 0,1 1 0 0 0,0 0 1 0 0,0-1-1 0 0,-1 1 0 0 0,1-1 1 0 0,-1 0-1 0 0,1 0 0 0 0,-1 0 1 0 0,0 0-1 0 0,1-1 0 0 0,-1 1 1 0 0,0 0-1 0 0,0-1 0 0 0,1 0 1 0 0,-1 0-1 0 0,0 0 0 0 0,0 0 1 0 0,0 0-1 0 0,1-1 0 0 0,-1 1 1 0 0,0-1-1 0 0,0 1 0 0 0,1-1 1 0 0,-1 0-1 0 0,-2-1 0 0 0,4 1 19 0 0,0 0-1 0 0,0 1 0 0 0,-1-1 1 0 0,1 0-1 0 0,0 1 0 0 0,0-1 1 0 0,0 0-1 0 0,0 0 1 0 0,1 0-1 0 0,-1 0 0 0 0,0 0 1 0 0,0 0-1 0 0,0 0 0 0 0,1 0 1 0 0,-1 0-1 0 0,0-2 0 0 0,1 2 23 0 0,0 1 0 0 0,0-1 0 0 0,-1 0-1 0 0,1 0 1 0 0,0 1 0 0 0,1-1 0 0 0,-1 0 0 0 0,0 0-1 0 0,0 1 1 0 0,0-1 0 0 0,0 0 0 0 0,0 0-1 0 0,1 1 1 0 0,-1-1 0 0 0,0 0 0 0 0,1 1 0 0 0,-1-1-1 0 0,1 0 1 0 0,-1 1 0 0 0,1-2 0 0 0,1 1 36 0 0,0-1 0 0 0,0 0 0 0 0,0 1 0 0 0,0-1 0 0 0,0 1 0 0 0,0 0 0 0 0,1 0 0 0 0,-1-1 0 0 0,0 2 0 0 0,1-1 0 0 0,-1 0 0 0 0,0 0 0 0 0,1 1 0 0 0,4-1 0 0 0,2 1 23 0 0,1 1 1 0 0,-1 0-1 0 0,0 0 0 0 0,0 1 0 0 0,-1 0 0 0 0,1 0 0 0 0,0 1 1 0 0,13 7-1 0 0,2 2 135 0 0,38 25 0 0 0,-16-2-64 0 0,-44-33-136 0 0,1 1 0 0 0,-1-1 0 0 0,1 1 0 0 0,-1 0 0 0 0,0 0 0 0 0,0 0 0 0 0,0 0 0 0 0,0 0 0 0 0,-1 0 0 0 0,1 1 0 0 0,-1-1 0 0 0,0 0 1 0 0,1 7-1 0 0,-1-9-38 0 0,-1-1 1 0 0,0 1 0 0 0,0-1-1 0 0,0 0 1 0 0,0 1 0 0 0,0-1-1 0 0,0 1 1 0 0,0-1 0 0 0,0 1-1 0 0,0-1 1 0 0,-1 1 0 0 0,1-1-1 0 0,0 1 1 0 0,0-1 0 0 0,0 0 0 0 0,0 1-1 0 0,-1-1 1 0 0,1 1 0 0 0,0-1-1 0 0,0 0 1 0 0,-1 1 0 0 0,1-1-1 0 0,0 0 1 0 0,-1 1 0 0 0,1-1-1 0 0,-1 0 1 0 0,1 1 0 0 0,0-1-1 0 0,-1 0 1 0 0,1 0 0 0 0,-1 1-1 0 0,1-1 1 0 0,0 0 0 0 0,-1 0 0 0 0,1 0-1 0 0,-1 0 1 0 0,1 0 0 0 0,-1 0-1 0 0,1 0 1 0 0,-1 0 0 0 0,-12-2-4947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7.8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9039 0 0,'12'23'1438'0'0,"0"0"0"0"0,2-1 0 0 0,22 28-1 0 0,-30-43-1141 0 0,0 0-1 0 0,1 0 1 0 0,0-1-1 0 0,0 0 1 0 0,0 0-1 0 0,0 0 0 0 0,1-1 1 0 0,0 0-1 0 0,0-1 1 0 0,1 1-1 0 0,-1-2 1 0 0,17 6-1 0 0,-21-8-206 0 0,-1-1 0 0 0,1 1 0 0 0,0-1-1 0 0,0 0 1 0 0,0 0 0 0 0,-1 0 0 0 0,1 0 0 0 0,0-1-1 0 0,0 1 1 0 0,-1-1 0 0 0,1 0 0 0 0,0 0 0 0 0,-1 0 0 0 0,1-1-1 0 0,-1 1 1 0 0,1-1 0 0 0,-1 0 0 0 0,5-4 0 0 0,-3 3-51 0 0,-1-2 1 0 0,0 1 0 0 0,1-1 0 0 0,-1 1-1 0 0,-1-1 1 0 0,1 0 0 0 0,-1 0 0 0 0,0-1-1 0 0,0 1 1 0 0,4-12 0 0 0,-4 8-93 0 0,-1 0 1 0 0,0 0-1 0 0,0 0 1 0 0,0 0-1 0 0,-1 0 1 0 0,-1 0-1 0 0,0-12 0 0 0,0 15-19 0 0,-1 0 0 0 0,1 0 0 0 0,-2 0 0 0 0,1 1 0 0 0,0-1 0 0 0,-1 0 0 0 0,0 1 0 0 0,-1-1 0 0 0,1 1-1 0 0,-1 0 1 0 0,-3-6 0 0 0,3 8 13 0 0,0 0 0 0 0,0 0 1 0 0,0 0-1 0 0,0 0 0 0 0,0 1 0 0 0,-1 0 0 0 0,0-1 0 0 0,1 1 0 0 0,-1 0 1 0 0,0 0-1 0 0,0 1 0 0 0,0-1 0 0 0,0 1 0 0 0,0 0 0 0 0,0 0 0 0 0,0 0 1 0 0,0 1-1 0 0,-1 0 0 0 0,1-1 0 0 0,0 1 0 0 0,0 1 0 0 0,0-1 0 0 0,-1 1 0 0 0,1-1 1 0 0,0 1-1 0 0,0 0 0 0 0,0 1 0 0 0,-6 2 0 0 0,5-3 32 0 0,0 1 0 0 0,0 1-1 0 0,1-1 1 0 0,-1 1 0 0 0,1 0-1 0 0,-1 0 1 0 0,1 0 0 0 0,0 0 0 0 0,0 1-1 0 0,0-1 1 0 0,0 1 0 0 0,1 0-1 0 0,0 1 1 0 0,0-1 0 0 0,0 0 0 0 0,0 1-1 0 0,1 0 1 0 0,-1 0 0 0 0,1-1-1 0 0,0 1 1 0 0,1 1 0 0 0,-2 7 0 0 0,2-11 16 0 0,1 0 0 0 0,0 1 0 0 0,0-1 1 0 0,0 0-1 0 0,1 0 0 0 0,-1 0 0 0 0,0 0 1 0 0,1 0-1 0 0,0 0 0 0 0,-1 0 0 0 0,1 0 1 0 0,0 0-1 0 0,0 0 0 0 0,0-1 0 0 0,0 1 1 0 0,0 0-1 0 0,0 0 0 0 0,1-1 0 0 0,-1 1 1 0 0,1-1-1 0 0,-1 1 0 0 0,1-1 1 0 0,-1 0-1 0 0,1 1 0 0 0,0-1 0 0 0,0 0 1 0 0,-1 0-1 0 0,1 0 0 0 0,3 0 0 0 0,2 2-175 0 0,0-1-1 0 0,1 1 0 0 0,-1-2 0 0 0,1 1 0 0 0,0-1 1 0 0,12 0-1 0 0,3-2-743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8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7831 0 0,'2'12'919'0'0,"0"0"0"0"0,0-1 0 0 0,1 0 0 0 0,0 1 0 0 0,6 12 0 0 0,-4-11-571 0 0,0 1 15 0 0,0-1 0 0 0,2 0-1 0 0,-1 0 1 0 0,2 0 0 0 0,0-1 0 0 0,10 13 0 0 0,-13-19-158 0 0,1 0-1 0 0,-1 0 0 0 0,2 0 0 0 0,-1-1 1 0 0,0 0-1 0 0,1 0 0 0 0,0-1 0 0 0,0 1 1 0 0,1-2-1 0 0,-1 1 0 0 0,1-1 0 0 0,9 3 1 0 0,-14-5-145 0 0,1 0 0 0 0,-1-1 0 0 0,0 1 1 0 0,1-1-1 0 0,-1 0 0 0 0,1 0 1 0 0,-1 0-1 0 0,1 0 0 0 0,-1-1 0 0 0,1 1 1 0 0,-1-1-1 0 0,0 0 0 0 0,1 0 1 0 0,-1 0-1 0 0,0 0 0 0 0,6-4 1 0 0,-5 2-28 0 0,0 0 1 0 0,0 0 0 0 0,0-1-1 0 0,0 1 1 0 0,0-1 0 0 0,-1 0 0 0 0,0 0-1 0 0,0 0 1 0 0,0 0 0 0 0,3-8-1 0 0,-2 4-39 0 0,0 0 0 0 0,-1 0 1 0 0,0-1-1 0 0,-1 1 0 0 0,0-1 0 0 0,0 0 0 0 0,-1 1 0 0 0,0-1 0 0 0,0 0 0 0 0,-1 0 0 0 0,0 0 0 0 0,-3-17 0 0 0,0 15-11 0 0,0 0-1 0 0,-1 1 1 0 0,-1-1 0 0 0,-10-18-1 0 0,12 23 19 0 0,-1 0 0 0 0,0 1-1 0 0,0 0 1 0 0,0 0 0 0 0,-1 0-1 0 0,0 0 1 0 0,0 0 0 0 0,0 1 0 0 0,-9-6-1 0 0,14 10-12 0 0,0-1 0 0 0,-1 1-1 0 0,1 0 1 0 0,0-1 0 0 0,-1 1-1 0 0,1 0 1 0 0,0 0 0 0 0,-1-1-1 0 0,1 1 1 0 0,-1 0 0 0 0,1 0-1 0 0,0 0 1 0 0,-1-1 0 0 0,1 1-1 0 0,-1 0 1 0 0,1 0 0 0 0,-1 0-1 0 0,1 0 1 0 0,-1 0 0 0 0,1 0-1 0 0,0 0 1 0 0,-1 0 0 0 0,1 0-1 0 0,-1 0 1 0 0,1 0 0 0 0,-1 0-1 0 0,1 0 1 0 0,0 1 0 0 0,-1-1-1 0 0,1 0 1 0 0,-1 0 0 0 0,1 0-1 0 0,0 1 1 0 0,-1-1 0 0 0,1 0-1 0 0,-1 0 1 0 0,1 1 0 0 0,0-1-1 0 0,-1 0 1 0 0,1 1 0 0 0,0-1-1 0 0,0 0 1 0 0,-1 1 0 0 0,1 0-56 0 0,0 0 1 0 0,1-1 0 0 0,-1 1-1 0 0,0 0 1 0 0,0-1-1 0 0,1 1 1 0 0,-1 0 0 0 0,0-1-1 0 0,1 1 1 0 0,-1-1 0 0 0,1 1-1 0 0,-1-1 1 0 0,1 1 0 0 0,-1-1-1 0 0,1 1 1 0 0,-1-1 0 0 0,1 1-1 0 0,-1-1 1 0 0,1 1-1 0 0,0-1 1 0 0,-1 0 0 0 0,1 1-1 0 0,0-1 1 0 0,-1 0 0 0 0,1 0-1 0 0,0 0 1 0 0,-1 1 0 0 0,1-1-1 0 0,0 0 1 0 0,0 0 0 0 0,24 3-2720 0 0,-10-3-2660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8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0 329 3223 0 0,'23'28'8176'0'0,"4"19"-4267"0"0,-11-17-1788 0 0,-8-18-253 0 0,-10-26-727 0 0,-3-5-1085 0 0,-5-37-30 0 0,3 18-89 0 0,1 0 0 0 0,0-40 0 0 0,6 77 58 0 0,0 0 0 0 0,0 0 0 0 0,0 0 0 0 0,0 0 0 0 0,0 0 0 0 0,0 0 0 0 0,0 0 0 0 0,0 0 0 0 0,0 1-1 0 0,0-1 1 0 0,1 0 0 0 0,-1 0 0 0 0,0 0 0 0 0,1 0 0 0 0,-1 1 0 0 0,1-1 0 0 0,-1 0 0 0 0,1 0 0 0 0,-1 1 0 0 0,2-2 0 0 0,-2 2 2 0 0,1 0 0 0 0,-1 0 0 0 0,1 0 0 0 0,-1 0-1 0 0,1 0 1 0 0,0 0 0 0 0,-1 0 0 0 0,1 0 0 0 0,-1 0 0 0 0,1 0 0 0 0,-1 0 0 0 0,1 0 0 0 0,-1 0 0 0 0,1 1 0 0 0,0-1 0 0 0,-1 0 0 0 0,1 0 0 0 0,-1 1 0 0 0,1-1 0 0 0,-1 0 0 0 0,0 1 0 0 0,1-1 0 0 0,0 1 0 0 0,29 32-70 0 0,-26-27 65 0 0,14 15 161 0 0,0-1-1 0 0,34 28 0 0 0,-42-40-102 0 0,0 0-1 0 0,0-2 1 0 0,1 1 0 0 0,-1-1-1 0 0,1-1 1 0 0,1 0 0 0 0,-1 0 0 0 0,14 3-1 0 0,-21-7-39 0 0,-1 0 0 0 0,1-1 0 0 0,0 1 0 0 0,0-1 0 0 0,0 0 0 0 0,-1 0-1 0 0,1 0 1 0 0,0-1 0 0 0,0 1 0 0 0,-1-1 0 0 0,1 0 0 0 0,0 0 0 0 0,0 0 0 0 0,-1 0 0 0 0,1-1 0 0 0,-1 1-1 0 0,0-1 1 0 0,1 0 0 0 0,-1 0 0 0 0,0 0 0 0 0,0-1 0 0 0,0 1 0 0 0,0-1 0 0 0,-1 0 0 0 0,1 1-1 0 0,-1-1 1 0 0,1 0 0 0 0,2-6 0 0 0,-1 2-2 0 0,0 0 0 0 0,-1-1-1 0 0,0 1 1 0 0,0-1 0 0 0,-1 0-1 0 0,0 0 1 0 0,0 0 0 0 0,-1 0-1 0 0,0 0 1 0 0,0 0-1 0 0,-1 0 1 0 0,-1-11 0 0 0,-1 5-1 0 0,-1 1 0 0 0,0-1 0 0 0,-2 1-1 0 0,1-1 1 0 0,-1 1 0 0 0,-1 1 0 0 0,-1-1 0 0 0,1 1 0 0 0,-2 0 0 0 0,0 1 0 0 0,0-1 0 0 0,-1 1 0 0 0,-1 1-1 0 0,1 0 1 0 0,-2 0 0 0 0,-16-12 0 0 0,19 18-20 0 0,6 8-57 0 0,11 9-507 0 0,-4-11 125 0 0,-1 1 0 0 0,1-2-1 0 0,0 1 1 0 0,-1-1 0 0 0,1 1-1 0 0,0-1 1 0 0,0-1 0 0 0,0 1-1 0 0,-1-1 1 0 0,1 1 0 0 0,7-2-1 0 0,2 0-5251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8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11599 0 0,'4'6'557'0'0,"0"0"0"0"0,0 0 0 0 0,-1 0 0 0 0,0 1 0 0 0,0-1 0 0 0,0 1 0 0 0,3 12 1 0 0,0 0 292 0 0,11 29 412 0 0,-8-20-780 0 0,2 1 1 0 0,0-2-1 0 0,19 31 1 0 0,-51-140-4222 0 0,10 52 2760 0 0,0 3 297 0 0,1 0 1 0 0,2-1-1 0 0,1 0 0 0 0,-7-53 0 0 0,14 79 744 0 0,-1 0 0 0 0,1 1-1 0 0,0-1 1 0 0,0 1 0 0 0,0-1-1 0 0,1 0 1 0 0,-1 1-1 0 0,0-1 1 0 0,1 1 0 0 0,-1-1-1 0 0,1 0 1 0 0,-1 1 0 0 0,1-1-1 0 0,0 1 1 0 0,-1 0 0 0 0,1-1-1 0 0,0 1 1 0 0,2-2-1 0 0,-2 2 0 0 0,0 0 0 0 0,0 1 0 0 0,0-1 0 0 0,0 0 0 0 0,0 1 0 0 0,0-1 0 0 0,0 1-1 0 0,1 0 1 0 0,-1 0 0 0 0,0-1 0 0 0,0 1 0 0 0,0 0 0 0 0,1 0 0 0 0,-1 0 0 0 0,0 0-1 0 0,0 0 1 0 0,1 0 0 0 0,1 1 0 0 0,4 1 113 0 0,-1 0-1 0 0,1 1 1 0 0,-1-1-1 0 0,0 1 1 0 0,1 1-1 0 0,-1-1 1 0 0,5 5-1 0 0,1 2 53 0 0,0 0 0 0 0,-1 1 1 0 0,-1 0-1 0 0,0 1 0 0 0,0 0 0 0 0,-1 1 0 0 0,-1 0 0 0 0,0 0 0 0 0,0 1 0 0 0,-2 0 0 0 0,0 0 0 0 0,0 0 0 0 0,4 22 1 0 0,-9-33-149 0 0,0 1 0 0 0,-1 0 0 0 0,1 0 0 0 0,-1 0 0 0 0,0 0 0 0 0,0 0 0 0 0,0 0 0 0 0,-1 0 0 0 0,0 0 0 0 0,1 0 0 0 0,-1-1 1 0 0,-1 1-1 0 0,1 0 0 0 0,0-1 0 0 0,-1 1 0 0 0,0 0 0 0 0,0-1 0 0 0,0 0 0 0 0,0 0 0 0 0,-1 1 0 0 0,-2 2 0 0 0,3-4-18 0 0,-1 0-1 0 0,1 0 0 0 0,-1 0 1 0 0,0-1-1 0 0,0 1 0 0 0,1-1 1 0 0,-1 1-1 0 0,0-1 0 0 0,0 0 1 0 0,0 0-1 0 0,0 0 0 0 0,-1-1 1 0 0,1 1-1 0 0,0-1 0 0 0,0 1 1 0 0,0-1-1 0 0,-1 0 0 0 0,1 0 1 0 0,0-1-1 0 0,0 1 0 0 0,0-1 1 0 0,0 1-1 0 0,0-1 0 0 0,0 0 1 0 0,0 0-1 0 0,-4-2 0 0 0,5 2-67 0 0,1 0-1 0 0,-1 1 0 0 0,1-1 0 0 0,0 0 1 0 0,-1 0-1 0 0,1 0 0 0 0,0 0 0 0 0,-1 0 1 0 0,1 0-1 0 0,0 0 0 0 0,0 0 0 0 0,0 0 1 0 0,0-1-1 0 0,0 1 0 0 0,0 0 0 0 0,0-1 0 0 0,0 1 1 0 0,1-1-1 0 0,-1 1 0 0 0,0-1 0 0 0,1 1 1 0 0,0-1-1 0 0,-1 1 0 0 0,1-1 0 0 0,0 0 1 0 0,-1 1-1 0 0,1-1 0 0 0,0 1 0 0 0,1-4 0 0 0,0 1-330 0 0,0-1-1 0 0,0 1 1 0 0,0-1-1 0 0,1 1 1 0 0,0 0-1 0 0,0 0 1 0 0,0 0-1 0 0,0 0 0 0 0,5-5 1 0 0,3-5-1224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9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12895 0 0,'2'-4'275'0'0,"0"0"-1"0"0,1 0 1 0 0,0 0-1 0 0,-1 1 1 0 0,2-1-1 0 0,-1 1 1 0 0,0 0-1 0 0,1 0 1 0 0,-1 0-1 0 0,7-4 1 0 0,1 1 808 0 0,0 1 1 0 0,20-6 0 0 0,-23 8-963 0 0,44-14 702 0 0,-20 7-855 0 0,48-22 0 0 0,-80 32-24 0 0,0 0 0 0 0,1 0 0 0 0,-1 0 0 0 0,0 0 0 0 0,0 0 0 0 0,0 0 0 0 0,0 0 1 0 0,1 0-1 0 0,-1 0 0 0 0,0 0 0 0 0,0 0 0 0 0,0 0 0 0 0,1 0 0 0 0,-1 0 0 0 0,0 0 0 0 0,0 0 0 0 0,0-1 0 0 0,0 1 0 0 0,0 0 1 0 0,1 0-1 0 0,-1 0 0 0 0,0 0-168 0 0,0-1 168 0 0,0 1 0 0 0,0 0 0 0 0,1 0 0 0 0,-1 0 1 0 0,0 0-1 0 0,0-1 0 0 0,0 1 0 0 0,0 0 0 0 0,0 0 0 0 0,0 0 0 0 0,0 0 0 0 0,0-1 0 0 0,0 1 0 0 0,0 0 0 0 0,0 0 0 0 0,0 0 1 0 0,0 0-1 0 0,0-1 0 0 0,0 1 0 0 0,0 0 0 0 0,0 0 0 0 0,0 0 0 0 0,0 0 0 0 0,0-1 0 0 0,0 1 0 0 0,-1 0 0 0 0,1 0 0 0 0,0 0 1 0 0,0 0-1 0 0,0-1 0 0 0,0 1 0 0 0,-1 0-168 0 0,1 0 168 0 0,0 0 0 0 0,0 0 0 0 0,0 0 1 0 0,0-1-1 0 0,-1 1 0 0 0,1 0 0 0 0,-13-1-4206 0 0,8 2 3696 0 0,0 1 0 0 0,1 0-1 0 0,-1 0 1 0 0,1 0 0 0 0,-6 4 0 0 0,-38 31-104 0 0,33-23 690 0 0,-6 2 723 0 0,2 0 0 0 0,0 2 1 0 0,1 1-1 0 0,-20 25 0 0 0,33-37-408 0 0,1 0 0 0 0,0-1 1 0 0,0 1-1 0 0,1 1 0 0 0,0-1 1 0 0,0 0-1 0 0,1 1 0 0 0,-1 0 1 0 0,2-1-1 0 0,-1 1 0 0 0,1 0 1 0 0,0 0-1 0 0,1 0 0 0 0,0 0 1 0 0,0 0-1 0 0,1 0 0 0 0,0 0 1 0 0,2 10-1 0 0,1-4-2 0 0,1-1 0 0 0,0 1-1 0 0,1-1 1 0 0,0 0 0 0 0,1 0 0 0 0,0-1 0 0 0,16 19-1 0 0,-17-23-224 0 0,0 0 0 0 0,1-1-1 0 0,1 1 1 0 0,-1-1-1 0 0,1-1 1 0 0,0 0-1 0 0,1 0 1 0 0,-1-1-1 0 0,1 1 1 0 0,0-2 0 0 0,15 6-1 0 0,-20-9-58 0 0,-1 0-1 0 0,0 0 0 0 0,0-1 1 0 0,1 1-1 0 0,-1-1 0 0 0,1 0 1 0 0,-1 0-1 0 0,0 0 0 0 0,1-1 1 0 0,-1 1-1 0 0,0-1 0 0 0,0 0 1 0 0,1 0-1 0 0,3-1 1 0 0,-5 1-155 0 0,0 0 1 0 0,0 0 0 0 0,0-1 0 0 0,0 1 0 0 0,-1 0 0 0 0,1-1 0 0 0,-1 1 0 0 0,1-1 0 0 0,-1 1 0 0 0,2-3 0 0 0,-2 2-445 0 0,0 1 1 0 0,0-1-1 0 0,0 0 0 0 0,0 0 1 0 0,0 0-1 0 0,0-1 1 0 0,-1 1-1 0 0,1 0 0 0 0,-1 0 1 0 0,1-5-1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9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15055 0 0,'0'0'62'0'0,"0"-1"1"0"0,0 1-1 0 0,0-1 0 0 0,0 1 0 0 0,0-1 0 0 0,0 1 0 0 0,0-1 0 0 0,0 1 0 0 0,0-1 1 0 0,0 0-1 0 0,1 1 0 0 0,-1-1 0 0 0,0 1 0 0 0,0-1 0 0 0,1 1 0 0 0,-1-1 1 0 0,0 1-1 0 0,0-1 0 0 0,1 1 0 0 0,-1 0 0 0 0,1-1 0 0 0,-1 1 0 0 0,0-1 1 0 0,1 1-1 0 0,-1 0 0 0 0,1-1 0 0 0,-1 1 0 0 0,1 0 0 0 0,-1 0 0 0 0,1-1 0 0 0,0 1 1 0 0,24-5 783 0 0,27 7-217 0 0,-34 1-592 0 0,0 0 0 0 0,-1 2-1 0 0,22 8 1 0 0,-12-3-392 0 0,8-4-2814 0 0,-25-5 1522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49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8983 0 0,'0'10'392'0'0,"0"-2"88"0"0,0 2-384 0 0,0-6-96 0 0,1-1 0 0 0,-1 0 0 0 0,2 1 448 0 0,-2 6 64 0 0,3 5 8 0 0,-2 5 8 0 0,3 1-424 0 0,0-2-104 0 0,1-1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50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5527 0 0,'-32'121'7145'0'0,"-5"62"-3364"0"0,36-179-3733 0 0,1 0 1 0 0,-1-1 0 0 0,1 1-1 0 0,-1 0 1 0 0,1 0 0 0 0,0 0 0 0 0,1 0-1 0 0,-1-1 1 0 0,1 1 0 0 0,0 0-1 0 0,0 0 1 0 0,0 0 0 0 0,0-1 0 0 0,2 5-1 0 0,-3-8-52 0 0,1 0-1 0 0,-1 1 0 0 0,0-1 1 0 0,0 0-1 0 0,0 0 1 0 0,0 0-1 0 0,0 0 0 0 0,0 0 1 0 0,0 0-1 0 0,0 0 1 0 0,0 0-1 0 0,0 0 0 0 0,0 0 1 0 0,1 0-1 0 0,-1 1 0 0 0,0-1 1 0 0,0 0-1 0 0,0 0 1 0 0,0 0-1 0 0,0 0 0 0 0,0 0 1 0 0,0 0-1 0 0,1 0 1 0 0,-1 0-1 0 0,0 0 0 0 0,0 0 1 0 0,0 0-1 0 0,0 0 1 0 0,0 0-1 0 0,0 0 0 0 0,1 0 1 0 0,-1 0-1 0 0,0 0 0 0 0,0 0 1 0 0,0 0-1 0 0,0-1 1 0 0,0 1-1 0 0,0 0 0 0 0,0 0 1 0 0,0 0-1 0 0,1 0 1 0 0,-1 0-1 0 0,0 0 0 0 0,0 0 1 0 0,0 0-1 0 0,0 0 1 0 0,0 0-1 0 0,0 0 0 0 0,0-1 1 0 0,4-7-466 0 0,-1-12-1131 0 0,-2 4-2136 0 0,-2-2-1073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50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66 9127 0 0,'0'-2'40'0'0,"1"-3"101"0"0,0 0-1 0 0,-1 1 1 0 0,1-1 0 0 0,1 0 0 0 0,-1 0-1 0 0,3-5 1 0 0,-2 8-50 0 0,-1 1 0 0 0,0-1 0 0 0,0 1 0 0 0,1-1 0 0 0,-1 1 0 0 0,1-1-1 0 0,-1 1 1 0 0,1 0 0 0 0,-1 0 0 0 0,1 0 0 0 0,0 0 0 0 0,0 0 0 0 0,0 0 0 0 0,-1 0 0 0 0,1 0 0 0 0,0 1 0 0 0,0-1-1 0 0,3 1 1 0 0,1-2 74 0 0,0 1-1 0 0,-1 1 0 0 0,1-1 0 0 0,0 1 1 0 0,0 0-1 0 0,0 1 0 0 0,0-1 0 0 0,-1 1 1 0 0,1 0-1 0 0,0 1 0 0 0,-1-1 0 0 0,1 1 1 0 0,8 4-1 0 0,-5-1 26 0 0,-2 0 0 0 0,1 0 0 0 0,0 0 0 0 0,-1 1 0 0 0,0 0 0 0 0,-1 1 1 0 0,1-1-1 0 0,5 9 0 0 0,-1 1 194 0 0,0 0 1 0 0,-1 0-1 0 0,-1 1 1 0 0,-1 1-1 0 0,0-1 1 0 0,-1 1-1 0 0,8 34 1 0 0,-13-43-166 0 0,-1 0 1 0 0,1 0-1 0 0,-2 0 0 0 0,1 0 1 0 0,-1 0-1 0 0,-1 0 0 0 0,-2 17 1 0 0,2-22-134 0 0,0 0 0 0 0,0-1 0 0 0,0 1 0 0 0,0-1 0 0 0,-1 1 0 0 0,0-1 0 0 0,1 1 1 0 0,-1-1-1 0 0,0 0 0 0 0,-1 0 0 0 0,1 0 0 0 0,-1 0 0 0 0,1-1 0 0 0,-1 1 0 0 0,0-1 0 0 0,0 1 1 0 0,0-1-1 0 0,0 0 0 0 0,0 0 0 0 0,0 0 0 0 0,-6 2 0 0 0,-2-1 102 0 0,0 0 1 0 0,-1 0-1 0 0,1-1 0 0 0,0 0 1 0 0,-1-1-1 0 0,0 0 0 0 0,-21-3 1 0 0,11 0-50 0 0,1-1 0 0 0,0-1 1 0 0,-28-10-1 0 0,18 0 532 0 0,19 3-1734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53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1408 351 1839 0 0,'-56'-16'287'0'0,"-1"1"0"0"0,-65-7 0 0 0,-117-2 91 0 0,177 18-89 0 0,-26 0 595 0 0,-1 4 0 0 0,0 4 0 0 0,-129 19 0 0 0,104-6 0 0 0,-106 20 1018 0 0,215-34-1783 0 0,1 0 1 0 0,-1 1 0 0 0,0-1-1 0 0,1 1 1 0 0,-1 0-1 0 0,1 0 1 0 0,0 0 0 0 0,-5 4-1 0 0,8-5-78 0 0,0 0 0 0 0,1-1 0 0 0,-1 1 0 0 0,0 0 0 0 0,1 0 0 0 0,-1-1 0 0 0,1 1 0 0 0,-1 0-1 0 0,1 0 1 0 0,-1 0 0 0 0,1 0 0 0 0,0 0 0 0 0,-1 0 0 0 0,1 0 0 0 0,0 0 0 0 0,0 0 0 0 0,0-1 0 0 0,0 3-1 0 0,0-2 5 0 0,0 1-1 0 0,0 0 0 0 0,1 0 0 0 0,-1-1 0 0 0,1 1 0 0 0,0 0 0 0 0,-1-1 0 0 0,1 1 0 0 0,0-1 0 0 0,0 1 0 0 0,0-1 0 0 0,0 1 0 0 0,2 1 0 0 0,8 9 87 0 0,1 0-1 0 0,0 0 0 0 0,1-1 0 0 0,0-1 1 0 0,19 11-1 0 0,79 40 2 0 0,-84-47-103 0 0,38 17 30 0 0,1-3-1 0 0,81 23 1 0 0,144 24 60 0 0,-69-34-15 0 0,1-8 1 0 0,1-11 0 0 0,258-7-1 0 0,-303-21 5 0 0,185-29-1 0 0,171-63 1189 0 0,-531 97-1273 0 0,128-33 830 0 0,-120 30-739 0 0,1-1-1 0 0,-1 0 1 0 0,0-1-1 0 0,-1 0 1 0 0,1-1-1 0 0,-1 0 1 0 0,-1-1-1 0 0,12-10 1 0 0,-20 17-95 0 0,-1-1-1 0 0,0 0 1 0 0,1 1-1 0 0,-1-1 1 0 0,0 0 0 0 0,0 1-1 0 0,0-1 1 0 0,0 0-1 0 0,0 0 1 0 0,0 0 0 0 0,0 0-1 0 0,-1 0 1 0 0,1 0-1 0 0,-1 0 1 0 0,0 0 0 0 0,1 0-1 0 0,-1 0 1 0 0,0 0-1 0 0,0 0 1 0 0,-1-4 0 0 0,0 2 0 0 0,0 0 0 0 0,0 0 0 0 0,-1 0 0 0 0,1 0 0 0 0,-1 0 0 0 0,0 1 1 0 0,0-1-1 0 0,-1 0 0 0 0,-4-5 0 0 0,-5-3 6 0 0,0 0-1 0 0,0 1 1 0 0,-1 0 0 0 0,-15-9-1 0 0,-52-31 3 0 0,-1 3 0 0 0,-3 4 0 0 0,-1 4 0 0 0,-169-55 0 0 0,60 44-162 0 0,-347-47 0 0 0,365 80-665 0 0,60 14-3760 0 0,33 4-815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1:59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73 919 0 0,'10'-5'1120'0'0,"0"0"0"0"0,-1-1 0 0 0,0 0 0 0 0,0 0 0 0 0,16-15 0 0 0,-23 19-1089 0 0,-1 2 13 0 0,-1 0 0 0 0,1-1-1 0 0,-1 1 1 0 0,1 0 0 0 0,-1-1 0 0 0,1 1 0 0 0,0-1-1 0 0,-1 1 1 0 0,1-1 0 0 0,-1 1 0 0 0,0-1 0 0 0,1 1-1 0 0,-1-1 1 0 0,1 0 0 0 0,-1 1 0 0 0,0-1-1 0 0,0 0 1 0 0,1 1 0 0 0,-1-1 0 0 0,0 0 0 0 0,0 1-1 0 0,0-1 1 0 0,0 0 0 0 0,0 1 0 0 0,0-1 0 0 0,0-1-1 0 0,0 1-6 0 0,-1 1-1 0 0,1-1 0 0 0,-1 1 1 0 0,0-1-1 0 0,0 1 0 0 0,1 0 1 0 0,-1-1-1 0 0,0 1 0 0 0,0-1 0 0 0,1 1 1 0 0,-1 0-1 0 0,0 0 0 0 0,0 0 1 0 0,0-1-1 0 0,1 1 0 0 0,-1 0 1 0 0,0 0-1 0 0,-1 0 0 0 0,-43 3 439 0 0,44-3-469 0 0,-20 3 219 0 0,-6-1 276 0 0,1 2-1 0 0,-1 1 1 0 0,1 1 0 0 0,-37 14-1 0 0,62-20-472 0 0,1 0 0 0 0,0 0 0 0 0,-1 0 0 0 0,1 0 0 0 0,0 0 0 0 0,-1 1 0 0 0,1-1 0 0 0,0 0 0 0 0,0 0 0 0 0,-1 0 0 0 0,1 0 0 0 0,0 0-1 0 0,0 1 1 0 0,-1-1 0 0 0,1 0 0 0 0,0 0 0 0 0,0 0 0 0 0,0 1 0 0 0,-1-1 0 0 0,1 0 0 0 0,0 0 0 0 0,0 1 0 0 0,0-1 0 0 0,0 0 0 0 0,-1 1 0 0 0,1-1 0 0 0,0 0 0 0 0,0 0-1 0 0,0 1 1 0 0,0-1 0 0 0,0 0 0 0 0,0 1 0 0 0,0-1 0 0 0,0 1 0 0 0,10 5 377 0 0,28 3-337 0 0,-28-6 29 0 0,15 3-92 0 0,21 5 40 0 0,48 19 0 0 0,-83-26-40 0 0,1 1-1 0 0,-1 0 1 0 0,0 1-1 0 0,0 0 1 0 0,-1 1-1 0 0,0 0 1 0 0,0 1-1 0 0,0 0 1 0 0,11 13-1 0 0,-19-19-6 0 0,0 1-1 0 0,0 0 1 0 0,0 0 0 0 0,0 0-1 0 0,0 0 1 0 0,0 1-1 0 0,-1-1 1 0 0,0 0 0 0 0,1 1-1 0 0,-1-1 1 0 0,0 1-1 0 0,-1-1 1 0 0,1 1 0 0 0,0 7-1 0 0,-2-9 2 0 0,1 0 0 0 0,0 0-1 0 0,-1 0 1 0 0,0 0 0 0 0,1 0-1 0 0,-1 0 1 0 0,0 0 0 0 0,0 0-1 0 0,0 0 1 0 0,0-1 0 0 0,0 1-1 0 0,0 0 1 0 0,-1 0 0 0 0,1-1-1 0 0,-1 1 1 0 0,1-1 0 0 0,-1 0-1 0 0,1 1 1 0 0,-1-1 0 0 0,0 0-1 0 0,0 0 1 0 0,0 0 0 0 0,0 0-1 0 0,1 0 1 0 0,-1 0 0 0 0,-4 0-1 0 0,-3 2 119 0 0,0-1-1 0 0,0 0 0 0 0,0-1 0 0 0,-1 0 0 0 0,1 0 1 0 0,0-1-1 0 0,-1 0 0 0 0,1-1 0 0 0,-1 0 0 0 0,1 0 1 0 0,-17-5-1 0 0,12 1 101 0 0,-1 0 1 0 0,1-1-1 0 0,0 0 1 0 0,0-1 0 0 0,1-1-1 0 0,-18-13 1 0 0,29 21-182 0 0,1-1 0 0 0,0 0 1 0 0,0 0-1 0 0,0 0 0 0 0,-1 0 1 0 0,1 0-1 0 0,0 0 0 0 0,0 0 1 0 0,0 0-1 0 0,0 0 0 0 0,1 0 1 0 0,-1-1-1 0 0,0 1 0 0 0,0 0 1 0 0,1-1-1 0 0,-1 1 0 0 0,0-2 1 0 0,1 2-25 0 0,1 0 0 0 0,-1 1 1 0 0,0-1-1 0 0,0 1 1 0 0,1-1-1 0 0,-1 1 1 0 0,0-1-1 0 0,0 1 1 0 0,1-1-1 0 0,-1 1 1 0 0,1-1-1 0 0,-1 1 1 0 0,0-1-1 0 0,1 1 0 0 0,-1 0 1 0 0,1-1-1 0 0,-1 1 1 0 0,1 0-1 0 0,-1-1 1 0 0,1 1-1 0 0,0 0 1 0 0,-1 0-1 0 0,1 0 1 0 0,-1-1-1 0 0,1 1 1 0 0,-1 0-1 0 0,2 0 1 0 0,4-1-48 0 0,0 0 0 0 0,0 1 0 0 0,0 0 1 0 0,1 0-1 0 0,-1 0 0 0 0,10 2 1 0 0,12 5-2107 0 0,35 11 0 0 0,-51-13-2943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0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5063 0 0,'0'0'232'0'0,"6"30"3402"0"0,0 39-893 0 0,-6-42-2132 0 0,3 0-1 0 0,0-1 1 0 0,1 1 0 0 0,2-1-1 0 0,14 40 1 0 0,-7-48-418 0 0,-7-14-475 0 0,-8-15-1028 0 0,0 5 578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7367 0 0,'1'-2'82'0'0,"0"0"0"0"0,0 0-1 0 0,0 1 1 0 0,0-1-1 0 0,0 1 1 0 0,0-1 0 0 0,0 1-1 0 0,1-1 1 0 0,-1 1-1 0 0,0 0 1 0 0,1 0 0 0 0,-1 0-1 0 0,1-1 1 0 0,0 1-1 0 0,-1 1 1 0 0,1-1-1 0 0,2-1 1 0 0,1 1 251 0 0,0 0 0 0 0,0 0 0 0 0,0 1 0 0 0,0 0 0 0 0,6 0 0 0 0,-3 0-81 0 0,29 2 277 0 0,0 2 1 0 0,66 15-1 0 0,10 1-284 0 0,-97-18-336 0 0,-9-1-112 0 0,0-1 0 0 0,0 1 0 0 0,0 1 0 0 0,0-1 0 0 0,-1 1 1 0 0,1 0-1 0 0,8 4 0 0 0,-8-1-579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0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7 1839 0 0,'-2'7'-267'0'0,"-7"20"3259"0"0,-9 43 0 0 0,17-61-2017 0 0,0 0 0 0 0,0 0 0 0 0,1 0 0 0 0,1 14-1 0 0,0-18-925 0 0,0 1 0 0 0,0-1-1 0 0,0 0 1 0 0,1 0-1 0 0,2 5 1 0 0,-3-7 24 0 0,1 0 1 0 0,0 0-1 0 0,0 0 1 0 0,0-1-1 0 0,1 1 1 0 0,-1-1-1 0 0,1 0 0 0 0,-1 0 1 0 0,1 0-1 0 0,0 0 1 0 0,0 0-1 0 0,0 0 1 0 0,0-1-1 0 0,0 1 1 0 0,0-1-1 0 0,0 0 0 0 0,0 0 1 0 0,0 0-1 0 0,1 0 1 0 0,-1-1-1 0 0,0 1 1 0 0,1-1-1 0 0,-1 0 1 0 0,5 0-1 0 0,10-1 67 0 0,0 0 1 0 0,0-1-1 0 0,21-5 1 0 0,-32 6-118 0 0,5-2-5 0 0,0 0 1 0 0,0-1-1 0 0,-1 0 0 0 0,1 0 0 0 0,-1-1 0 0 0,0-1 1 0 0,14-9-1 0 0,-20 12-69 0 0,-1 0 1 0 0,0 0-1 0 0,1-1 0 0 0,-1 0 1 0 0,-1 0-1 0 0,1 0 1 0 0,0-1-1 0 0,-1 1 0 0 0,0-1 1 0 0,0 0-1 0 0,0 1 1 0 0,-1-1-1 0 0,0-1 0 0 0,0 1 1 0 0,0 0-1 0 0,0 0 0 0 0,-1-1 1 0 0,1-9-1 0 0,-1 13 1 0 0,-1-1 1 0 0,0 0-1 0 0,0 0 0 0 0,0 0 0 0 0,-1 0 0 0 0,1 0 1 0 0,-1 0-1 0 0,0 0 0 0 0,0 0 0 0 0,0 1 0 0 0,0-1 0 0 0,0 0 1 0 0,0 1-1 0 0,-1-1 0 0 0,1 1 0 0 0,-1-1 0 0 0,-3-3 1 0 0,1 3 19 0 0,1-1 0 0 0,-1 1 0 0 0,0 0 0 0 0,0 1 0 0 0,-1-1 0 0 0,1 1 0 0 0,-1-1 0 0 0,1 1 0 0 0,-9-2 0 0 0,-1 0 122 0 0,-1 1-1 0 0,1 1 1 0 0,-1 0 0 0 0,0 1-1 0 0,0 1 1 0 0,-15 1 0 0 0,22-1-12 0 0,-24 3 293 0 0,30-3-357 0 0,1 0 0 0 0,0 1-1 0 0,0-1 1 0 0,0 0 0 0 0,0 0 0 0 0,-1 1-1 0 0,1-1 1 0 0,0 1 0 0 0,0-1-1 0 0,0 1 1 0 0,0-1 0 0 0,0 1 0 0 0,0 0-1 0 0,0 0 1 0 0,0-1 0 0 0,0 1 0 0 0,1 0-1 0 0,-1 0 1 0 0,0 0 0 0 0,-1 2 0 0 0,2-3-13 0 0,0 1 0 0 0,0 0 0 0 0,0 0 0 0 0,1 0 0 0 0,-1-1 0 0 0,0 1 0 0 0,0 0 1 0 0,1 0-1 0 0,-1-1 0 0 0,0 1 0 0 0,1 0 0 0 0,-1 0 0 0 0,1-1 0 0 0,-1 1 0 0 0,1 0 0 0 0,-1-1 1 0 0,1 1-1 0 0,-1-1 0 0 0,1 1 0 0 0,0-1 0 0 0,-1 1 0 0 0,1-1 0 0 0,0 1 0 0 0,-1-1 0 0 0,1 0 1 0 0,1 1-1 0 0,24 11-367 0 0,-23-11 186 0 0,10 5-315 0 0,1-2-18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1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0 7999 0 0,'-8'1'378'0'0,"1"0"-1"0"0,-1 0 1 0 0,1 0-1 0 0,0 1 1 0 0,-1 0-1 0 0,1 1 0 0 0,0 0 1 0 0,-9 5-1 0 0,-53 34 1201 0 0,58-35-1362 0 0,2-1 27 0 0,0 1 1 0 0,0 0-1 0 0,1 0 0 0 0,0 0 1 0 0,0 1-1 0 0,-10 14 0 0 0,17-20-190 0 0,-1 0 0 0 0,1 0 0 0 0,0 0 0 0 0,0 0 0 0 0,0 0-1 0 0,1 0 1 0 0,-1 0 0 0 0,0 0 0 0 0,1 0 0 0 0,-1 0 0 0 0,1 1-1 0 0,0-1 1 0 0,0 0 0 0 0,0 0 0 0 0,0 1 0 0 0,0 1 0 0 0,1-1-17 0 0,0-1 1 0 0,0 0-1 0 0,0 0 1 0 0,0 0-1 0 0,0 0 1 0 0,1 0-1 0 0,-1 0 1 0 0,1 0-1 0 0,-1 0 1 0 0,1-1 0 0 0,0 1-1 0 0,-1 0 1 0 0,1-1-1 0 0,0 0 1 0 0,0 1-1 0 0,0-1 1 0 0,0 0-1 0 0,4 2 1 0 0,8 2 28 0 0,-1-1 0 0 0,1 0 0 0 0,0 0 0 0 0,1-2 0 0 0,-1 0-1 0 0,0 0 1 0 0,24-1 0 0 0,-17-1-38 0 0,0 1-1 0 0,33 8 1 0 0,-44-7-92 0 0,35 11 166 0 0,-43-12-189 0 0,-1-1 0 0 0,1 1 1 0 0,0 0-1 0 0,0-1 0 0 0,-1 1 1 0 0,1 0-1 0 0,-1 0 0 0 0,1 1 0 0 0,-1-1 1 0 0,1 0-1 0 0,-1 0 0 0 0,0 1 1 0 0,1-1-1 0 0,-1 0 0 0 0,0 1 1 0 0,0 0-1 0 0,0-1 0 0 0,0 1 1 0 0,-1-1-1 0 0,2 4 0 0 0,-2-1-762 0 0,-1-1-28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 1 9671 0 0,'-21'35'1691'0'0,"-21"47"-1"0"0,29-54-1618 0 0,-1-1 0 0 0,-1-1-1 0 0,-31 43 1 0 0,59-85 199 0 0,37-45-247 0 0,-37 48-136 0 0,2 1 0 0 0,-1 0 0 0 0,1 1 0 0 0,1 1 1 0 0,0 0-1 0 0,24-10 0 0 0,-12 9 393 0 0,0 1 0 0 0,0 1 0 0 0,38-6 0 0 0,-42 9 135 0 0,-15 3-262 0 0,-1 1 0 0 0,1 0 0 0 0,13 0 0 0 0,-21 2-308 0 0,-2 0-20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1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8287 0 0,'4'4'736'0'0,"-1"0"-584"0"0,1 2-152 0 0,-1-4 0 0 0,-2 1 928 0 0,3 1 152 0 0,5 6 32 0 0,4 3 8 0 0,7 4-536 0 0,4 1-104 0 0,1-2-16 0 0,0-2-8 0 0,-1-2-256 0 0,-2-3-48 0 0,-4-2-16 0 0,-3-1 0 0 0,-3-1-624 0 0,-4-2-128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2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0 3223 0 0,'-5'5'2265'0'0,"4"-5"-1942"0"0,1 1 1 0 0,-1 0-1 0 0,1 0 0 0 0,-1 0 1 0 0,1-1-1 0 0,-1 1 1 0 0,1 0-1 0 0,0 0 1 0 0,0 0-1 0 0,-1 0 1 0 0,1 0-1 0 0,0 0 1 0 0,0 0-1 0 0,0 0 0 0 0,0 2 1 0 0,-4 28 628 0 0,4-28-505 0 0,1 184 4313 0 0,2-72-3271 0 0,-3-114-1493 0 0,1 0-1 0 0,-1-1 0 0 0,0 1 1 0 0,0 0-1 0 0,-1 0 1 0 0,1 0-1 0 0,0-1 0 0 0,0 1 1 0 0,0 0-1 0 0,0 0 0 0 0,-1 0 1 0 0,1-1-1 0 0,0 1 1 0 0,-1 0-1 0 0,1 0 0 0 0,-1-1 1 0 0,0 2-1 0 0,0-1 4 0 0,1-1 0 0 0,0 0 0 0 0,-1 0-1 0 0,1 0 1 0 0,-1 0 0 0 0,1 1 0 0 0,-1-1 0 0 0,1 0 0 0 0,-1 0-1 0 0,1 0 1 0 0,0 0 0 0 0,-1 0 0 0 0,1 0 0 0 0,-1 0 0 0 0,1 0-1 0 0,-1 0 1 0 0,1-1 0 0 0,-1 1 0 0 0,1 0 0 0 0,-1 0 0 0 0,1 0-1 0 0,-1-1 1 0 0,-24-18-5138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2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5983 0 0,'2'-2'210'0'0,"0"0"0"0"0,0 1 0 0 0,0-1 0 0 0,0 1 0 0 0,0-1 0 0 0,0 1 0 0 0,1 0-1 0 0,-1 0 1 0 0,1 0 0 0 0,-1 0 0 0 0,1 0 0 0 0,-1 0 0 0 0,1 1 0 0 0,3-1 0 0 0,41-3 2356 0 0,-42 4-2719 0 0,13 1 464 0 0,-1 0 0 0 0,1 1 1 0 0,-1 0-1 0 0,1 2 0 0 0,-1 0 1 0 0,0 1-1 0 0,0 0 1 0 0,-1 2-1 0 0,0 0 0 0 0,29 17 1 0 0,-33-17-167 0 0,-1 1 0 0 0,0 0 1 0 0,0 0-1 0 0,-1 1 0 0 0,0 1 1 0 0,0 0-1 0 0,-1 0 0 0 0,-1 1 1 0 0,0 0-1 0 0,0 0 1 0 0,-1 1-1 0 0,0 0 0 0 0,-1 0 1 0 0,7 22-1 0 0,-12-32-127 0 0,0 1-1 0 0,-1-1 1 0 0,1 1 0 0 0,-1-1 0 0 0,1 1 0 0 0,-1-1-1 0 0,0 1 1 0 0,0 0 0 0 0,0-1 0 0 0,0 1-1 0 0,0-1 1 0 0,-1 1 0 0 0,1 0 0 0 0,-1-1 0 0 0,0 1-1 0 0,0-1 1 0 0,0 0 0 0 0,0 1 0 0 0,-2 2-1 0 0,1-2 3 0 0,0-1 0 0 0,-1 1 0 0 0,1-1 0 0 0,-1 0-1 0 0,1 0 1 0 0,-1 0 0 0 0,0 0 0 0 0,0 0 0 0 0,0-1-1 0 0,0 1 1 0 0,0-1 0 0 0,0 0 0 0 0,-4 1 0 0 0,-10 1 45 0 0,-1 0-1 0 0,1-1 1 0 0,0-1 0 0 0,-29-1 0 0 0,40 0-53 0 0,-97-9 121 0 0,30 2-74 0 0,56 9-7 0 0,28 4-22 0 0,29 7-206 0 0,15-1-2502 0 0,-35-7-2998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3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1 304 6447 0 0,'2'0'318'0'0,"0"1"0"0"0,0 0-1 0 0,-1 0 1 0 0,1 0 0 0 0,0 0-1 0 0,-1 0 1 0 0,1 1-1 0 0,0-1 1 0 0,-1 0 0 0 0,0 1-1 0 0,1-1 1 0 0,-1 1 0 0 0,0-1-1 0 0,0 1 1 0 0,0 0-1 0 0,0-1 1 0 0,0 1 0 0 0,0 0-1 0 0,0 0 1 0 0,1 3 0 0 0,-1-2 7 0 0,0-1 0 0 0,0 1 0 0 0,0 0 0 0 0,1-1 0 0 0,-1 1 0 0 0,1-1 1 0 0,0 0-1 0 0,0 0 0 0 0,0 1 0 0 0,0-1 0 0 0,4 3 0 0 0,-6-5-275 0 0,1 0 0 0 0,-1-1-1 0 0,1 1 1 0 0,0 0 0 0 0,-1 0-1 0 0,1 0 1 0 0,-1 0-1 0 0,1-1 1 0 0,-1 1 0 0 0,1 0-1 0 0,-1-1 1 0 0,1 1 0 0 0,-1 0-1 0 0,1-1 1 0 0,-1 1 0 0 0,1-1-1 0 0,-1 1 1 0 0,0-1 0 0 0,1 1-1 0 0,-1-1 1 0 0,0 1 0 0 0,1-1-1 0 0,-1 1 1 0 0,0-1 0 0 0,0 1-1 0 0,1-1 1 0 0,-1 1 0 0 0,0-1-1 0 0,0 0 1 0 0,0 1 0 0 0,0-1-1 0 0,0 1 1 0 0,0-2 0 0 0,7-25 352 0 0,-7 25-305 0 0,11-54-18 0 0,14-59 98 0 0,-20 99-160 0 0,0-1 1 0 0,1 1 0 0 0,1 0-1 0 0,15-24 1 0 0,-20 36-26 0 0,0 1 0 0 0,0-1 0 0 0,1 1 0 0 0,0 0 0 0 0,-1 0 0 0 0,1 0 0 0 0,0 0 0 0 0,1 1 1 0 0,-1-1-1 0 0,0 1 0 0 0,1 0 0 0 0,-1 0 0 0 0,1 0 0 0 0,0 0 0 0 0,0 0 0 0 0,-1 1 0 0 0,1 0 0 0 0,6-1 0 0 0,-7 2 1 0 0,1 0 0 0 0,-1 0-1 0 0,0 0 1 0 0,1 0 0 0 0,-1 1 0 0 0,0 0 0 0 0,0-1 0 0 0,1 1 0 0 0,-1 0-1 0 0,0 1 1 0 0,0-1 0 0 0,0 1 0 0 0,0-1 0 0 0,0 1 0 0 0,-1 0 0 0 0,1 0 0 0 0,0 0-1 0 0,-1 0 1 0 0,0 1 0 0 0,1-1 0 0 0,-1 1 0 0 0,0-1 0 0 0,2 4 0 0 0,17 28 12 0 0,-1 2 0 0 0,-2 0 0 0 0,-1 1 0 0 0,15 50 0 0 0,-12-34 238 0 0,-19-50-209 0 0,0 0 0 0 0,0-1 1 0 0,0 1-1 0 0,0 0 0 0 0,-1 0 1 0 0,1-1-1 0 0,-1 1 0 0 0,1 0 1 0 0,-1 0-1 0 0,0 0 0 0 0,0 0 1 0 0,-1 0-1 0 0,1-1 0 0 0,-2 6 1 0 0,1-7-13 0 0,1 1 1 0 0,-1-1 0 0 0,0 0 0 0 0,0 0 0 0 0,0 0-1 0 0,0 0 1 0 0,0 0 0 0 0,-1 0 0 0 0,1 0-1 0 0,0 0 1 0 0,0-1 0 0 0,-1 1 0 0 0,1 0 0 0 0,0-1-1 0 0,-1 1 1 0 0,1-1 0 0 0,0 1 0 0 0,-1-1 0 0 0,1 0-1 0 0,-1 0 1 0 0,1 1 0 0 0,-1-1 0 0 0,1 0-1 0 0,-1 0 1 0 0,1 0 0 0 0,-1-1 0 0 0,1 1 0 0 0,-1 0-1 0 0,-1-1 1 0 0,-29-5 303 0 0,-55-19 0 0 0,5 2-164 0 0,19 7 242 0 0,98 27-854 0 0,-23-9 31 0 0,0-1 0 0 0,0 0 0 0 0,15-1-1 0 0,15-4-5671 0 0,-15 2 187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3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 12639 0 0,'1'0'57'0'0,"-1"-1"0"0"0,1 1 0 0 0,-1-1-1 0 0,0 1 1 0 0,1-1 0 0 0,-1 1 0 0 0,1-1 0 0 0,-1 1-1 0 0,1 0 1 0 0,0-1 0 0 0,-1 1 0 0 0,1 0 0 0 0,-1 0-1 0 0,1-1 1 0 0,0 1 0 0 0,-1 0 0 0 0,1 0 0 0 0,-1 0-1 0 0,1 0 1 0 0,0 0 0 0 0,-1 0 0 0 0,1 0 0 0 0,0 0-1 0 0,-1 0 1 0 0,1 0 0 0 0,0 0 0 0 0,7 16 1753 0 0,-7-10-1328 0 0,8 23 281 0 0,-2 0 1 0 0,-1 1 0 0 0,-1 0-1 0 0,1 45 1 0 0,-9-70-733 0 0,-3-9-359 0 0,-6-14-608 0 0,10 16 791 0 0,-27-39-4870 0 0,16 26-260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4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2759 0 0,'2'-15'2424'0'0,"-1"9"-1804"0"0,1 0 0 0 0,-1 0-1 0 0,2 0 1 0 0,-1 0-1 0 0,1 1 1 0 0,-1-1-1 0 0,1 1 1 0 0,1 0 0 0 0,-1-1-1 0 0,1 2 1 0 0,0-1-1 0 0,0 0 1 0 0,10-7-1 0 0,-7 6-319 0 0,1 1-1 0 0,0 0 0 0 0,0 1 0 0 0,0 0 0 0 0,1 0 1 0 0,-1 1-1 0 0,1 0 0 0 0,14-3 0 0 0,3 2-40 0 0,0 1 0 0 0,0 1 0 0 0,0 2 0 0 0,0 0-1 0 0,45 7 1 0 0,61 18 744 0 0,-85-14-675 0 0,0-3 0 0 0,84 5 0 0 0,-127-13-322 0 0,1 0 12 0 0,1 0 0 0 0,0 0 0 0 0,-1 0 1 0 0,1-1-1 0 0,0 0 0 0 0,-1 0 1 0 0,7-3-1 0 0,-12 4-14 0 0,0 0 0 0 0,0 0 1 0 0,0-1-1 0 0,0 1 0 0 0,0 0 0 0 0,0-1 0 0 0,0 1 1 0 0,-1 0-1 0 0,1 0 0 0 0,0-1 0 0 0,0 1 0 0 0,0 0 1 0 0,0 0-1 0 0,0-1 0 0 0,-1 1 0 0 0,1 0 1 0 0,0 0-1 0 0,0-1 0 0 0,0 1 0 0 0,-1 0 0 0 0,1 0 1 0 0,0 0-1 0 0,0 0 0 0 0,0-1 0 0 0,-1 1 0 0 0,1 0 1 0 0,0 0-1 0 0,-1 0 0 0 0,1 0 0 0 0,0 0 1 0 0,0 0-1 0 0,-1 0 0 0 0,1 0 0 0 0,0 0 0 0 0,0 0 1 0 0,-1 0-1 0 0,1 0 0 0 0,0 0 0 0 0,-1 0 1 0 0,1 0-1 0 0,-16-5 90 0 0,-26-2-48 0 0,-1 2 0 0 0,-53 0 0 0 0,100 6-48 0 0,-1 0 0 0 0,1 0-1 0 0,-1 0 1 0 0,1 0 0 0 0,-1 0 0 0 0,1 1-1 0 0,-1 0 1 0 0,0-1 0 0 0,0 1 0 0 0,0 0-1 0 0,0 1 1 0 0,0-1 0 0 0,-1 0 0 0 0,1 1-1 0 0,-1-1 1 0 0,1 1 0 0 0,-1 0 0 0 0,0 0-1 0 0,0 0 1 0 0,0 0 0 0 0,0 0 0 0 0,-1 1-1 0 0,1-1 1 0 0,-1 0 0 0 0,0 1 0 0 0,0-1-1 0 0,0 1 1 0 0,-1 0 0 0 0,1-1 0 0 0,-1 1-1 0 0,0 6 1 0 0,0-6 113 0 0,-1-1-1 0 0,0 0 1 0 0,0 0-1 0 0,0 1 0 0 0,-1-1 1 0 0,1 0-1 0 0,-1 0 1 0 0,0 0-1 0 0,0-1 1 0 0,0 1-1 0 0,0 0 1 0 0,-4 3-1 0 0,-10 14 401 0 0,14-14-500 0 0,-1 0-1 0 0,1 0 1 0 0,0 0 0 0 0,1 0 0 0 0,-1 1-1 0 0,0 6 1 0 0,-2 8-9 0 0,-13 41-10 0 0,9-35 100 0 0,0 1-1 0 0,2-1 1 0 0,1 2-1 0 0,-2 36 0 0 0,7-65-79 0 0,0 1-1 0 0,0 0 1 0 0,-1-1-1 0 0,1 1 0 0 0,0-1 1 0 0,0 1-1 0 0,0-1 1 0 0,0 1-1 0 0,0-1 0 0 0,0 1 1 0 0,0 0-1 0 0,1-1 0 0 0,-1 1 1 0 0,0-1-1 0 0,0 1 1 0 0,0-1-1 0 0,0 1 0 0 0,1-1 1 0 0,-1 1-1 0 0,0-1 1 0 0,0 1-1 0 0,1-1 0 0 0,-1 1 1 0 0,0-1-1 0 0,1 0 0 0 0,-1 1 1 0 0,1 0-1 0 0,8-12 224 0 0,7-22-6 0 0,-3-10-137 0 0,7-50 0 0 0,10-30-341 0 0,-25 107 138 0 0,1 1 1 0 0,0 0 0 0 0,1 0-1 0 0,1 1 1 0 0,16-24-1 0 0,-23 37 105 0 0,0-1-1 0 0,0 1 1 0 0,0-1 0 0 0,0 1-1 0 0,0-1 1 0 0,1 1 0 0 0,-1 0-1 0 0,0 0 1 0 0,1 0-1 0 0,-1 0 1 0 0,1 0 0 0 0,-1 0-1 0 0,1 0 1 0 0,0 0-1 0 0,-1 0 1 0 0,1 1 0 0 0,0-1-1 0 0,0 1 1 0 0,0 0 0 0 0,-1-1-1 0 0,1 1 1 0 0,3 0-1 0 0,-3 0 4 0 0,0 1-1 0 0,1 0 0 0 0,-1-1 0 0 0,0 1 1 0 0,0 0-1 0 0,1 1 0 0 0,-1-1 0 0 0,0 0 0 0 0,0 0 1 0 0,0 1-1 0 0,0 0 0 0 0,0-1 0 0 0,-1 1 0 0 0,3 3 1 0 0,5 5 2 0 0,-2 1 0 0 0,0 1 0 0 0,0-1 0 0 0,10 24 0 0 0,-6-5 130 0 0,11 49 0 0 0,-18-57-50 0 0,2 0 0 0 0,1-1 0 0 0,0 1-1 0 0,2-2 1 0 0,11 22 0 0 0,-5-25 12 0 0,-6-12 1 0 0,-9-5-88 0 0,1 0-1 0 0,-1 0 1 0 0,0 0 0 0 0,0-1 0 0 0,1 1 0 0 0,-1 0 0 0 0,0 0 0 0 0,0 0 0 0 0,0 0 0 0 0,1-1 0 0 0,-1 1 0 0 0,0 0 0 0 0,0 0-1 0 0,0 0 1 0 0,0-1 0 0 0,1 1 0 0 0,-1 0 0 0 0,0 0 0 0 0,0-1 0 0 0,0 1 0 0 0,0 0 0 0 0,0 0 0 0 0,0-1 0 0 0,0 1 0 0 0,0 0 0 0 0,0 0-1 0 0,0-1 1 0 0,0 1 0 0 0,0 0 0 0 0,0 0 0 0 0,0-1 0 0 0,0 1 0 0 0,0 0 0 0 0,0-1 0 0 0,0 0 0 0 0,-1-1 0 0 0,1 1 1 0 0,-1-1-1 0 0,0 1 0 0 0,1-1 1 0 0,-1 1-1 0 0,0-1 0 0 0,0 1 1 0 0,0 0-1 0 0,0-1 0 0 0,0 1 1 0 0,0 0-1 0 0,0 0 0 0 0,-1 0 1 0 0,1 0-1 0 0,0 0 0 0 0,-1 0 1 0 0,1 0-1 0 0,-3 0 0 0 0,-29-16 67 0 0,32 17-71 0 0,-22-8 91 0 0,1 1-1 0 0,-1 1 1 0 0,0 1 0 0 0,0 1-1 0 0,-34-1 1 0 0,25 4 53 0 0,-1 1 0 0 0,0 2 0 0 0,-43 7 0 0 0,51 0 532 0 0,17-1-1783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3 100 919 0 0,'-2'-61'212'0'0,"13"22"7124"0"0,-11 40-7274 0 0,9 7 950 0 0,7 11-575 0 0,-7-3-197 0 0,-1 1 0 0 0,-1 0 0 0 0,0 0 0 0 0,-1 1-1 0 0,8 36 1 0 0,7 96 1189 0 0,-19-131-1260 0 0,20 632 4032 0 0,-17-234-2907 0 0,6-228-1081 0 0,3 163 86 0 0,-17-297-1508 0 0,-3 0 1 0 0,-20 89-1 0 0,21-119 499 0 0,-2 9-713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5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65 5527 0 0,'-15'-24'412'0'0,"0"-1"10"0"0,4 9 3559 0 0,41 34-1720 0 0,28 27-2108 0 0,2-3-1 0 0,2-2 0 0 0,2-3 1 0 0,85 36-1 0 0,-103-54-132 0 0,2-2 1 0 0,0-3-1 0 0,1-1 0 0 0,1-3 0 0 0,-1-1 1 0 0,2-3-1 0 0,56-1 0 0 0,9-8 62 0 0,149-24-1 0 0,111-40-50 0 0,-222 38-17 0 0,89-22 108 0 0,134-22 1140 0 0,-119 22 107 0 0,-234 45-1459 0 0,12-6-1638 0 0,-23 6 137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6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9671 0 0,'1'-5'235'0'0,"3"-18"492"0"0,-4 23-726 0 0,0 0 0 0 0,0 0 0 0 0,0 0-1 0 0,0-1 1 0 0,0 1 0 0 0,0 0-1 0 0,0 0 1 0 0,0 0 0 0 0,0 0 0 0 0,0 0-1 0 0,0 0 1 0 0,0 0 0 0 0,0 0-1 0 0,0 0 1 0 0,0 0 0 0 0,0 0 0 0 0,0 0-1 0 0,0 0 1 0 0,0 0 0 0 0,0-1-1 0 0,0 1 1 0 0,0 0 0 0 0,1 0 0 0 0,-1 0-1 0 0,0 0 1 0 0,0 0 0 0 0,0 0-1 0 0,0 0 1 0 0,0 0 0 0 0,0 0 0 0 0,0 0-1 0 0,0 0 1 0 0,0 0 0 0 0,0 0-1 0 0,0 0 1 0 0,0 0 0 0 0,0 0 0 0 0,0 0-1 0 0,0 0 1 0 0,1 0 0 0 0,-1 0-1 0 0,0 0 1 0 0,0 0 0 0 0,0 0 0 0 0,0 0-1 0 0,0 0 1 0 0,0 0 0 0 0,0 0-1 0 0,0 0 1 0 0,0 0 0 0 0,0 0 0 0 0,0 0-1 0 0,0 0 1 0 0,0 0 0 0 0,1 0-1 0 0,-1 0 1 0 0,0 0 0 0 0,0 0 0 0 0,0 0-1 0 0,0 0 1 0 0,0 0 0 0 0,0 0-1 0 0,0 1 1 0 0,0-1 0 0 0,0 0 0 0 0,0 0-1 0 0,0 0 1 0 0,0 0 0 0 0,0 0-1 0 0,4 14-206 0 0,19 167 1106 0 0,-21-168-836 0 0,1 35 445 0 0,7 89 166 0 0,-7-64 77 0 0,-1-23-481 0 0,4 249 1347 0 0,-5-153-1318 0 0,-1-74-20 0 0,1 65-35 0 0,-1-73-118 0 0,0-21-95 0 0,5 166 113 0 0,1-103-227 0 0,-2-55-57 0 0,8 70-12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9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1375 0 0,'0'-3'358'0'0,"9"-21"8778"0"0,-1 42-7928 0 0,-4 1-721 0 0,-1 0 0 0 0,-1 0 0 0 0,0 1 1 0 0,-2-1-1 0 0,0 1 0 0 0,-4 23 1 0 0,1 3 163 0 0,2 25 126 0 0,3 0-1 0 0,15 104 1 0 0,-14-161-752 0 0,-2-10-46 0 0,0 0 1 0 0,0 0-1 0 0,0 0 1 0 0,-1 0-1 0 0,0 0 0 0 0,0 0 1 0 0,0 1-1 0 0,-1 6 1 0 0,1-11-42 0 0,0 1 1 0 0,0-1-1 0 0,-1 0 1 0 0,1 0-1 0 0,0 0 1 0 0,0 0-1 0 0,0 0 0 0 0,0 0 1 0 0,-1 1-1 0 0,1-1 1 0 0,0 0-1 0 0,0 0 1 0 0,0 0-1 0 0,-1 0 1 0 0,1 0-1 0 0,0 0 1 0 0,0 0-1 0 0,0 0 1 0 0,-1 0-1 0 0,1 0 1 0 0,0 0-1 0 0,0 0 1 0 0,-1 0-1 0 0,1 0 1 0 0,0 0-1 0 0,0 0 1 0 0,0 0-1 0 0,-1 0 1 0 0,1-1-1 0 0,0 1 1 0 0,0 0-1 0 0,0 0 1 0 0,0 0-1 0 0,-1 0 1 0 0,1 0-1 0 0,0 0 1 0 0,0-1-1 0 0,0 1 1 0 0,0 0-1 0 0,-1 0 1 0 0,1 0-1 0 0,0 0 1 0 0,0-1-1 0 0,0 1 1 0 0,0 0-1 0 0,0 0 1 0 0,0 0-1 0 0,0-1 1 0 0,0 1-1 0 0,0 0 1 0 0,0 0-1 0 0,0 0 1 0 0,0-1-1 0 0,0 1 1 0 0,0 0-1 0 0,0 0 0 0 0,0 0 1 0 0,0-1-1 0 0,0 1 1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09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1375 0 0,'6'9'3990'0'0,"-6"-8"-3420"0"0,1 1 0 0 0,-1-1 0 0 0,1 0 0 0 0,-1 3 0 0 0,2 0 550 0 0,6 16-155 0 0,1-1-1 0 0,1-1 0 0 0,1 1 0 0 0,0-2 1 0 0,1 1-1 0 0,26 26 0 0 0,-34-39-905 0 0,0-1 0 0 0,1 0-1 0 0,-1 0 1 0 0,1 0-1 0 0,0-1 1 0 0,0 0 0 0 0,1 0-1 0 0,-1 0 1 0 0,0 0 0 0 0,1-1-1 0 0,0 0 1 0 0,0 0 0 0 0,0-1-1 0 0,-1 0 1 0 0,1 1 0 0 0,0-2-1 0 0,1 1 1 0 0,-1-1-1 0 0,0 0 1 0 0,0 0 0 0 0,0-1-1 0 0,0 0 1 0 0,0 0 0 0 0,0 0-1 0 0,0-1 1 0 0,-1 0 0 0 0,1 0-1 0 0,6-3 1 0 0,-7 2-47 0 0,1-1-1 0 0,-1 1 1 0 0,0-1 0 0 0,0 0-1 0 0,0-1 1 0 0,-1 1 0 0 0,0-1 0 0 0,1 0-1 0 0,-2 0 1 0 0,1 0 0 0 0,-1-1-1 0 0,1 1 1 0 0,-1-1 0 0 0,-1 0 0 0 0,1 0-1 0 0,-1 0 1 0 0,0 0 0 0 0,-1 0-1 0 0,1 0 1 0 0,-1 0 0 0 0,0-1-1 0 0,-1-7 1 0 0,-14 103-180 0 0,12-62 336 0 0,1 1 0 0 0,1 0-1 0 0,6 48 1 0 0,-3-63-117 0 0,-1 1-1 0 0,1-1 1 0 0,1 0-1 0 0,1 0 1 0 0,0 0-1 0 0,0-1 1 0 0,1 1-1 0 0,1-1 1 0 0,12 17-1 0 0,8-1 220 0 0,-25-26-398 0 0,0 0 0 0 0,0-1 0 0 0,0 1 0 0 0,1-1 0 0 0,-1 1 0 0 0,0-1 0 0 0,1 0 0 0 0,-1 0 1 0 0,0 0-1 0 0,1-1 0 0 0,-1 1 0 0 0,5 0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0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53 2759 0 0,'2'-2'346'0'0,"0"0"1"0"0,-1 0-1 0 0,1 0 0 0 0,-1 0 0 0 0,1 0 0 0 0,-1-1 0 0 0,0 1 0 0 0,0 0 0 0 0,0-1 0 0 0,-1 1 0 0 0,1-1 0 0 0,0-3 0 0 0,-1 5-170 0 0,0 1 1 0 0,0-1 0 0 0,0 0-1 0 0,0 1 1 0 0,0-1-1 0 0,0 0 1 0 0,-1 0 0 0 0,1 1-1 0 0,0-1 1 0 0,0 0 0 0 0,-1 1-1 0 0,1-1 1 0 0,0 1-1 0 0,-1-1 1 0 0,1 0 0 0 0,-1 1-1 0 0,1-1 1 0 0,-1 1-1 0 0,1-1 1 0 0,-1 1 0 0 0,1-1-1 0 0,-1 1 1 0 0,0-1-1 0 0,-17-3-98 0 0,5 4 206 0 0,0 0-1 0 0,1 1 1 0 0,-1 1 0 0 0,0 0 0 0 0,0 1-1 0 0,1 0 1 0 0,0 1 0 0 0,0 0 0 0 0,0 1-1 0 0,0 1 1 0 0,0 0 0 0 0,1 0 0 0 0,0 1-1 0 0,1 0 1 0 0,-15 13 0 0 0,22-16-195 0 0,0-1 1 0 0,-1 1-1 0 0,2 0 0 0 0,-1 0 1 0 0,0 0-1 0 0,1 0 1 0 0,-1 0-1 0 0,1 1 0 0 0,1-1 1 0 0,-1 1-1 0 0,0 0 0 0 0,1-1 1 0 0,0 1-1 0 0,0 0 1 0 0,1 0-1 0 0,-1-1 0 0 0,1 1 1 0 0,0 0-1 0 0,0 0 0 0 0,2 8 1 0 0,-1-7-56 0 0,1 0 0 0 0,0-1 0 0 0,1 1-1 0 0,-1 0 1 0 0,1-1 0 0 0,0 0 0 0 0,0 1 0 0 0,1-1 0 0 0,0 0 0 0 0,0-1 0 0 0,0 1 0 0 0,0-1 0 0 0,0 0 0 0 0,1 0-1 0 0,0 0 1 0 0,6 3 0 0 0,3 2 2 0 0,1-1 1 0 0,1 0-1 0 0,-1-1 0 0 0,1-1 0 0 0,25 6 0 0 0,85 11 234 0 0,-23-5-502 0 0,-75-7-1576 0 0,-22-9 217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1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8287 0 0,'0'0'52'0'0,"1"0"-1"0"0,-1-1 1 0 0,0 1-1 0 0,0 0 1 0 0,1 0-1 0 0,-1 0 1 0 0,0 0-1 0 0,0 0 1 0 0,0 0-1 0 0,1-1 0 0 0,-1 1 1 0 0,0 0-1 0 0,0 0 1 0 0,1 0-1 0 0,-1 0 1 0 0,0 0-1 0 0,0 0 1 0 0,1 0-1 0 0,-1 0 1 0 0,0 0-1 0 0,1 0 1 0 0,-1 0-1 0 0,0 0 1 0 0,0 0-1 0 0,1 0 0 0 0,-1 0 1 0 0,0 0-1 0 0,0 0 1 0 0,1 1-1 0 0,-1-1 1 0 0,0 0-1 0 0,0 0 1 0 0,0 0-1 0 0,1 0 1 0 0,-1 1-1 0 0,5 11 2076 0 0,-2 24 851 0 0,-3-25-3050 0 0,4 37 1036 0 0,3 0 0 0 0,1-1 0 0 0,18 56 0 0 0,-25-100-941 0 0,0 0 1 0 0,0-1 0 0 0,0 1 0 0 0,1 0-1 0 0,-1-1 1 0 0,1 1 0 0 0,0-1 0 0 0,0 1 0 0 0,0-1-1 0 0,3 3 1 0 0,-5-5-17 0 0,0 0 0 0 0,1 1 0 0 0,-1-1 1 0 0,0 0-1 0 0,1 0 0 0 0,-1 0 0 0 0,0 1 0 0 0,1-1 0 0 0,-1 0 0 0 0,0 0 0 0 0,1 0 0 0 0,-1 0 0 0 0,0 0 0 0 0,1 0 0 0 0,-1 0 0 0 0,0 0 1 0 0,1 0-1 0 0,-1 0 0 0 0,0 0 0 0 0,1 0 0 0 0,-1 0 0 0 0,1 0 0 0 0,-1 0 0 0 0,0 0 0 0 0,1 0 0 0 0,-1 0 0 0 0,0 0 0 0 0,1-1 1 0 0,-1 1-1 0 0,1 0 0 0 0,-1-1 0 0 0,1 0 0 0 0,0 0 1 0 0,0-1-1 0 0,-1 1 0 0 0,1 0 1 0 0,-1 0-1 0 0,1 0 0 0 0,-1 0 1 0 0,0-1-1 0 0,1 1 1 0 0,-1 0-1 0 0,0-1 0 0 0,0-1 1 0 0,3-104-291 0 0,-4 74-66 0 0,2 1 0 0 0,5-43 0 0 0,-4 66 274 0 0,0 0 0 0 0,0 0 1 0 0,1 0-1 0 0,0 0 0 0 0,0 0 0 0 0,1 1 1 0 0,1-1-1 0 0,-1 1 0 0 0,1 0 0 0 0,0 0 1 0 0,1 1-1 0 0,9-10 0 0 0,-10 12 45 0 0,0 1 0 0 0,1 0 0 0 0,0 0 0 0 0,0 1 0 0 0,0-1 0 0 0,1 1 0 0 0,-1 1 0 0 0,1-1 0 0 0,-1 1 0 0 0,1 0 1 0 0,0 1-1 0 0,0-1 0 0 0,0 1 0 0 0,10 0 0 0 0,-13 1 33 0 0,0 0 1 0 0,0 0-1 0 0,0 0 1 0 0,-1 0-1 0 0,1 1 1 0 0,0-1-1 0 0,0 1 1 0 0,0 0-1 0 0,0 0 0 0 0,-1 1 1 0 0,1-1-1 0 0,-1 1 1 0 0,1-1-1 0 0,-1 1 1 0 0,1 0-1 0 0,-1 1 1 0 0,0-1-1 0 0,0 1 1 0 0,0-1-1 0 0,0 1 1 0 0,-1 0-1 0 0,1 0 1 0 0,-1 0-1 0 0,1 0 1 0 0,-1 0-1 0 0,0 1 1 0 0,1 3-1 0 0,-2-5 16 0 0,0 1 0 0 0,0-1-1 0 0,0 0 1 0 0,-1 1 0 0 0,1-1 0 0 0,-1 1-1 0 0,0 0 1 0 0,1-1 0 0 0,-1 1-1 0 0,0-1 1 0 0,-1 1 0 0 0,1-1 0 0 0,0 1-1 0 0,-1-1 1 0 0,1 1 0 0 0,-1-1-1 0 0,0 1 1 0 0,-2 3 0 0 0,1-3 8 0 0,0 0 0 0 0,0 0 0 0 0,-1 0 1 0 0,1 0-1 0 0,-1 0 0 0 0,0-1 0 0 0,0 1 0 0 0,0-1 0 0 0,0 0 1 0 0,0 0-1 0 0,-5 3 0 0 0,-6 1 57 0 0,0-1-1 0 0,0 0 1 0 0,-1-1 0 0 0,1 0 0 0 0,-17 1-1 0 0,15-3-1 0 0,1 0-1 0 0,-23-1 0 0 0,34-1-67 0 0,-1 0 0 0 0,1 0 0 0 0,0-1 0 0 0,-1 1 0 0 0,1-1 0 0 0,0-1 0 0 0,0 1 0 0 0,-1 0 0 0 0,1-1 0 0 0,0 0 0 0 0,0 0 0 0 0,1 0 0 0 0,-6-4 0 0 0,9 6-19 0 0,-1 0 1 0 0,1 0-1 0 0,0 0 0 0 0,0 0 0 0 0,-1-1 0 0 0,1 1 1 0 0,0 0-1 0 0,0 0 0 0 0,-1 0 0 0 0,1 0 0 0 0,0-1 0 0 0,0 1 1 0 0,-1 0-1 0 0,1 0 0 0 0,0-1 0 0 0,0 1 0 0 0,0 0 1 0 0,0 0-1 0 0,0-1 0 0 0,-1 1 0 0 0,1 0 0 0 0,0 0 0 0 0,0-1 1 0 0,0 1-1 0 0,0 0 0 0 0,0-1 0 0 0,0 1 0 0 0,0 0 1 0 0,0 0-1 0 0,0-1 0 0 0,0 1 0 0 0,0 0 0 0 0,0-1 0 0 0,0 1 1 0 0,0 0-1 0 0,0-1 0 0 0,0 1 0 0 0,0 0 0 0 0,0 0 1 0 0,1-1-1 0 0,-1 1 0 0 0,0 0 0 0 0,0 0 0 0 0,0-1 0 0 0,0 1 1 0 0,1 0-1 0 0,-1 0 0 0 0,0 0 0 0 0,0-1 0 0 0,0 1 1 0 0,1 0-1 0 0,16-5-823 0 0,-14 5 609 0 0,10-3-1276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2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40 919 0 0,'0'-1'226'0'0,"1"1"0"0"0,-1-1 0 0 0,1 1 0 0 0,-1-1-1 0 0,0 1 1 0 0,1-1 0 0 0,-1 0 0 0 0,0 1-1 0 0,0-1 1 0 0,0 0 0 0 0,1 1 0 0 0,-1-1-1 0 0,0 0 1 0 0,0 1 0 0 0,0-1 0 0 0,0 0 0 0 0,0 1-1 0 0,0-1 1 0 0,0 0 0 0 0,0 1 0 0 0,0-1-1 0 0,-1 0 1 0 0,1 1 0 0 0,0-1 0 0 0,0 0-1 0 0,-1 1 1 0 0,1-1 0 0 0,0 1 0 0 0,-1-1-1 0 0,0 0 1 0 0,0-1 8 0 0,-1 1 0 0 0,1 0 0 0 0,-1 0 0 0 0,1-1 0 0 0,-1 1 0 0 0,0 0 0 0 0,0 1 0 0 0,0-1 0 0 0,1 0 0 0 0,-4 0 0 0 0,-4-2 201 0 0,1 2 0 0 0,-1-1 0 0 0,-17 0 1 0 0,7 2 493 0 0,-36 5 0 0 0,50-4-794 0 0,0 0 1 0 0,-1 0 0 0 0,1 1-1 0 0,0-1 1 0 0,0 1 0 0 0,0 0 0 0 0,0 1-1 0 0,0-1 1 0 0,1 1 0 0 0,-1 0 0 0 0,-6 5-1 0 0,10-7-131 0 0,1 0-1 0 0,-1 0 1 0 0,0-1-1 0 0,1 1 1 0 0,-1 0-1 0 0,0 0 1 0 0,1 0 0 0 0,-1 0-1 0 0,1 0 1 0 0,0 0-1 0 0,-1-1 1 0 0,1 1-1 0 0,0 0 1 0 0,0 0-1 0 0,-1 0 1 0 0,1 0-1 0 0,0 0 1 0 0,0 0-1 0 0,0 0 1 0 0,0 1-1 0 0,0-1 1 0 0,0 0-1 0 0,1 1 1 0 0,-1 0 5 0 0,1 0 1 0 0,0 0-1 0 0,0 0 1 0 0,0 0-1 0 0,1 0 0 0 0,-1 0 1 0 0,0 0-1 0 0,1-1 0 0 0,-1 1 1 0 0,2 1-1 0 0,3 3 16 0 0,1-1 0 0 0,-1 0 0 0 0,1 0-1 0 0,13 6 1 0 0,19 9-38 0 0,53 36 0 0 0,-76-45 6 0 0,-2 1 1 0 0,1 0 0 0 0,-2 1 0 0 0,1 0 0 0 0,-2 1 0 0 0,12 17 0 0 0,-19-23-5 0 0,0 0 1 0 0,-1 0 0 0 0,0 1-1 0 0,0-1 1 0 0,-1 1-1 0 0,3 11 1 0 0,-5-17 13 0 0,0 1 1 0 0,-1-1-1 0 0,1 0 1 0 0,-1 1 0 0 0,1-1-1 0 0,-1 1 1 0 0,0-1-1 0 0,0 1 1 0 0,-1-1 0 0 0,1 1-1 0 0,-1-1 1 0 0,1 0-1 0 0,-1 1 1 0 0,0-1 0 0 0,-1 0-1 0 0,1 0 1 0 0,0 0-1 0 0,-1 1 1 0 0,-3 4 0 0 0,1-6 87 0 0,1 1 0 0 0,0-1 0 0 0,0 0 0 0 0,-1 0 0 0 0,1-1 0 0 0,-1 1 0 0 0,1-1 0 0 0,-1 1 0 0 0,0-1 1 0 0,0 0-1 0 0,1 0 0 0 0,-1-1 0 0 0,0 1 0 0 0,0-1 0 0 0,-7 0 0 0 0,-2-1 362 0 0,0 1 1 0 0,0-2-1 0 0,-18-4 0 0 0,25 5-382 0 0,-31-10 370 0 0,35 11-425 0 0,0-1 0 0 0,0 0 0 0 0,0 1 0 0 0,1-1 0 0 0,-1 0 0 0 0,0 0 0 0 0,1 0 0 0 0,-1-1 0 0 0,1 1 0 0 0,-1 0 0 0 0,1-1 0 0 0,-1 1 0 0 0,1 0 0 0 0,0-1 0 0 0,-2-3 0 0 0,3 5-32 0 0,0 0-1 0 0,0 0 1 0 0,0 0-1 0 0,0 0 1 0 0,-1-1 0 0 0,1 1-1 0 0,0 0 1 0 0,0 0-1 0 0,0 0 1 0 0,0 0-1 0 0,0-1 1 0 0,0 1 0 0 0,0 0-1 0 0,0 0 1 0 0,0 0-1 0 0,0-1 1 0 0,0 1-1 0 0,0 0 1 0 0,0 0 0 0 0,0 0-1 0 0,0-1 1 0 0,1 1-1 0 0,-1 0 1 0 0,0 0-1 0 0,0 0 1 0 0,0 0 0 0 0,0-1-1 0 0,0 1 1 0 0,0 0-1 0 0,0 0 1 0 0,1 0-1 0 0,-1 0 1 0 0,0 0-1 0 0,0 0 1 0 0,0-1 0 0 0,0 1-1 0 0,0 0 1 0 0,1 0-1 0 0,-1 0 1 0 0,0 0-1 0 0,0 0 1 0 0,1 0 0 0 0,10 0-1624 0 0,13 5-1556 0 0,-16-2 1482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9727 0 0,'12'42'2268'0'0,"-9"-31"-1922"0"0,0 1 1 0 0,0-1-1 0 0,1 0 0 0 0,1 0 1 0 0,0-1-1 0 0,0 1 1 0 0,10 13-1 0 0,-15-23-323 0 0,0-1 0 0 0,1 1 0 0 0,-1-1 0 0 0,0 1-1 0 0,0-1 1 0 0,1 0 0 0 0,-1 1 0 0 0,0-1 0 0 0,1 1 0 0 0,-1-1 0 0 0,0 0 0 0 0,1 1 0 0 0,-1-1 0 0 0,0 0 0 0 0,1 0-1 0 0,-1 1 1 0 0,1-1 0 0 0,-1 0 0 0 0,1 0 0 0 0,-1 1 0 0 0,1-1 0 0 0,-1 0 0 0 0,1 0 0 0 0,-1 0 0 0 0,1 0 0 0 0,-1 0-1 0 0,1 0 1 0 0,-1 0 0 0 0,1 0 0 0 0,-1 0 0 0 0,1 0 0 0 0,0 0 0 0 0,0-1 14 0 0,-1 0 0 0 0,1 0-1 0 0,0 1 1 0 0,-1-1 0 0 0,1 0 0 0 0,-1 0-1 0 0,1 0 1 0 0,-1 0 0 0 0,0 0 0 0 0,1 0 0 0 0,-1 0-1 0 0,0 0 1 0 0,0 0 0 0 0,1-1 0 0 0,0-40 562 0 0,-5 14-388 0 0,-10-36 0 0 0,8 43 37 0 0,2-1-1 0 0,0 0 1 0 0,-1-32 0 0 0,5 53-236 0 0,0 0 0 0 0,0 0 1 0 0,0 0-1 0 0,0 0 0 0 0,0 0 0 0 0,0 0 0 0 0,0 0 1 0 0,0 0-1 0 0,0 0 0 0 0,1 0 0 0 0,-1 0 0 0 0,1 0 1 0 0,-1 0-1 0 0,0 0 0 0 0,1 0 0 0 0,0 0 0 0 0,-1 0 1 0 0,1 0-1 0 0,-1 1 0 0 0,1-1 0 0 0,0 0 0 0 0,0 0 1 0 0,-1 1-1 0 0,1-1 0 0 0,0 1 0 0 0,0-1 0 0 0,0 0 1 0 0,0 1-1 0 0,0 0 0 0 0,0-1 0 0 0,0 1 0 0 0,0 0 1 0 0,0-1-1 0 0,1 1 0 0 0,3-1-455 0 0,0 1-1 0 0,1 0 1 0 0,-1 1-1 0 0,0-1 1 0 0,9 3-1 0 0,8 0-4209 0 0,-8-3-187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3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10735 0 0,'1'1'104'0'0,"0"1"-1"0"0,0-1 0 0 0,-1 1 0 0 0,1 0 0 0 0,-1-1 1 0 0,1 1-1 0 0,-1 0 0 0 0,0-1 0 0 0,0 1 0 0 0,1 0 1 0 0,-1-1-1 0 0,0 1 0 0 0,-1 2 0 0 0,-2 26 758 0 0,3-25-363 0 0,-3 14 558 0 0,-3 35 916 0 0,6-51-1862 0 0,0 0-1 0 0,0 0 0 0 0,1 0 1 0 0,-1 0-1 0 0,1 0 1 0 0,-1-1-1 0 0,1 1 1 0 0,0 0-1 0 0,0 0 0 0 0,0-1 1 0 0,0 1-1 0 0,1-1 1 0 0,-1 1-1 0 0,1-1 0 0 0,2 4 1 0 0,-3-5-87 0 0,0 0 0 0 0,0 0 0 0 0,0-1 0 0 0,0 1-1 0 0,0 0 1 0 0,0-1 0 0 0,0 1 0 0 0,0 0 0 0 0,0-1 0 0 0,0 0 0 0 0,1 1 0 0 0,-1-1 0 0 0,0 1 0 0 0,0-1 0 0 0,0 0-1 0 0,1 0 1 0 0,-1 0 0 0 0,0 0 0 0 0,0 0 0 0 0,1 0 0 0 0,1 0 0 0 0,0-1 4 0 0,-1 0 0 0 0,1 0 0 0 0,0 0 0 0 0,0-1 0 0 0,-1 1 0 0 0,1 0 1 0 0,-1-1-1 0 0,5-3 0 0 0,0-2-10 0 0,0 1 1 0 0,0-1 0 0 0,-1-1-1 0 0,9-13 1 0 0,-9 12-8 0 0,-1 1 1 0 0,-1-1-1 0 0,5-11 1 0 0,-8 16-33 0 0,0 1 1 0 0,0 0 0 0 0,0 0-1 0 0,-1-1 1 0 0,1 1-1 0 0,-1 0 1 0 0,0-1 0 0 0,1 1-1 0 0,-1 0 1 0 0,-1-1 0 0 0,1 1-1 0 0,0-1 1 0 0,-2-3 0 0 0,2 7-1 0 0,-1-1 1 0 0,1 0-1 0 0,-1 0 0 0 0,1 1 1 0 0,-1-1-1 0 0,1 0 1 0 0,-1 0-1 0 0,1 1 1 0 0,-1-1-1 0 0,0 1 1 0 0,1-1-1 0 0,-1 0 1 0 0,0 1-1 0 0,0-1 1 0 0,1 1-1 0 0,-1 0 1 0 0,0-1-1 0 0,0 1 1 0 0,0 0-1 0 0,1-1 1 0 0,-1 1-1 0 0,0 0 1 0 0,0 0-1 0 0,0 0 0 0 0,0 0 1 0 0,0 0-1 0 0,-1 0 1 0 0,-5 1-218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4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2303 0 0,'4'2'6604'0'0,"1"10"-3408"0"0,3 18-1942 0 0,-5-20-734 0 0,83 262 3994 0 0,-85-269-4685 0 0,-1 2-480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4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10135 0 0,'0'-1'141'0'0,"0"1"-1"0"0,0 0 0 0 0,1-1 0 0 0,-1 1 0 0 0,0-1 0 0 0,0 1 1 0 0,0-1-1 0 0,0 1 0 0 0,0 0 0 0 0,1-1 0 0 0,-1 1 0 0 0,0-1 1 0 0,0 1-1 0 0,1 0 0 0 0,-1-1 0 0 0,0 1 0 0 0,1 0 0 0 0,-1-1 1 0 0,0 1-1 0 0,1 0 0 0 0,-1 0 0 0 0,0-1 0 0 0,1 1 1 0 0,-1 0-1 0 0,1 0 0 0 0,-1 0 0 0 0,1 0 0 0 0,-1-1 0 0 0,0 1 1 0 0,1 0-1 0 0,0 0 0 0 0,26-4 1438 0 0,29 3-992 0 0,71 2 388 0 0,77 3-294 0 0,-186-2-776 0 0,0 1-1 0 0,-1 0 1 0 0,24 8-1 0 0,-26-6-2538 0 0,28 14 0 0 0,-30-12-2245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4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72 9671 0 0,'0'9'301'0'0,"0"0"0"0"0,1 0 0 0 0,0-1 0 0 0,1 1-1 0 0,-1-1 1 0 0,2 1 0 0 0,-1-1 0 0 0,1 0 0 0 0,1 0 0 0 0,-1 0-1 0 0,1 0 1 0 0,1-1 0 0 0,-1 1 0 0 0,1-1 0 0 0,1 0-1 0 0,-1-1 1 0 0,1 1 0 0 0,0-1 0 0 0,1 0 0 0 0,12 9 0 0 0,-15-13-240 0 0,0-1 1 0 0,-1 0-1 0 0,1 1 1 0 0,0-1-1 0 0,0-1 1 0 0,0 1-1 0 0,-1 0 0 0 0,1-1 1 0 0,0 0-1 0 0,0 0 1 0 0,0 0-1 0 0,0-1 1 0 0,0 1-1 0 0,0-1 1 0 0,0 0-1 0 0,0 0 1 0 0,-1 0-1 0 0,1 0 1 0 0,0-1-1 0 0,-1 1 1 0 0,1-1-1 0 0,-1 0 1 0 0,0 0-1 0 0,1-1 1 0 0,-1 1-1 0 0,4-4 1 0 0,-1 1-37 0 0,-1 0 1 0 0,1-1-1 0 0,-1 0 1 0 0,0 1-1 0 0,0-2 1 0 0,-1 1-1 0 0,1 0 1 0 0,-1-1-1 0 0,-1 0 1 0 0,0 0 0 0 0,0 0-1 0 0,4-12 1 0 0,-6 15-22 0 0,0 0 1 0 0,-1 0-1 0 0,0-1 1 0 0,1 1-1 0 0,-1 0 1 0 0,0-1-1 0 0,-1 1 1 0 0,1 0 0 0 0,-1 0-1 0 0,0-1 1 0 0,0 1-1 0 0,0 0 1 0 0,-1 0-1 0 0,1 0 1 0 0,-1 0-1 0 0,0 0 1 0 0,0 0 0 0 0,-1 1-1 0 0,1-1 1 0 0,-1 1-1 0 0,1 0 1 0 0,-1-1-1 0 0,-4-2 1 0 0,2 2 1 0 0,-1 0 0 0 0,1 0 1 0 0,-1 1-1 0 0,0 0 0 0 0,1 0 0 0 0,-1 1 0 0 0,-1-1 1 0 0,1 1-1 0 0,0 1 0 0 0,-1-1 0 0 0,1 1 1 0 0,0 0-1 0 0,-1 0 0 0 0,-12 1 0 0 0,9 1-17 0 0,0 0-1 0 0,0 0 1 0 0,0 1-1 0 0,0 0 1 0 0,1 1-1 0 0,-1 0 0 0 0,1 1 1 0 0,0 0-1 0 0,-12 6 1 0 0,18-8 5 0 0,1-1 0 0 0,-1 1 0 0 0,1-1 0 0 0,-1 1 0 0 0,1 0 0 0 0,0 0 0 0 0,0 0 0 0 0,0 0 0 0 0,0 0 0 0 0,0 1 0 0 0,0-1 0 0 0,1 0 0 0 0,-1 1 0 0 0,1 0 0 0 0,0-1 0 0 0,0 1 0 0 0,0 0 0 0 0,0-1 0 0 0,0 1 0 0 0,0 0 0 0 0,1 0 0 0 0,-1 0 0 0 0,1 0 0 0 0,0 0 0 0 0,0 0 0 0 0,0-1 0 0 0,0 1 0 0 0,0 0 0 0 0,1 0 0 0 0,0 0 0 0 0,-1 0 0 0 0,1 0 0 0 0,0-1 0 0 0,0 1 1 0 0,3 4-1 0 0,-2-3-59 0 0,1 0 1 0 0,-1-1 0 0 0,1 1 0 0 0,0-1 0 0 0,0 0-1 0 0,1 0 1 0 0,-1 0 0 0 0,0 0 0 0 0,1-1 0 0 0,0 1 0 0 0,0-1-1 0 0,-1 0 1 0 0,1 0 0 0 0,7 2 0 0 0,1 0-1476 0 0,0 0 1 0 0,1-1-1 0 0,22 3 0 0 0,-10-3-3096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5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8 160 5983 0 0,'4'3'794'0'0,"0"0"-1"0"0,0 0 1 0 0,-1 0-1 0 0,1 1 1 0 0,-1 0-1 0 0,0 0 1 0 0,0 0-1 0 0,4 7 1 0 0,6 9 696 0 0,-10-16-1276 0 0,-1 0-1 0 0,1-1 0 0 0,0 0 0 0 0,0 0 0 0 0,0 0 1 0 0,0 0-1 0 0,1 0 0 0 0,-1 0 0 0 0,1-1 1 0 0,0 0-1 0 0,0 0 0 0 0,0 0 0 0 0,0 0 1 0 0,0 0-1 0 0,0-1 0 0 0,0 0 0 0 0,0 0 1 0 0,1 0-1 0 0,4 0 0 0 0,-2-1-123 0 0,-1 0 0 0 0,0-1 0 0 0,0 0 0 0 0,0 0 0 0 0,0-1 0 0 0,0 0 0 0 0,0 0 0 0 0,0 0-1 0 0,0-1 1 0 0,-1 1 0 0 0,1-1 0 0 0,-1-1 0 0 0,6-4 0 0 0,-4 3-74 0 0,-1 0 0 0 0,0-1-1 0 0,0 1 1 0 0,-1-1 0 0 0,0-1 0 0 0,0 1-1 0 0,0-1 1 0 0,-1 1 0 0 0,0-1 0 0 0,0-1-1 0 0,-1 1 1 0 0,0 0 0 0 0,3-11 0 0 0,-5 15-16 0 0,0-1 1 0 0,0 0-1 0 0,0 0 1 0 0,-1 1-1 0 0,0-1 1 0 0,0 0-1 0 0,0 0 1 0 0,0 0-1 0 0,-1 0 1 0 0,1 1-1 0 0,-1-1 1 0 0,0 0-1 0 0,0 1 1 0 0,0-1-1 0 0,-1 0 1 0 0,1 1-1 0 0,-1-1 1 0 0,0 1-1 0 0,0 0 1 0 0,0 0-1 0 0,0 0 1 0 0,-1 0-1 0 0,1 0 1 0 0,-1 0-1 0 0,1 0 1 0 0,-1 1-1 0 0,0-1 1 0 0,0 1-1 0 0,-1 0 1 0 0,-2-2-1 0 0,-5-1-20 0 0,1 1 0 0 0,0-1 0 0 0,-1 2-1 0 0,0 0 1 0 0,0 0 0 0 0,0 1 0 0 0,0 0-1 0 0,0 1 1 0 0,0 0 0 0 0,0 1 0 0 0,-1 0 0 0 0,1 1-1 0 0,0 0 1 0 0,0 0 0 0 0,0 2 0 0 0,0-1-1 0 0,-12 5 1 0 0,21-6 9 0 0,0 0-1 0 0,0 0 1 0 0,0 0 0 0 0,0 0-1 0 0,0 0 1 0 0,0 0 0 0 0,0 0-1 0 0,0 1 1 0 0,0-1 0 0 0,1 1-1 0 0,-1-1 1 0 0,0 1 0 0 0,1-1-1 0 0,0 1 1 0 0,-1 0-1 0 0,1 0 1 0 0,0 0 0 0 0,0 0-1 0 0,0 0 1 0 0,0 0 0 0 0,0 0-1 0 0,1 0 1 0 0,-1 1 0 0 0,1-1-1 0 0,-1 0 1 0 0,1 0 0 0 0,0 0-1 0 0,-1 1 1 0 0,1-1-1 0 0,1 0 1 0 0,-1 0 0 0 0,0 3-1 0 0,1-2-76 0 0,1 0 0 0 0,-1 0 0 0 0,0 0 0 0 0,1 0 0 0 0,-1 0 0 0 0,1 0 0 0 0,0-1 0 0 0,0 1 0 0 0,0-1 1 0 0,0 1-1 0 0,1-1 0 0 0,-1 0 0 0 0,1 0 0 0 0,-1 0 0 0 0,1 0 0 0 0,0 0 0 0 0,0 0 0 0 0,0-1 0 0 0,0 1 0 0 0,0-1 0 0 0,5 2 0 0 0,9 1-1582 0 0,35 4 0 0 0,-27-5-3628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5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6 2303 0 0,'7'-5'5180'0'0,"-10"19"-188"0"0,-2 5-4244 0 0,-1 1 0 0 0,-1-2-1 0 0,-8 19 1 0 0,8-22-424 0 0,1-1 0 0 0,1 0 1 0 0,0 1-1 0 0,0 0 0 0 0,2 1 0 0 0,-3 19 0 0 0,6-33-268 0 0,0 0-1 0 0,0 0 1 0 0,0 0-1 0 0,0 1 1 0 0,0-1-1 0 0,0 0 1 0 0,1 0-1 0 0,-1 0 1 0 0,1 0-1 0 0,0 0 1 0 0,-1 0-1 0 0,1 0 1 0 0,0 0-1 0 0,0 0 1 0 0,0 0-1 0 0,0 0 1 0 0,1 0-1 0 0,-1-1 0 0 0,0 1 1 0 0,1 0-1 0 0,1 1 1 0 0,0-1-8 0 0,0-1-1 0 0,0 0 1 0 0,0 1 0 0 0,-1-1-1 0 0,1 0 1 0 0,0-1 0 0 0,0 1-1 0 0,0 0 1 0 0,0-1 0 0 0,1 0-1 0 0,-1 0 1 0 0,0 0 0 0 0,0 0 0 0 0,4-1-1 0 0,21-2-305 0 0,0-1 0 0 0,-1-2 0 0 0,0-1 0 0 0,48-19 0 0 0,-73 24-863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16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46 3679 0 0,'7'-18'739'0'0,"-6"17"-497"0"0,-1 0 0 0 0,0 0 0 0 0,0 0 1 0 0,0 1-1 0 0,0-1 0 0 0,0 0 0 0 0,0 0 0 0 0,-1 0 0 0 0,1 0 0 0 0,0 0 0 0 0,0 0 0 0 0,-1 1 0 0 0,1-1 0 0 0,0 0 0 0 0,-1 0 1 0 0,1 0-1 0 0,-1 1 0 0 0,1-1 0 0 0,-1 0 0 0 0,1 0 0 0 0,-1 0 0 0 0,-1 0 96 0 0,1 0-1 0 0,0 0 1 0 0,0 0 0 0 0,-1 1-1 0 0,1-1 1 0 0,-1 0 0 0 0,1 1-1 0 0,0-1 1 0 0,-1 1-1 0 0,1-1 1 0 0,-1 1 0 0 0,-2 0-1 0 0,-15 0-1263 0 0,13 1 1013 0 0,0 1 0 0 0,0 0 0 0 0,0 0 0 0 0,0 0 0 0 0,0 1 0 0 0,0-1 0 0 0,1 1 0 0 0,-1 1 0 0 0,1-1 0 0 0,0 1 0 0 0,-7 6 0 0 0,10-8-48 0 0,0 0 1 0 0,0-1-1 0 0,1 1 1 0 0,-1 0 0 0 0,1 0-1 0 0,-1 0 1 0 0,1 0 0 0 0,0 1-1 0 0,0-1 1 0 0,0 0 0 0 0,0 1-1 0 0,0-1 1 0 0,1 0 0 0 0,-1 1-1 0 0,0-1 1 0 0,1 1 0 0 0,0-1-1 0 0,0 1 1 0 0,0-1-1 0 0,0 1 1 0 0,0-1 0 0 0,0 1-1 0 0,1-1 1 0 0,-1 0 0 0 0,1 1-1 0 0,0-1 1 0 0,-1 1 0 0 0,1-1-1 0 0,0 0 1 0 0,0 0 0 0 0,2 3-1 0 0,5 6 45 0 0,0-1 0 0 0,1 0 0 0 0,-1 0 0 0 0,2-1 0 0 0,14 12 0 0 0,-11-11 188 0 0,-1 1 0 0 0,18 21 0 0 0,-29-31-221 0 0,-1-1 0 0 0,1 1-1 0 0,-1 0 1 0 0,1-1 0 0 0,-1 1-1 0 0,1 0 1 0 0,-1 0 0 0 0,1 0-1 0 0,-1-1 1 0 0,0 1 0 0 0,1 0 0 0 0,-1 0-1 0 0,0 0 1 0 0,0 0 0 0 0,0 0-1 0 0,0-1 1 0 0,0 1 0 0 0,0 0-1 0 0,0 0 1 0 0,0 0 0 0 0,0 0-1 0 0,0 0 1 0 0,0 0 0 0 0,-1 0 0 0 0,1-1-1 0 0,-1 3 1 0 0,0-2 20 0 0,0 1 1 0 0,0-1-1 0 0,-1 1 0 0 0,1-1 0 0 0,0 0 1 0 0,-1 0-1 0 0,1 1 0 0 0,-1-1 1 0 0,0 0-1 0 0,1 0 0 0 0,-1-1 1 0 0,-2 2-1 0 0,-5 2 134 0 0,-1-1 0 0 0,-1 0 0 0 0,-14 2 0 0 0,-36-1 539 0 0,22-1-6924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2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9671 0 0,'2'3'166'0'0,"1"0"0"0"0,-1 1 0 0 0,0-1 0 0 0,0 1 1 0 0,0-1-1 0 0,2 8 0 0 0,-2-5 299 0 0,5 10 157 0 0,-2 1-1 0 0,0 0 0 0 0,-1 0 0 0 0,-1 0 1 0 0,2 33-1 0 0,-3-26 68 0 0,2 0 1 0 0,6 25-1 0 0,-10-45-1091 0 0,-6-14-688 0 0,-4-5-1206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2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 8407 0 0,'5'-3'132'0'0,"-1"0"-1"0"0,0 0 1 0 0,1 0-1 0 0,0 1 0 0 0,0 0 1 0 0,-1 0-1 0 0,1 0 0 0 0,1 0 1 0 0,-1 1-1 0 0,0-1 1 0 0,0 1-1 0 0,0 1 0 0 0,1-1 1 0 0,5 1-1 0 0,6 0 142 0 0,0 0 1 0 0,0 1-1 0 0,20 4 0 0 0,-31-3-203 0 0,0-1 0 0 0,1 1 0 0 0,-1 0-1 0 0,0 0 1 0 0,0 1 0 0 0,0 0-1 0 0,0 0 1 0 0,0 0 0 0 0,-1 1 0 0 0,0 0-1 0 0,6 4 1 0 0,-10-6-60 0 0,1 0-1 0 0,0 0 1 0 0,0 0 0 0 0,-1 0-1 0 0,1 0 1 0 0,-1 0 0 0 0,0 0-1 0 0,1 0 1 0 0,-1 1 0 0 0,0-1-1 0 0,-1 1 1 0 0,1-1 0 0 0,0 1-1 0 0,-1-1 1 0 0,1 1 0 0 0,-1-1-1 0 0,0 1 1 0 0,0-1-1 0 0,0 1 1 0 0,0 0 0 0 0,0-1-1 0 0,0 1 1 0 0,-1-1 0 0 0,1 1-1 0 0,-1-1 1 0 0,0 1 0 0 0,0-1-1 0 0,0 1 1 0 0,0-1 0 0 0,-2 3-1 0 0,0 1 2 0 0,-1-1 0 0 0,1 0 0 0 0,-1-1 0 0 0,0 1 0 0 0,-1-1 0 0 0,1 1 0 0 0,-1-1 0 0 0,1-1 0 0 0,-1 1-1 0 0,-1-1 1 0 0,1 0 0 0 0,-8 4 0 0 0,4-3 62 0 0,1-1 0 0 0,-1 0 0 0 0,1-1 0 0 0,-1 0 0 0 0,0 0 0 0 0,0-1 0 0 0,-17 1 0 0 0,38 0 5 0 0,-1 0 0 0 0,0 0 1 0 0,0 1-1 0 0,-1 0 0 0 0,1 1 1 0 0,-1 1-1 0 0,0-1 1 0 0,13 9-1 0 0,-11-6 0 0 0,-1 0 0 0 0,0 0 0 0 0,0 1 1 0 0,-1 0-1 0 0,0 1 0 0 0,-1 0 0 0 0,17 21 0 0 0,-25-28-67 0 0,1-1 0 0 0,-1 1 0 0 0,0 0 0 0 0,0 0 0 0 0,0 0 0 0 0,0 0 0 0 0,0-1 0 0 0,-1 1 0 0 0,1 1 0 0 0,-1-1 0 0 0,1 0 0 0 0,-1 0 0 0 0,1 0 0 0 0,-1 0 0 0 0,0 0 0 0 0,0 0 0 0 0,0 0 0 0 0,-1 1 0 0 0,1-1 0 0 0,0 0-1 0 0,-2 3 1 0 0,1-3 26 0 0,0 1 0 0 0,-1-1 0 0 0,0 0 0 0 0,1 0-1 0 0,-1 0 1 0 0,0 0 0 0 0,0 0 0 0 0,0 0 0 0 0,0 0 0 0 0,0-1-1 0 0,-1 1 1 0 0,1-1 0 0 0,0 0 0 0 0,-5 2 0 0 0,-6 2 131 0 0,0 0 0 0 0,-1-2 0 0 0,0 1 0 0 0,0-2 1 0 0,-15 2-1 0 0,19-3 78 0 0,0 0 0 0 0,-1 0 0 0 0,1-1 0 0 0,0 0 0 0 0,-1-1 1 0 0,1 0-1 0 0,0-1 0 0 0,0 0 0 0 0,0-1 0 0 0,0 0 0 0 0,-18-8 0 0 0,27 11-238 0 0,1 0 0 0 0,-1 0 0 0 0,1 0 0 0 0,0 0 1 0 0,-1-1-1 0 0,1 1 0 0 0,-1 0 0 0 0,1 0 0 0 0,0-1 0 0 0,-1 1 0 0 0,1 0 0 0 0,0-1 0 0 0,-1 1 0 0 0,1 0 0 0 0,0-1 0 0 0,-1 1 0 0 0,1 0 0 0 0,0-1 0 0 0,0 1 0 0 0,-1-1 1 0 0,1 1-1 0 0,0-1 0 0 0,0 1 0 0 0,0 0 0 0 0,0-1 0 0 0,0 1 0 0 0,0-1 0 0 0,0 1 0 0 0,0-1 0 0 0,0 1 0 0 0,0-1 0 0 0,0 0 0 0 0,1 0 0 0 0,-1 0 0 0 0,1 1 0 0 0,0-1 0 0 0,-1 0 0 0 0,1 1 0 0 0,0-1 0 0 0,-1 1 0 0 0,1-1 0 0 0,0 1 0 0 0,0-1 0 0 0,0 1 0 0 0,0 0 0 0 0,1-1 0 0 0,33-6-570 0 0,30 5-2928 0 0,-47-1 1560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2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11343 0 0,'0'0'27'0'0,"0"0"-1"0"0,0-1 1 0 0,0 1 0 0 0,0 0-1 0 0,1 0 1 0 0,-1 0-1 0 0,0 0 1 0 0,0 0 0 0 0,0 0-1 0 0,0 0 1 0 0,1-1-1 0 0,-1 1 1 0 0,0 0-1 0 0,0 0 1 0 0,0 0 0 0 0,1 0-1 0 0,-1 0 1 0 0,0 0-1 0 0,0 0 1 0 0,0 0-1 0 0,1 0 1 0 0,-1 0 0 0 0,0 0-1 0 0,0 0 1 0 0,0 0-1 0 0,1 0 1 0 0,-1 0-1 0 0,0 1 1 0 0,0-1 0 0 0,0 0-1 0 0,0 0 1 0 0,1 0-1 0 0,-1 0 1 0 0,0 0-1 0 0,0 0 1 0 0,0 0 0 0 0,0 1-1 0 0,1-1 1 0 0,-1 0-1 0 0,0 0 1 0 0,0 0-1 0 0,7 13 636 0 0,3 22-72 0 0,-8-26-414 0 0,3 10 208 0 0,1-1-1 0 0,1-1 1 0 0,14 27-1 0 0,-19-39-232 0 0,1 0 0 0 0,0-1-1 0 0,0 1 1 0 0,0-1 0 0 0,1 0 0 0 0,-1 0 0 0 0,1 0-1 0 0,0 0 1 0 0,1-1 0 0 0,-1 1 0 0 0,0-1 0 0 0,1 0-1 0 0,0 0 1 0 0,0-1 0 0 0,-1 0 0 0 0,12 4 0 0 0,-14-6-142 0 0,-1 1 1 0 0,1-1 0 0 0,0 0-1 0 0,0 0 1 0 0,0 0 0 0 0,0 0-1 0 0,0 0 1 0 0,-1 0 0 0 0,1 0 0 0 0,0-1-1 0 0,0 1 1 0 0,0-1 0 0 0,0 1-1 0 0,-1-1 1 0 0,1 0 0 0 0,0 1-1 0 0,-1-1 1 0 0,1 0 0 0 0,2-2-1 0 0,-2 1 22 0 0,1-1-1 0 0,-1 0 1 0 0,1 1-1 0 0,-1-1 1 0 0,0 0-1 0 0,0 0 1 0 0,0 0-1 0 0,-1 0 0 0 0,3-6 1 0 0,-1 0 19 0 0,-1 1 1 0 0,1 0 0 0 0,-2-1-1 0 0,1 1 1 0 0,-1-1-1 0 0,0 0 1 0 0,-2-14-1 0 0,1 17-45 0 0,-1 1-1 0 0,0 0 0 0 0,-1 0 0 0 0,0-1 1 0 0,0 1-1 0 0,0 0 0 0 0,-5-8 1 0 0,6 11-6 0 0,0 0 0 0 0,0 0 0 0 0,0 0 0 0 0,0 1 0 0 0,-1-1 0 0 0,1 0 0 0 0,-1 1 0 0 0,1-1 1 0 0,-1 1-1 0 0,0-1 0 0 0,0 1 0 0 0,0 0 0 0 0,1 0 0 0 0,-1 0 0 0 0,0 0 0 0 0,0 0 0 0 0,-1 0 0 0 0,1 0 1 0 0,0 1-1 0 0,0-1 0 0 0,-3 1 0 0 0,5 0-54 0 0,0 0 1 0 0,-1 0-1 0 0,1 0 1 0 0,0 0 0 0 0,0 0-1 0 0,0 0 1 0 0,0 1-1 0 0,0-1 1 0 0,0 0-1 0 0,0 0 1 0 0,0 0-1 0 0,0 0 1 0 0,0 0-1 0 0,0 1 1 0 0,0-1-1 0 0,1 0 1 0 0,-1 0 0 0 0,0 0-1 0 0,0 0 1 0 0,4 2-1744 0 0,1-1 318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3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8 8751 0 0,'-3'-1'424'0'0,"0"-1"0"0"0,0 1 0 0 0,0 0 0 0 0,0 0-1 0 0,0 1 1 0 0,-1-1 0 0 0,1 1 0 0 0,0-1 0 0 0,0 1-1 0 0,-1 0 1 0 0,1 0 0 0 0,0 0 0 0 0,0 1 0 0 0,0-1 0 0 0,-6 3-1 0 0,-4-2-233 0 0,4 1 93 0 0,-1-1 1 0 0,1 1-1 0 0,-17 6 0 0 0,24-7-259 0 0,-1-1 0 0 0,1 1 0 0 0,0 0 0 0 0,0 0 0 0 0,0 0 0 0 0,0 0 0 0 0,1 0 0 0 0,-1 1 0 0 0,0-1 0 0 0,0 0 0 0 0,1 1 0 0 0,-1 0 0 0 0,1-1 0 0 0,-1 1 0 0 0,1 0 0 0 0,0-1 0 0 0,-1 1 0 0 0,1 0 0 0 0,0 0 0 0 0,0 0 0 0 0,0 0 0 0 0,0 4 0 0 0,1-5-21 0 0,0 0 0 0 0,0 1 0 0 0,1-1-1 0 0,-1 0 1 0 0,0 0 0 0 0,1 0 0 0 0,-1 0 0 0 0,1 0-1 0 0,-1 0 1 0 0,1 0 0 0 0,-1 0 0 0 0,1 0 0 0 0,0 0-1 0 0,0-1 1 0 0,-1 1 0 0 0,1 0 0 0 0,0 0 0 0 0,0-1-1 0 0,0 1 1 0 0,0 0 0 0 0,0-1 0 0 0,0 1 0 0 0,0-1-1 0 0,1 1 1 0 0,33 14-14 0 0,-23-11 16 0 0,-11-3-5 0 0,18 6 0 0 0,-1 1-1 0 0,-1 2 1 0 0,23 14-1 0 0,-36-22 2 0 0,-1 0 0 0 0,0 1 0 0 0,0-1 0 0 0,0 1 0 0 0,0 0 0 0 0,0 0 0 0 0,0 0 0 0 0,-1 0 0 0 0,1 0 0 0 0,-1 0 0 0 0,0 1 0 0 0,0-1 0 0 0,0 1 0 0 0,-1 0 0 0 0,1-1 0 0 0,-1 1 0 0 0,0 0 0 0 0,0 0 0 0 0,0 0 0 0 0,0 0 0 0 0,-1 0 0 0 0,0 0 0 0 0,1 0 0 0 0,-2 4 0 0 0,0-5 46 0 0,0 1 0 0 0,0-1 0 0 0,-1 0 0 0 0,1 1 0 0 0,-1-1 0 0 0,0 0 0 0 0,0 0 0 0 0,0 0 0 0 0,0-1 0 0 0,-1 1 0 0 0,1 0 0 0 0,-1-1 0 0 0,0 0 0 0 0,1 1 0 0 0,-1-1-1 0 0,0 0 1 0 0,0 0 0 0 0,-1-1 0 0 0,-2 2 0 0 0,-1 1 146 0 0,0-1-1 0 0,0-1 1 0 0,0 1-1 0 0,-1-1 1 0 0,1 0-1 0 0,-1-1 1 0 0,1 0-1 0 0,-9 0 1 0 0,11-1-60 0 0,0 0-1 0 0,0 0 1 0 0,0-1 0 0 0,0 0-1 0 0,0 0 1 0 0,1 0-1 0 0,-1-1 1 0 0,0 0 0 0 0,-8-4-1 0 0,12 5-122 0 0,0 1-1 0 0,0-1 0 0 0,0 0 0 0 0,0 0 0 0 0,0 1 0 0 0,0-1 0 0 0,0 0 1 0 0,0 0-1 0 0,1 0 0 0 0,-1 0 0 0 0,0 0 0 0 0,0-1 0 0 0,1 1 0 0 0,-1 0 1 0 0,1 0-1 0 0,-1 0 0 0 0,1-1 0 0 0,0 1 0 0 0,-1 0 0 0 0,1 0 0 0 0,0-1 1 0 0,0 1-1 0 0,0 0 0 0 0,0 0 0 0 0,0-1 0 0 0,0 1 0 0 0,0 0 0 0 0,0-1 1 0 0,1 1-1 0 0,-1 0 0 0 0,0 0 0 0 0,1-1 0 0 0,-1 1 0 0 0,1 0 0 0 0,-1 0 1 0 0,1 0-1 0 0,0 0 0 0 0,-1 0 0 0 0,1 0 0 0 0,0 0 0 0 0,2-2 1 0 0,3-4-819 0 0,0 0 0 0 0,1 0 1 0 0,0 1-1 0 0,1-1 0 0 0,8-4 1 0 0,-1-1-5546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3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12839 0 0,'0'0'36'0'0,"0"-1"0"0"0,0 1 0 0 0,0 0-1 0 0,0 0 1 0 0,0-1 0 0 0,0 1 0 0 0,1 0 0 0 0,-1 0-1 0 0,0-1 1 0 0,0 1 0 0 0,0 0 0 0 0,0 0-1 0 0,1-1 1 0 0,-1 1 0 0 0,0 0 0 0 0,0 0 0 0 0,0 0-1 0 0,1-1 1 0 0,-1 1 0 0 0,0 0 0 0 0,0 0 0 0 0,1 0-1 0 0,-1 0 1 0 0,0 0 0 0 0,0-1 0 0 0,1 1-1 0 0,-1 0 1 0 0,0 0 0 0 0,1 0 0 0 0,-1 0 0 0 0,0 0-1 0 0,0 0 1 0 0,1 0 0 0 0,-1 0 0 0 0,0 0-1 0 0,1 0 1 0 0,-1 0 0 0 0,0 0 0 0 0,1 1 0 0 0,2 12 1881 0 0,-3-9-1352 0 0,5 83 2032 0 0,-5-69-2472 0 0,0-1 1 0 0,1 1-1 0 0,1-1 1 0 0,0 1-1 0 0,2-1 1 0 0,9 31 0 0 0,-12-46-140 0 0,-1-1 1 0 0,1 0 0 0 0,0 1 0 0 0,0-1-1 0 0,0 1 1 0 0,0-1 0 0 0,0 0 0 0 0,0 0 0 0 0,0 0-1 0 0,0 1 1 0 0,1-1 0 0 0,-1 0 0 0 0,3 1-1 0 0,7 0-1699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6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24 2759 0 0,'4'-5'2312'0'0,"-4"5"-2135"0"0,0 0 1 0 0,1-1 0 0 0,-1 1 0 0 0,0-1 0 0 0,0 1-1 0 0,0-1 1 0 0,0 1 0 0 0,0-1 0 0 0,1 1 0 0 0,-1-1-1 0 0,0 1 1 0 0,0-1 0 0 0,0 1 0 0 0,0 0-1 0 0,-1-1 1 0 0,1 1 0 0 0,0-1 0 0 0,0 1 0 0 0,0-1-1 0 0,0 1 1 0 0,0-1 0 0 0,-1 1 0 0 0,1-1 0 0 0,-1 0 12 0 0,-1 0 1 0 0,1 0-1 0 0,0 1 1 0 0,0-1-1 0 0,-1 0 1 0 0,1 1 0 0 0,-1-1-1 0 0,1 1 1 0 0,-1 0-1 0 0,1-1 1 0 0,-3 1-1 0 0,-46-1 760 0 0,1 5 392 0 0,0 2-1 0 0,-50 14 1 0 0,97-20-1263 0 0,-1 1 1 0 0,1-1-1 0 0,0 1 0 0 0,0 0 0 0 0,-1 0 0 0 0,1 0 1 0 0,0 0-1 0 0,0 0 0 0 0,0 0 0 0 0,0 1 0 0 0,0-1 1 0 0,0 1-1 0 0,1 0 0 0 0,-4 2 0 0 0,5-3-49 0 0,0 0 0 0 0,-1-1 0 0 0,1 1 0 0 0,0-1 0 0 0,0 1 0 0 0,0 0 0 0 0,0-1 0 0 0,-1 1 0 0 0,1-1 0 0 0,0 1 0 0 0,0 0 0 0 0,0-1 0 0 0,0 1 0 0 0,0 0 0 0 0,1-1 0 0 0,-1 1 0 0 0,0-1 0 0 0,0 1 0 0 0,0 0 0 0 0,0-1 0 0 0,1 2-1 0 0,0-1-2 0 0,0 1-1 0 0,0-1 0 0 0,1 1 0 0 0,-1-1 1 0 0,0 1-1 0 0,1-1 0 0 0,-1 0 0 0 0,1 0 1 0 0,-1 0-1 0 0,3 2 0 0 0,13 5-48 0 0,1 0 0 0 0,0-1 1 0 0,0 0-1 0 0,21 4 0 0 0,-24-8 3 0 0,0 1 1 0 0,0 1 0 0 0,0 1 0 0 0,-1 0-1 0 0,0 0 1 0 0,0 2 0 0 0,14 9-1 0 0,-25-15 15 0 0,-1 0 1 0 0,0 0-1 0 0,1 0 0 0 0,-1 1 0 0 0,0-1 0 0 0,0 0 0 0 0,0 1 0 0 0,-1 0 1 0 0,1-1-1 0 0,0 1 0 0 0,-1 0 0 0 0,0 0 0 0 0,0 0 0 0 0,0 0 0 0 0,0 0 1 0 0,0 0-1 0 0,-1 0 0 0 0,1 1 0 0 0,-1 2 0 0 0,0-3 10 0 0,0 0-1 0 0,-1-1 1 0 0,1 1 0 0 0,-1-1-1 0 0,1 1 1 0 0,-1-1 0 0 0,0 1-1 0 0,0-1 1 0 0,-1 1 0 0 0,1-1-1 0 0,0 0 1 0 0,-1 0 0 0 0,1 1-1 0 0,-1-1 1 0 0,0 0 0 0 0,1-1-1 0 0,-1 1 1 0 0,0 0 0 0 0,0 0-1 0 0,0-1 1 0 0,-1 1 0 0 0,1-1-1 0 0,-3 2 1 0 0,-9 3 301 0 0,0-1 1 0 0,-1 0-1 0 0,1-1 1 0 0,-1-1-1 0 0,0 0 1 0 0,0-1-1 0 0,0-1 1 0 0,0 0-1 0 0,0-1 1 0 0,0 0-1 0 0,0-1 1 0 0,-25-6-1 0 0,19-1-109 0 0,20 4-478 0 0,13 2-245 0 0,70 2-4798 0 0,-62 0 4157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6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9215 0 0,'0'0'52'0'0,"0"0"0"0"0,1-1-1 0 0,-1 1 1 0 0,1 0 0 0 0,-1 0-1 0 0,1-1 1 0 0,0 1 0 0 0,-1 0-1 0 0,1 0 1 0 0,-1 0 0 0 0,1 0-1 0 0,-1 0 1 0 0,1 0 0 0 0,-1 0-1 0 0,1 0 1 0 0,-1 0 0 0 0,1 0-1 0 0,0 0 1 0 0,-1 0 0 0 0,1 0 0 0 0,-1 0-1 0 0,1 0 1 0 0,-1 1 0 0 0,1-1-1 0 0,-1 0 1 0 0,2 1 0 0 0,9 12 2788 0 0,-2-2-1286 0 0,-1-1-1413 0 0,0 0 1 0 0,-1 1-1 0 0,0-1 1 0 0,0 1 0 0 0,-1 1-1 0 0,-1-1 1 0 0,0 1 0 0 0,-1 0-1 0 0,0 0 1 0 0,0 0 0 0 0,-1 1-1 0 0,-1-1 1 0 0,0 1-1 0 0,-1-1 1 0 0,-1 1 0 0 0,0 0-1 0 0,-1 16 1 0 0,0-25-136 0 0,0 0 0 0 0,0 0 0 0 0,0 0-1 0 0,0 0 1 0 0,0-1 0 0 0,-1 1 0 0 0,1 0 0 0 0,-1-1 0 0 0,0 1 0 0 0,0-1 0 0 0,-1 0-1 0 0,-3 5 1 0 0,4-7-110 0 0,1 0-1 0 0,-1 0 0 0 0,1 0 1 0 0,-1 0-1 0 0,0 0 1 0 0,1-1-1 0 0,-1 1 0 0 0,0-1 1 0 0,1 1-1 0 0,-1-1 0 0 0,0 0 1 0 0,0 1-1 0 0,0-1 0 0 0,1 0 1 0 0,-1 0-1 0 0,0 0 1 0 0,0 0-1 0 0,1-1 0 0 0,-1 1 1 0 0,0 0-1 0 0,0-1 0 0 0,1 0 1 0 0,-1 1-1 0 0,0-1 0 0 0,1 0 1 0 0,-1 0-1 0 0,1 1 1 0 0,-1-1-1 0 0,-2-3 0 0 0,-7-3-1027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6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1 135 11199 0 0,'1'-7'248'0'0,"0"3"-6"0"0,-1-1 1 0 0,1 1-1 0 0,0 0 1 0 0,0-1-1 0 0,1 1 1 0 0,-1 0-1 0 0,1 0 0 0 0,0 0 1 0 0,0 0-1 0 0,0 0 1 0 0,0 1-1 0 0,1-1 1 0 0,0 1-1 0 0,0-1 1 0 0,0 1-1 0 0,5-5 1 0 0,4 0 103 0 0,0 1-1 0 0,0 1 1 0 0,1 0 0 0 0,-1 0 0 0 0,1 1 0 0 0,1 1 0 0 0,-1 0 0 0 0,0 1 0 0 0,1 1 0 0 0,0 0 0 0 0,18-1 0 0 0,-10 3-214 0 0,0 0 1 0 0,1 1-1 0 0,-1 1 1 0 0,0 2-1 0 0,0 0 1 0 0,29 10-1 0 0,-46-13-118 0 0,1 1 1 0 0,-1 0-1 0 0,0 1 0 0 0,0-1 1 0 0,-1 1-1 0 0,1 0 0 0 0,-1 0 0 0 0,1 1 1 0 0,-1-1-1 0 0,0 1 0 0 0,0 0 1 0 0,0 0-1 0 0,-1 0 0 0 0,0 1 0 0 0,1-1 1 0 0,-1 1-1 0 0,-1 0 0 0 0,3 5 0 0 0,-1 0-5 0 0,-1-1 0 0 0,-1 1 0 0 0,1 0 0 0 0,-2 1 0 0 0,1-1 0 0 0,-2 0 0 0 0,1 0 0 0 0,-2 18 0 0 0,0-20-24 0 0,0 5 29 0 0,0 0-1 0 0,1 0 0 0 0,1 0 1 0 0,0 0-1 0 0,3 15 1 0 0,-4-25-3 0 0,1 0 1 0 0,0 0 0 0 0,0-1 0 0 0,0 1-1 0 0,0 0 1 0 0,0-1 0 0 0,1 1 0 0 0,-1-1 0 0 0,1 1-1 0 0,0-1 1 0 0,0 0 0 0 0,0 1 0 0 0,0-1-1 0 0,0 0 1 0 0,0 0 0 0 0,0 0 0 0 0,1-1 0 0 0,-1 1-1 0 0,1-1 1 0 0,-1 1 0 0 0,1-1 0 0 0,0 0-1 0 0,0 0 1 0 0,-1 0 0 0 0,1 0 0 0 0,0 0 0 0 0,0-1-1 0 0,0 0 1 0 0,3 1 0 0 0,7-1 1 0 0,-1 0-1 0 0,1 0 1 0 0,-1-1 0 0 0,0-1-1 0 0,1 0 1 0 0,22-7 0 0 0,-29 7-9 0 0,1-1 1 0 0,-1 1 0 0 0,1-1 0 0 0,-1 0 0 0 0,0-1 0 0 0,0 0 0 0 0,0 0 0 0 0,0 0 0 0 0,-1 0 0 0 0,1-1-1 0 0,-1 0 1 0 0,-1 0 0 0 0,8-10 0 0 0,-10 13-5 0 0,-1 0 0 0 0,1-1 0 0 0,-1 1 0 0 0,0-1 0 0 0,0 0 0 0 0,0 1 0 0 0,0-1 0 0 0,-1 0 0 0 0,1 0 0 0 0,-1 1 0 0 0,1-1 0 0 0,-1 0 0 0 0,0 0 0 0 0,0 0 0 0 0,0 0 0 0 0,-1 1 0 0 0,1-1 0 0 0,-2-4 0 0 0,1 4 0 0 0,-1-1 0 0 0,0 0 0 0 0,0 1 0 0 0,0-1 0 0 0,0 1 0 0 0,0 0 0 0 0,-1 0 0 0 0,0 0 0 0 0,1 0 0 0 0,-1 0 0 0 0,-5-3 0 0 0,-4-2 0 0 0,0 0 0 0 0,0 1 0 0 0,-1 1 0 0 0,0 0 0 0 0,0 1 0 0 0,-17-4 0 0 0,12 3 23 0 0,0 2 0 0 0,-1 0-1 0 0,0 2 1 0 0,0 0-1 0 0,0 0 1 0 0,0 2 0 0 0,0 1-1 0 0,-25 3 1 0 0,42-4-15 0 0,0 1-1 0 0,0-1 0 0 0,0 1 1 0 0,1 0-1 0 0,-1-1 0 0 0,0 1 1 0 0,0 0-1 0 0,0 0 0 0 0,1 0 1 0 0,-3 1-1 0 0,4-1-30 0 0,0-1-1 0 0,-1 0 1 0 0,1 1 0 0 0,0-1-1 0 0,0 0 1 0 0,-1 1 0 0 0,1-1-1 0 0,0 0 1 0 0,0 1 0 0 0,0-1-1 0 0,0 0 1 0 0,-1 1 0 0 0,1-1-1 0 0,0 1 1 0 0,0-1 0 0 0,0 0-1 0 0,0 1 1 0 0,0-1 0 0 0,0 1-1 0 0,0-1 1 0 0,0 0 0 0 0,0 1-1 0 0,0-1 1 0 0,0 1 0 0 0,0-1-1 0 0,0 0 1 0 0,1 1 0 0 0,-1-1-1 0 0,0 1 1 0 0,2 1-220 0 0,0 0-1 0 0,-1 0 1 0 0,1-1 0 0 0,0 1-1 0 0,0 0 1 0 0,0-1 0 0 0,0 0-1 0 0,0 1 1 0 0,1-1 0 0 0,-1 0-1 0 0,0 0 1 0 0,0 0 0 0 0,1-1-1 0 0,2 2 1 0 0,17 3-1604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7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367 31 7367 0 0,'0'-1'149'0'0,"0"1"0"0"0,1-1 0 0 0,-1 0-1 0 0,0 1 1 0 0,0-1 0 0 0,0 1 0 0 0,0-1 0 0 0,0 0-1 0 0,0 1 1 0 0,0-1 0 0 0,0 0 0 0 0,0 1-1 0 0,-1-1 1 0 0,1 0 0 0 0,0 1 0 0 0,0-1-1 0 0,0 1 1 0 0,-1-1 0 0 0,1 0 0 0 0,0 1-1 0 0,-1-1 1 0 0,1 1 0 0 0,0-1 0 0 0,-1 1 0 0 0,1-1-1 0 0,-1 1 1 0 0,1-1 0 0 0,-1 1 0 0 0,0-1-1 0 0,-1 0 431 0 0,0-1-1 0 0,-1 1 0 0 0,1 0 0 0 0,-1 0 1 0 0,1 0-1 0 0,-1 0 0 0 0,-4 0 1 0 0,-24-2 2448 0 0,6 4-3361 0 0,5 4 430 0 0,0 0 0 0 0,1 1 0 0 0,-1 1 0 0 0,1 1 0 0 0,1 1 1 0 0,0 1-1 0 0,0 0 0 0 0,0 1 0 0 0,2 1 0 0 0,-31 27 0 0 0,42-34-39 0 0,1-1 0 0 0,-1 1-1 0 0,1 0 1 0 0,0 0 0 0 0,0 1 0 0 0,1-1-1 0 0,-1 1 1 0 0,1 0 0 0 0,1 0 0 0 0,-1 0-1 0 0,-3 12 1 0 0,6-15-31 0 0,-1 0 1 0 0,1 0-1 0 0,0 0 0 0 0,0-1 1 0 0,0 1-1 0 0,1 0 0 0 0,-1 0 1 0 0,0 0-1 0 0,1-1 0 0 0,0 1 1 0 0,0 0-1 0 0,0-1 0 0 0,0 1 1 0 0,0 0-1 0 0,0-1 0 0 0,1 1 1 0 0,-1-1-1 0 0,1 0 0 0 0,0 0 1 0 0,-1 1-1 0 0,1-1 0 0 0,0 0 1 0 0,0 0-1 0 0,1-1 0 0 0,-1 1 1 0 0,0 0-1 0 0,1-1 0 0 0,-1 1 0 0 0,5 1 1 0 0,1 0-14 0 0,0 1 0 0 0,0-1 1 0 0,0-1-1 0 0,0 0 0 0 0,1 0 1 0 0,-1 0-1 0 0,0-1 0 0 0,1 0 0 0 0,10-1 1 0 0,10-2 51 0 0,40-7 0 0 0,-49 6-162 0 0,0 0 0 0 0,0 1-1 0 0,0 1 1 0 0,30 2 0 0 0,-49-1-9 0 0,0 0 1 0 0,0 0-1 0 0,0 0 0 0 0,0 0 0 0 0,0 0 1 0 0,0 1-1 0 0,0-1 0 0 0,0 0 0 0 0,0 0 1 0 0,0 1-1 0 0,0-1 0 0 0,0 1 1 0 0,0-1-1 0 0,0 1 0 0 0,-1-1 0 0 0,1 1 1 0 0,0-1-1 0 0,0 1 0 0 0,-1 0 0 0 0,1-1 1 0 0,0 1-1 0 0,-1 0 0 0 0,1 0 0 0 0,0 0 1 0 0,0 1-1 0 0,-1 3-1193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7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17 3223 0 0,'-11'-8'11454'0'0,"7"12"-10829"0"0,-1 1 1 0 0,1-1 0 0 0,1 1 0 0 0,-1 0 0 0 0,1-1 0 0 0,-1 2-1 0 0,2-1 1 0 0,-4 6 0 0 0,-17 49-1429 0 0,16-40 1283 0 0,-12 45-155 0 0,18-60-219 0 0,0 0 1 0 0,0 0-1 0 0,1 0 0 0 0,-1 1 0 0 0,1-1 0 0 0,1 0 0 0 0,-1 0 1 0 0,1 1-1 0 0,-1-1 0 0 0,4 8 0 0 0,-4-12-86 0 0,0 0 0 0 0,1-1 1 0 0,-1 1-1 0 0,0 0 0 0 0,1 0 0 0 0,-1-1 0 0 0,1 1 0 0 0,-1-1 0 0 0,0 1 1 0 0,1 0-1 0 0,0-1 0 0 0,-1 1 0 0 0,1-1 0 0 0,-1 1 0 0 0,1-1 0 0 0,0 1 0 0 0,-1-1 1 0 0,1 0-1 0 0,0 1 0 0 0,-1-1 0 0 0,1 0 0 0 0,0 0 0 0 0,0 1 0 0 0,-1-1 1 0 0,2 0-1 0 0,0 0-2 0 0,0 0 1 0 0,-1 0 0 0 0,1-1-1 0 0,0 1 1 0 0,0 0 0 0 0,-1-1 0 0 0,1 1-1 0 0,0-1 1 0 0,-1 0 0 0 0,4-1-1 0 0,2-3 19 0 0,1-1-1 0 0,-1 1 0 0 0,8-9 0 0 0,-14 13-25 0 0,35-35 198 0 0,2 2 0 0 0,1 2-1 0 0,2 1 1 0 0,54-31-1 0 0,9 13-241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7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2759 0 0,'16'12'11211'0'0,"4"0"-7772"0"0,34 15 0 0 0,23 1-1440 0 0,86 6-1551 0 0,-155-32-930 0 0,40 8 1461 0 0,-21 2-7930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29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73 5239 0 0,'-1'-13'389'0'0,"-4"-25"-106"0"0,4 37-183 0 0,1 0 0 0 0,0 0 0 0 0,0 0 0 0 0,-1 0 0 0 0,1 0-1 0 0,0 0 1 0 0,-1 0 0 0 0,1 0 0 0 0,-1 0 0 0 0,1 0 0 0 0,-1 0 0 0 0,0 0 0 0 0,1 1-1 0 0,-1-1 1 0 0,0 0 0 0 0,0 1 0 0 0,1-1 0 0 0,-1 0 0 0 0,0 1 0 0 0,0-1-1 0 0,0 1 1 0 0,0-1 0 0 0,0 1 0 0 0,0-1 0 0 0,0 1 0 0 0,0 0 0 0 0,0-1 0 0 0,-2 1-1 0 0,3 0-59 0 0,-1 0 0 0 0,0 1 0 0 0,0-1-1 0 0,0 0 1 0 0,1 1 0 0 0,-1-1 0 0 0,0 1-1 0 0,0-1 1 0 0,1 1 0 0 0,-1-1 0 0 0,0 1-1 0 0,1 0 1 0 0,-1-1 0 0 0,1 1 0 0 0,-1 0-1 0 0,1-1 1 0 0,-1 1 0 0 0,1 0 0 0 0,-1 0 0 0 0,1-1-1 0 0,0 1 1 0 0,-1 0 0 0 0,1 1 0 0 0,-8 24 358 0 0,8-24-352 0 0,-8 53 622 0 0,2-1 0 0 0,3 1 0 0 0,5 77 0 0 0,0-71-261 0 0,22 1035 1691 0 0,32-137-2044 0 0,70-38 100 0 0,-119-884-654 0 0,1 0 0 0 0,3 0 0 0 0,16 41 0 0 0,-12-49-4436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30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74 6847 0 0,'-3'-5'2482'0'0,"12"9"-2141"0"0,18 4-226 0 0,-1-1 1 0 0,1-1-1 0 0,1-1 0 0 0,44 2 0 0 0,113-9 496 0 0,-151 1-589 0 0,332-31 156 0 0,-127 7-70 0 0,-82 10-34 0 0,199-9 790 0 0,250 28 416 0 0,50 5-1140 0 0,-213-21-56 0 0,-285 9-85 0 0,-42-1-286 0 0,160 15-1 0 0,-190 0-396 0 0,-49-6 112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31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6271 0 0,'8'53'1381'0'0,"2"108"-1"0"0,-8-108-715 0 0,1-9 28 0 0,20 547 2555 0 0,-21-373-2239 0 0,10 287 358 0 0,-2-370-1250 0 0,6 66-59 0 0,0-27-37 0 0,-8-105 22 0 0,14 105-33 0 0,5 21-22 0 0,-4-17-94 0 0,-5-33-204 0 0,-11-89-62 0 0,7 50-954 0 0,-11-80-3804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31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1 176 3223 0 0,'11'-6'302'0'0,"1"0"0"0"0,0 2 0 0 0,0-1 0 0 0,0 2 0 0 0,1-1-1 0 0,18-1 1 0 0,83-5 4499 0 0,-71 8-4679 0 0,683-38 2425 0 0,144-11-1170 0 0,-320 17-293 0 0,0 28 99 0 0,-88 38-802 0 0,266 99-667 0 0,-567-93-1472 0 0,-81-19-3606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3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4 4543 0 0,'-5'-1'400'0'0,"0"0"1"0"0,0 1-1 0 0,1-1 0 0 0,-1 1 0 0 0,0 0 0 0 0,-6 0 0 0 0,11 0-282 0 0,-1 0 0 0 0,0 0 1 0 0,0 1-1 0 0,1-1 0 0 0,-1 0 0 0 0,0 0 1 0 0,0 1-1 0 0,1-1 0 0 0,-1 0 1 0 0,0 1-1 0 0,1-1 0 0 0,-1 0 0 0 0,0 1 1 0 0,1-1-1 0 0,-1 1 0 0 0,1-1 1 0 0,-1 1-1 0 0,1 0 0 0 0,-1 0 1 0 0,0 0-80 0 0,1 0 1 0 0,0 0 0 0 0,0 0-1 0 0,0 0 1 0 0,0 0 0 0 0,0 0-1 0 0,0 0 1 0 0,0 0 0 0 0,0 0 0 0 0,0 0-1 0 0,0-1 1 0 0,0 1 0 0 0,1 0-1 0 0,-1 0 1 0 0,0 0 0 0 0,1 0 0 0 0,-1 0-1 0 0,0 0 1 0 0,1 0 0 0 0,0 0-1 0 0,4 6 104 0 0,1 0 0 0 0,0-1 0 0 0,0 0 0 0 0,0 0 0 0 0,1 0-1 0 0,0-1 1 0 0,0 0 0 0 0,0 0 0 0 0,10 4 0 0 0,-3 0 11 0 0,62 35 143 0 0,1-3 0 0 0,2-3 0 0 0,157 50 0 0 0,-219-83-255 0 0,-6-2-34 0 0,-1 0 0 0 0,1 1-1 0 0,-1-1 1 0 0,-1 2 0 0 0,1 0-1 0 0,16 10 1 0 0,-25-14-20 0 0,-1-1-1 0 0,0 0 1 0 0,1 1 0 0 0,-1-1 0 0 0,1 1 0 0 0,-1-1-1 0 0,0 1 1 0 0,1-1 0 0 0,-1 0 0 0 0,0 1-1 0 0,0-1 1 0 0,1 1 0 0 0,-1 0 0 0 0,0-1-1 0 0,0 1 1 0 0,0-1 0 0 0,0 1 0 0 0,0-1-1 0 0,0 1 1 0 0,1-1 0 0 0,-1 1 0 0 0,0-1 0 0 0,-1 1-1 0 0,1 0 1 0 0,0-1 0 0 0,0 1 0 0 0,0-1-1 0 0,0 1 1 0 0,0-1 0 0 0,-1 1 0 0 0,1-1-1 0 0,0 1 1 0 0,0-1 0 0 0,-1 1 0 0 0,1-1-1 0 0,0 1 1 0 0,-1-1 0 0 0,1 1 0 0 0,0-1-1 0 0,-1 0 1 0 0,1 1 0 0 0,-1-1 0 0 0,1 0 0 0 0,-1 1-1 0 0,1-1 1 0 0,-1 0 0 0 0,1 1 0 0 0,-1-1-1 0 0,1 0 1 0 0,-1 0 0 0 0,-30 15-405 0 0,29-15 389 0 0,-109 39-940 0 0,23-9 145 0 0,-98 49 0 0 0,175-74 749 0 0,-13 7-218 0 0,0 0 1 0 0,1 1-1 0 0,0 2 1 0 0,1 0-1 0 0,-23 22 0 0 0,27-18-124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36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 4399 0 0,'-1'0'30'0'0,"1"-1"-1"0"0,0 1 0 0 0,0-1 0 0 0,0 1 0 0 0,0-1 0 0 0,0 0 0 0 0,0 1 0 0 0,0-1 0 0 0,0 1 0 0 0,0-1 1 0 0,0 1-1 0 0,1-1 0 0 0,-1 0 0 0 0,0 1 0 0 0,0-1 0 0 0,0 1 0 0 0,1-1 0 0 0,-1 1 0 0 0,0-1 0 0 0,1 1 1 0 0,-1-1-1 0 0,0 1 0 0 0,1 0 0 0 0,-1-1 0 0 0,0 1 0 0 0,1-1 0 0 0,-1 1 0 0 0,1 0 0 0 0,-1-1 1 0 0,1 1-1 0 0,-1 0 0 0 0,1 0 0 0 0,-1-1 0 0 0,1 1 0 0 0,-1 0 0 0 0,1 0 0 0 0,0 0 0 0 0,-1 0 0 0 0,1 0 1 0 0,-1 0-1 0 0,1 0 0 0 0,0 0 0 0 0,27 9 587 0 0,-25-7-696 0 0,20 7 199 0 0,1 0 0 0 0,0-1 0 0 0,48 8-1 0 0,79 2 93 0 0,-23-4 334 0 0,0 7-12 0 0,97 14 193 0 0,40 5-525 0 0,-60-8-197 0 0,268 36 109 0 0,-157-36-37 0 0,72 20-33 0 0,261 38 50 0 0,-303-20-93 0 0,-160-29 0 0 0,-15-4 0 0 0,154 29 0 0 0,-145-28 0 0 0,8 1 0 0 0,156 30 0 0 0,-154-28 0 0 0,209 29 0 0 0,-143-31 0 0 0,85 18 0 0 0,238 81 124 0 0,-358-98-55 0 0,23 7-54 0 0,-134-25 12 0 0,115 8 1 0 0,50 8-19 0 0,-269-36-37 0 0,-2-2-6 0 0,0 1 0 0 0,-1-1 0 0 0,1 1 1 0 0,-1 0-1 0 0,0 1 0 0 0,1-1 1 0 0,-1 0-1 0 0,6 4 0 0 0,-7-2-346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37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35 4143 0 0,'-23'-35'408'0'0,"30"42"-317"0"0,24 24 1982 0 0,67 52-1 0 0,144 72-1804 0 0,-232-149-270 0 0,0 1-1 0 0,0 0 0 0 0,-1 1 0 0 0,0 0 0 0 0,-1 0 0 0 0,11 13 1 0 0,-18-19 13 0 0,1 1 1 0 0,0-1 0 0 0,-1 0 0 0 0,1 1 0 0 0,-1-1-1 0 0,0 1 1 0 0,0-1 0 0 0,0 1 0 0 0,0 0-1 0 0,0-1 1 0 0,-1 1 0 0 0,1 0 0 0 0,-1 0 0 0 0,0-1-1 0 0,0 1 1 0 0,0 0 0 0 0,0 0 0 0 0,0-1 0 0 0,-1 1-1 0 0,1 0 1 0 0,-1 0 0 0 0,1-1 0 0 0,-1 1 0 0 0,0 0-1 0 0,0-1 1 0 0,-1 1 0 0 0,1-1 0 0 0,0 1 0 0 0,-1-1-1 0 0,1 0 1 0 0,-1 1 0 0 0,-2 1 0 0 0,-4 3 70 0 0,1 0 0 0 0,-1 0 0 0 0,0-1 0 0 0,-1 0 1 0 0,0-1-1 0 0,0 0 0 0 0,0 0 0 0 0,0-1 0 0 0,-1 0 1 0 0,-15 4-1 0 0,-13 1 324 0 0,-55 7 1 0 0,63-11-255 0 0,-111 7 523 0 0,-11 2-195 0 0,148-14-489 0 0,1 1 0 0 0,-1-1 1 0 0,1 1-1 0 0,-1 0 1 0 0,1 0-1 0 0,-1 0 0 0 0,1 0 1 0 0,-1 1-1 0 0,1-1 0 0 0,0 1 1 0 0,0 0-1 0 0,0 0 0 0 0,0 0 1 0 0,0 0-1 0 0,0 1 1 0 0,-2 2-1 0 0,1 4-150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39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52 6703 0 0,'2'-1'268'0'0,"0"-1"-1"0"0,0 1 1 0 0,0-1-1 0 0,1 1 1 0 0,-1-1-1 0 0,-1 0 1 0 0,1 0-1 0 0,0 0 1 0 0,0 0-1 0 0,-1 0 1 0 0,1 0-1 0 0,-1 0 1 0 0,0 0-1 0 0,2-3 1 0 0,-3 4-133 0 0,0 1 1 0 0,0-1 0 0 0,0 0 0 0 0,1 1 0 0 0,-1-1-1 0 0,0 1 1 0 0,0-1 0 0 0,0 0 0 0 0,0 1 0 0 0,0-1 0 0 0,0 1-1 0 0,0-1 1 0 0,0 0 0 0 0,-1 1 0 0 0,1-1 0 0 0,0 1 0 0 0,0-1-1 0 0,0 0 1 0 0,-1 1 0 0 0,1-1 0 0 0,0 1 0 0 0,-1-1 0 0 0,0 0-1 0 0,0 0-69 0 0,0 0-1 0 0,0 1 1 0 0,0-1-1 0 0,0 1 0 0 0,0-1 1 0 0,-1 0-1 0 0,1 1 1 0 0,0 0-1 0 0,0-1 0 0 0,-1 1 1 0 0,1 0-1 0 0,0 0 1 0 0,-1 0-1 0 0,1 0 1 0 0,-3 0-1 0 0,-20 0 190 0 0,0 2 1 0 0,0 0 0 0 0,0 2-1 0 0,-46 12 1 0 0,54-10-112 0 0,-1 0 1 0 0,1 1-1 0 0,1 0 0 0 0,0 1 1 0 0,0 1-1 0 0,0 0 1 0 0,-23 21-1 0 0,35-26-84 0 0,-1 0-1 0 0,0 0 1 0 0,1 1 0 0 0,0 0-1 0 0,0 0 1 0 0,1 0 0 0 0,-1 0-1 0 0,1 0 1 0 0,0 0-1 0 0,0 0 1 0 0,1 1 0 0 0,-1-1-1 0 0,1 1 1 0 0,0-1 0 0 0,1 1-1 0 0,0-1 1 0 0,-1 1-1 0 0,2 0 1 0 0,-1-1 0 0 0,1 1-1 0 0,1 6 1 0 0,1 2 10 0 0,0 0 0 0 0,1 0 0 0 0,1 0-1 0 0,0-1 1 0 0,1 0 0 0 0,0 0 0 0 0,9 14 0 0 0,-6-14-36 0 0,0-1 0 0 0,1 0 0 0 0,1 0 0 0 0,-1-1 0 0 0,2 0 0 0 0,0-1 1 0 0,0 0-1 0 0,1-1 0 0 0,21 12 0 0 0,-27-18-18 0 0,0 1 1 0 0,0-1-1 0 0,1 0 0 0 0,0 0 1 0 0,-1 0-1 0 0,1-1 0 0 0,0-1 1 0 0,0 0-1 0 0,0 0 0 0 0,0 0 1 0 0,1-1-1 0 0,-1 0 0 0 0,0 0 1 0 0,0-1-1 0 0,0 0 0 0 0,0-1 1 0 0,0 0-1 0 0,0 0 0 0 0,-1 0 1 0 0,9-5-1 0 0,-11 4-6 0 0,0 0 0 0 0,0-1-1 0 0,0 0 1 0 0,0 0 0 0 0,0 0 0 0 0,-1-1 0 0 0,1 0 0 0 0,-1 0-1 0 0,-1 0 1 0 0,1 0 0 0 0,-1 0 0 0 0,0-1 0 0 0,0 0 0 0 0,0 1 0 0 0,-1-1-1 0 0,0 0 1 0 0,0-1 0 0 0,0 1 0 0 0,-1 0 0 0 0,0 0 0 0 0,0-12 0 0 0,0 14-4 0 0,-1-1 1 0 0,0 0-1 0 0,0 1 1 0 0,-1-1-1 0 0,1 0 1 0 0,-1 0-1 0 0,0 1 1 0 0,0-1 0 0 0,-1 1-1 0 0,1-1 1 0 0,-1 1-1 0 0,0 0 1 0 0,-1-1-1 0 0,1 1 1 0 0,0 0-1 0 0,-1 1 1 0 0,0-1 0 0 0,0 0-1 0 0,0 1 1 0 0,-1-1-1 0 0,1 1 1 0 0,-1 0-1 0 0,0 0 1 0 0,0 1-1 0 0,0-1 1 0 0,0 1 0 0 0,0 0-1 0 0,0 0 1 0 0,-8-3-1 0 0,-13 3-263 0 0,25 1 230 0 0,-1 1 0 0 0,0 0 0 0 0,0 0 1 0 0,0 0-1 0 0,0 0 0 0 0,0 0 0 0 0,1 0 0 0 0,-1 0 1 0 0,0 0-1 0 0,0 1 0 0 0,0-1 0 0 0,0 0 1 0 0,1 0-1 0 0,-1 1 0 0 0,0-1 0 0 0,0 1 1 0 0,1-1-1 0 0,-1 0 0 0 0,0 1 0 0 0,1-1 1 0 0,-1 1-1 0 0,0 0 0 0 0,1-1 0 0 0,-1 1 1 0 0,0 0-1 0 0,2 4-1345 0 0,4-1-407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0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5983 0 0,'1'6'280'0'0,"1"-1"0"0"0,-1 1 0 0 0,0 0-1 0 0,0-1 1 0 0,-1 1 0 0 0,1 10-1 0 0,-1 5 1718 0 0,7 85 2129 0 0,-2 141-1347 0 0,-11-293-1859 0 0,0 7-572 0 0,4 13-332 0 0,2-1 0 0 0,2 1 0 0 0,0-1 0 0 0,1 1 0 0 0,2 0 0 0 0,13-44 0 0 0,-15 63-59 0 0,0-1 0 0 0,1 0-1 0 0,0 1 1 0 0,0 0 0 0 0,0 0-1 0 0,1 0 1 0 0,0 1 0 0 0,1 0 0 0 0,0 0-1 0 0,0 0 1 0 0,10-8 0 0 0,-12 11 25 0 0,-1 1 1 0 0,1-1-1 0 0,0 1 0 0 0,0-1 1 0 0,1 1-1 0 0,-1 0 1 0 0,0 1-1 0 0,1-1 0 0 0,-1 1 1 0 0,1 0-1 0 0,0 0 1 0 0,-1 0-1 0 0,1 1 0 0 0,0-1 1 0 0,-1 1-1 0 0,1 1 1 0 0,0-1-1 0 0,-1 0 0 0 0,1 1 1 0 0,0 0-1 0 0,7 3 1 0 0,-10-4 9 0 0,-1 1 1 0 0,1 0 0 0 0,0 0 0 0 0,-1-1 0 0 0,1 1-1 0 0,0 1 1 0 0,-1-1 0 0 0,0 0 0 0 0,1 0 0 0 0,-1 0 0 0 0,1 1-1 0 0,-1-1 1 0 0,0 1 0 0 0,0-1 0 0 0,0 1 0 0 0,0-1 0 0 0,0 1-1 0 0,0 0 1 0 0,-1-1 0 0 0,1 1 0 0 0,0 2 0 0 0,0-1-1 0 0,-1 1 1 0 0,0-1 0 0 0,0 1 0 0 0,0-1-1 0 0,0 0 1 0 0,0 1 0 0 0,-1-1 0 0 0,0 0-1 0 0,1 1 1 0 0,-4 5 0 0 0,-1 3-32 0 0,0-1 1 0 0,-1 0-1 0 0,-1 0 0 0 0,0-1 1 0 0,-10 12-1 0 0,9-12-24 0 0,-1 0 0 0 0,0-1 0 0 0,-1 0 0 0 0,0 0 0 0 0,-1-1 0 0 0,1 0-1 0 0,-2-1 1 0 0,-11 6 0 0 0,57 3 494 0 0,-6-5-282 0 0,-1 1 1 0 0,0 1 0 0 0,-1 1-1 0 0,-1 1 1 0 0,26 20-1 0 0,-46-30-145 0 0,0 0-1 0 0,0 0 1 0 0,0 0 0 0 0,0 1-1 0 0,3 6 1 0 0,2 7-5050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0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41 109 12583 0 0,'-2'10'361'0'0,"0"1"-1"0"0,0-1 0 0 0,1 0 0 0 0,1 1 0 0 0,-1-1 1 0 0,2 1-1 0 0,-1-1 0 0 0,2 0 0 0 0,3 20 1 0 0,0-14 63 0 0,-1-1 1 0 0,2 0 0 0 0,0 0 0 0 0,1 0 0 0 0,14 23 0 0 0,-19-35-335 0 0,1 1 1 0 0,0 0-1 0 0,-1-1 0 0 0,1 1 0 0 0,1-1 0 0 0,-1 0 1 0 0,0 0-1 0 0,1 0 0 0 0,-1-1 0 0 0,1 1 0 0 0,0-1 1 0 0,0 0-1 0 0,0 0 0 0 0,0 0 0 0 0,0 0 0 0 0,9 1 1 0 0,-10-3-63 0 0,0 1 0 0 0,0-1 0 0 0,0 0 0 0 0,0 0 1 0 0,0-1-1 0 0,1 1 0 0 0,-1-1 0 0 0,0 1 1 0 0,0-1-1 0 0,0 0 0 0 0,0 0 0 0 0,0-1 0 0 0,0 1 1 0 0,-1 0-1 0 0,1-1 0 0 0,0 0 0 0 0,-1 0 0 0 0,1 0 1 0 0,-1 0-1 0 0,1 0 0 0 0,-1 0 0 0 0,0 0 0 0 0,0-1 1 0 0,2-3-1 0 0,2-3-53 0 0,0 0-1 0 0,-1-1 1 0 0,0 0 0 0 0,-1 0-1 0 0,0-1 1 0 0,-1 1 0 0 0,0-1 0 0 0,-1 0-1 0 0,0 0 1 0 0,0 1 0 0 0,-1-1-1 0 0,0-1 1 0 0,-1 1 0 0 0,-3-18 0 0 0,2 18 1 0 0,0 0-1 0 0,-1 0 1 0 0,-1 1 0 0 0,1-1 0 0 0,-2 1 0 0 0,0 0 0 0 0,0 0 0 0 0,-1 0 0 0 0,0 0 0 0 0,0 1 0 0 0,-1 0 0 0 0,0 0 0 0 0,-1 1 0 0 0,0-1 0 0 0,-8-6 0 0 0,11 12 17 0 0,1 1 0 0 0,-1-1 0 0 0,1 1 0 0 0,-1 0 1 0 0,0 0-1 0 0,0 1 0 0 0,0-1 0 0 0,0 1 0 0 0,0 0 0 0 0,0 0 0 0 0,0 0 1 0 0,0 0-1 0 0,-1 1 0 0 0,1 0 0 0 0,0 0 0 0 0,0 0 0 0 0,-1 0 0 0 0,1 1 0 0 0,0-1 1 0 0,0 1-1 0 0,0 0 0 0 0,0 1 0 0 0,0-1 0 0 0,0 1 0 0 0,0-1 0 0 0,0 1 1 0 0,0 0-1 0 0,1 1 0 0 0,-1-1 0 0 0,-5 6 0 0 0,4-4-36 0 0,-1 0 0 0 0,1 1 1 0 0,0 0-1 0 0,1 0 0 0 0,-1 0 0 0 0,1 0 0 0 0,0 1 0 0 0,1 0 1 0 0,-1 0-1 0 0,1 0 0 0 0,0 0 0 0 0,1 0 0 0 0,-1 0 0 0 0,1 1 1 0 0,1 0-1 0 0,-1-1 0 0 0,1 1 0 0 0,-1 12 0 0 0,2-16-79 0 0,1-1 0 0 0,-1 0 0 0 0,1 1 1 0 0,-1-1-1 0 0,1 0 0 0 0,0 1 0 0 0,0-1 0 0 0,0 0 0 0 0,0 0 0 0 0,0 1 0 0 0,0-1 0 0 0,1 0 0 0 0,-1 0 0 0 0,1-1 0 0 0,-1 1 0 0 0,1 0 1 0 0,2 1-1 0 0,11 8-1660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0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51 4607 0 0,'-4'9'930'0'0,"1"1"-1"0"0,0-1 0 0 0,0 0 0 0 0,1 1 0 0 0,0 0 0 0 0,1-1 0 0 0,0 1 0 0 0,0 17 1 0 0,2-9-216 0 0,0 0 0 0 0,2 0 1 0 0,7 31-1 0 0,-8-42-570 0 0,0-1-1 0 0,0 1 0 0 0,1-1 1 0 0,-1 0-1 0 0,2 0 0 0 0,-1 0 1 0 0,0 0-1 0 0,1 0 0 0 0,0-1 1 0 0,1 0-1 0 0,-1 1 0 0 0,1-2 1 0 0,7 7-1 0 0,-8-8-57 0 0,1 0 1 0 0,0-1-1 0 0,-1 1 1 0 0,1-1-1 0 0,0 0 1 0 0,0 0-1 0 0,1-1 0 0 0,-1 1 1 0 0,0-1-1 0 0,0 0 1 0 0,1-1-1 0 0,-1 1 1 0 0,1-1-1 0 0,-1 0 1 0 0,0 0-1 0 0,1-1 0 0 0,5-1 1 0 0,0 1-94 0 0,-1-2 0 0 0,0 0 0 0 0,1 0 0 0 0,-1-1 0 0 0,0 0 0 0 0,-1-1-1 0 0,1 0 1 0 0,-1 0 0 0 0,0-1 0 0 0,0 0 0 0 0,0-1 0 0 0,-1 0 0 0 0,0 0 0 0 0,-1-1 0 0 0,0 0 0 0 0,0 0 0 0 0,0-1 0 0 0,-1 1 0 0 0,0-2 0 0 0,-1 1 0 0 0,0-1 0 0 0,-1 1 0 0 0,0-1 0 0 0,0 0 0 0 0,-1-1-1 0 0,0 1 1 0 0,-1-1 0 0 0,0 1 0 0 0,-1-1 0 0 0,1-15 0 0 0,-3 20-2 0 0,1-9-9 0 0,-1 1 0 0 0,-3-22 0 0 0,3 34 12 0 0,1-1 0 0 0,-1 1 0 0 0,1-1 1 0 0,-1 1-1 0 0,0-1 0 0 0,0 1 0 0 0,0-1 1 0 0,0 1-1 0 0,0 0 0 0 0,-1 0 0 0 0,1 0 0 0 0,-1-1 1 0 0,1 1-1 0 0,-1 1 0 0 0,0-1 0 0 0,0 0 0 0 0,1 0 1 0 0,-2 1-1 0 0,1-1 0 0 0,0 1 0 0 0,-3-2 1 0 0,3 2-5 0 0,1 1 1 0 0,0 0 0 0 0,-1 0-1 0 0,1-1 1 0 0,0 1 0 0 0,-1 0-1 0 0,1 0 1 0 0,0 1 0 0 0,-1-1-1 0 0,1 0 1 0 0,0 0 0 0 0,-1 1-1 0 0,1-1 1 0 0,0 0 0 0 0,0 1-1 0 0,-1 0 1 0 0,1-1 0 0 0,0 1-1 0 0,0 0 1 0 0,0-1 0 0 0,0 1 0 0 0,0 0-1 0 0,0 0 1 0 0,0 0 0 0 0,0 0-1 0 0,0 0 1 0 0,0 0 0 0 0,0 0-1 0 0,0 2 1 0 0,-2 1-290 0 0,1-1-1 0 0,0 1 1 0 0,0 0-1 0 0,1 0 1 0 0,-1 0 0 0 0,1 1-1 0 0,-2 7 1 0 0,2 2-1008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1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21 195 10735 0 0,'3'21'890'0'0,"-1"0"-1"0"0,-2 1 1 0 0,0-1 0 0 0,-1 0-1 0 0,0 0 1 0 0,-9 36-1 0 0,8-49-740 0 0,-2 6 667 0 0,-1-22-222 0 0,2-24-180 0 0,9 8-346 0 0,0-1-1 0 0,2 1 1 0 0,0 1 0 0 0,2-1-1 0 0,21-38 1 0 0,-16 34-58 0 0,-12 21 7 0 0,4-6-112 0 0,-1 0-1 0 0,16-20 1 0 0,-21 31 62 0 0,0 0 0 0 0,0 0 0 0 0,1 0 0 0 0,-1 1 0 0 0,1-1 0 0 0,-1 1 1 0 0,1-1-1 0 0,0 1 0 0 0,-1-1 0 0 0,1 1 0 0 0,0 0 0 0 0,0 0 0 0 0,0 0 0 0 0,0 0 1 0 0,0 0-1 0 0,0 0 0 0 0,0 1 0 0 0,0-1 0 0 0,1 1 0 0 0,-1-1 0 0 0,0 1 0 0 0,0 0 0 0 0,0 0 1 0 0,1 0-1 0 0,-1 0 0 0 0,3 0 0 0 0,-3 1 13 0 0,0 0 0 0 0,0 1 1 0 0,0-1-1 0 0,0 0 0 0 0,0 1 0 0 0,0-1 1 0 0,-1 1-1 0 0,1-1 0 0 0,0 1 0 0 0,-1 0 1 0 0,1 0-1 0 0,-1 0 0 0 0,1 0 0 0 0,-1 0 1 0 0,2 3-1 0 0,13 38-119 0 0,-12-33 111 0 0,13 47-59 0 0,14 37 309 0 0,-26-84-188 0 0,-1-1 1 0 0,1 0 0 0 0,0 0 0 0 0,1 0-1 0 0,0 0 1 0 0,1-1 0 0 0,9 10-1 0 0,-14-16-8 0 0,0-1-1 0 0,-1 1 1 0 0,1 0-1 0 0,0-1 0 0 0,0 1 1 0 0,0-1-1 0 0,0 0 1 0 0,0 0-1 0 0,0 0 1 0 0,0 0-1 0 0,1 0 0 0 0,-1 0 1 0 0,0 0-1 0 0,0-1 1 0 0,1 1-1 0 0,-1-1 1 0 0,1 0-1 0 0,-1 0 0 0 0,0 0 1 0 0,1 0-1 0 0,-1 0 1 0 0,0 0-1 0 0,1 0 1 0 0,-1-1-1 0 0,0 1 0 0 0,1-1 1 0 0,-1 0-1 0 0,0 0 1 0 0,0 0-1 0 0,1 0 1 0 0,-1 0-1 0 0,0 0 0 0 0,0-1 1 0 0,0 1-1 0 0,-1 0 1 0 0,1-1-1 0 0,0 0 1 0 0,0 1-1 0 0,-1-1 0 0 0,3-3 1 0 0,3-4 64 0 0,0 0 0 0 0,-1-1 0 0 0,0 0 0 0 0,-1 0 1 0 0,0-1-1 0 0,0 1 0 0 0,3-13 0 0 0,-3 4-42 0 0,-1 0-1 0 0,-1 0 1 0 0,-1 0-1 0 0,0-1 1 0 0,-2 1-1 0 0,0-1 1 0 0,-1 1-1 0 0,-1-1 1 0 0,-1 1-1 0 0,-10-37 1 0 0,13 54-48 0 0,-1 0 0 0 0,1 0 1 0 0,-1 1-1 0 0,0-1 0 0 0,0 0 0 0 0,1 0 1 0 0,-1 0-1 0 0,-1 1 0 0 0,1-1 0 0 0,0 0 1 0 0,0 1-1 0 0,-3-3 0 0 0,4 4-15 0 0,0 0-1 0 0,-1 0 0 0 0,1-1 1 0 0,0 1-1 0 0,0 0 1 0 0,-1 0-1 0 0,1 0 0 0 0,0 0 1 0 0,0 0-1 0 0,-1 0 0 0 0,1 0 1 0 0,0 0-1 0 0,-1 0 0 0 0,1 0 1 0 0,0 0-1 0 0,0 0 1 0 0,-1 0-1 0 0,1 0 0 0 0,0 0 1 0 0,-1 0-1 0 0,1 0 0 0 0,0 0 1 0 0,0 0-1 0 0,-1 1 1 0 0,1-1-1 0 0,0 0 0 0 0,0 0 1 0 0,-1 0-1 0 0,1 0 0 0 0,0 1 1 0 0,-8 15-1369 0 0,5-3-712 0 0,2 2-4002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1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34 4607 0 0,'8'11'637'0'0,"-2"13"4718"0"0,-8 22 3246 0 0,1-31-9564 0 0,0-1 1524 0 0,1-1-253 0 0,0 1-1 0 0,-1-1 0 0 0,-1 0 0 0 0,0 0 1 0 0,0-1-1 0 0,-2 1 0 0 0,-8 22 1 0 0,12-35-307 0 0,0 1 1 0 0,0-1-1 0 0,0 0 1 0 0,0 0 0 0 0,0 0-1 0 0,0 0 1 0 0,0 0 0 0 0,0 0-1 0 0,0 1 1 0 0,0-1 0 0 0,0 0-1 0 0,0 0 1 0 0,0 0 0 0 0,0 0-1 0 0,0 0 1 0 0,0 0 0 0 0,0 1-1 0 0,0-1 1 0 0,0 0-1 0 0,-1 0 1 0 0,1 0 0 0 0,0 0-1 0 0,0 0 1 0 0,0 0 0 0 0,0 0-1 0 0,0 0 1 0 0,0 0 0 0 0,0 0-1 0 0,0 1 1 0 0,-1-1 0 0 0,1 0-1 0 0,0 0 1 0 0,0 0 0 0 0,0 0-1 0 0,0 0 1 0 0,0 0-1 0 0,0 0 1 0 0,-1 0 0 0 0,1 0-1 0 0,0 0 1 0 0,0 0 0 0 0,0 0-1 0 0,0 0 1 0 0,0 0 0 0 0,0 0-1 0 0,-1 0 1 0 0,1 0 0 0 0,0 0-1 0 0,0 0 1 0 0,0 0 0 0 0,0 0-1 0 0,0 0 1 0 0,0-1 0 0 0,-1 1-1 0 0,1 0 1 0 0,0 0-1 0 0,0 0 1 0 0,0 0 0 0 0,0 0-1 0 0,0 0 1 0 0,0 0 0 0 0,0 0-1 0 0,0 0 1 0 0,-1-1 0 0 0,-1-12-8 0 0,2-19-123 0 0,27-126-2445 0 0,-26 153 2442 0 0,0-1-1 0 0,1 0 0 0 0,0 1 1 0 0,0-1-1 0 0,1 1 0 0 0,-1-1 1 0 0,1 1-1 0 0,4-5 0 0 0,-7 9 119 0 0,1 0 0 0 0,0 0 0 0 0,0 0 0 0 0,0 0 0 0 0,0 0 0 0 0,0 0 0 0 0,0 0 0 0 0,0 0 0 0 0,1 0 0 0 0,-1 1-1 0 0,0-1 1 0 0,0 0 0 0 0,1 1 0 0 0,-1-1 0 0 0,0 1 0 0 0,1 0 0 0 0,-1-1 0 0 0,0 1 0 0 0,1 0 0 0 0,-1 0 0 0 0,0 0-1 0 0,1 0 1 0 0,-1 0 0 0 0,1 0 0 0 0,-1 0 0 0 0,0 0 0 0 0,1 1 0 0 0,-1-1 0 0 0,0 1 0 0 0,1-1 0 0 0,-1 1 0 0 0,0-1 0 0 0,0 1-1 0 0,1 0 1 0 0,-1-1 0 0 0,0 1 0 0 0,0 0 0 0 0,0 0 0 0 0,1 1 0 0 0,11 8 108 0 0,-2 1 1 0 0,1 1-1 0 0,-1 0 1 0 0,-1 0-1 0 0,0 1 1 0 0,-1 1-1 0 0,10 18 1 0 0,-9-12 54 0 0,0 0 1 0 0,-2 0 0 0 0,0 1-1 0 0,8 40 1 0 0,-15-56-86 0 0,0-1 1 0 0,0 0-1 0 0,-1 0 1 0 0,0 1-1 0 0,0-1 1 0 0,0 0-1 0 0,0 0 0 0 0,-1 1 1 0 0,0-1-1 0 0,1 0 1 0 0,-2 0-1 0 0,1 0 1 0 0,0 0-1 0 0,-1 0 0 0 0,-2 5 1 0 0,2-7 2 0 0,0 1 1 0 0,0-1-1 0 0,0 0 1 0 0,0 0-1 0 0,0 0 1 0 0,-1 0-1 0 0,1 0 1 0 0,-1 0-1 0 0,1-1 1 0 0,-1 1-1 0 0,1-1 1 0 0,-1 1-1 0 0,0-1 1 0 0,0 0-1 0 0,0 0 1 0 0,0-1-1 0 0,0 1 1 0 0,0-1-1 0 0,0 1 1 0 0,0-1-1 0 0,-6 0 1 0 0,-6-1 94 0 0,0-1 1 0 0,0 0-1 0 0,0-1 1 0 0,-14-5-1 0 0,-29-5-18 0 0,58 13-146 0 0,0 0 1 0 0,0 0 0 0 0,0 0-1 0 0,0 0 1 0 0,0 0-1 0 0,0 0 1 0 0,0 0-1 0 0,0 0 1 0 0,-1 0 0 0 0,1 0-1 0 0,0 0 1 0 0,0 0-1 0 0,0 0 1 0 0,0 0-1 0 0,0 0 1 0 0,0 0-1 0 0,0 0 1 0 0,0 1 0 0 0,0-1-1 0 0,0 0 1 0 0,0 0-1 0 0,0 0 1 0 0,0 0-1 0 0,0 0 1 0 0,0 0 0 0 0,-1 0-1 0 0,1 0 1 0 0,0 0-1 0 0,0 0 1 0 0,0 0-1 0 0,0 0 1 0 0,0 0 0 0 0,0 0-1 0 0,0 0 1 0 0,0 0-1 0 0,0 1 1 0 0,0-1-1 0 0,0 0 1 0 0,0 0 0 0 0,0 0-1 0 0,0 0 1 0 0,0 0-1 0 0,0 0 1 0 0,0 0-1 0 0,0 0 1 0 0,0 0 0 0 0,0 0-1 0 0,0 0 1 0 0,0 0-1 0 0,0 0 1 0 0,0 0-1 0 0,0 1 1 0 0,0-1 0 0 0,0 0-1 0 0,0 0 1 0 0,1 0-1 0 0,-1 0 1 0 0,0 0-1 0 0,0 0 1 0 0,0 0 0 0 0,0 0-1 0 0,0 0 1 0 0,0 0-1 0 0,0 0 1 0 0,0 0-1 0 0,0 0 1 0 0,0 0-1 0 0,0 0 1 0 0,0 0 0 0 0,7 8-179 0 0,8 6-1539 0 0,-5-7-173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1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13903 0 0,'3'-6'359'0'0,"1"0"-1"0"0,-1 1 0 0 0,1-1 0 0 0,0 1 1 0 0,0 0-1 0 0,1 0 0 0 0,-1 0 0 0 0,1 0 0 0 0,0 1 1 0 0,1 0-1 0 0,-1 0 0 0 0,1 0 0 0 0,-1 1 1 0 0,1 0-1 0 0,12-5 0 0 0,-12 6-106 0 0,0 0 0 0 0,1 0 0 0 0,-1 1 0 0 0,1 0 0 0 0,-1 0 0 0 0,1 1 0 0 0,-1 0 0 0 0,1 0 0 0 0,0 0 0 0 0,-1 1 0 0 0,1 0 0 0 0,-1 0 0 0 0,7 3 0 0 0,-6-2-313 0 0,0 0 1 0 0,-1 1 0 0 0,0 0 0 0 0,0 0 0 0 0,0 1 0 0 0,0 0-1 0 0,0 0 1 0 0,-1 0 0 0 0,0 1 0 0 0,1-1 0 0 0,-2 1 0 0 0,7 8-1 0 0,-11-13 7 0 0,0 1-1 0 0,0-1 0 0 0,0 0 0 0 0,1 0 0 0 0,-1 0 0 0 0,0 0 0 0 0,0 1 0 0 0,0-1 0 0 0,0 0 0 0 0,0 0 1 0 0,0 0-1 0 0,0 0 0 0 0,0 1 0 0 0,0-1 0 0 0,0 0 0 0 0,0 0 0 0 0,0 0 0 0 0,0 1 0 0 0,0-1 0 0 0,0 0 1 0 0,0 0-1 0 0,0 0 0 0 0,0 0 0 0 0,0 1 0 0 0,0-1 0 0 0,-1 0 0 0 0,1 0 0 0 0,0 0 0 0 0,0 0 0 0 0,0 1 1 0 0,0-1-1 0 0,0 0 0 0 0,0 0 0 0 0,0 0 0 0 0,-1 0 0 0 0,1 0 0 0 0,0 0 0 0 0,0 0 0 0 0,0 1 0 0 0,0-1 1 0 0,-1 0-1 0 0,1 0 0 0 0,0 0 0 0 0,-13 4-1433 0 0,-12-1-551 0 0,13-3 155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1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6447 0 0,'-21'35'686'0'0,"18"-28"32"0"0,1 0 1 0 0,0 0-1 0 0,1 0 1 0 0,0 0 0 0 0,-1 9-1 0 0,0 4 552 0 0,-4 15 978 0 0,0 62 1 0 0,6-85-2007 0 0,0 0 1 0 0,1 0-1 0 0,1 0 1 0 0,0 0-1 0 0,1 0 1 0 0,0-1-1 0 0,1 1 0 0 0,0-1 1 0 0,7 13-1 0 0,-10-22-208 0 0,1 0 0 0 0,-1 1-1 0 0,1-1 1 0 0,0 0 0 0 0,0 0-1 0 0,0 0 1 0 0,0-1 0 0 0,0 1-1 0 0,0 0 1 0 0,0-1 0 0 0,1 1-1 0 0,-1-1 1 0 0,1 0-1 0 0,-1 0 1 0 0,1 0 0 0 0,-1 0-1 0 0,1 0 1 0 0,-1-1 0 0 0,1 1-1 0 0,0-1 1 0 0,0 1 0 0 0,-1-1-1 0 0,1 0 1 0 0,0 0 0 0 0,-1 0-1 0 0,1-1 1 0 0,0 1 0 0 0,0-1-1 0 0,-1 1 1 0 0,3-2 0 0 0,-1 1-117 0 0,0 0 0 0 0,0-1 0 0 0,0 1 0 0 0,0-1 0 0 0,0 0 0 0 0,-1 0-1 0 0,1 0 1 0 0,-1-1 0 0 0,1 1 0 0 0,-1-1 0 0 0,0 0 0 0 0,0 0 0 0 0,0 0 0 0 0,-1 0 0 0 0,1 0 0 0 0,-1-1 0 0 0,0 1 0 0 0,0-1 0 0 0,3-5 0 0 0,-3-5-1752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2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10623 0 0,'4'0'472'0'0,"-1"-2"96"0"0,-1 2-456 0 0,1 0-112 0 0,1 0 0 0 0,-1-1 0 0 0,3 1 696 0 0,2-1 112 0 0,6-1 24 0 0,4-1 8 0 0,6 2-536 0 0,-2-2-112 0 0,1 0-16 0 0,-3-1-8 0 0,0 0-256 0 0,-3-1-48 0 0,-1-1-16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2:42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90 6447 0 0,'1'3'299'0'0,"1"0"0"0"0,-1 1-1 0 0,0-1 1 0 0,1 0 0 0 0,-1 0 0 0 0,-1 1-1 0 0,1-1 1 0 0,0 0 0 0 0,-1 1-1 0 0,0 5 1 0 0,-3 38 4360 0 0,1-21-4360 0 0,0 12 823 0 0,0-18-595 0 0,1 0-1 0 0,0 0 1 0 0,2 0-1 0 0,6 38 1 0 0,-7-57-515 0 0,0-1-1 0 0,0 0 1 0 0,0 1 0 0 0,0-1-1 0 0,0 1 1 0 0,0-1 0 0 0,0 0-1 0 0,0 1 1 0 0,0-1 0 0 0,0 0-1 0 0,0 1 1 0 0,0-1 0 0 0,0 0-1 0 0,1 1 1 0 0,-1-1 0 0 0,0 0-1 0 0,0 1 1 0 0,0-1 0 0 0,1 0-1 0 0,-1 1 1 0 0,0-1 0 0 0,0 0-1 0 0,1 0 1 0 0,-1 1 0 0 0,0-1-1 0 0,1 0 1 0 0,-1 0 0 0 0,0 0-1 0 0,0 1 1 0 0,1-1 0 0 0,-1 0-1 0 0,1 0 1 0 0,-1 0 0 0 0,0 0-1 0 0,1 0 1 0 0,0 0 0 0 0,8-11 12 0 0,5-26-439 0 0,-13 35 390 0 0,6-26-426 0 0,-1 0 1 0 0,-2-1-1 0 0,2-31 1 0 0,-4 36 267 0 0,0 0-1 0 0,2 0 1 0 0,0 0-1 0 0,2 0 1 0 0,8-24-1 0 0,-13 47 187 0 0,-1-1-1 0 0,1 1 0 0 0,-1 0 1 0 0,1-1-1 0 0,-1 1 0 0 0,1-1 1 0 0,0 1-1 0 0,0 0 0 0 0,0-1 1 0 0,-1 1-1 0 0,1 0 0 0 0,1 0 0 0 0,-1 0 1 0 0,0 0-1 0 0,0 0 0 0 0,0 0 1 0 0,0 0-1 0 0,1 0 0 0 0,-1 0 1 0 0,0 1-1 0 0,1-1 0 0 0,-1 0 1 0 0,1 1-1 0 0,-1-1 0 0 0,1 1 1 0 0,-1 0-1 0 0,3-1 0 0 0,-2 2 38 0 0,0-1-1 0 0,0 1 1 0 0,0 0 0 0 0,0 0-1 0 0,0 0 1 0 0,0 0-1 0 0,0 0 1 0 0,0 0-1 0 0,-1 0 1 0 0,1 1-1 0 0,-1-1 1 0 0,1 1-1 0 0,-1-1 1 0 0,1 1 0 0 0,-1 0-1 0 0,0-1 1 0 0,1 1-1 0 0,-1 0 1 0 0,1 2-1 0 0,6 12 271 0 0,0 1 0 0 0,-1 0 0 0 0,0 0 0 0 0,7 33 0 0 0,-7-12 540 0 0,4 49 0 0 0,-10-80-674 0 0,0 0 0 0 0,-1 0 1 0 0,0 1-1 0 0,0-1 1 0 0,-1 0-1 0 0,0 1 1 0 0,-3 11-1 0 0,3-17-98 0 0,0 0 0 0 0,0 0 0 0 0,0 0 0 0 0,0 0 0 0 0,0 0 0 0 0,-1-1 0 0 0,1 1 0 0 0,-1 0 0 0 0,1-1 0 0 0,-1 1 0 0 0,1-1 0 0 0,-1 1-1 0 0,0-1 1 0 0,0 0 0 0 0,0 1 0 0 0,0-1 0 0 0,0 0 0 0 0,0 0 0 0 0,0-1 0 0 0,0 1 0 0 0,0 0 0 0 0,0-1 0 0 0,-1 1 0 0 0,1-1 0 0 0,0 0 0 0 0,0 0 0 0 0,-1 0 0 0 0,-3 0-1 0 0,-14-2 259 0 0,1-1 0 0 0,-1 0 0 0 0,0-1 0 0 0,1-2 0 0 0,0 0-1 0 0,0-1 1 0 0,-27-14 0 0 0,46 21-356 0 0,0 0 0 0 0,0 0 0 0 0,0 0 0 0 0,0-1 0 0 0,0 1 0 0 0,0 0 0 0 0,0 0 0 0 0,-1 0 0 0 0,1 0 0 0 0,0 0 0 0 0,0 0 0 0 0,0 0 0 0 0,0 0 0 0 0,0 0 0 0 0,0 0 0 0 0,0 0 0 0 0,0 0 0 0 0,0 0 0 0 0,0-1 1 0 0,0 1-1 0 0,0 0 0 0 0,0 0 0 0 0,0 0 0 0 0,-1 0 0 0 0,1 0 0 0 0,0 0 0 0 0,0 0 0 0 0,0 0 0 0 0,0 0 0 0 0,0 0 0 0 0,0 0 0 0 0,0 0 0 0 0,0 0 0 0 0,0 0 0 0 0,0 0 0 0 0,-1 0 0 0 0,1 0 0 0 0,0 0 0 0 0,0 0 0 0 0,0 0 0 0 0,0 0 0 0 0,0 0 0 0 0,0 0 0 0 0,0 0 0 0 0,0 0 0 0 0,0 0 0 0 0,0 0 0 0 0,0 0 0 0 0,-1 1 0 0 0,1-1 0 0 0,0 0 0 0 0,0 0 0 0 0,0 0 0 0 0,0 0 0 0 0,0 0 0 0 0,0 0 0 0 0,0 0 0 0 0,0 0 0 0 0,0 0 0 0 0,0 0 0 0 0,0 0 0 0 0,0 0 0 0 0,0 1 0 0 0,0-1 0 0 0,0 0 0 0 0,0 0 0 0 0,0 0 0 0 0,0 0 0 0 0,0 0 0 0 0,4 5-1613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2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31 6191 0 0,'1'-4'-91'0'0,"4"-17"1916"0"0,-5 15-254 0 0,-6 13 4 0 0,-2 8-1163 0 0,1-1 0 0 0,1 1-1 0 0,0 0 1 0 0,1 0 0 0 0,0 0-1 0 0,1 1 1 0 0,-3 25 0 0 0,4-7 281 0 0,1 1-1 0 0,4 51 1 0 0,0-62-117 0 0,1-1-1 0 0,0 0 1 0 0,2-1-1 0 0,14 40 0 0 0,-16-53-385 0 0,1 0 0 0 0,0 1 0 0 0,1-1 0 0 0,0-1 0 0 0,0 1 0 0 0,1-1 0 0 0,0 0 0 0 0,1 0 0 0 0,-1-1 0 0 0,1 1-1 0 0,1-2 1 0 0,-1 1 0 0 0,13 7 0 0 0,-17-12-165 0 0,0 0 0 0 0,-1-1 1 0 0,1 1-1 0 0,0-1 0 0 0,0 0 0 0 0,0 0 0 0 0,1 0 0 0 0,-1-1 1 0 0,0 1-1 0 0,0-1 0 0 0,0 1 0 0 0,1-1 0 0 0,-1 0 0 0 0,0-1 1 0 0,0 1-1 0 0,0 0 0 0 0,1-1 0 0 0,-1 0 0 0 0,3-1 0 0 0,-1 0-9 0 0,-1 0 0 0 0,1 0 0 0 0,-1-1-1 0 0,0 0 1 0 0,0 0 0 0 0,-1 0 0 0 0,1 0 0 0 0,-1-1-1 0 0,1 1 1 0 0,-1-1 0 0 0,4-6 0 0 0,1-3 13 0 0,0-1 1 0 0,-1 0-1 0 0,-1 0 1 0 0,0 0 0 0 0,-1-1-1 0 0,-1 0 1 0 0,3-16-1 0 0,-4 15-57 0 0,-1 0 0 0 0,-1-1 0 0 0,-1 1 0 0 0,0-1 0 0 0,-1 1 0 0 0,-1-1 0 0 0,-6-28-1 0 0,5 34 21 0 0,0 0 0 0 0,-1 1-1 0 0,0-1 1 0 0,-1 1 0 0 0,0 0-1 0 0,-1 0 1 0 0,0 0 0 0 0,0 1-1 0 0,-1 0 1 0 0,0 1 0 0 0,-1-1-1 0 0,-11-9 1 0 0,14 14 8 0 0,0 1 0 0 0,0 0 0 0 0,0 0 0 0 0,-1 1 0 0 0,1 0 0 0 0,-1 0 0 0 0,1 0 0 0 0,-1 0 0 0 0,0 1 0 0 0,1 0 0 0 0,-1 0 0 0 0,0 1 0 0 0,0 0 0 0 0,-7 0 0 0 0,8 0 0 0 0,0 0 0 0 0,1 1 0 0 0,-1 0 0 0 0,1 0 0 0 0,-1 0 0 0 0,1 0 0 0 0,0 0 0 0 0,-1 1 0 0 0,1 0 0 0 0,0 0 0 0 0,0 0 0 0 0,0 0 0 0 0,0 1 0 0 0,1 0 0 0 0,-1-1 0 0 0,1 1 0 0 0,-1 1 0 0 0,-5 6 0 0 0,9-10-27 0 0,-1 1 0 0 0,0 0 0 0 0,1-1 0 0 0,-1 1 0 0 0,1 0 0 0 0,-1 0 1 0 0,0-1-1 0 0,1 1 0 0 0,0 0 0 0 0,-1 0 0 0 0,1 0 0 0 0,0 0 0 0 0,-1 0 0 0 0,1 0 0 0 0,0-1 0 0 0,0 1 0 0 0,0 0 0 0 0,0 0 0 0 0,0 0 0 0 0,0 0 0 0 0,0 0 0 0 0,0 0 0 0 0,0 0 0 0 0,0 0 0 0 0,0 0 0 0 0,1 0 0 0 0,-1 0 1 0 0,0-1-1 0 0,1 1 0 0 0,-1 0 0 0 0,0 0 0 0 0,1 0 0 0 0,-1 0 0 0 0,1-1 0 0 0,0 1 0 0 0,-1 0 0 0 0,1-1 0 0 0,0 1 0 0 0,-1 0 0 0 0,1-1 0 0 0,0 1 0 0 0,0-1 0 0 0,-1 1 0 0 0,1-1 0 0 0,0 1 0 0 0,0-1 0 0 0,0 0 1 0 0,0 1-1 0 0,1-1 0 0 0,2 1-842 0 0,0 1 1 0 0,1-2-1 0 0,0 1 1 0 0,-1-1-1 0 0,1 1 1 0 0,-1-1-1 0 0,1-1 1 0 0,8 0-1 0 0,6-3-4919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2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2303 0 0,'1'128'10392'0'0,"5"2"-6889"0"0,-1-68-2569 0 0,3-1-1 0 0,18 71 1 0 0,-25-131-912 0 0,7 26 86 0 0,-8-26-107 0 0,0 0 0 0 0,1 0 0 0 0,-1 0 0 0 0,0 0 0 0 0,1 0 0 0 0,-1 0 0 0 0,1 0 0 0 0,-1 0 0 0 0,1 0 0 0 0,-1 0 0 0 0,1-1 0 0 0,0 1 0 0 0,-1 0 0 0 0,1 0 0 0 0,0-1 0 0 0,0 1 0 0 0,0 0 0 0 0,0-1 0 0 0,1 2 0 0 0,-1-2-184 0 0,-1-1 0 0 0,1 1 1 0 0,-1 0-1 0 0,1 0 0 0 0,-1-1 1 0 0,1 1-1 0 0,-1 0 0 0 0,3-4-1278 0 0,-3 4 1279 0 0,0-1-1 0 0,1 1 0 0 0,-1-1 1 0 0,0 1-1 0 0,0-1 0 0 0,0 1 1 0 0,0-1-1 0 0,0 1 0 0 0,1-2 1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3.2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8143 0 0,'0'-3'159'0'0,"0"1"-1"0"0,0-1 0 0 0,0 0 1 0 0,0 0-1 0 0,0 0 1 0 0,1 0-1 0 0,0 0 0 0 0,-1 0 1 0 0,1 0-1 0 0,0 1 0 0 0,0-1 1 0 0,1 0-1 0 0,-1 1 0 0 0,0-1 1 0 0,1 1-1 0 0,0-1 0 0 0,-1 1 1 0 0,1 0-1 0 0,0 0 1 0 0,0-1-1 0 0,1 2 0 0 0,-1-1 1 0 0,0 0-1 0 0,0 0 0 0 0,4-1 1 0 0,-1 0-31 0 0,-1 1 0 0 0,0 0 1 0 0,1 1-1 0 0,-1-1 1 0 0,1 1-1 0 0,-1 0 1 0 0,1 0-1 0 0,0 0 0 0 0,-1 1 1 0 0,1-1-1 0 0,0 1 1 0 0,0 0-1 0 0,-1 1 0 0 0,1-1 1 0 0,0 1-1 0 0,-1 0 1 0 0,1 0-1 0 0,0 0 1 0 0,-1 1-1 0 0,1-1 0 0 0,-1 1 1 0 0,0 0-1 0 0,0 1 1 0 0,0-1-1 0 0,0 1 0 0 0,0 0 1 0 0,0 0-1 0 0,-1 0 1 0 0,1 0-1 0 0,-1 1 1 0 0,3 3-1 0 0,-2-3-124 0 0,-1-1 0 0 0,0 1 1 0 0,0 0-1 0 0,0 0 0 0 0,-1 0 0 0 0,0 1 1 0 0,1-1-1 0 0,-1 1 0 0 0,-1-1 0 0 0,1 1 0 0 0,-1 0 1 0 0,0 0-1 0 0,0-1 0 0 0,0 1 0 0 0,-1 0 1 0 0,1 0-1 0 0,-1 0 0 0 0,0 0 0 0 0,-1 0 0 0 0,1 0 1 0 0,-1 0-1 0 0,0-1 0 0 0,0 1 0 0 0,-1 0 1 0 0,1 0-1 0 0,-1-1 0 0 0,0 1 0 0 0,0-1 0 0 0,-6 8 1 0 0,1-4-188 0 0,0 0 0 0 0,-1-1 0 0 0,0 0 0 0 0,0-1 1 0 0,-1 1-1 0 0,0-2 0 0 0,0 1 0 0 0,0-1 1 0 0,-11 4-1 0 0,19-8 184 0 0,0-1 35 0 0,1 0 0 0 0,-1 0 0 0 0,1 1-1 0 0,-1-1 1 0 0,1 0 0 0 0,0 0 0 0 0,-1 1 0 0 0,1-1 0 0 0,-1 0-1 0 0,1 1 1 0 0,0-1 0 0 0,0 0 0 0 0,-1 1 0 0 0,1-1 0 0 0,0 0 0 0 0,-1 1-1 0 0,1-1 1 0 0,0 1 0 0 0,0-1 0 0 0,0 1 0 0 0,0-1 0 0 0,-1 1 0 0 0,1-1-1 0 0,0 1 1 0 0,0-1 0 0 0,0 1 0 0 0,0-1 0 0 0,0 0 0 0 0,0 2 0 0 0,9 13 917 0 0,22 12 260 0 0,-29-25-1150 0 0,133 89 1779 0 0,-89-61-1584 0 0,23 10-308 0 0,-62-34-230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4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33 4607 0 0,'0'-1'173'0'0,"0"0"-1"0"0,0-1 1 0 0,0 1-1 0 0,0 0 1 0 0,0-1-1 0 0,0 1 1 0 0,0-1-1 0 0,-1 1 1 0 0,1 0-1 0 0,0 0 0 0 0,-1-1 1 0 0,1 1-1 0 0,-1 0 1 0 0,0 0-1 0 0,1-1 1 0 0,-1 1-1 0 0,0 0 1 0 0,1 0-1 0 0,-1 0 0 0 0,0 0 1 0 0,0 0-1 0 0,0 0 1 0 0,0 0-1 0 0,0 0 1 0 0,0 1-1 0 0,-3-2 1 0 0,3 1-10 0 0,-1 1 0 0 0,1 0 0 0 0,-1 0 0 0 0,1 0 0 0 0,-1 0 0 0 0,0 0 0 0 0,1 1 0 0 0,-1-1 1 0 0,1 0-1 0 0,-1 1 0 0 0,1-1 0 0 0,-1 1 0 0 0,1-1 0 0 0,-1 1 0 0 0,1 0 0 0 0,0 0 0 0 0,-1-1 0 0 0,1 1 0 0 0,0 0 1 0 0,0 0-1 0 0,-1 0 0 0 0,1 1 0 0 0,-1 0 0 0 0,-4 6 124 0 0,-1-1-1 0 0,2 1 1 0 0,-1 0-1 0 0,1 0 1 0 0,0 1-1 0 0,1-1 1 0 0,-5 13-1 0 0,-18 69 723 0 0,20-65-646 0 0,1-2 11 0 0,1 0 1 0 0,1 0 0 0 0,1 0-1 0 0,0 0 1 0 0,3 36-1 0 0,0-51-274 0 0,0 0-1 0 0,1 0 1 0 0,1 1 0 0 0,-1-1-1 0 0,1 0 1 0 0,1 0 0 0 0,-1 0-1 0 0,1-1 1 0 0,1 1-1 0 0,0-1 1 0 0,0 0 0 0 0,0 1-1 0 0,1-2 1 0 0,-1 1-1 0 0,2-1 1 0 0,-1 1 0 0 0,1-1-1 0 0,12 9 1 0 0,-16-13-90 0 0,1-1 0 0 0,-1 1 0 0 0,1-1-1 0 0,-1 0 1 0 0,1 0 0 0 0,0 0 0 0 0,0 0 0 0 0,-1 0 0 0 0,1-1 0 0 0,0 1 0 0 0,0-1-1 0 0,0 0 1 0 0,-1 0 0 0 0,1 0 0 0 0,0 0 0 0 0,0 0 0 0 0,0 0 0 0 0,0-1 0 0 0,-1 0-1 0 0,1 1 1 0 0,0-1 0 0 0,-1 0 0 0 0,1 0 0 0 0,0-1 0 0 0,-1 1 0 0 0,1 0 0 0 0,-1-1 0 0 0,0 0-1 0 0,0 1 1 0 0,1-1 0 0 0,-1 0 0 0 0,2-3 0 0 0,4-3-705 0 0,0-1 0 0 0,-1 0 0 0 0,0 0 0 0 0,-1-1 0 0 0,0 0 0 0 0,8-16 0 0 0,-11 18-1533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 5527 0 0,'2'-6'1178'0'0,"-5"20"3524"0"0,-12 131 3092 0 0,-19 72-6883 0 0,15-107-160 0 0,17-100-733 0 0,-1 2-28 0 0,1 1 1 0 0,1-1 0 0 0,0 1-1 0 0,0-1 1 0 0,1 1 0 0 0,1-1-1 0 0,2 16 1 0 0,-3-28-8 0 0,0 0-1 0 0,0 0 1 0 0,0 1 0 0 0,0-1-1 0 0,0 0 1 0 0,0 0 0 0 0,0 0 0 0 0,0 0-1 0 0,0 0 1 0 0,0 0 0 0 0,0 0-1 0 0,0 0 1 0 0,0 0 0 0 0,0 0-1 0 0,0 0 1 0 0,0 1 0 0 0,0-1 0 0 0,0 0-1 0 0,0 0 1 0 0,0 0 0 0 0,0 0-1 0 0,0 0 1 0 0,0 0 0 0 0,0 0 0 0 0,1 0-1 0 0,-1 0 1 0 0,0 0 0 0 0,0 0-1 0 0,0 0 1 0 0,0 0 0 0 0,0 0 0 0 0,0 0-1 0 0,0 1 1 0 0,0-1 0 0 0,0 0-1 0 0,0 0 1 0 0,0 0 0 0 0,0 0 0 0 0,1 0-1 0 0,-1 0 1 0 0,0 0 0 0 0,0 0-1 0 0,0 0 1 0 0,0 0 0 0 0,0 0-1 0 0,0 0 1 0 0,0 0 0 0 0,0 0 0 0 0,0 0-1 0 0,0 0 1 0 0,0 0 0 0 0,1 0-1 0 0,-1-1 1 0 0,0 1 0 0 0,0 0 0 0 0,0 0-1 0 0,0 0 1 0 0,0 0 0 0 0,0 0-1 0 0,0 0 1 0 0,0 0 0 0 0,0 0 0 0 0,4-8-761 0 0,2-9-1318 0 0,-4 6 535 0 0,1-2-50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4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1 291 5063 0 0,'18'-12'8164'0'0,"18"1"-4330"0"0,5-4-1962 0 0,-31 9-1538 0 0,0-1 0 0 0,0 0 0 0 0,-1-1 0 0 0,0 0 0 0 0,0-1 0 0 0,-1 0 0 0 0,0 0 1 0 0,0-1-1 0 0,8-14 0 0 0,-13 18-1557 0 0,0 0 0 0 0,-1 0 1 0 0,1 0-1 0 0,1-12 0 0 0,3-28-781 0 0,-5 31 1866 0 0,1 0-1 0 0,5-21 1 0 0,-8 36 153 0 0,0 0 0 0 0,0 0 0 0 0,0 0 0 0 0,0 0 0 0 0,0 0 0 0 0,0 0 0 0 0,0 0 0 0 0,0 0 0 0 0,1 0 0 0 0,-1 0 0 0 0,0 0 0 0 0,0 0 0 0 0,0 0 0 0 0,0 0 0 0 0,0 0 0 0 0,0 0 0 0 0,0 0 0 0 0,0 0 0 0 0,0 0 0 0 0,0 0 0 0 0,0 0 0 0 0,0 0 0 0 0,0 0 1 0 0,0 0-1 0 0,0 0 0 0 0,0 0 0 0 0,1 0 0 0 0,-1 0 0 0 0,0 0 0 0 0,0 0 0 0 0,0 0 0 0 0,0 0 0 0 0,0 0 0 0 0,0 0 0 0 0,0 0 0 0 0,0 0 0 0 0,0 0 0 0 0,0 0 0 0 0,0 0 0 0 0,0 0 0 0 0,0 0 0 0 0,0 0 0 0 0,0 0 0 0 0,0 0 0 0 0,1 0 0 0 0,-1 0 0 0 0,0 0 0 0 0,0 0 0 0 0,0 0 1 0 0,0 0-1 0 0,0 0 0 0 0,0 0 0 0 0,0 0 0 0 0,0-1 0 0 0,0 1 0 0 0,0 0 0 0 0,0 0 0 0 0,0 0 0 0 0,0 0 0 0 0,0 0 0 0 0,0 0 0 0 0,0 0 0 0 0,0 0 0 0 0,0 0 0 0 0,0 0 0 0 0,2 8 688 0 0,1 13 136 0 0,-9 186 3007 0 0,-1-7-2641 0 0,7-196-1199 0 0,0-1-1 0 0,1 1 1 0 0,-1-1 0 0 0,1 1 0 0 0,0-1 0 0 0,0 1 0 0 0,0-1-1 0 0,1 1 1 0 0,1 3 0 0 0,-2-7-40 0 0,-1 1 0 0 0,0-1 0 0 0,0 0 1 0 0,0 1-1 0 0,0-1 0 0 0,1 0 0 0 0,-1 0 0 0 0,0 1 0 0 0,0-1 0 0 0,1 0 1 0 0,-1 0-1 0 0,0 1 0 0 0,1-1 0 0 0,-1 0 0 0 0,0 0 0 0 0,1 0 0 0 0,-1 0 0 0 0,0 0 1 0 0,1 1-1 0 0,-1-1 0 0 0,0 0 0 0 0,1 0 0 0 0,-1 0 0 0 0,0 0 0 0 0,1 0 1 0 0,-1 0-1 0 0,0 0 0 0 0,1 0 0 0 0,-1 0 0 0 0,0 0 0 0 0,1 0 0 0 0,-1 0 1 0 0,1-1-1 0 0,0 0-229 0 0,0 0 0 0 0,0 0 0 0 0,0 0-1 0 0,0 0 1 0 0,0 0 0 0 0,0-1 0 0 0,0 1 0 0 0,0 0 0 0 0,-1-1 0 0 0,1 1 0 0 0,0-1 0 0 0,-1 1 0 0 0,1-2 0 0 0,3-9-1776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5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1 126 919 0 0,'26'-32'2083'0'0,"-14"21"433"0"0,-1 0 0 0 0,2 2 0 0 0,-1-1 0 0 0,1 2 0 0 0,23-12 0 0 0,10-1 475 0 0,-46 20-2996 0 0,1 1 0 0 0,-1 0 0 0 0,1-1 0 0 0,-1 1 0 0 0,1 0 0 0 0,-1-1 0 0 0,1 1 0 0 0,-1 0 0 0 0,1 0 0 0 0,0 0 0 0 0,-1 0 0 0 0,1-1 0 0 0,-1 1 0 0 0,1 0 0 0 0,0 0 0 0 0,-1 0 0 0 0,1 0 0 0 0,-1 0 0 0 0,1 0 0 0 0,0 0 0 0 0,-1 1 0 0 0,1-1 0 0 0,-1 0 0 0 0,1 0 0 0 0,0 0 0 0 0,-1 1 1 0 0,2-1-1 0 0,-3 1-271 0 0,1 0 0 0 0,0 0 0 0 0,0 0 0 0 0,-1 0 0 0 0,1 0 0 0 0,0 0 0 0 0,-1 0 0 0 0,1-1 0 0 0,-1 1 0 0 0,1 0 0 0 0,-1 0 0 0 0,0-1 0 0 0,1 1 0 0 0,-1 0 0 0 0,0-1 0 0 0,1 1 0 0 0,-2 0 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5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5527 0 0,'-3'6'1312'0'0,"0"1"-1"0"0,1 0 1 0 0,0 0-1 0 0,0 0 1 0 0,-1 14-1 0 0,0 41 1851 0 0,3-33-2555 0 0,-1-22-413 0 0,0 26 1291 0 0,3 53 1 0 0,-1-77-950 0 0,0 0 1 0 0,1 0-1 0 0,0 0 1 0 0,0 0-1 0 0,1 0 1 0 0,0-1-1 0 0,1 1 1 0 0,-1-1-1 0 0,2 0 1 0 0,9 15-1 0 0,-13-22-492 0 0,0 1 0 0 0,0-1 1 0 0,1 0-1 0 0,-1 1 0 0 0,0-1 0 0 0,1 0 0 0 0,-1 0 1 0 0,1 0-1 0 0,-1 0 0 0 0,1 0 0 0 0,0 0 0 0 0,-1 0 1 0 0,1-1-1 0 0,0 1 0 0 0,0 0 0 0 0,-1-1 0 0 0,1 1 0 0 0,0-1 1 0 0,0 0-1 0 0,0 0 0 0 0,0 0 0 0 0,0 0 0 0 0,-1 0 1 0 0,1 0-1 0 0,0 0 0 0 0,0-1 0 0 0,0 1 0 0 0,0-1 1 0 0,1 0-1 0 0,5-2-192 0 0,0-1-1 0 0,-1 0 1 0 0,1-1 0 0 0,-1 0 0 0 0,8-6 0 0 0,13-10-176 0 0,-23 19 253 0 0,6-5-3982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5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5983 0 0,'17'-29'14007'0'0,"-11"23"-12237"0"0,9-3-1628 0 0,12-4-1057 0 0,-21 11-970 0 0,-1-1 198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5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97 10223 0 0,'14'-33'1965'0'0,"-12"29"-1624"0"0,1 0-1 0 0,-1-1 1 0 0,0 1-1 0 0,-1 0 1 0 0,1-1-1 0 0,-1 0 1 0 0,0 1-1 0 0,0-1 1 0 0,0 0-1 0 0,0-5 1 0 0,-1 10-277 0 0,0 0-1 0 0,0-1 1 0 0,0 1 0 0 0,0 0-1 0 0,0-1 1 0 0,0 1-1 0 0,-1 0 1 0 0,1-1 0 0 0,0 1-1 0 0,0 0 1 0 0,0-1 0 0 0,0 1-1 0 0,0 0 1 0 0,0-1 0 0 0,-1 1-1 0 0,1 0 1 0 0,0 0 0 0 0,0-1-1 0 0,-1 1 1 0 0,1 0 0 0 0,0 0-1 0 0,0-1 1 0 0,-1 1 0 0 0,1 0-1 0 0,0 0 1 0 0,0 0 0 0 0,-1-1-1 0 0,1 1 1 0 0,0 0 0 0 0,-1 0-1 0 0,1 0 1 0 0,0 0 0 0 0,-1 0-1 0 0,1 0 1 0 0,0 0-1 0 0,-1 0 1 0 0,-14 6 1026 0 0,-11 16-1287 0 0,21-15 207 0 0,0 0-1 0 0,1 0 1 0 0,0 0 0 0 0,0 0 0 0 0,1 1-1 0 0,0-1 1 0 0,0 1 0 0 0,1 0 0 0 0,0 0-1 0 0,0 0 1 0 0,0 0 0 0 0,2 1 0 0 0,-1-1-1 0 0,1 0 1 0 0,0 0 0 0 0,0 1 0 0 0,1-1-1 0 0,0 0 1 0 0,1 0 0 0 0,0 0 0 0 0,5 14-1 0 0,-2-7-20 0 0,1-1 0 0 0,1-1 0 0 0,0 1 0 0 0,1-1 0 0 0,0-1 0 0 0,1 1 0 0 0,0-2 0 0 0,1 1-1 0 0,0-1 1 0 0,1 0 0 0 0,14 9 0 0 0,-20-15 56 0 0,25 20-128 0 0,-29-25 111 0 0,0 1 0 0 0,0 0 0 0 0,0-1 0 0 0,-1 1 0 0 0,1 0 1 0 0,0 0-1 0 0,-1 0 0 0 0,1 0 0 0 0,-1 0 0 0 0,1-1 0 0 0,-1 1 0 0 0,1 0 0 0 0,-1 0 0 0 0,1 1 0 0 0,-1-1 0 0 0,0 0 0 0 0,0 0 0 0 0,0 0 0 0 0,1 0 1 0 0,-1 0-1 0 0,0 0 0 0 0,0 0 0 0 0,-1 0 0 0 0,1 0 0 0 0,0 0 0 0 0,0 0 0 0 0,0 0 0 0 0,-1 2 0 0 0,-2-1 271 0 0,1 0 0 0 0,-1 0-1 0 0,0 0 1 0 0,1 0 0 0 0,-1 0-1 0 0,0-1 1 0 0,0 0 0 0 0,-1 1-1 0 0,-3 0 1 0 0,-7 4 551 0 0,-102 61-591 0 0,114-65-957 0 0,8-4-734 0 0,12-4-2162 0 0,-9 1 1574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10135 0 0,'0'0'21'0'0,"0"0"0"0"0,0 0 0 0 0,0 0 0 0 0,0 0 0 0 0,0 0 0 0 0,0 0 0 0 0,0 0-1 0 0,0 0 1 0 0,1 0 0 0 0,-1 0 0 0 0,0 0 0 0 0,0-1 0 0 0,0 1 0 0 0,0 0 0 0 0,0 0 0 0 0,0 0 0 0 0,0 0-1 0 0,0 0 1 0 0,0 0 0 0 0,0 0 0 0 0,0 0 0 0 0,0 0 0 0 0,0 0 0 0 0,1 0 0 0 0,-1 0 0 0 0,0 0-1 0 0,0 0 1 0 0,0 0 0 0 0,0 0 0 0 0,0 0 0 0 0,0 0 0 0 0,0 0 0 0 0,0 0 0 0 0,0 0 0 0 0,0 0 0 0 0,0 0-1 0 0,0 0 1 0 0,0 0 0 0 0,1 1 0 0 0,-1-1 0 0 0,0 0 0 0 0,0 0 0 0 0,0 0 0 0 0,0 0 0 0 0,0 0-1 0 0,0 0 1 0 0,0 0 0 0 0,0 0 0 0 0,0 0 0 0 0,0 0 0 0 0,0 0 0 0 0,0 0 0 0 0,0 0 0 0 0,0 0 0 0 0,0 0-1 0 0,0 0 1 0 0,0 1 0 0 0,0-1 0 0 0,0 0 0 0 0,0 0 0 0 0,0 0 0 0 0,0 0 0 0 0,1 9 2112 0 0,-4 19 2087 0 0,2-20-3454 0 0,-13 101 3116 0 0,5-51-3153 0 0,2 1-1 0 0,2 73 1 0 0,12-102-152 0 0,1-20-1436 0 0,-8-10 683 0 0,1 0 0 0 0,-1 0 0 0 0,1 1 0 0 0,-1-1-1 0 0,1 0 1 0 0,-1 0 0 0 0,1-1 0 0 0,-1 1-1 0 0,0 0 1 0 0,1 0 0 0 0,-1 0 0 0 0,1 0 0 0 0,-1 0-1 0 0,1 0 1 0 0,-1-1 0 0 0,1 1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6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15663 0 0,'1'-1'269'0'0,"-1"1"-1"0"0,1-1 1 0 0,0 1 0 0 0,0-1-1 0 0,0 0 1 0 0,-1 1-1 0 0,1 0 1 0 0,0-1 0 0 0,0 1-1 0 0,0-1 1 0 0,0 1-1 0 0,0 0 1 0 0,0 0 0 0 0,0 0-1 0 0,0-1 1 0 0,0 1-1 0 0,0 0 1 0 0,0 0 0 0 0,1 1-1 0 0,29-3 1512 0 0,-26 2-1669 0 0,9 0-230 0 0,27-2 1298 0 0,43-6 0 0 0,-24-7-2264 0 0,-49 11-511 0 0,0 0 0 0 0,0-1 0 0 0,13-9 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6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21 20647 0 0,'-4'1'912'0'0,"1"-1"192"0"0,2 2-880 0 0,-1-1-224 0 0,2 1 0 0 0,0 5 2664 0 0,0-6-2440 0 0,-1-2-96 0 0,-1-1-24 0 0,2-3 0 0 0,-1-1-1136 0 0,1-2-232 0 0,0-5-48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09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38 8351 0 0,'-19'-38'3530'0'0,"19"45"-2950"0"0,2 10-714 0 0,8 60 531 0 0,-4 0 0 0 0,-3 96 0 0 0,-3-91 183 0 0,0 186 1492 0 0,12 350 732 0 0,-2-467-2696 0 0,32 415-711 0 0,-36-482-831 0 0,-5-51 604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0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73 7631 0 0,'0'-1'40'0'0,"-1"1"-1"0"0,1 0 0 0 0,0 0 1 0 0,0 0-1 0 0,0-1 0 0 0,0 1 1 0 0,0 0-1 0 0,-1 0 0 0 0,1-1 0 0 0,0 1 1 0 0,0 0-1 0 0,0 0 0 0 0,0-1 1 0 0,0 1-1 0 0,0 0 0 0 0,0 0 1 0 0,0-1-1 0 0,0 1 0 0 0,0 0 0 0 0,0 0 1 0 0,0-1-1 0 0,0 1 0 0 0,0 0 1 0 0,0 0-1 0 0,0-1 0 0 0,0 1 1 0 0,0 0-1 0 0,1 0 0 0 0,-1-1 1 0 0,0 1-1 0 0,0 0 0 0 0,0 0 0 0 0,0 0 1 0 0,0-1-1 0 0,1 1 0 0 0,-1 0 1 0 0,0 0-1 0 0,0 0 0 0 0,0 0 1 0 0,1-1-1 0 0,-1 1 0 0 0,0 0 0 0 0,0 0 1 0 0,1 0-1 0 0,-1 0 0 0 0,0 0 1 0 0,0 0-1 0 0,1-1 0 0 0,20-1 593 0 0,25 8-562 0 0,77 30 135 0 0,-65-17 170 0 0,69 12-1 0 0,-77-24-335 0 0,0-2 1 0 0,87-2 0 0 0,100-25 51 0 0,-148 10-62 0 0,381-47 380 0 0,28 27-199 0 0,-232 40-42 0 0,-53 1-48 0 0,45-12 456 0 0,-161 6 367 0 0,-17 1 133 0 0,-70-3-1021 0 0,-8-1-55 0 0,-1 0 0 0 0,0 0 0 0 0,0 0 0 0 0,0 0 0 0 0,0 0 0 0 0,0 0-1 0 0,0 0 1 0 0,0-1 0 0 0,0 1 0 0 0,0 0 0 0 0,0 0 0 0 0,0-1 0 0 0,0 1 0 0 0,0-1-1 0 0,1 0 1 0 0,10-4 1 0 0,-10 5-1 0 0,0-1 1 0 0,-1 1 0 0 0,1-1-1 0 0,-1 0 1 0 0,1 0-1 0 0,-1 0 1 0 0,1 0 0 0 0,-1 0-1 0 0,1 0 1 0 0,-1 0 0 0 0,0 0-1 0 0,0 0 1 0 0,0-1 0 0 0,1 1-1 0 0,0-3 1 0 0,6-9-258 0 0,-6 11 384 0 0,-1-1 1 0 0,0 1 0 0 0,1 0 0 0 0,-1-1 0 0 0,1 1 0 0 0,0 0 0 0 0,0 0 0 0 0,3-3 0 0 0,-5 5-101 0 0,1 0 0 0 0,-1 0 0 0 0,0 0 0 0 0,1 0 0 0 0,-1 0 0 0 0,0 0 0 0 0,1 0 0 0 0,-1-1 0 0 0,0 1 0 0 0,1 0 0 0 0,-1 0 0 0 0,0 0 0 0 0,1 1 0 0 0,-1-1 0 0 0,0 0 0 0 0,1 0 0 0 0,-1 0 0 0 0,0 0 0 0 0,1 0 0 0 0,-1 0 0 0 0,0 0 0 0 0,0 0 0 0 0,1 1 0 0 0,-1-1 0 0 0,0 0 0 0 0,1 0 0 0 0,-1 1 0 0 0,10 16 400 0 0,4 28-188 0 0,-2 0-1 0 0,-2 1 1 0 0,-3 1 0 0 0,3 56-1 0 0,3 10 185 0 0,63 509 501 0 0,-41 4-104 0 0,-37-524-1263 0 0,-3-1 0 0 0,-26 139 0 0 0,24-211-1238 0 0,-1-6-4653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1.2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57 8519 0 0,'-8'-9'1989'0'0,"29"19"-247"0"0,-9-4-1882 0 0,17 7 341 0 0,-1-2 1 0 0,2-1-1 0 0,-1-1 0 0 0,2-2 1 0 0,-1-1-1 0 0,34 3 0 0 0,22-4 42 0 0,130-9 0 0 0,86-31 205 0 0,-221 22-228 0 0,330-46 1268 0 0,73 36 460 0 0,-230 34-1322 0 0,50-1-434 0 0,-22-20-2390 0 0,-223 6 1012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2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1038 2303 0 0,'-44'-23'2078'0'0,"29"14"3263"0"0,14 9-5081 0 0,1-1 1 0 0,0 0-1 0 0,-1 1 1 0 0,1-1 0 0 0,0 0-1 0 0,-1 1 1 0 0,1-1-1 0 0,0 0 1 0 0,0 0 0 0 0,0 1-1 0 0,0-2 1 0 0,4-22 1113 0 0,-1 16-1389 0 0,0 0 1 0 0,1 1-1 0 0,7-11 1 0 0,5-4 125 0 0,2 1 1 0 0,0 0-1 0 0,24-21 1 0 0,69-51 165 0 0,-68 58-174 0 0,263-194 496 0 0,-290 218-564 0 0,41-27 245 0 0,113-57-1 0 0,72-8 136 0 0,-113 55-331 0 0,220-54 0 0 0,89 40-1726 0 0,-394 58 83 0 0,-4-2-3432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3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36 6447 0 0,'-1'-13'1065'0'0,"1"12"-616"0"0,0 0 1 0 0,0-1 0 0 0,-1 1-1 0 0,1-1 1 0 0,0 1-1 0 0,0 0 1 0 0,0-1-1 0 0,1 1 1 0 0,-1 0 0 0 0,0-1-1 0 0,1-1 1 0 0,0 2-421 0 0,-1 1 1 0 0,1-1-1 0 0,0 1 1 0 0,-1-1-1 0 0,1 1 1 0 0,0 0-1 0 0,0-1 1 0 0,-1 1-1 0 0,1 0 1 0 0,0 0-1 0 0,0-1 1 0 0,0 1-1 0 0,-1 0 1 0 0,1 0-1 0 0,0 0 1 0 0,0 0-1 0 0,0 0 1 0 0,-1 0-1 0 0,1 0 1 0 0,0 0-1 0 0,0 1 1 0 0,-1-1-1 0 0,1 0 1 0 0,0 0-1 0 0,0 1 1 0 0,-1-1-1 0 0,2 1 1 0 0,45 11-22 0 0,93 13 1 0 0,49-11 102 0 0,-182-13-109 0 0,0-1 0 0 0,-1 1 0 0 0,1 0 1 0 0,-1 0-1 0 0,8 3 0 0 0,-13-4-2 0 0,0 1 0 0 0,0-1 0 0 0,0 0 0 0 0,0 1 0 0 0,-1-1 0 0 0,1 1 0 0 0,0-1-1 0 0,0 1 1 0 0,0 0 0 0 0,-1-1 0 0 0,1 1 0 0 0,0 0 0 0 0,0-1 0 0 0,-1 1 0 0 0,1 0 0 0 0,-1 0 0 0 0,1 0 0 0 0,-1 0 0 0 0,1-1 0 0 0,-1 1 0 0 0,1 0 0 0 0,-1 0 0 0 0,0 0 0 0 0,0 0-1 0 0,1 0 1 0 0,-1 0 0 0 0,0 0 0 0 0,0 0 0 0 0,0 0 0 0 0,0 0 0 0 0,0 0 0 0 0,0 0 0 0 0,0 0 0 0 0,0 0 0 0 0,-1 0 0 0 0,1 0 0 0 0,0 0 0 0 0,-1 0 0 0 0,1 0 0 0 0,0 0-1 0 0,-1 0 1 0 0,1-1 0 0 0,-1 2 0 0 0,-4 7 46 0 0,-1-1 0 0 0,1 0 0 0 0,-1 0-1 0 0,-1 0 1 0 0,-12 12 0 0 0,-44 32 424 0 0,45-38-369 0 0,-8 7 113 0 0,-53 41 740 0 0,-120 122 0 0 0,196-181-1008 0 0,0 0 1 0 0,1 0-1 0 0,0 0 0 0 0,-1 1 0 0 0,1-1 1 0 0,0 0-1 0 0,1 1 0 0 0,-4 7 0 0 0,3-2-262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4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41 4607 0 0,'-2'-4'372'0'0,"-13"-19"-137"0"0,14 22 133 0 0,0 0-1 0 0,1 0 0 0 0,-1 0 0 0 0,0 0 0 0 0,0 0 0 0 0,0 0 0 0 0,0 0 0 0 0,0 0 0 0 0,0 0 1 0 0,0 1-1 0 0,0-1 0 0 0,0 1 0 0 0,0-1 0 0 0,-1 1 0 0 0,1-1 0 0 0,-2 0 0 0 0,3 3-208 0 0,-1 0-1 0 0,1 0 0 0 0,0 0 0 0 0,0 0 1 0 0,0 0-1 0 0,1-1 0 0 0,-1 1 0 0 0,0 0 0 0 0,1 0 1 0 0,0 2-1 0 0,0-1-47 0 0,12 58 334 0 0,3-1 0 0 0,2-1 0 0 0,4 0 0 0 0,1-1-1 0 0,3-2 1 0 0,3 0 0 0 0,58 85 0 0 0,-70-119-402 0 0,1-1-1 0 0,1 0 1 0 0,0-1 0 0 0,1-1-1 0 0,2-1 1 0 0,45 30 0 0 0,-33-29-17 0 0,0-1 1 0 0,1-2 0 0 0,0-1-1 0 0,57 15 1 0 0,-39-15 9 0 0,0-2 1 0 0,1-2 0 0 0,1-3-1 0 0,0-2 1 0 0,0-2-1 0 0,62-4 1 0 0,86-22 115 0 0,53-4 5 0 0,-219 27-143 0 0,1 0 0 0 0,55 11 0 0 0,10 1-5914 0 0,-84-12 726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5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24 1839 0 0,'-12'-24'9483'0'0,"21"27"-6692"0"0,17 7-2763 0 0,145 67 123 0 0,-142-62-136 0 0,-1 1 0 0 0,0 1-1 0 0,43 37 1 0 0,-65-49 13 0 0,-1 0 0 0 0,0 0-1 0 0,0 1 1 0 0,0 0 0 0 0,-1 0 0 0 0,0 0-1 0 0,0 0 1 0 0,0 1 0 0 0,-1-1-1 0 0,0 1 1 0 0,3 9 0 0 0,-5-11-2 0 0,0 0 0 0 0,0 0-1 0 0,-1 0 1 0 0,1 0 0 0 0,-1 0 0 0 0,0 0 0 0 0,0 1-1 0 0,-1-1 1 0 0,0 0 0 0 0,0 0 0 0 0,0 0 0 0 0,0 0 0 0 0,-1 0-1 0 0,0 0 1 0 0,0-1 0 0 0,0 1 0 0 0,-3 4 0 0 0,-3 3 239 0 0,-1 0 0 0 0,0-1 1 0 0,0 0-1 0 0,-1-1 1 0 0,-18 14-1 0 0,-1-1 639 0 0,-32 17 1 0 0,49-32-833 0 0,-1-1 1 0 0,1 0-1 0 0,-2-1 0 0 0,1-1 1 0 0,-1 0-1 0 0,1-1 0 0 0,-2 0 1 0 0,1-2-1 0 0,0 1 0 0 0,0-1 1 0 0,-28-1-1 0 0,28-4-462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6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9215 0 0,'-4'1'2172'0'0,"4"-2"-2129"0"0,-5 22 1041 0 0,-2 27-513 0 0,-25 317 230 0 0,22-221-738 0 0,1-15 459 0 0,17 257 1 0 0,13-227 564 0 0,67 250-1 0 0,-67-332-1012 0 0,3 0 1 0 0,4-1-1 0 0,3-1 0 0 0,3-2 0 0 0,63 99 1 0 0,-48-102-36 0 0,60 66 0 0 0,66 56 90 0 0,-172-188-128 0 0,30 29 96 0 0,2-2 0 0 0,56 40 1 0 0,85 42 436 0 0,-80-59-171 0 0,1-3 0 0 0,156 56-1 0 0,-182-84-295 0 0,-43-14-58 0 0,120 33 6 0 0,213 23 76 0 0,4-22-2 0 0,-321-38-88 0 0,556 100 10 0 0,-467-71 46 0 0,-34-8 5 0 0,121 17 0 0 0,-157-37-107 0 0,-1-3 0 0 0,79-5-1 0 0,-89-7-794 0 0,-34 5 392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7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14 9327 0 0,'-3'-2'257'0'0,"0"1"0"0"0,-1-1 0 0 0,1 0 0 0 0,-1 1 0 0 0,0 0 0 0 0,1 0 0 0 0,-1 0 0 0 0,0 0 0 0 0,1 0 0 0 0,-1 1 0 0 0,0 0 0 0 0,0 0 0 0 0,0 0-1 0 0,1 0 1 0 0,-1 0 0 0 0,-7 2 0 0 0,11-1-234 0 0,-1-1 0 0 0,1 0 0 0 0,0 0 0 0 0,0 0 0 0 0,0 0 0 0 0,-1 0 0 0 0,1 0 0 0 0,0 0 0 0 0,0 0 0 0 0,0 1 0 0 0,0-1 0 0 0,-1 0 0 0 0,1 0 0 0 0,0 0 0 0 0,0 0-1 0 0,0 1 1 0 0,0-1 0 0 0,0 0 0 0 0,-1 0 0 0 0,1 0 0 0 0,0 1 0 0 0,0-1 0 0 0,0 0 0 0 0,0 0 0 0 0,0 1 0 0 0,0-1 0 0 0,0 0 0 0 0,0 0 0 0 0,0 0 0 0 0,0 1 0 0 0,0-1 0 0 0,0 0 0 0 0,0 0 0 0 0,0 0 0 0 0,0 1 0 0 0,0-1-1 0 0,0 0 1 0 0,0 0 0 0 0,0 1 0 0 0,1-1 0 0 0,-1 0 0 0 0,0 0 0 0 0,9 12 411 0 0,15 7-217 0 0,-24-18-208 0 0,32 19 71 0 0,59 29-1 0 0,-59-33-38 0 0,0 2 0 0 0,32 22-1 0 0,-45-25-41 0 0,-1 0 0 0 0,0 2 0 0 0,27 32 0 0 0,-35-37 4 0 0,-1 1 0 0 0,-1 0 1 0 0,0 0-1 0 0,0 1 0 0 0,-2 0 1 0 0,11 28-1 0 0,-16-37 90 0 0,-1 0-1 0 0,1 1 1 0 0,-1-1 0 0 0,0 0-1 0 0,0 0 1 0 0,0 0 0 0 0,-1 1-1 0 0,1-1 1 0 0,-1 0 0 0 0,-1 0-1 0 0,1 0 1 0 0,-1 0 0 0 0,0 0-1 0 0,0 0 1 0 0,0-1 0 0 0,-1 1-1 0 0,1-1 1 0 0,-1 1 0 0 0,0-1-1 0 0,-1 0 1 0 0,-3 4 0 0 0,-10 10 671 0 0,0-2 0 0 0,-1 0 1 0 0,-24 17-1 0 0,33-27-661 0 0,-231 147 2235 0 0,229-146-2727 0 0,0-1 0 0 0,1-1 1 0 0,-1 0 0 0 0,0 0-1 0 0,0-1 1 0 0,0 0-1 0 0,0-1 1 0 0,-1 0 0 0 0,1-1-1 0 0,-13 1 1 0 0,10-2-1079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19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1 2303 0 0,'-5'1'402'0'0,"1"-1"0"0"0,-1 2-1 0 0,0-1 1 0 0,1 0-1 0 0,-1 1 1 0 0,1 0-1 0 0,0 0 1 0 0,0 0 0 0 0,-6 5-1 0 0,5-4-397 0 0,-1 0-1 0 0,1 0 1 0 0,-1 0 0 0 0,0-1-1 0 0,-9 3 1 0 0,-22 4 4242 0 0,57-9-3318 0 0,428 3 2231 0 0,-392-1-2870 0 0,-9 2-213 0 0,-47-4-93 0 0,1 0 0 0 0,-1 0 0 0 0,0 0 0 0 0,0 0 0 0 0,0 0 0 0 0,0 0 0 0 0,0 0 0 0 0,0 0 0 0 0,0 0 0 0 0,1 0 0 0 0,-1 1 0 0 0,0-1 0 0 0,0 0 0 0 0,0 0 0 0 0,0 0 0 0 0,0 0 0 0 0,0 0 0 0 0,0 0 0 0 0,0 0 0 0 0,0 0 0 0 0,1 0 0 0 0,-1 1 0 0 0,0-1 0 0 0,0 0 0 0 0,0 0 0 0 0,0 0 0 0 0,0 0 0 0 0,0 0 0 0 0,0 0 0 0 0,0 0 0 0 0,0 1 0 0 0,0-1 0 0 0,0 0 0 0 0,0 0 0 0 0,0 0 0 0 0,0 0 0 0 0,0 0 0 0 0,0 0 0 0 0,0 1 0 0 0,0-1 0 0 0,0 0 0 0 0,0 0 0 0 0,0 0 0 0 0,0 0 0 0 0,0 0 0 0 0,0 0 0 0 0,-1 0 0 0 0,1 1-1 0 0,0-1 1 0 0,0 0 0 0 0,0 0 0 0 0,0 0 0 0 0,0 0 0 0 0,0 0 0 0 0,0 0 0 0 0,0 0 0 0 0,0 0 0 0 0,-1 0 0 0 0,1 0 0 0 0,0 1 0 0 0,0-1 0 0 0,0 0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26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3407 15 1375 0 0,'-2'1'94'0'0,"0"0"0"0"0,0 0 0 0 0,0 0-1 0 0,0 0 1 0 0,0 0 0 0 0,0-1 0 0 0,0 1-1 0 0,0-1 1 0 0,0 1 0 0 0,0-1 0 0 0,0 0-1 0 0,0 1 1 0 0,0-1 0 0 0,0 0 0 0 0,-3-1-1 0 0,-33-5 1375 0 0,3 0 132 0 0,0 1 0 0 0,-70 0 0 0 0,-25 4 99 0 0,-127 2-1272 0 0,113 9-74 0 0,-89 1 1102 0 0,174-13-1369 0 0,-230-1 550 0 0,-234 40-217 0 0,454-29-406 0 0,-212 17 27 0 0,224-21-8 0 0,2 1 0 0 0,-1 4 0 0 0,-67 18 0 0 0,83-18-32 0 0,0-2 0 0 0,-65 4 0 0 0,-6 1 0 0 0,-91 25 0 0 0,117-20 0 0 0,-179 34-410 0 0,254-51 366 0 0,9 0 50 0 0,-1 0 1 0 0,1 0-1 0 0,-1 0 0 0 0,1 0 1 0 0,-1 1-1 0 0,1-1 0 0 0,-1 0 1 0 0,1 1-1 0 0,0-1 0 0 0,-1 0 1 0 0,1 1-1 0 0,-1 0 0 0 0,1-1 1 0 0,0 1-1 0 0,0 0 0 0 0,-3 1 1 0 0,4-1-7 0 0,0-1 1 0 0,0 1 0 0 0,1-1-1 0 0,-1 1 1 0 0,0-1 0 0 0,0 1-1 0 0,0-1 1 0 0,0 1 0 0 0,0-1-1 0 0,0 1 1 0 0,1-1 0 0 0,-1 1-1 0 0,0-1 1 0 0,0 0 0 0 0,1 1-1 0 0,-1-1 1 0 0,0 1-1 0 0,1-1 1 0 0,-1 0 0 0 0,1 1-1 0 0,-1-1 1 0 0,0 0 0 0 0,1 1-1 0 0,-1-1 1 0 0,1 0 0 0 0,-1 0-1 0 0,1 1 1 0 0,-1-1 0 0 0,1 0-1 0 0,16 10-2243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28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1 5671 0 0,'-1'3'58'0'0,"0"0"-1"0"0,1 1 0 0 0,-1-1 0 0 0,0 0 0 0 0,1 1 0 0 0,0-1 0 0 0,0 0 0 0 0,0 1 0 0 0,0-1 0 0 0,1 7 1 0 0,0-1 132 0 0,0 94 532 0 0,-15 113 1 0 0,-27 103 1305 0 0,28-228-1118 0 0,-54 600 2663 0 0,48-378-2969 0 0,-36 791-117 0 0,33-633-1017 0 0,-13 169 1842 0 0,23-298-708 0 0,35 368 0 0 0,64 472 556 0 0,-8-120-288 0 0,-40-310-485 0 0,-25-373-286 0 0,3 146 158 0 0,5-33 49 0 0,-10-318-221 0 0,12 50-76 0 0,-15-176-11 0 0,1-1 0 0 0,28 75-1 0 0,-26-91 10 0 0,1-2 0 0 0,1 0 1 0 0,2 0-1 0 0,1-2 0 0 0,1 0 0 0 0,22 26 0 0 0,-35-49-9 0 0,0 0 0 0 0,0 0 0 0 0,0 0 0 0 0,0-1 0 0 0,1 1 0 0 0,8 3 0 0 0,12 7 0 0 0,27 17 0 0 0,60 25 0 0 0,-45-23 0 0 0,-39-19 0 0 0,2-2 0 0 0,-1-1 0 0 0,2-1 0 0 0,35 5 0 0 0,129 13 0 0 0,-1-1 0 0 0,102 40 0 0 0,-246-54-2 0 0,1-1-1 0 0,0-3 1 0 0,1-2-1 0 0,0-3 1 0 0,69-2 0 0 0,-68-5-68 0 0,48-2-95 0 0,-98 5 162 0 0,267 4-705 0 0,-259-2 571 0 0,34 2-518 0 0,47-2 1 0 0,-57-4-5900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5063 0 0,'0'0'9'0'0,"-1"0"-1"0"0,1 0 0 0 0,0 0 0 0 0,-1 0 1 0 0,1 0-1 0 0,0 0 0 0 0,-1 0 0 0 0,1-1 1 0 0,0 1-1 0 0,-1 0 0 0 0,1 0 0 0 0,0 0 0 0 0,-1 0 1 0 0,1 0-1 0 0,0 1 0 0 0,-1-1 0 0 0,1 0 1 0 0,0 0-1 0 0,-1 0 0 0 0,1 0 0 0 0,0 0 1 0 0,-1 0-1 0 0,1 1 0 0 0,0-1 0 0 0,-1 0 1 0 0,1 0-1 0 0,0 0 0 0 0,0 1 0 0 0,-1-1 0 0 0,1 1 1 0 0,-7 12 609 0 0,2 18 2638 0 0,-9 240 1173 0 0,26 140-1948 0 0,-5-359-2235 0 0,-11-63-1705 0 0,1 3 120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1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2759 0 0,'12'2'10151'0'0,"-11"9"-10576"0"0,6 49 2259 0 0,-3-28-1052 0 0,6 31 0 0 0,-8-54-636 0 0,1 0 0 0 0,0-1 0 0 0,0 0-1 0 0,0 1 1 0 0,1-1 0 0 0,0 0 0 0 0,1-1-1 0 0,7 11 1 0 0,-10-16-116 0 0,0 1 0 0 0,0-1 1 0 0,1 0-1 0 0,-1 0 0 0 0,0 0 0 0 0,1 0 0 0 0,0 0 0 0 0,0 0 0 0 0,-1-1 0 0 0,1 1 0 0 0,0-1 0 0 0,0 0 0 0 0,4 1 1 0 0,-5-1-22 0 0,0-1 1 0 0,-1 0 0 0 0,1 0 0 0 0,0 0 0 0 0,0 0 0 0 0,-1 0 0 0 0,1 0 0 0 0,0-1 0 0 0,0 1 0 0 0,-1 0 0 0 0,1-1 0 0 0,0 1 0 0 0,-1-1 0 0 0,1 0 0 0 0,0 0 0 0 0,-1 1 0 0 0,1-1 0 0 0,-1 0 0 0 0,1 0 0 0 0,-1-1 0 0 0,0 1 0 0 0,1 0 0 0 0,-1 0 0 0 0,2-3 0 0 0,12-19-74 0 0,0-1-1 0 0,-2-1 1 0 0,0 0 0 0 0,-2 0 0 0 0,16-53-1 0 0,2-3-461 0 0,-30 162 1531 0 0,4 130-62 0 0,1-168-802 0 0,1-1 0 0 0,23 81 0 0 0,-16-75-196 0 0,6 16 104 0 0,-2-25-4438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1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173 219 1375 0 0,'45'-78'8570'0'0,"-7"-4"-6728"0"0,-36 78-1771 0 0,-1 1 0 0 0,0-1 0 0 0,-1 0 0 0 0,1 0 0 0 0,-1 1 0 0 0,1-1 0 0 0,-1 0-1 0 0,0 0 1 0 0,-1-6 0 0 0,1 10-41 0 0,-1-1 0 0 0,1 0 1 0 0,0 0-1 0 0,0 1 0 0 0,0-1 0 0 0,-1 0 0 0 0,1 0 0 0 0,0 1 0 0 0,-1-1 0 0 0,1 0 0 0 0,-1 1 0 0 0,1-1 1 0 0,-1 0-1 0 0,1 1 0 0 0,-1-1 0 0 0,1 1 0 0 0,-1-1 0 0 0,0 1 0 0 0,1-1 0 0 0,-2 0 0 0 0,1 1 8 0 0,0 0 0 0 0,0 0 0 0 0,0 0 0 0 0,0 0-1 0 0,0 0 1 0 0,0 0 0 0 0,0 0 0 0 0,0 0 0 0 0,0 0 0 0 0,0 0-1 0 0,0 1 1 0 0,0-1 0 0 0,0 0 0 0 0,0 1 0 0 0,0-1-1 0 0,0 1 1 0 0,0-1 0 0 0,0 1 0 0 0,-1 0 0 0 0,-6 5 145 0 0,0 0 0 0 0,0 0 1 0 0,1 0-1 0 0,0 1 1 0 0,1 0-1 0 0,-1 1 1 0 0,2-1-1 0 0,-8 13 0 0 0,-36 73 147 0 0,33-59-122 0 0,-3 7 95 0 0,1 1 0 0 0,-18 67 0 0 0,29-82-93 0 0,2 0-1 0 0,0 1 1 0 0,2 0-1 0 0,1 0 1 0 0,2 36-1 0 0,0-57-158 0 0,1 0 1 0 0,0 0-1 0 0,1 0 0 0 0,-1 0 0 0 0,1 0 0 0 0,1-1 1 0 0,-1 1-1 0 0,1 0 0 0 0,0-1 0 0 0,1 0 1 0 0,0 0-1 0 0,0 0 0 0 0,0 0 0 0 0,0-1 0 0 0,9 9 1 0 0,-10-11-41 0 0,1-1 1 0 0,-1 1 0 0 0,1 0 0 0 0,0-1-1 0 0,0 0 1 0 0,0 0 0 0 0,0 0 0 0 0,0 0-1 0 0,1-1 1 0 0,-1 0 0 0 0,0 0 0 0 0,1 0 0 0 0,-1 0-1 0 0,1-1 1 0 0,-1 1 0 0 0,1-1 0 0 0,-1 0-1 0 0,1-1 1 0 0,-1 1 0 0 0,1-1 0 0 0,-1 0-1 0 0,1 0 1 0 0,-1 0 0 0 0,0 0 0 0 0,5-3 0 0 0,6-3 62 0 0,-1-1 0 0 0,20-15 0 0 0,-24 16-777 0 0,1-1 0 0 0,0 2 0 0 0,1-1 0 0 0,-1 1 0 0 0,15-4 0 0 0,-19 8-819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2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10591 0 0,'-1'3'249'0'0,"0"-1"0"0"0,0 0 0 0 0,0 1-1 0 0,0-1 1 0 0,1 1 0 0 0,-1-1 0 0 0,1 1-1 0 0,-1-1 1 0 0,1 1 0 0 0,0 0 0 0 0,0 4-1 0 0,0 7 569 0 0,-11 158 1038 0 0,15 214 0 0 0,-2-362-1621 0 0,-2-24-238 0 0,0 0 0 0 0,0 0 0 0 0,0 0 0 0 0,0 0 0 0 0,1 0 0 0 0,-1 0 0 0 0,0 0 0 0 0,0 0 0 0 0,0 0 0 0 0,0 0 0 0 0,0 0 0 0 0,0 0 0 0 0,0 0 0 0 0,0 0 0 0 0,0 0 0 0 0,0 0 0 0 0,0 0 0 0 0,0 0 0 0 0,0 0 0 0 0,0 0 0 0 0,0 0 0 0 0,0 0 0 0 0,0-1-1 0 0,0 1 1 0 0,1 0 0 0 0,-1 0 0 0 0,0 0 0 0 0,0 0 0 0 0,0 0 0 0 0,0 0 0 0 0,0 0 0 0 0,0 0 0 0 0,0 0 0 0 0,0 0 0 0 0,0 1 0 0 0,0-1 0 0 0,0 0 0 0 0,0 0 0 0 0,0 0 0 0 0,0 0 0 0 0,0 0 0 0 0,1 0 0 0 0,-1 0 0 0 0,0 0 0 0 0,0 0 0 0 0,0 0 0 0 0,0 0 0 0 0,0 0 0 0 0,0 0 0 0 0,0 0 0 0 0,0 0 0 0 0,0 0 0 0 0,0 0 0 0 0,0 0 0 0 0,0 0 0 0 0,0 0 0 0 0,0 0-1 0 0,0 0 1 0 0,0 1 0 0 0,0-1 0 0 0,0 0 0 0 0,0 0 0 0 0,0 0 0 0 0,0 0 0 0 0,0 0 0 0 0,0 0 0 0 0,5-14-905 0 0,3-35-3354 0 0,-4 34-553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2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49 188 8751 0 0,'-1'-5'174'0'0,"0"1"0"0"0,1 0 0 0 0,-1-1 0 0 0,1 1 0 0 0,0-1 0 0 0,0 1 0 0 0,0-1 0 0 0,1 1 0 0 0,-1-1 0 0 0,1 1 0 0 0,0-1 0 0 0,1 1 0 0 0,-1 0 0 0 0,1 0 0 0 0,-1 0 0 0 0,1-1 0 0 0,1 2 0 0 0,3-7 0 0 0,0 2-109 0 0,1 0 0 0 0,0 0 0 0 0,0 1 0 0 0,1-1 0 0 0,0 2 0 0 0,1-1 0 0 0,-1 1 0 0 0,1 0 0 0 0,0 1 0 0 0,1 0 0 0 0,-1 0 0 0 0,1 1 1 0 0,0 1-1 0 0,0 0 0 0 0,15-3 0 0 0,-19 4-49 0 0,0 1 0 0 0,1 0 0 0 0,-1 1 0 0 0,1 0 0 0 0,-1 0-1 0 0,1 0 1 0 0,-1 1 0 0 0,1 0 0 0 0,-1 0 0 0 0,0 0 0 0 0,1 1 0 0 0,-1 0 0 0 0,0 1 0 0 0,0-1 0 0 0,0 1 0 0 0,0 0 0 0 0,-1 0 0 0 0,1 1 0 0 0,-1 0 0 0 0,0 0 0 0 0,0 0 0 0 0,0 0 0 0 0,-1 1 0 0 0,1 0 0 0 0,-1 0 0 0 0,4 7 0 0 0,-5-7 84 0 0,0 0 1 0 0,0 0 0 0 0,-1 0 0 0 0,1 0-1 0 0,-1 0 1 0 0,-1 1 0 0 0,1-1-1 0 0,-1 1 1 0 0,0 0 0 0 0,0-1 0 0 0,0 1-1 0 0,-1 0 1 0 0,0 0 0 0 0,-1 8-1 0 0,0-7-15 0 0,-1 0-1 0 0,0 0 0 0 0,0-1 0 0 0,0 1 0 0 0,-1-1 0 0 0,0 1 0 0 0,0-1 0 0 0,-1 0 0 0 0,0 0 0 0 0,0 0 0 0 0,-8 8 1 0 0,2-4 129 0 0,0 0 0 0 0,-1-1 0 0 0,0 0 0 0 0,-1 0 0 0 0,0-2 0 0 0,0 1 1 0 0,-1-2-1 0 0,1 1 0 0 0,-17 4 0 0 0,8-4 309 0 0,0-1 1 0 0,0-1 0 0 0,0-1-1 0 0,-1 0 1 0 0,-27 0-1 0 0,11-7 185 0 0,36 3-683 0 0,0 0 0 0 0,0 0 0 0 0,0-1 0 0 0,1 1 0 0 0,-1-1 0 0 0,0 0 0 0 0,0 1-1 0 0,1-1 1 0 0,-1 0 0 0 0,0 0 0 0 0,1 0 0 0 0,-1 0 0 0 0,1 0 0 0 0,-1-1 0 0 0,1 1-1 0 0,0 0 1 0 0,-2-2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2222 1 1375 0 0,'-4'0'652'0'0,"-1"0"-1"0"0,1 1 0 0 0,0-1 1 0 0,0 1-1 0 0,0 0 0 0 0,0 0 1 0 0,-5 3-1 0 0,-26 15 887 0 0,29-16-1531 0 0,1 1-1 0 0,-1-1 0 0 0,0 0 0 0 0,0 0 0 0 0,0-1 0 0 0,0 1 0 0 0,0-1 0 0 0,0-1 0 0 0,-1 1 0 0 0,-10 0 0 0 0,-297 8 2479 0 0,220-1-1177 0 0,-123 28 1 0 0,-389 50 136 0 0,400-78-1415 0 0,116-7-18 0 0,-96 14-1 0 0,105-5-86 0 0,-38 6-225 0 0,98-13 209 0 0,1 1 0 0 0,1 1 0 0 0,-36 15-1 0 0,34-11-386 0 0,-1 0-24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5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0 919 0 0,'-6'7'516'0'0,"0"0"0"0"0,1 1-1 0 0,0-1 1 0 0,0 1 0 0 0,1 0-1 0 0,-5 11 1 0 0,-18 54 473 0 0,26-68-878 0 0,-18 60 788 0 0,4 0 1 0 0,2 1-1 0 0,-6 89 1 0 0,7 208 2265 0 0,8-121-1550 0 0,-1-139-1164 0 0,-27 413 578 0 0,2-239-687 0 0,-43 545 1736 0 0,83-338-1583 0 0,2-76-383 0 0,-43 398 80 0 0,13-115 1079 0 0,18-592-1141 0 0,12 275 40 0 0,-1-61-152 0 0,-9 381 511 0 0,4 191 262 0 0,7-583-694 0 0,1 183 100 0 0,-16-362-96 0 0,-20 267 93 0 0,-15-157-137 0 0,-15 128 729 0 0,44 97-314 0 0,9-431-471 0 0,1 1-1 0 0,1-1 0 0 0,2 0 1 0 0,1 0-1 0 0,1 0 1 0 0,1-1-1 0 0,1 0 1 0 0,2 0-1 0 0,0-1 0 0 0,25 38 1 0 0,-28-49-4 0 0,2-1 0 0 0,-1-1 0 0 0,2 0 0 0 0,0 0 0 0 0,0-1 0 0 0,1 0 1 0 0,0-1-1 0 0,1-1 0 0 0,0 0 0 0 0,1 0 0 0 0,0-1 0 0 0,0-1 0 0 0,0-1 0 0 0,1 0 0 0 0,0 0 0 0 0,0-2 1 0 0,1 0-1 0 0,-1 0 0 0 0,27 1 0 0 0,187-7-195 0 0,-57-3 81 0 0,288 13-11 0 0,-391-8 128 0 0,49-1 0 0 0,-108 1 0 0 0,165-7-53 0 0,-113 3 42 0 0,12-4 11 0 0,53-2 0 0 0,17 0 0 0 0,-5 0 0 0 0,-1 4 0 0 0,8 5 0 0 0,2 0-11 0 0,-10-2-31 0 0,1-1 31 0 0,8 2 11 0 0,-2 0-16 0 0,75-7-776 0 0,-128 5 407 0 0,-45 2-67 0 0,51-3-259 0 0,-51 2-110 0 0,64-5-18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83 5439 0 0,'0'-14'1176'0'0,"1"8"-699"0"0,-1 0 0 0 0,0 0 0 0 0,0 0 0 0 0,-1 0 0 0 0,1 0 0 0 0,-4-10 0 0 0,4 15-417 0 0,0 0-1 0 0,-1 0 1 0 0,1 0 0 0 0,-1 0 0 0 0,1 0-1 0 0,-1 1 1 0 0,0-1 0 0 0,1 0-1 0 0,-1 0 1 0 0,0 0 0 0 0,0 1-1 0 0,0-1 1 0 0,1 0 0 0 0,-1 1 0 0 0,0-1-1 0 0,0 0 1 0 0,-2 0 0 0 0,2 1-30 0 0,-1-1 0 0 0,0 1 0 0 0,0 0 0 0 0,0 0 0 0 0,0-1 0 0 0,1 1 0 0 0,-1 0 0 0 0,0 1 0 0 0,0-1 1 0 0,0 0-1 0 0,0 1 0 0 0,1-1 0 0 0,-4 2 0 0 0,-7 3 201 0 0,1 1 0 0 0,0 0 0 0 0,0 0 0 0 0,-17 15 0 0 0,9-8 267 0 0,15-10-398 0 0,1-1 0 0 0,0 1-1 0 0,-1-1 1 0 0,1 1 0 0 0,1 0-1 0 0,-1 1 1 0 0,0-1 0 0 0,1 0-1 0 0,-1 1 1 0 0,1-1 0 0 0,0 1-1 0 0,0 0 1 0 0,-2 6 0 0 0,4-7-68 0 0,-1-1 0 0 0,1 1 1 0 0,-1 0-1 0 0,1 0 1 0 0,0-1-1 0 0,0 1 0 0 0,1 0 1 0 0,-1 0-1 0 0,0-1 1 0 0,1 1-1 0 0,0 0 0 0 0,-1-1 1 0 0,1 1-1 0 0,0 0 1 0 0,0-1-1 0 0,1 1 0 0 0,-1-1 1 0 0,0 0-1 0 0,1 1 0 0 0,0-1 1 0 0,3 4-1 0 0,63 59 94 0 0,-49-49-127 0 0,0 2 1 0 0,30 36-1 0 0,-37-38 9 0 0,1 1-16 0 0,17 29 0 0 0,-27-42 15 0 0,-1 1 0 0 0,0-1 0 0 0,0 1 0 0 0,0 0 1 0 0,0-1-1 0 0,-1 1 0 0 0,0 0 0 0 0,0 0 0 0 0,0 0 0 0 0,-1 0 0 0 0,1 0 0 0 0,-2 6 0 0 0,1-9 2 0 0,0-1-1 0 0,0 1 1 0 0,-1-1 0 0 0,1 1-1 0 0,-1-1 1 0 0,1 1 0 0 0,-1-1-1 0 0,1 1 1 0 0,-1-1-1 0 0,0 0 1 0 0,0 1 0 0 0,0-1-1 0 0,0 0 1 0 0,0 0-1 0 0,0 1 1 0 0,0-1 0 0 0,0 0-1 0 0,0 0 1 0 0,-3 1-1 0 0,1-1 16 0 0,1 1 0 0 0,-1-1 0 0 0,0 0 0 0 0,0 0 0 0 0,0-1 0 0 0,0 1 0 0 0,1-1 0 0 0,-1 1 0 0 0,-6-1 0 0 0,1 0 32 0 0,-1-1-1 0 0,1 0 1 0 0,0-1 0 0 0,0 1-1 0 0,0-1 1 0 0,-12-6 0 0 0,16 7-53 0 0,0-1 4 0 0,0 1 1 0 0,1 0-1 0 0,-1-1 0 0 0,0 0 0 0 0,1 0 0 0 0,0 0 0 0 0,-1-1 0 0 0,1 1 0 0 0,0-1 0 0 0,0 1 0 0 0,0-1 0 0 0,-3-4 1 0 0,7 7-126 0 0,-1-1 0 0 0,0 1 0 0 0,0-1 1 0 0,1 1-1 0 0,-1 0 0 0 0,0-1 1 0 0,1 1-1 0 0,-1-1 0 0 0,0 1 1 0 0,1 0-1 0 0,-1-1 0 0 0,1 1 0 0 0,-1 0 1 0 0,1-1-1 0 0,-1 1 0 0 0,0 0 1 0 0,1 0-1 0 0,-1-1 0 0 0,1 1 1 0 0,-1 0-1 0 0,1 0 0 0 0,0 0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9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2303 0 0,'8'-7'6988'0'0,"-7"7"-6655"0"0,24-6 1522 0 0,-22 5-1409 0 0,42-12 1352 0 0,-31 9-1840 0 0,-1 0 0 0 0,1 0 1 0 0,0 2-1 0 0,25-3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39.8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6447 0 0,'0'0'32'0'0,"-1"0"0"0"0,1 0 0 0 0,0-1-1 0 0,0 1 1 0 0,0 0 0 0 0,0 0 0 0 0,-1 0-1 0 0,1 0 1 0 0,0 0 0 0 0,0 0 0 0 0,0 0-1 0 0,-1 0 1 0 0,1 0 0 0 0,0 0 0 0 0,0 0-1 0 0,0 0 1 0 0,0 0 0 0 0,-1 0-1 0 0,1 0 1 0 0,0 0 0 0 0,0 1 0 0 0,0-1-1 0 0,0 0 1 0 0,-1 0 0 0 0,1 0 0 0 0,0 0-1 0 0,0 0 1 0 0,0 0 0 0 0,0 0 0 0 0,0 0-1 0 0,0 1 1 0 0,-1-1 0 0 0,1 0 0 0 0,0 0-1 0 0,0 0 1 0 0,0 0 0 0 0,0 0 0 0 0,0 1-1 0 0,0-1 1 0 0,0 0 0 0 0,0 0 0 0 0,0 0-1 0 0,0 0 1 0 0,0 1 0 0 0,-1-1-1 0 0,1 0 1 0 0,0 0 0 0 0,0 0 0 0 0,0 0-1 0 0,0 1 1 0 0,1-1 0 0 0,-1 0 0 0 0,0 0-1 0 0,0 0 1 0 0,0 0 0 0 0,0 1 0 0 0,-2 15 1985 0 0,1-13-1693 0 0,-5 50 684 0 0,-10 105 1077 0 0,15-136-1689 0 0,1 1 0 0 0,1-1 0 0 0,1 0-1 0 0,10 44 1 0 0,-10-61-291 0 0,-1-1 0 0 0,1 1 0 0 0,0 0 0 0 0,0 0 0 0 0,0-1 0 0 0,1 0 1 0 0,0 1-1 0 0,0-1 0 0 0,0 0 0 0 0,0 0 0 0 0,6 5 0 0 0,-8-8-79 0 0,1 1 1 0 0,0-1-1 0 0,0 0 1 0 0,-1 0-1 0 0,1 0 1 0 0,0 0-1 0 0,0-1 1 0 0,0 1-1 0 0,0 0 1 0 0,0-1-1 0 0,0 1 0 0 0,0-1 1 0 0,0 0-1 0 0,0 0 1 0 0,0 1-1 0 0,1-1 1 0 0,-1-1-1 0 0,0 1 1 0 0,0 0-1 0 0,0 0 0 0 0,0-1 1 0 0,0 1-1 0 0,0-1 1 0 0,0 0-1 0 0,0 0 1 0 0,0 0-1 0 0,0 0 1 0 0,-1 0-1 0 0,4-2 1 0 0,4-3-140 0 0,-3 2-253 0 0,1 0 0 0 0,0-1 1 0 0,-1 0-1 0 0,0 0 0 0 0,0 0 0 0 0,0-1 1 0 0,5-7-1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40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37 7831 0 0,'-1'0'33'0'0,"1"-1"1"0"0,0 1-1 0 0,-1-1 0 0 0,1 1 0 0 0,-1-1 0 0 0,1 1 0 0 0,0-1 0 0 0,-1 1 0 0 0,1-1 0 0 0,0 0 1 0 0,0 1-1 0 0,0-1 0 0 0,-1 1 0 0 0,1-1 0 0 0,0 0 0 0 0,0 1 0 0 0,0-1 0 0 0,0 1 0 0 0,0-1 1 0 0,0 0-1 0 0,0 1 0 0 0,0-1 0 0 0,0 0 0 0 0,0 1 0 0 0,0-1 0 0 0,1 1 0 0 0,-1-1 0 0 0,0 0 1 0 0,0 1-1 0 0,1-1 0 0 0,-1 1 0 0 0,0-1 0 0 0,1 1 0 0 0,-1-1 0 0 0,1 0 0 0 0,1 0 165 0 0,0-1-1 0 0,0 1 0 0 0,0 0 0 0 0,0 0 1 0 0,0 0-1 0 0,0 0 0 0 0,1 0 1 0 0,-1 1-1 0 0,0-1 0 0 0,3 0 0 0 0,10-1 808 0 0,-1 1 0 0 0,18 0-1 0 0,-4 3-2456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40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30 104 10015 0 0,'-3'26'912'0'0,"1"1"0"0"0,1-1 0 0 0,5 48-1 0 0,-2-23-380 0 0,0-12-112 0 0,0-13 7 0 0,-1-1 1 0 0,-2 1-1 0 0,-4 31 1 0 0,5-57-413 0 0,0 1 0 0 0,0-1 0 0 0,0 0 0 0 0,0 0-1 0 0,0 1 1 0 0,0-1 0 0 0,0 0 0 0 0,1 0 0 0 0,-1 0 0 0 0,0 1 0 0 0,0-1 0 0 0,0 0 0 0 0,-1 0 0 0 0,1 1 0 0 0,0-1 0 0 0,0 0-1 0 0,0 0 1 0 0,0 0 0 0 0,0 1 0 0 0,0-1 0 0 0,0 0 0 0 0,0 0 0 0 0,0 0 0 0 0,0 1 0 0 0,-1-1 0 0 0,1 0 0 0 0,0 0-1 0 0,0 0 1 0 0,0 1 0 0 0,0-1 0 0 0,-1 0 0 0 0,1 0 0 0 0,0 0 0 0 0,0 0 0 0 0,0 0 0 0 0,0 0 0 0 0,-1 0 0 0 0,1 1-1 0 0,0-1 1 0 0,0 0 0 0 0,-1 0 0 0 0,1 0 0 0 0,0 0 0 0 0,0 0 0 0 0,-1 0 0 0 0,-5-12 242 0 0,-1-20-319 0 0,2 3-300 0 0,2 1 0 0 0,1-1 0 0 0,1 0 0 0 0,2 0 0 0 0,7-52 0 0 0,-5 66 196 0 0,0 0 0 0 0,1 0 1 0 0,0 1-1 0 0,1-1 0 0 0,1 1 1 0 0,0 0-1 0 0,1 0 0 0 0,1 1 1 0 0,0 0-1 0 0,0 0 0 0 0,1 1 1 0 0,18-19-1 0 0,-25 29 160 0 0,1 0 0 0 0,-1 0 0 0 0,1 0 1 0 0,-1 0-1 0 0,1 0 0 0 0,0 0 0 0 0,-1 1 0 0 0,1-1 0 0 0,0 1 0 0 0,5-2 1 0 0,-7 3 17 0 0,0 0 0 0 0,-1 0 1 0 0,1 0-1 0 0,0 0 0 0 0,-1 0 1 0 0,1 0-1 0 0,-1 0 0 0 0,1 0 1 0 0,0 0-1 0 0,-1 1 0 0 0,1-1 1 0 0,0 0-1 0 0,-1 0 0 0 0,1 1 1 0 0,-1-1-1 0 0,1 0 0 0 0,-1 1 1 0 0,1-1-1 0 0,-1 0 0 0 0,1 1 1 0 0,0 0-1 0 0,0 0 35 0 0,0 1 1 0 0,0-1-1 0 0,-1 1 1 0 0,1-1-1 0 0,0 1 0 0 0,-1-1 1 0 0,1 1-1 0 0,-1 0 0 0 0,1-1 1 0 0,-1 1-1 0 0,0 3 1 0 0,1 12 303 0 0,-2 1 0 0 0,0 0 0 0 0,-1 0 0 0 0,-8 30 1 0 0,3-13-120 0 0,-2 20 30 0 0,2-13-130 0 0,-19 67 0 0 0,27-110-128 0 0,0 1 1 0 0,0-1-1 0 0,0 0 1 0 0,0 0-1 0 0,0 1 1 0 0,-1-1-1 0 0,1 0 1 0 0,1 1 0 0 0,-1-1-1 0 0,0 1 1 0 0,0-1-1 0 0,0 1 1 0 0,0 0-1 0 0,0-1 1 0 0,0 1-1 0 0,0 0 1 0 0,1 0-1 0 0,1 0 1 0 0,26 0 46 0 0,-24 2-101 0 0,0-1-1 0 0,0 1 1 0 0,0 0-1 0 0,0 1 1 0 0,-1-1-1 0 0,1 1 1 0 0,-1 0-1 0 0,1 0 1 0 0,-1 0-1 0 0,0 1 1 0 0,7 7-1 0 0,-3-1-408 0 0,0 1-1 0 0,-1 1 1 0 0,8 14-1 0 0,14 22-1768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41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97 13015 0 0,'-7'47'631'0'0,"3"0"-1"0"0,2 0 0 0 0,2 0 0 0 0,2 0 1 0 0,2 0-1 0 0,11 54 0 0 0,-14-97-540 0 0,0 1 0 0 0,1-1 0 0 0,-1 0-1 0 0,1 0 1 0 0,-1 0 0 0 0,1 0 0 0 0,1 0 0 0 0,-1 0-1 0 0,0 0 1 0 0,1 0 0 0 0,5 5 0 0 0,-6-8-68 0 0,-1 0-1 0 0,1 0 1 0 0,-1 0 0 0 0,1 0 0 0 0,-1-1 0 0 0,1 1 0 0 0,-1-1-1 0 0,1 1 1 0 0,-1-1 0 0 0,1 1 0 0 0,0-1 0 0 0,-1 0-1 0 0,1 0 1 0 0,0 0 0 0 0,-1 0 0 0 0,1 0 0 0 0,0 0 0 0 0,-1 0-1 0 0,1 0 1 0 0,0-1 0 0 0,-1 1 0 0 0,1-1 0 0 0,-1 1 0 0 0,1-1-1 0 0,-1 0 1 0 0,1 1 0 0 0,-1-1 0 0 0,1 0 0 0 0,-1 0-1 0 0,0 0 1 0 0,1 0 0 0 0,-1 0 0 0 0,0-1 0 0 0,2-1 0 0 0,5-5-49 0 0,0-2 1 0 0,0 1 0 0 0,-1-1-1 0 0,0 0 1 0 0,-1 0 0 0 0,0-1 0 0 0,0 0-1 0 0,-1 0 1 0 0,-1 0 0 0 0,0-1 0 0 0,4-20-1 0 0,0-7-364 0 0,-2 1-1 0 0,1-51 0 0 0,-6 80 481 0 0,0 0 0 0 0,-1 1 1 0 0,0-1-1 0 0,-1 0 0 0 0,0 1 0 0 0,0-1 0 0 0,-1 0 1 0 0,0 1-1 0 0,0 0 0 0 0,-7-15 0 0 0,44 15 375 0 0,-13 0-1282 0 0,0-1 0 0 0,0-1-1 0 0,40-24 1 0 0,-53 28 458 0 0,1 1 0 0 0,-1 0 0 0 0,1 1 0 0 0,0 0-1 0 0,0 1 1 0 0,20-4 0 0 0,-22 5 441 0 0,0 1 1 0 0,0 1-1 0 0,16 0 0 0 0,-19 0 448 0 0,0 1-1 0 0,0 0 1 0 0,1 0-1 0 0,-1 1 1 0 0,0-1-1 0 0,8 7 2126 0 0,-20-5-1756 0 0,-13 3-870 0 0,11-4 133 0 0,2 1-290 0 0,0 0 1 0 0,-1 0-1 0 0,1 1 0 0 0,1 0 1 0 0,-1 0-1 0 0,0 0 1 0 0,1 1-1 0 0,0 0 0 0 0,0 0 1 0 0,0 1-1 0 0,1 0 1 0 0,-7 9-1 0 0,6-6 78 0 0,0 0-1 0 0,1 1 0 0 0,0 0 1 0 0,1 0-1 0 0,0 0 1 0 0,0 0-1 0 0,1 1 1 0 0,-3 14-1 0 0,4-10 135 0 0,0 0-1 0 0,1 1 1 0 0,1-1 0 0 0,0 0-1 0 0,1 0 1 0 0,1 1 0 0 0,0-1-1 0 0,1 0 1 0 0,1 0 0 0 0,0-1-1 0 0,1 1 1 0 0,1-1 0 0 0,7 15-1 0 0,-6-17 13 0 0,0-1-1 0 0,0 1 1 0 0,2-1-1 0 0,-1-1 1 0 0,1 1-1 0 0,13 10 1 0 0,-19-19-98 0 0,-1 1-1 0 0,1-1 1 0 0,0 0-1 0 0,0 0 1 0 0,0 0 0 0 0,0-1-1 0 0,0 1 1 0 0,0-1-1 0 0,0 0 1 0 0,1 1 0 0 0,-1-1-1 0 0,1-1 1 0 0,-1 1-1 0 0,1 0 1 0 0,-1-1 0 0 0,1 0-1 0 0,-1 0 1 0 0,1 0-1 0 0,-1 0 1 0 0,1 0 0 0 0,-1-1-1 0 0,1 0 1 0 0,-1 1 0 0 0,0-1-1 0 0,1-1 1 0 0,-1 1-1 0 0,0 0 1 0 0,0-1 0 0 0,5-3-1 0 0,-6 4-207 0 0,0 0 0 0 0,0-1 0 0 0,0 1 0 0 0,-1-1 0 0 0,1 1 0 0 0,-1-1 0 0 0,1 1 0 0 0,-1-1 0 0 0,0 0 0 0 0,1 0 1 0 0,-1 0-1 0 0,1-4 0 0 0,3-6-1223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4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11519 0 0,'0'-1'201'0'0,"1"0"-1"0"0,-1 0 0 0 0,0 0 0 0 0,1 0 0 0 0,-1 0 0 0 0,1 0 1 0 0,-1 1-1 0 0,1-1 0 0 0,-1 0 0 0 0,1 0 0 0 0,-1 0 1 0 0,1 1-1 0 0,0-1 0 0 0,-1 0 0 0 0,1 1 0 0 0,0-1 0 0 0,0 0 1 0 0,1 0-1 0 0,19-11 18 0 0,-13 8 32 0 0,18-11-58 0 0,-16 10-409 0 0,-1-1 1 0 0,0 0-1 0 0,0 0 1 0 0,11-10 0 0 0,-17 13-1102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3:41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0 289 2759 0 0,'5'35'7230'0'0,"6"1"-3537"0"0,0 3-2449 0 0,40 166 4237 0 0,-43-192-5050 0 0,-8-13-422 0 0,0 0 0 0 0,0 0 1 0 0,1 0-1 0 0,-1 0 1 0 0,0 0-1 0 0,0 0 0 0 0,1 0 1 0 0,-1 0-1 0 0,0 0 0 0 0,0-1 1 0 0,0 1-1 0 0,1 0 1 0 0,-1 0-1 0 0,0 0 0 0 0,0 0 1 0 0,0 0-1 0 0,1 0 0 0 0,-1-1 1 0 0,0 1-1 0 0,0 0 1 0 0,0 0-1 0 0,0 0 0 0 0,1 0 1 0 0,-1-1-1 0 0,0 1 0 0 0,0 0 1 0 0,0 0-1 0 0,0 0 1 0 0,0-1-1 0 0,0 1 0 0 0,0 0 1 0 0,0 0-1 0 0,1-1 0 0 0,6-31 312 0 0,-5 24-303 0 0,18-87 52 0 0,31-124-626 0 0,-38 171 126 0 0,3 1-1 0 0,31-65 1 0 0,-25 77 279 0 0,-6 21 77 0 0,-15 14 72 0 0,-1 0 0 0 0,1 0 0 0 0,0-1 0 0 0,-1 1 0 0 0,1 0 0 0 0,-1 0 0 0 0,1 0 0 0 0,0 0 0 0 0,-1 0 0 0 0,1 0-1 0 0,0 0 1 0 0,-1 0 0 0 0,1 0 0 0 0,-1 0 0 0 0,1 0 0 0 0,0 0 0 0 0,-1 0 0 0 0,1 0 0 0 0,0 1 0 0 0,-1-1 0 0 0,1 0 0 0 0,-1 1-1 0 0,1-1 1 0 0,-1 0 0 0 0,2 1 0 0 0,-2 0 11 0 0,1 0 0 0 0,0 0 0 0 0,-1 0 0 0 0,1 0 0 0 0,-1 0 0 0 0,1 1 0 0 0,-1-1 0 0 0,0 0 0 0 0,0 0 0 0 0,1 0 0 0 0,-1 0 0 0 0,0 0 0 0 0,0 1 0 0 0,0-1 0 0 0,0 0 0 0 0,0 0 0 0 0,0 0 0 0 0,0 1 0 0 0,-1-1 0 0 0,0 2 0 0 0,-8 29 192 0 0,6-23-143 0 0,-37 100 168 0 0,25-73-135 0 0,2 0 1 0 0,1 0 0 0 0,-7 45-1 0 0,18-78-56 0 0,1 1-1 0 0,0-1 0 0 0,0 1 1 0 0,0-1-1 0 0,0 0 1 0 0,0 1-1 0 0,1-1 1 0 0,0 0-1 0 0,0 0 0 0 0,0 1 1 0 0,0-1-1 0 0,0 0 1 0 0,1 0-1 0 0,-1 0 0 0 0,1 0 1 0 0,0 0-1 0 0,-1 0 1 0 0,2-1-1 0 0,3 5 1 0 0,3 2 290 0 0,2 0 0 0 0,-1-1 1 0 0,22 13-1 0 0,-22-15-196 0 0,0 0 0 0 0,-1 0-1 0 0,0 1 1 0 0,-1 0 0 0 0,9 9 0 0 0,-9-5-587 0 0,0-1 0 0 0,-1 1 1 0 0,9 18-1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2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13 8207 0 0,'-25'-12'1237'0'0,"25"12"-1220"0"0,0 0 0 0 0,0 0 1 0 0,0 0-1 0 0,0 0 0 0 0,0 0 0 0 0,0 0 0 0 0,1 0 1 0 0,-1 0-1 0 0,0 0 0 0 0,0 0 0 0 0,0 0 0 0 0,0 0 0 0 0,0 0 1 0 0,0 0-1 0 0,0 0 0 0 0,0 0 0 0 0,0 1 0 0 0,0-1 1 0 0,0 0-1 0 0,0 0 0 0 0,-1 0 0 0 0,1 0 0 0 0,0 0 1 0 0,0 0-1 0 0,0 0 0 0 0,0 0 0 0 0,0 0 0 0 0,0 0 1 0 0,0 0-1 0 0,0 0 0 0 0,0 0 0 0 0,0 0 0 0 0,0 0 0 0 0,0 0 1 0 0,0 0-1 0 0,0 0 0 0 0,0 0 0 0 0,0 0 0 0 0,0 1 1 0 0,0-1-1 0 0,0 0 0 0 0,0 0 0 0 0,0 0 0 0 0,0 0 1 0 0,0 0-1 0 0,-1 0 0 0 0,1 0 0 0 0,0 0 0 0 0,0 0 0 0 0,0 0 1 0 0,0 0-1 0 0,0 0 0 0 0,0 0 0 0 0,0 0 0 0 0,0 0 1 0 0,12 10 524 0 0,-7-7-535 0 0,-1-1 0 0 0,1 1 0 0 0,-1-1 0 0 0,1 0 0 0 0,0 0 0 0 0,-1-1 0 0 0,1 1 0 0 0,0-1 0 0 0,0 0 0 0 0,0 0 0 0 0,1-1 0 0 0,-1 1 0 0 0,8-2 0 0 0,3-1-231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4607 0 0,'0'-10'3104'0'0,"3"7"-2160"0"0,2 1-632 0 0,2-3-128 0 0,1 3-24 0 0,4-1-8 0 0,0 0-152 0 0,-1-1-128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2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4143 0 0,'3'-5'368'0'0,"-2"1"-296"0"0,2 2-72 0 0,-2 2 0 0 0,2 0 904 0 0,0-3 168 0 0,3 1 32 0 0,2-5 8 0 0,6-2-704 0 0,1 1-144 0 0,5-3-24 0 0,-1 1-8 0 0,1 2-128 0 0,-1-1-24 0 0,4-1-8 0 0,-2 1-2776 0 0,-2-1-560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3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3679 0 0,'1'-5'328'0'0,"0"-1"-264"0"0,1 3-64 0 0,1 1 864 0 0,-1 0 152 0 0,3-2 32 0 0,1-2 8 0 0,6-3-704 0 0,2-1-128 0 0,2-1-32 0 0,2 1-8 0 0,1 0-184 0 0,0 0 0 0 0,-1 1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3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5063 0 0,'4'-6'573'0'0,"1"1"0"0"0,1 0-1 0 0,-1 0 1 0 0,1 1-1 0 0,0-1 1 0 0,0 1 0 0 0,0 0-1 0 0,0 1 1 0 0,10-5-1 0 0,3 1-371 0 0,1 0 0 0 0,21-4-1 0 0,11-2-250 0 0,-34 9-52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5527 0 0,'4'-19'240'0'0,"-1"5"56"0"0,0 3-232 0 0,-1 4-64 0 0,0 3 0 0 0,-1 1 0 0 0,2 0 912 0 0,1-4 176 0 0,3-3 32 0 0,3-4 0 0 0,4 0-752 0 0,1 2-152 0 0,2 1-32 0 0,0 1-8 0 0,-1 3-176 0 0,3-1 64 0 0,0 2-64 0 0,2-4-4544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3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6767 0 0,'7'-9'422'0'0,"1"-1"0"0"0,0 1-1 0 0,0 0 1 0 0,1 1 0 0 0,0 0 0 0 0,1 0-1 0 0,-1 1 1 0 0,2 0 0 0 0,-1 1-1 0 0,14-6 1 0 0,2 1-1152 0 0,1 2-1 0 0,1 1 1 0 0,33-6 0 0 0,-30 7-2916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3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0 155 3679 0 0,'2'-15'-164'0'0,"0"4"1596"0"0,-1 1-1 0 0,1 0 0 0 0,1-1 1 0 0,6-16-1 0 0,-8 24-1057 0 0,1 0 0 0 0,0 0 0 0 0,0 0 0 0 0,0 0-1 0 0,0 0 1 0 0,0 1 0 0 0,1-1 0 0 0,-1 0 0 0 0,5-2 0 0 0,21-9-1260 0 0,47-6 502 0 0,-53 15 74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3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4143 0 0,'1'-6'634'0'0,"1"1"0"0"0,-1-1 0 0 0,1 1 0 0 0,1 0 0 0 0,-1 0 0 0 0,1 0-1 0 0,-1 0 1 0 0,6-5 0 0 0,-4 5-321 0 0,0 0-1 0 0,0 1 1 0 0,1 0-1 0 0,-1 0 1 0 0,1 0 0 0 0,9-5-1 0 0,0 2-235 0 0,0 0-1 0 0,1 1 0 0 0,0 1 1 0 0,32-7-1 0 0,-24 6-151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3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1 161 5983 0 0,'3'-9'741'0'0,"0"0"-1"0"0,1 0 0 0 0,1 0 1 0 0,0 1-1 0 0,0 0 0 0 0,0-1 0 0 0,1 2 1 0 0,12-14-1 0 0,-10 14-658 0 0,0 0 1 0 0,0 1-1 0 0,0 0 0 0 0,0 1 0 0 0,1 0 1 0 0,0 0-1 0 0,0 1 0 0 0,1 0 1 0 0,-1 0-1 0 0,1 1 0 0 0,0 1 0 0 0,0-1 1 0 0,14 0-1 0 0,1 0-347 0 0,2-1-21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4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9527 0 0,'5'-9'347'0'0,"0"0"-1"0"0,0 1 0 0 0,1 0 0 0 0,0 0 0 0 0,1 0 0 0 0,-1 1 1 0 0,1 0-1 0 0,1 0 0 0 0,-1 1 0 0 0,1 0 0 0 0,1 0 1 0 0,10-5-1 0 0,3-1-353 0 0,1 1 1 0 0,1 1-1 0 0,40-11 1 0 0,-40 13-485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7831 0 0,'9'-25'344'0'0,"-3"12"72"0"0,1 2-328 0 0,0 1-88 0 0,-1 5 0 0 0,0 2 0 0 0,3-1 640 0 0,5-3 104 0 0,5-3 24 0 0,9-2 8 0 0,3-1-488 0 0,0 3-104 0 0,-2 2-24 0 0,-3 5 0 0 0,0-1-344 0 0,-3 1-72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4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6447 0 0,'9'-11'506'0'0,"0"2"-1"0"0,2 0 0 0 0,-1 0 1 0 0,1 0-1 0 0,0 1 0 0 0,0 1 0 0 0,24-11 1 0 0,-10 7 18 0 0,0 1 1 0 0,53-12-1 0 0,-3 9-1590 0 0,-56 8-2892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4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0 168 4143 0 0,'15'-13'1533'0'0,"85"-71"4243"0"0,-83 72-5414 0 0,0 1 0 0 0,0 0 0 0 0,1 2 0 0 0,25-11 0 0 0,-40 18-424 0 0,1 1 0 0 0,0 0 0 0 0,0 0 1 0 0,0 0-1 0 0,0 1 0 0 0,0-1 0 0 0,0 1 0 0 0,0 0 0 0 0,4 0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4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1 197 10335 0 0,'7'-10'270'0'0,"1"1"0"0"0,1 1 0 0 0,-1-1 0 0 0,1 2 0 0 0,1-1 0 0 0,0 1-1 0 0,0 0 1 0 0,14-7 0 0 0,14-4 88 0 0,43-14 0 0 0,-19 8-740 0 0,-42 16-272 0 0,0 2-1 0 0,23-5 1 0 0,6-1-1548 0 0,-25 5-1156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4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93 7855 0 0,'7'-8'177'0'0,"11"-13"1639"0"0,0 2-1 0 0,22-19 0 0 0,-31 32-1378 0 0,-9 10-200 0 0,-13 13-796 0 0,0-6-187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6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 1839 0 0,'-2'-9'7109'0'0,"9"13"-6130"0"0,4 3-788 0 0,12 3 147 0 0,1-2-1 0 0,0-1 1 0 0,0 0 0 0 0,0-2-1 0 0,49 4 1 0 0,127-5 912 0 0,-177-5-1133 0 0,121-7 187 0 0,-84 3-100 0 0,112 5 0 0 0,-164 1-204 0 0,-2-1 0 0 0,0 0 0 0 0,0 1 0 0 0,0 0 0 0 0,0 0 0 0 0,0 1 0 0 0,10 3 0 0 0,-16-4 1 0 0,1-1 0 0 0,-1 1 0 0 0,0-1-1 0 0,0 1 1 0 0,0-1 0 0 0,1 1 0 0 0,-1 0-1 0 0,0-1 1 0 0,0 1 0 0 0,0-1-1 0 0,0 1 1 0 0,0 0 0 0 0,0-1 0 0 0,0 1-1 0 0,0 0 1 0 0,0-1 0 0 0,0 1 0 0 0,0-1-1 0 0,-1 1 1 0 0,1-1 0 0 0,0 1 0 0 0,0 0-1 0 0,-1-1 1 0 0,1 1 0 0 0,0-1 0 0 0,0 1-1 0 0,-1-1 1 0 0,1 1 0 0 0,-1-1 0 0 0,1 1-1 0 0,0-1 1 0 0,-1 0 0 0 0,1 1 0 0 0,-1-1-1 0 0,1 0 1 0 0,-2 1 0 0 0,-21 20 34 0 0,20-18-34 0 0,-25 20 107 0 0,2 1 0 0 0,0 2 0 0 0,1 0 0 0 0,2 2 0 0 0,-29 44 0 0 0,45-59-72 0 0,1 1 0 0 0,0 0 0 0 0,1 1 0 0 0,0-1 0 0 0,2 1 0 0 0,-5 29 1 0 0,3-13-18 0 0,4-28-56 0 0,0 1 0 0 0,0-1 0 0 0,0 0 0 0 0,-1 1-1 0 0,1-1 1 0 0,-1 0 0 0 0,0 0 0 0 0,-3 5 0 0 0,-4 3-357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26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4607 0 0,'45'84'7154'0'0,"17"8"-4847"0"0,-48-74-2109 0 0,1 0 1 0 0,0 0-1 0 0,2-2 1 0 0,0 0-1 0 0,1-1 1 0 0,0-1-1 0 0,1 0 0 0 0,21 10 1 0 0,-12-11 330 0 0,1-1 1 0 0,53 13-1 0 0,-37-13-289 0 0,-35-6-130 0 0,-17-3-15 0 0,-20-4 25 0 0,13-2-18 0 0,-26-10 36 0 0,52 41-1532 0 0,-9-20 76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98 5295 0 0,'5'5'189'0'0,"22"20"3766"0"0,-27-24-3871 0 0,1-1-1 0 0,-1 1 0 0 0,1-1 0 0 0,-1 0 0 0 0,1 1 0 0 0,-1-1 0 0 0,1 0 0 0 0,-1 0 0 0 0,1 1 0 0 0,-1-1 0 0 0,1 0 0 0 0,0 0 0 0 0,-1 0 0 0 0,1 0 0 0 0,-1 0 0 0 0,1 0 1 0 0,-1 0-1 0 0,1 0 0 0 0,0 0 0 0 0,-1 0 0 0 0,1 0 0 0 0,-1 0 0 0 0,1 0 0 0 0,-1 0 0 0 0,1-1 0 0 0,0 1 0 0 0,-1 0 0 0 0,1 0 0 0 0,-1-1 0 0 0,1 1 0 0 0,-1 0 1 0 0,1-1-1 0 0,-1 1 0 0 0,0 0 0 0 0,1-1 0 0 0,-1 1 0 0 0,1-1 0 0 0,-1 1 0 0 0,0 0 0 0 0,1-1 0 0 0,-1 1 0 0 0,0-1 0 0 0,0 1 0 0 0,1-1 0 0 0,-1 0 0 0 0,0 1 1 0 0,0-1-1 0 0,0 1 0 0 0,0-1 0 0 0,1 1 0 0 0,-1-1 0 0 0,0-1 0 0 0,0-1-17 0 0,0-1 0 0 0,0 1 0 0 0,0 0 0 0 0,0-1 0 0 0,0 1-1 0 0,-1-1 1 0 0,1 1 0 0 0,-1-1 0 0 0,0 1 0 0 0,0 0 0 0 0,0-1 0 0 0,-1 1 0 0 0,1 0 0 0 0,-1 0 0 0 0,-2-3 0 0 0,1 1 21 0 0,0 0 1 0 0,0 0 0 0 0,-1 0 0 0 0,0 1 0 0 0,0 0 0 0 0,0 0 0 0 0,-1 0-1 0 0,-5-4 1 0 0,6 5-84 0 0,0 1 0 0 0,0 0 0 0 0,-1 0 0 0 0,1 0 0 0 0,0 1-1 0 0,-1-1 1 0 0,0 1 0 0 0,1 0 0 0 0,-1 0 0 0 0,0 1 0 0 0,0-1-1 0 0,0 1 1 0 0,1 0 0 0 0,-7 1 0 0 0,4 0 11 0 0,0 1-1 0 0,0 0 1 0 0,0 0 0 0 0,0 1-1 0 0,0-1 1 0 0,1 1 0 0 0,-1 1 0 0 0,-10 6-1 0 0,5 0 13 0 0,0-1 0 0 0,1 1 0 0 0,0 1 0 0 0,1 0 0 0 0,0 1 0 0 0,0 0-1 0 0,2 0 1 0 0,-12 20 0 0 0,13-18 218 0 0,1 1 0 0 0,0-1 0 0 0,1 1 0 0 0,1 0 0 0 0,-5 27 0 0 0,8-33-29 0 0,0-1 0 0 0,0 1-1 0 0,1 0 1 0 0,0-1 0 0 0,1 1 0 0 0,-1-1-1 0 0,2 1 1 0 0,-1-1 0 0 0,1 1-1 0 0,1-1 1 0 0,5 15 0 0 0,-6-19-130 0 0,0-1 0 0 0,0 1 0 0 0,1-1 0 0 0,-1 0 1 0 0,1 0-1 0 0,-1 0 0 0 0,1 0 0 0 0,0-1 0 0 0,0 1 0 0 0,0-1 0 0 0,0 0 0 0 0,1 1 1 0 0,-1-1-1 0 0,0-1 0 0 0,7 3 0 0 0,-5-2-22 0 0,1 0-1 0 0,0-1 1 0 0,0 0 0 0 0,1-1-1 0 0,-1 1 1 0 0,0-1 0 0 0,0 0-1 0 0,0 0 1 0 0,7-2 0 0 0,4-1-23 0 0,0-2 0 0 0,-1 0 0 0 0,1 0-1 0 0,-1-2 1 0 0,-1 0 0 0 0,18-10 0 0 0,-25 13-523 0 0,0 1 0 0 0,1-1 0 0 0,0 2 0 0 0,0-1-1 0 0,0 1 1 0 0,12-1 0 0 0,-4 0-2447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2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29 246 5063 0 0,'-1'9'950'0'0,"1"-1"-1"0"0,0 1 0 0 0,0 0 0 0 0,0-1 0 0 0,1 1 0 0 0,1-1 0 0 0,-1 1 1 0 0,1-1-1 0 0,1 0 0 0 0,5 13 0 0 0,-7-18-825 0 0,0-1-1 0 0,0 1 0 0 0,1-1 1 0 0,-1 0-1 0 0,1 0 1 0 0,0 0-1 0 0,-1 0 1 0 0,1 0-1 0 0,0 0 1 0 0,0 0-1 0 0,0 0 1 0 0,0-1-1 0 0,1 1 1 0 0,-1-1-1 0 0,0 1 1 0 0,1-1-1 0 0,-1 0 1 0 0,1 0-1 0 0,-1 0 1 0 0,1-1-1 0 0,-1 1 1 0 0,1 0-1 0 0,0-1 1 0 0,-1 0-1 0 0,1 0 1 0 0,0 1-1 0 0,-1-2 1 0 0,1 1-1 0 0,0 0 1 0 0,-1 0-1 0 0,1-1 1 0 0,-1 0-1 0 0,1 1 1 0 0,0-1-1 0 0,-1 0 1 0 0,1 0-1 0 0,1-2 1 0 0,8-2-54 0 0,-1-1 0 0 0,0-1 0 0 0,-1 0 1 0 0,1 0-1 0 0,-1-1 0 0 0,-1-1 0 0 0,0 1 1 0 0,0-1-1 0 0,0-1 0 0 0,-2 0 0 0 0,1 0 1 0 0,7-14-1 0 0,-8 13-11 0 0,-1-1 1 0 0,0 0-1 0 0,-1-1 1 0 0,0 1-1 0 0,-1-1 0 0 0,0 0 1 0 0,-1 0-1 0 0,-1 0 1 0 0,0 0-1 0 0,-1-1 1 0 0,0-18-1 0 0,-1 28-81 0 0,0 0-1 0 0,-1 0 1 0 0,1 0 0 0 0,-1 1-1 0 0,0-1 1 0 0,0 0 0 0 0,0 0-1 0 0,0 1 1 0 0,-1-1-1 0 0,0 1 1 0 0,1-1 0 0 0,-1 1-1 0 0,-1 0 1 0 0,1-1 0 0 0,0 1-1 0 0,-1 0 1 0 0,1 1-1 0 0,-1-1 1 0 0,0 0 0 0 0,0 1-1 0 0,0-1 1 0 0,0 1 0 0 0,-1 0-1 0 0,1 0 1 0 0,-1 1 0 0 0,-4-3-1 0 0,3 3-18 0 0,-1-1 0 0 0,0 1 0 0 0,0 0-1 0 0,0 1 1 0 0,1-1 0 0 0,-1 1 0 0 0,0 0 0 0 0,0 1 0 0 0,0-1-1 0 0,0 1 1 0 0,1 1 0 0 0,-1-1 0 0 0,0 1 0 0 0,1 0 0 0 0,-1 0-1 0 0,-9 5 1 0 0,5-1-35 0 0,0 1 0 0 0,0 0 0 0 0,0 1-1 0 0,1-1 1 0 0,0 2 0 0 0,0-1 0 0 0,1 1 0 0 0,1 1 0 0 0,-1 0-1 0 0,1 0 1 0 0,1 0 0 0 0,0 0 0 0 0,0 1 0 0 0,1 0 0 0 0,1 1-1 0 0,0-1 1 0 0,0 1 0 0 0,1-1 0 0 0,1 1 0 0 0,-1 0 0 0 0,2 0-1 0 0,0 13 1 0 0,1-23 40 0 0,0 0-1 0 0,0-1 0 0 0,0 1 1 0 0,0-1-1 0 0,0 1 0 0 0,1-1 1 0 0,-1 1-1 0 0,1-1 0 0 0,-1 1 1 0 0,1-1-1 0 0,0 1 0 0 0,-1-1 1 0 0,1 0-1 0 0,0 1 0 0 0,0-1 1 0 0,0 0-1 0 0,0 0 0 0 0,0 1 1 0 0,0-1-1 0 0,0 0 0 0 0,1 0 1 0 0,1 1-1 0 0,-2-1-460 0 0,1-1-1 0 0,0 1 1 0 0,0 0-1 0 0,0-1 1 0 0,0 1 0 0 0,0-1-1 0 0,0 1 1 0 0,0-1-1 0 0,1 0 1 0 0,3 0 0 0 0,10-2-4869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10879 0 0,'5'51'1543'0'0,"3"-1"0"0"0,2 0-1 0 0,21 66 1 0 0,-29-111-1428 0 0,5 16 188 0 0,-7-20-281 0 0,1 0 0 0 0,-1-1 1 0 0,0 1-1 0 0,1 0 0 0 0,-1-1 0 0 0,0 1 0 0 0,1-1 0 0 0,-1 1 1 0 0,0 0-1 0 0,1-1 0 0 0,-1 1 0 0 0,1-1 0 0 0,-1 1 1 0 0,1-1-1 0 0,0 1 0 0 0,-1-1 0 0 0,1 0 0 0 0,-1 1 1 0 0,1-1-1 0 0,1 1 0 0 0,-1-3 3 0 0,0 1 0 0 0,0-1 0 0 0,0 1 0 0 0,-1-1 0 0 0,1 1 0 0 0,0-1 0 0 0,-1 0 0 0 0,1 1 0 0 0,-1-1 0 0 0,1 0 0 0 0,-1 0 0 0 0,0 1 0 0 0,0-1 0 0 0,0 0 0 0 0,0-3 0 0 0,0 2 16 0 0,3-51-245 0 0,-4-72-1 0 0,-2 30-476 0 0,6 73 613 0 0,-3 22 67 0 0,0 1-1 0 0,0 0 1 0 0,1 0 0 0 0,-1 0 0 0 0,0 0 0 0 0,0-1-1 0 0,0 1 1 0 0,0 0 0 0 0,0 0 0 0 0,0 0-1 0 0,0 0 1 0 0,0-1 0 0 0,1 1 0 0 0,-1 0-1 0 0,0 0 1 0 0,0 0 0 0 0,0 0 0 0 0,0 0-1 0 0,1 0 1 0 0,-1-1 0 0 0,0 1 0 0 0,0 0 0 0 0,0 0-1 0 0,1 0 1 0 0,-1 0 0 0 0,0 0 0 0 0,0 0-1 0 0,0 0 1 0 0,0 0 0 0 0,1 0 0 0 0,-1 0-1 0 0,0 0 1 0 0,0 0 0 0 0,1 0 0 0 0,8 11-59 0 0,2 11 141 0 0,13 37 0 0 0,-14-33 373 0 0,18 35 0 0 0,-25-55-290 0 0,1 1 0 0 0,0-1 0 0 0,1 0 0 0 0,0 0 0 0 0,0 0 0 0 0,0 0 0 0 0,0-1-1 0 0,1 0 1 0 0,12 8 0 0 0,-16-12-103 0 0,0 1 0 0 0,0-1 0 0 0,0 0 0 0 0,0 0 1 0 0,0 0-1 0 0,0 0 0 0 0,1-1 0 0 0,-1 1 0 0 0,0 0 0 0 0,1-1 0 0 0,-1 0 0 0 0,1 1 0 0 0,-1-1 0 0 0,0 0 0 0 0,1 0 0 0 0,-1-1 0 0 0,1 1 0 0 0,-1 0 1 0 0,5-2-1 0 0,-4 0-12 0 0,-1 1 1 0 0,1-1-1 0 0,0 0 1 0 0,0 1-1 0 0,-1-2 1 0 0,1 1 0 0 0,-1 0-1 0 0,0 0 1 0 0,1-1-1 0 0,-1 1 1 0 0,0-1-1 0 0,3-5 1 0 0,1-4 19 0 0,0 0-1 0 0,-1-1 1 0 0,-1 0-1 0 0,0 0 1 0 0,4-22-1 0 0,-4 9-172 0 0,-2 1-1 0 0,-1 0 0 0 0,-1-1 0 0 0,-1 0 0 0 0,-1 1 1 0 0,-1 0-1 0 0,-12-44 0 0 0,25 91-3464 0 0,-9-21 3349 0 0,0 1-1 0 0,0-1 1 0 0,0 1 0 0 0,0-1-1 0 0,1 1 1 0 0,-1-1-1 0 0,0 0 1 0 0,1 1 0 0 0,-1-1-1 0 0,1 0 1 0 0,-1 0 0 0 0,1 0-1 0 0,0 0 1 0 0,-1 0-1 0 0,1 0 1 0 0,0-1 0 0 0,0 1-1 0 0,3 0 1 0 0,13-1-7583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3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11087 0 0,'1'0'95'0'0,"0"0"-1"0"0,-1 0 0 0 0,1 0 0 0 0,-1-1 1 0 0,1 1-1 0 0,-1 0 0 0 0,1 0 0 0 0,-1 0 1 0 0,1 0-1 0 0,-1 0 0 0 0,1 1 0 0 0,-1-1 1 0 0,1 0-1 0 0,-1 0 0 0 0,1 0 1 0 0,-1 0-1 0 0,1 1 0 0 0,-1-1 0 0 0,1 0 1 0 0,-1 0-1 0 0,1 1 0 0 0,-1-1 0 0 0,0 0 1 0 0,1 1-1 0 0,-1-1 0 0 0,1 0 0 0 0,-1 1 1 0 0,0-1-1 0 0,1 1 0 0 0,12 21 2051 0 0,4 25-15 0 0,-11-18-869 0 0,3 41 0 0 0,-6-41-773 0 0,8 36 1 0 0,-10-63-498 0 0,-1 0 1 0 0,1-1-1 0 0,-1 1 1 0 0,1-1 0 0 0,0 1-1 0 0,0-1 1 0 0,0 0 0 0 0,-1 1-1 0 0,1-1 1 0 0,0 0 0 0 0,1 1-1 0 0,-1-1 1 0 0,0 0-1 0 0,2 1 1 0 0,-3-1-82 0 0,1-1-1 0 0,-1 0 1 0 0,1 0-1 0 0,0 0 1 0 0,-1 0-1 0 0,1 1 1 0 0,-1-1-1 0 0,1 0 1 0 0,-1 0 0 0 0,1 0-1 0 0,-1 0 1 0 0,1 0-1 0 0,0 0 1 0 0,-1 0-1 0 0,1 0 1 0 0,-1-1-1 0 0,1 1 1 0 0,-1 0-1 0 0,1 0 1 0 0,-1 0 0 0 0,1 0-1 0 0,-1-1 1 0 0,1 1-1 0 0,-1 0 1 0 0,1-1-1 0 0,-1 1 1 0 0,1 0-1 0 0,-1-1 1 0 0,0 1-1 0 0,1-1 1 0 0,-1 1-1 0 0,0 0 1 0 0,1-1 0 0 0,-1 1-1 0 0,0-1 1 0 0,1 1-1 0 0,-1-1 1 0 0,0 1-1 0 0,0-1 1 0 0,0 1-1 0 0,1-1 1 0 0,-1 0-1 0 0,0 1 1 0 0,0-1 0 0 0,3-7-2212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3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8751 0 0,'4'-1'1320'0'0,"-1"0"0"0"0,1 0 0 0 0,0 0 0 0 0,0 1-1 0 0,0-1 1 0 0,0 1 0 0 0,5 1 0 0 0,-3-2-1313 0 0,13 1 364 0 0,0-1 0 0 0,0-1 0 0 0,0-1 0 0 0,0-1 0 0 0,0 0 0 0 0,0-2 1 0 0,-1 0-1 0 0,0-1 0 0 0,0 0 0 0 0,18-12 0 0 0,12-9-980 0 0,-16 12-4163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82 106 8751 0 0,'20'4'5156'0'0,"-17"-3"-4812"0"0,0-1-1 0 0,0 1 1 0 0,0 0-1 0 0,0-1 1 0 0,0 0-1 0 0,0 0 1 0 0,5 0-1 0 0,-2-1-69 0 0,0-1-1 0 0,-1 1 1 0 0,1-1-1 0 0,0-1 1 0 0,-1 1 0 0 0,1-1-1 0 0,-1 0 1 0 0,0 0-1 0 0,0 0 1 0 0,7-7-1 0 0,-10 8-253 0 0,1 0-1 0 0,-1 0 1 0 0,1-1-1 0 0,-1 1 1 0 0,0-1 0 0 0,0 0-1 0 0,0 0 1 0 0,0 0-1 0 0,0 0 1 0 0,-1 0-1 0 0,0 0 1 0 0,1 0-1 0 0,-1-1 1 0 0,0 1-1 0 0,0 0 1 0 0,-1-1 0 0 0,1 1-1 0 0,-1-1 1 0 0,0-4-1 0 0,0 7-26 0 0,0 0 1 0 0,0 1-1 0 0,0-1 0 0 0,0 0 0 0 0,0 1 0 0 0,0-1 1 0 0,0 1-1 0 0,0-1 0 0 0,-1 0 0 0 0,1 1 0 0 0,0-1 1 0 0,-1 0-1 0 0,1 1 0 0 0,0-1 0 0 0,-1 1 0 0 0,1-1 1 0 0,-1 1-1 0 0,1-1 0 0 0,-1 1 0 0 0,1-1 0 0 0,-1 1 1 0 0,1 0-1 0 0,-1-1 0 0 0,1 1 0 0 0,-1 0 0 0 0,0-1 1 0 0,-1 1-24 0 0,1-1 1 0 0,-1 1-1 0 0,1 0 1 0 0,-1 0 0 0 0,1 0-1 0 0,-1 0 1 0 0,1 0-1 0 0,-1 1 1 0 0,1-1 0 0 0,0 0-1 0 0,-3 1 1 0 0,-3 2-109 0 0,0 0 1 0 0,1 0-1 0 0,-12 7 1 0 0,3 1 97 0 0,1 0 1 0 0,0 0 0 0 0,0 2-1 0 0,1-1 1 0 0,1 2 0 0 0,0 0-1 0 0,1 0 1 0 0,1 1 0 0 0,-12 22-1 0 0,18-30 156 0 0,0 1-1 0 0,1 0 1 0 0,0 0-1 0 0,1 0 1 0 0,0 0 0 0 0,0 0-1 0 0,1 0 1 0 0,0 1-1 0 0,0 15 1 0 0,1-18 8 0 0,1 0 1 0 0,0 0-1 0 0,0-1 1 0 0,1 1-1 0 0,0 0 0 0 0,0 0 1 0 0,0-1-1 0 0,1 1 1 0 0,-1-1-1 0 0,1 0 1 0 0,1 0-1 0 0,-1 0 1 0 0,1 0-1 0 0,-1-1 0 0 0,6 6 1 0 0,-5-6-58 0 0,0-1 1 0 0,0 0-1 0 0,1 1 1 0 0,-1-1-1 0 0,1-1 1 0 0,-1 1-1 0 0,1-1 1 0 0,0 1-1 0 0,0-2 1 0 0,0 1-1 0 0,0 0 1 0 0,0-1-1 0 0,0 0 1 0 0,1 0-1 0 0,-1 0 1 0 0,0-1-1 0 0,1 0 1 0 0,-1 0-1 0 0,0 0 1 0 0,10-2-1 0 0,-4-1 15 0 0,0 0 0 0 0,-1 0 0 0 0,1-1 0 0 0,-1 0 0 0 0,1-1 0 0 0,-1 0 0 0 0,0-1 0 0 0,15-11-1 0 0,-24 16-126 0 0,0 0 0 0 0,1 0 0 0 0,-1 0-1 0 0,0-1 1 0 0,1 1 0 0 0,-1 0 0 0 0,0 0-1 0 0,0-1 1 0 0,0 1 0 0 0,0-1 0 0 0,1-1-1 0 0,-5-4-1204 0 0,-11 2-710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4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3223 0 0,'9'4'13702'0'0,"-4"-2"-13384"0"0,-1 0 0 0 0,1-1-1 0 0,0 0 1 0 0,0 0 0 0 0,0 0 0 0 0,0-1-1 0 0,5 0 1 0 0,-4-1-423 0 0,0-1 0 0 0,0 0 0 0 0,0 0 0 0 0,0-1 0 0 0,8-4 0 0 0,12-11-3423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4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4143 0 0,'8'4'6154'0'0,"-8"-4"-6035"0"0,-2 18 2192 0 0,-8 19-503 0 0,-34 72 1915 0 0,30-80-3100 0 0,1 1 0 0 0,2 0 1 0 0,-14 62-1 0 0,25-74-532 0 0,1-18-91 0 0,-1 1 0 0 0,0-1 0 0 0,0 0 0 0 0,0 0 0 0 0,0 1 0 0 0,1-1 0 0 0,-1 0 0 0 0,0 0 1 0 0,0 1-1 0 0,0-1 0 0 0,1 0 0 0 0,-1 0 0 0 0,0 0 0 0 0,0 0 0 0 0,1 1 0 0 0,-1-1 0 0 0,0 0 0 0 0,0 0 0 0 0,1 0 0 0 0,-1 0 1 0 0,0 0-1 0 0,1 0 0 0 0,-1 0 0 0 0,0 0 0 0 0,0 0 0 0 0,1 0 0 0 0,-1 0 0 0 0,0 0 0 0 0,1 0 0 0 0,-1 0 0 0 0,2-1-206 0 0,0 1 0 0 0,0-1 0 0 0,0 0 0 0 0,-1 0 0 0 0,1 0 0 0 0,0 0 0 0 0,-1-1 0 0 0,1 1 0 0 0,-1 0 0 0 0,1-1 0 0 0,-1 1 0 0 0,2-3 0 0 0,2-4-1793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4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14023 0 0,'33'34'3584'0'0,"13"26"-1753"0"0,20 23 606 0 0,-57-72-2177 0 0,2-1 0 0 0,-1 0 0 0 0,1-1 0 0 0,1 0 0 0 0,14 9 0 0 0,-24-17-286 0 0,-1-1-1 0 0,0 1 1 0 0,0 0-1 0 0,1-1 1 0 0,-1 1-1 0 0,0-1 0 0 0,1 0 1 0 0,-1 1-1 0 0,1-1 1 0 0,-1 0-1 0 0,0 0 1 0 0,1 0-1 0 0,-1 0 1 0 0,1 0-1 0 0,-1 0 1 0 0,0 0-1 0 0,1-1 1 0 0,-1 1-1 0 0,1 0 1 0 0,-1-1-1 0 0,3 0 1 0 0,8-9-2524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6447 0 0,'7'38'8036'0'0,"-1"-15"-5404"0"0,4 38-728 0 0,-6-31-1099 0 0,1 0 0 0 0,1-1 0 0 0,1 0 0 0 0,22 54 0 0 0,-28-81-765 0 0,0-1-1 0 0,0 1 1 0 0,0-1-1 0 0,0 1 1 0 0,0-1-1 0 0,0 1 1 0 0,0-1-1 0 0,0 0 1 0 0,1 1-1 0 0,-1-1 1 0 0,1 0-1 0 0,-1 0 1 0 0,1 0-1 0 0,-1 0 1 0 0,1 0-1 0 0,-1-1 1 0 0,3 2-1 0 0,-4-2-99 0 0,1 0 1 0 0,-1 0-1 0 0,0 0 0 0 0,1 0 1 0 0,-1 0-1 0 0,0 0 0 0 0,1 0 1 0 0,-1 0-1 0 0,1 0 0 0 0,-1 0 1 0 0,0 0-1 0 0,1 0 0 0 0,-1 0 0 0 0,0-1 1 0 0,1 1-1 0 0,-1 0 0 0 0,0 0 1 0 0,1 0-1 0 0,-1-1 0 0 0,0 1 1 0 0,1 0-1 0 0,-1 0 0 0 0,0-1 1 0 0,0 1-1 0 0,1 0 0 0 0,-1 0 0 0 0,0-1 1 0 0,1 1-1 0 0,-1-2-457 0 0,0 1-1 0 0,1 0 1 0 0,-1-1 0 0 0,0 1 0 0 0,1 0-1 0 0,-1-1 1 0 0,0 1 0 0 0,0 0-1 0 0,0-1 1 0 0,0 1 0 0 0,0 0 0 0 0,-1-3-1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5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4607 0 0,'14'-20'16975'0'0,"2"17"-18016"0"0,40-10 2821 0 0,18-5-952 0 0,-25 3-7068 0 0,-32 10-1022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7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615 51 2303 0 0,'9'4'1247'0'0,"6"-8"4911"0"0,-1-7-804 0 0,-9 4-5537 0 0,-5 6 228 0 0,0 0 1 0 0,0 0-1 0 0,0 1 0 0 0,0-1 0 0 0,0 0 0 0 0,0 0 1 0 0,-1 1-1 0 0,1-1 0 0 0,0 0 0 0 0,0 0 0 0 0,-1 1 0 0 0,1-1 1 0 0,0 0-1 0 0,-1 1 0 0 0,1-1 0 0 0,-1 0 0 0 0,1 1 1 0 0,0-1-1 0 0,-1 1 0 0 0,0-1 0 0 0,1 1 0 0 0,-1-1 1 0 0,1 1-1 0 0,-1-1 0 0 0,0 1 0 0 0,1-1 0 0 0,-1 1 0 0 0,0 0 1 0 0,1-1-1 0 0,-1 1 0 0 0,-1 0 0 0 0,-23-9 163 0 0,8 6-255 0 0,0 2 0 0 0,0 0 0 0 0,1 1 0 0 0,-1 1 0 0 0,0 0 0 0 0,0 2 1 0 0,1 0-1 0 0,-1 0 0 0 0,1 2 0 0 0,-18 6 0 0 0,-22 12-389 0 0,-75 41 0 0 0,122-59 401 0 0,-107 62 1 0 0,104-59 197 0 0,0 0 1 0 0,0 1-1 0 0,1 1 0 0 0,1 0 0 0 0,0 0 0 0 0,0 1 1 0 0,-8 13-1 0 0,16-23-87 0 0,1 1-1 0 0,0 0 1 0 0,0-1 0 0 0,0 1-1 0 0,0 0 1 0 0,1-1 0 0 0,-1 1 0 0 0,0 0-1 0 0,1 0 1 0 0,-1-1 0 0 0,1 1-1 0 0,0 0 1 0 0,0 0 0 0 0,0 0 0 0 0,-1 0-1 0 0,2 0 1 0 0,-1 0 0 0 0,0 2-1 0 0,1-3-6 0 0,-1 0-1 0 0,1 1 0 0 0,0-1 0 0 0,0 0 1 0 0,-1 0-1 0 0,1 0 0 0 0,0 0 0 0 0,0 0 1 0 0,0 0-1 0 0,0 0 0 0 0,0 0 0 0 0,1 0 1 0 0,-1-1-1 0 0,0 1 0 0 0,0 0 1 0 0,0-1-1 0 0,1 1 0 0 0,-1-1 0 0 0,2 1 1 0 0,6 1 122 0 0,0 0 0 0 0,0-1 0 0 0,0 0 0 0 0,1 0 0 0 0,17-2 1 0 0,138-17 282 0 0,-100 9-443 0 0,74-1 0 0 0,-131 10-35 0 0,0 1 1 0 0,-1 0 0 0 0,1 0 0 0 0,0 0 0 0 0,-1 1 0 0 0,1 0 0 0 0,-1 0 0 0 0,0 1 0 0 0,1 0 0 0 0,10 6 0 0 0,-15-7 2 0 0,0 0 0 0 0,-1 0 1 0 0,1 0-1 0 0,-1 0 0 0 0,0 0 1 0 0,0 0-1 0 0,0 1 0 0 0,0-1 1 0 0,0 1-1 0 0,0 0 0 0 0,0-1 1 0 0,-1 1-1 0 0,1 0 0 0 0,-1 0 1 0 0,0 0-1 0 0,0 0 0 0 0,0 0 1 0 0,-1 0-1 0 0,1 0 0 0 0,0 0 1 0 0,-1 0-1 0 0,0 1 0 0 0,0-1 1 0 0,0 0-1 0 0,0 0 0 0 0,-1 0 1 0 0,1 0-1 0 0,-2 5 0 0 0,-2 4 13 0 0,0-1 1 0 0,0 0-1 0 0,-1 0 0 0 0,-1 0 0 0 0,0-1 1 0 0,0 1-1 0 0,-1-1 0 0 0,-14 15 0 0 0,-8 6 141 0 0,-35 29-1 0 0,57-54-112 0 0,-15 15 255 0 0,-2-1-1 0 0,0-1 1 0 0,-1-1-1 0 0,-1-1 1 0 0,-52 24 0 0 0,78-40-265 0 0,-1-1 0 0 0,0 1 1 0 0,0-1-1 0 0,0 1 0 0 0,0-1 1 0 0,0 0-1 0 0,0 0 0 0 0,0 1 0 0 0,0-1 1 0 0,0 0-1 0 0,0 0 0 0 0,0 0 1 0 0,0 0-1 0 0,0 0 0 0 0,0 0 1 0 0,0 0-1 0 0,0 0 0 0 0,0-1 0 0 0,0 1 1 0 0,0 0-1 0 0,0 0 0 0 0,-1-2 1 0 0,1 2-18 0 0,1-1 1 0 0,-1 0 0 0 0,1 0-1 0 0,-1 1 1 0 0,1-1 0 0 0,0 0-1 0 0,-1 0 1 0 0,1 0 0 0 0,0 0-1 0 0,0 1 1 0 0,0-1 0 0 0,0 0-1 0 0,0 0 1 0 0,0 0 0 0 0,0 0-1 0 0,0 0 1 0 0,0 0 0 0 0,0 1-1 0 0,0-1 1 0 0,1-1 0 0 0,1-6-104 0 0,0 1 0 0 0,1-1-1 0 0,-1 1 1 0 0,7-10 0 0 0,-3 6-509 0 0,1 0 0 0 0,0 0 0 0 0,12-12 0 0 0,-3 4-1369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7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5527 0 0,'4'20'2815'0'0,"34"85"1601"0"0,30 81-1937 0 0,-32-90-1268 0 0,23 58 840 0 0,-43-120-1520 0 0,1 1 1 0 0,26 38 0 0 0,-35-61-403 0 0,1-1 1 0 0,13 14-1 0 0,-19-22-237 0 0,-1-1 0 0 0,1 1 0 0 0,0 0 0 0 0,0-1 0 0 0,1 0 0 0 0,-1 1 0 0 0,1-1 0 0 0,-1-1 0 0 0,1 1 0 0 0,-1 0 0 0 0,1-1 0 0 0,0 0 0 0 0,4 1 0 0 0,-2-3-1287 0 0,-2-1-69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3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2303 0 0,'2'-4'7330'0'0,"4"8"-5139"0"0,2 4-1306 0 0,-2 1-453 0 0,-1 0 0 0 0,-1 0 0 0 0,0 1 0 0 0,0 0 0 0 0,-1-1 0 0 0,0 1 0 0 0,3 18 0 0 0,2 74 658 0 0,-4-30-471 0 0,-3-69-623 0 0,-1 4 1118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45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24 2759 0 0,'0'-1'286'0'0,"0"0"0"0"0,0 1-1 0 0,0-1 1 0 0,0 0 0 0 0,0 0-1 0 0,0 0 1 0 0,0 0 0 0 0,0 0-1 0 0,-1 0 1 0 0,1 0-1 0 0,0 0 1 0 0,-1 0 0 0 0,1 0-1 0 0,0 0 1 0 0,-1 0 0 0 0,1 1-1 0 0,-1-1 1 0 0,1 0 0 0 0,-1 0-1 0 0,0 1 1 0 0,1-1-1 0 0,-1 0 1 0 0,0 1 0 0 0,1-1-1 0 0,-2 0 1 0 0,0 0-148 0 0,1 1 1 0 0,-1 0-1 0 0,1-1 0 0 0,-1 1 0 0 0,1 0 1 0 0,0 0-1 0 0,-1 0 0 0 0,1 0 1 0 0,-1 1-1 0 0,1-1 0 0 0,-1 0 0 0 0,1 1 1 0 0,0-1-1 0 0,-1 0 0 0 0,0 2 0 0 0,-8 2-243 0 0,0 2-1 0 0,0-1 0 0 0,-13 11 0 0 0,19-13 480 0 0,-5 4-284 0 0,1-1 0 0 0,0 1 0 0 0,0 0 0 0 0,1 1 0 0 0,0 0 0 0 0,0 0 0 0 0,1 0 0 0 0,0 1 0 0 0,0 0 0 0 0,1 0 0 0 0,-6 15 0 0 0,6-10 286 0 0,1 1-1 0 0,0 0 1 0 0,1 0-1 0 0,1 1 1 0 0,0-1 0 0 0,1 0-1 0 0,1 20 1 0 0,1-23-108 0 0,-1-1-1 0 0,1 1 1 0 0,1-1-1 0 0,0 0 1 0 0,0 0-1 0 0,1 0 1 0 0,1 0 0 0 0,6 14-1 0 0,-8-21-203 0 0,0 0-1 0 0,1-1 0 0 0,-1 1 1 0 0,1-1-1 0 0,-1 0 0 0 0,1 0 1 0 0,0 0-1 0 0,0 0 0 0 0,0-1 1 0 0,1 1-1 0 0,-1-1 0 0 0,1 1 1 0 0,-1-1-1 0 0,1-1 0 0 0,0 1 1 0 0,0 0-1 0 0,0-1 0 0 0,0 0 1 0 0,0 0-1 0 0,0 0 0 0 0,0 0 1 0 0,0-1-1 0 0,0 1 0 0 0,0-1 1 0 0,0 0-1 0 0,6-1 1 0 0,2-1-33 0 0,-1 1 0 0 0,-1-2 0 0 0,1 0 0 0 0,0 0 0 0 0,-1-1 0 0 0,1 0 0 0 0,-1-1 0 0 0,0 0 0 0 0,-1-1 0 0 0,1 0 1 0 0,-1 0-1 0 0,0-1 0 0 0,-1 0 0 0 0,13-14 0 0 0,4-7 68 0 0,-1-1 0 0 0,-2-1 0 0 0,19-32 0 0 0,-34 51-99 0 0,-1 0 0 0 0,9-21 0 0 0,-15 32 1 0 0,1 0-1 0 0,-1 0 1 0 0,0-1-1 0 0,0 1 1 0 0,0 0-1 0 0,0 0 1 0 0,0-1-1 0 0,0 1 1 0 0,0 0-1 0 0,0 0 1 0 0,0-1-1 0 0,0 1 1 0 0,0 0 0 0 0,0-1-1 0 0,0 1 1 0 0,0 0-1 0 0,0 0 1 0 0,0-1-1 0 0,0 1 1 0 0,0 0-1 0 0,0 0 1 0 0,0-1-1 0 0,0 1 1 0 0,-1 0-1 0 0,1 0 1 0 0,0-1-1 0 0,0 1 1 0 0,0 0-1 0 0,0 0 1 0 0,-1-1-1 0 0,1 1 1 0 0,0 0 0 0 0,0 0-1 0 0,0 0 1 0 0,-1 0-1 0 0,1-1 1 0 0,-1 1-1 0 0,-12 0 44 0 0,-14 11 20 0 0,19-4-116 0 0,-1 0 0 0 0,-1-1 0 0 0,0 0 0 0 0,0 0 0 0 0,0-1 0 0 0,0 0 0 0 0,-1-1 0 0 0,1 0 0 0 0,-1-1 0 0 0,0 0 0 0 0,-18 2 0 0 0,29-5 27 0 0,-1 0-1 0 0,1 0 1 0 0,0 0 0 0 0,-1 0-1 0 0,1 0 1 0 0,-1 0 0 0 0,1 0-1 0 0,0 0 1 0 0,-1 0 0 0 0,1 0-1 0 0,0 0 1 0 0,-1 0 0 0 0,1-1-1 0 0,-1 1 1 0 0,1 0 0 0 0,0 0-1 0 0,-1 0 1 0 0,1-1-1 0 0,0 1 1 0 0,0 0 0 0 0,-1 0-1 0 0,1-1 1 0 0,0 1 0 0 0,-1 0-1 0 0,1-1 1 0 0,0 1 0 0 0,0 0-1 0 0,0-1 1 0 0,-1 1 0 0 0,1 0-1 0 0,0-1 1 0 0,0 1 0 0 0,0-1-1 0 0,0 1 1 0 0,0 0-1 0 0,0-1 1 0 0,0 1 0 0 0,0 0-1 0 0,0-1 1 0 0,0 1 0 0 0,0-1-1 0 0,0 1 1 0 0,0 0 0 0 0,0-1-1 0 0,0 1 1 0 0,0-1 0 0 0,0 1-1 0 0,0 0 1 0 0,1-1 0 0 0,-1 1-1 0 0,0 0 1 0 0,0-1-1 0 0,0 1 1 0 0,1 0 0 0 0,-1-1-1 0 0,0 1 1 0 0,0 0 0 0 0,1-1-1 0 0,15-21-2454 0 0,-15 21 2235 0 0,7-9-1526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4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9 193 9183 0 0,'2'7'437'0'0,"0"1"0"0"0,1-1-1 0 0,-1-1 1 0 0,1 1-1 0 0,1 0 1 0 0,-1-1-1 0 0,1 1 1 0 0,0-1 0 0 0,1 0-1 0 0,-1 0 1 0 0,1-1-1 0 0,11 10 1 0 0,-14-14-330 0 0,0 1 1 0 0,0 0-1 0 0,1-1 0 0 0,-1 1 0 0 0,1-1 1 0 0,-1 0-1 0 0,1 0 0 0 0,-1 0 1 0 0,1 0-1 0 0,0 0 0 0 0,-1-1 0 0 0,1 1 1 0 0,0-1-1 0 0,0 1 0 0 0,0-1 1 0 0,-1 0-1 0 0,1 0 0 0 0,0-1 0 0 0,0 1 1 0 0,0-1-1 0 0,-1 1 0 0 0,1-1 1 0 0,0 0-1 0 0,-1 0 0 0 0,1 0 0 0 0,0 0 1 0 0,-1 0-1 0 0,0-1 0 0 0,1 1 1 0 0,-1-1-1 0 0,0 1 0 0 0,1-1 0 0 0,-1 0 1 0 0,0 0-1 0 0,-1 0 0 0 0,3-3 1 0 0,3-3-61 0 0,-1 0 0 0 0,0-1 0 0 0,0 0 1 0 0,-1 0-1 0 0,0 0 0 0 0,-1-1 0 0 0,0 0 1 0 0,0 0-1 0 0,-1 0 0 0 0,0 0 0 0 0,-1-1 1 0 0,1-10-1 0 0,-2 15-36 0 0,0 1-1 0 0,-1-1 1 0 0,0 1-1 0 0,0-1 1 0 0,0 1 0 0 0,-1-1-1 0 0,1 1 1 0 0,-1-1 0 0 0,-1 1-1 0 0,1 0 1 0 0,-1-1-1 0 0,0 1 1 0 0,0 0 0 0 0,0 0-1 0 0,-1 0 1 0 0,0 1 0 0 0,0-1-1 0 0,0 1 1 0 0,-1-1-1 0 0,1 1 1 0 0,-1 0 0 0 0,0 0-1 0 0,0 1 1 0 0,-8-7 0 0 0,9 9-12 0 0,0-1 1 0 0,0 1-1 0 0,0-1 1 0 0,0 1 0 0 0,-1 0-1 0 0,1 0 1 0 0,0 0-1 0 0,-1 1 1 0 0,1-1 0 0 0,0 1-1 0 0,-1 0 1 0 0,1 0-1 0 0,0 0 1 0 0,-1 0 0 0 0,1 0-1 0 0,-1 1 1 0 0,1 0-1 0 0,-3 0 1 0 0,0 1-30 0 0,1 0 0 0 0,0 1 0 0 0,0-1 1 0 0,1 1-1 0 0,-1 0 0 0 0,1 0 0 0 0,-1 1 0 0 0,1 0 0 0 0,0-1 1 0 0,-6 8-1 0 0,6-6-75 0 0,0 0 1 0 0,-1 1-1 0 0,2-1 1 0 0,-1 1 0 0 0,1 0-1 0 0,0 0 1 0 0,0 1-1 0 0,0-1 1 0 0,1 0-1 0 0,0 1 1 0 0,1-1 0 0 0,-1 1-1 0 0,1 0 1 0 0,0 0-1 0 0,1 0 1 0 0,0-1-1 0 0,0 1 1 0 0,1 11 0 0 0,0-17 4 0 0,-1 0 1 0 0,0 0-1 0 0,1 0 1 0 0,-1 0-1 0 0,0 0 1 0 0,1 0-1 0 0,-1 0 1 0 0,1 0-1 0 0,0 0 1 0 0,-1 0-1 0 0,1 0 1 0 0,0-1-1 0 0,0 1 1 0 0,-1 0-1 0 0,1 0 1 0 0,0-1-1 0 0,0 1 1 0 0,0 0-1 0 0,0-1 1 0 0,0 1-1 0 0,0-1 1 0 0,0 1-1 0 0,0-1 1 0 0,0 1-1 0 0,1-1 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46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37 2303 0 0,'1'5'8169'0'0,"3"7"-4531"0"0,11 42-2338 0 0,-11-17-134 0 0,-1 1 1 0 0,-4 48-1 0 0,3 34 988 0 0,-2-119-1763 0 0,-2-8-172 0 0,-4-23-164 0 0,-4-44-554 0 0,5 27 10 0 0,1 15-102 0 0,1-51-1 0 0,4 74 477 0 0,-1 0-1 0 0,1 0 1 0 0,1 0-1 0 0,0 0 1 0 0,0 0 0 0 0,1 1-1 0 0,0-1 1 0 0,0 1-1 0 0,1 0 1 0 0,6-12-1 0 0,-9 20 124 0 0,-1-1 0 0 0,1 0 0 0 0,-1 1 0 0 0,1-1 0 0 0,0 0 0 0 0,-1 1 0 0 0,1-1 0 0 0,0 1 0 0 0,-1-1 0 0 0,1 1 0 0 0,0-1 0 0 0,0 1 0 0 0,-1-1 0 0 0,1 1 0 0 0,0 0 0 0 0,0 0 0 0 0,0-1 0 0 0,0 1 0 0 0,-1 0 0 0 0,1 0 0 0 0,0 0 0 0 0,0 0 0 0 0,0 0 0 0 0,0 0 0 0 0,0 0 0 0 0,0 0 0 0 0,-1 0 0 0 0,1 0 0 0 0,0 1 0 0 0,0-1-1 0 0,0 0 1 0 0,0 0 0 0 0,-1 1 0 0 0,1-1 0 0 0,0 1 0 0 0,0-1 0 0 0,0 1 0 0 0,-1-1 0 0 0,1 1 0 0 0,0-1 0 0 0,-1 1 0 0 0,1 0 0 0 0,-1-1 0 0 0,2 2 0 0 0,4 5 196 0 0,-1-1 0 0 0,1 1 0 0 0,6 12 0 0 0,-8-14-87 0 0,42 71 1151 0 0,-23-37-220 0 0,31 40 0 0 0,-51-76-976 0 0,-1 0-1 0 0,1 0 1 0 0,0 0-1 0 0,0 0 0 0 0,0-1 1 0 0,0 1-1 0 0,1-1 1 0 0,-1 0-1 0 0,1 0 1 0 0,-1 0-1 0 0,1 0 1 0 0,0-1-1 0 0,0 1 1 0 0,4 0-1 0 0,-8-3-56 0 0,0 0 1 0 0,0 0-1 0 0,-1 0 0 0 0,1 0 0 0 0,-1 0 0 0 0,1 0 1 0 0,-1 0-1 0 0,1 0 0 0 0,-1 0 0 0 0,0 0 1 0 0,1 1-1 0 0,-1-1 0 0 0,0 0 0 0 0,0 0 0 0 0,0 1 1 0 0,-1-2-1 0 0,-3 0-8 0 0,0 1 1 0 0,0-1 0 0 0,0 1-1 0 0,-1 0 1 0 0,1 0-1 0 0,0 1 1 0 0,0-1 0 0 0,-1 1-1 0 0,1 1 1 0 0,0-1-1 0 0,-1 1 1 0 0,1-1 0 0 0,0 2-1 0 0,0-1 1 0 0,-1 0-1 0 0,-5 4 1 0 0,4-2-11 0 0,0 0 0 0 0,0 0 1 0 0,0 1-1 0 0,0 0 0 0 0,0 0 0 0 0,1 1 1 0 0,0-1-1 0 0,0 1 0 0 0,0 1 0 0 0,-7 8 0 0 0,14-13-518 0 0,4-3-181 0 0,7-7-568 0 0,4-10-2267 0 0,-7 6 1506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47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25 919 0 0,'0'-1'396'0'0,"0"0"-1"0"0,1-1 0 0 0,-1 1 0 0 0,1 0 0 0 0,0-1 1 0 0,-1 1-1 0 0,1 0 0 0 0,0 0 0 0 0,0 0 0 0 0,0 0 0 0 0,0 0 1 0 0,0 0-1 0 0,0 0 0 0 0,0 0 0 0 0,0 0 0 0 0,0 0 0 0 0,0 0 1 0 0,0 1-1 0 0,0-1 0 0 0,1 0 0 0 0,-1 1 0 0 0,0-1 0 0 0,1 1 1 0 0,-1 0-1 0 0,0-1 0 0 0,1 1 0 0 0,-1 0 0 0 0,1 0 0 0 0,1 0 1 0 0,-2 0-46 0 0,1 0 0 0 0,-1 0 1 0 0,0 1-1 0 0,1-1 0 0 0,-1 1 1 0 0,0-1-1 0 0,0 1 1 0 0,0 0-1 0 0,1-1 0 0 0,-1 1 1 0 0,0 0-1 0 0,2 2 0 0 0,-2-2-348 0 0,1 1-1 0 0,-1 0 1 0 0,1 0-1 0 0,-1 0 0 0 0,0 0 1 0 0,0 0-1 0 0,0 0 1 0 0,1 4-1 0 0,3 11 388 0 0,-2-1 1 0 0,0 1 0 0 0,-1 0-1 0 0,-1 0 1 0 0,0 0-1 0 0,-3 25 1 0 0,2 35 772 0 0,0-71-1036 0 0,0-1 0 0 0,1 1 0 0 0,0 0 0 0 0,0-1 1 0 0,1 1-1 0 0,-1-1 0 0 0,1 0 0 0 0,0 1 0 0 0,1-1 0 0 0,2 6 0 0 0,-3-10-79 0 0,-1 1 1 0 0,1 0-1 0 0,-1 0 0 0 0,1-1 0 0 0,0 1 1 0 0,0-1-1 0 0,-1 0 0 0 0,1 1 0 0 0,0-1 1 0 0,0 0-1 0 0,0 0 0 0 0,1 0 1 0 0,-1 0-1 0 0,0 0 0 0 0,0-1 0 0 0,0 1 1 0 0,1-1-1 0 0,-1 1 0 0 0,0-1 1 0 0,1 0-1 0 0,-1 0 0 0 0,0 0 0 0 0,0 0 1 0 0,1-1-1 0 0,-1 1 0 0 0,0 0 0 0 0,3-2 1 0 0,4-1 28 0 0,1 0 0 0 0,-1-1 1 0 0,-1 0-1 0 0,1 0 0 0 0,0-1 1 0 0,10-8-1 0 0,-11 7-232 0 0,0 1 1 0 0,1 0-1 0 0,-1 0 0 0 0,1 1 0 0 0,17-6 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47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15 6447 0 0,'-1'-1'406'0'0,"0"-1"-1"0"0,-1 1 0 0 0,1 0 1 0 0,-1 0-1 0 0,1 0 0 0 0,-1 0 0 0 0,1 0 1 0 0,-1 0-1 0 0,0 0 0 0 0,1 1 1 0 0,-1-1-1 0 0,0 0 0 0 0,0 1 0 0 0,0-1 1 0 0,0 1-1 0 0,1 0 0 0 0,-1 0 0 0 0,0 0 1 0 0,0 0-1 0 0,0 0 0 0 0,0 0 1 0 0,0 0-1 0 0,0 1 0 0 0,-2 0 0 0 0,-5 1 141 0 0,0 0 0 0 0,0 0-1 0 0,-16 8 1 0 0,22-9-478 0 0,-1 1 1 0 0,1 0-1 0 0,-1-1 1 0 0,1 1-1 0 0,-1 1 0 0 0,1-1 1 0 0,0 1-1 0 0,0-1 1 0 0,0 1-1 0 0,1 0 0 0 0,-1 0 1 0 0,1 0-1 0 0,-1 0 1 0 0,1 0-1 0 0,0 1 0 0 0,0-1 1 0 0,1 1-1 0 0,-1-1 1 0 0,1 1-1 0 0,-1 0 0 0 0,1 0 1 0 0,0-1-1 0 0,1 1 1 0 0,-1 0-1 0 0,1 0 1 0 0,-1 0-1 0 0,1 0 0 0 0,0 0 1 0 0,1 0-1 0 0,-1 0 1 0 0,2 7-1 0 0,1-2-17 0 0,0 0 0 0 0,0 0 0 0 0,1 0 0 0 0,0 0 0 0 0,0-1 1 0 0,1 0-1 0 0,0 0 0 0 0,1 0 0 0 0,0 0 0 0 0,0-1 0 0 0,0 0 0 0 0,11 8 0 0 0,32 21 34 0 0,-37-29-83 0 0,-1 1 0 0 0,1 1 0 0 0,-1 0 0 0 0,-1 1-1 0 0,19 20 1 0 0,-28-28 17 0 0,1 0 0 0 0,-1 0 0 0 0,0-1 1 0 0,0 1-1 0 0,0 0 0 0 0,0 0 0 0 0,0 1 0 0 0,0-1 0 0 0,0 0 0 0 0,-1 0 0 0 0,1 0 0 0 0,-1 0 1 0 0,0 1-1 0 0,1-1 0 0 0,-1 0 0 0 0,0 0 0 0 0,0 1 0 0 0,-1-1 0 0 0,1 0 0 0 0,0 0 0 0 0,-1 3 0 0 0,-1-2 34 0 0,1 0-1 0 0,-1 0 1 0 0,0 0-1 0 0,1-1 0 0 0,-1 1 1 0 0,-1 0-1 0 0,1-1 0 0 0,0 1 1 0 0,0-1-1 0 0,-1 0 0 0 0,0 0 1 0 0,-4 3-1 0 0,-2 1-138 0 0,0-1 0 0 0,-1-1 0 0 0,1 0 0 0 0,-1 0 0 0 0,0-1 0 0 0,0 0 0 0 0,0-1 0 0 0,-13 2 0 0 0,15-4-1255 0 0,2-1-69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48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13 7919 0 0,'-1'-1'184'0'0,"0"0"0"0"0,0 0 0 0 0,1 0 0 0 0,-1 0 0 0 0,0 0 0 0 0,-1 0 0 0 0,1 0 0 0 0,0 1 0 0 0,0-1 0 0 0,0 0 0 0 0,0 1-1 0 0,-1-1 1 0 0,1 1 0 0 0,0-1 0 0 0,0 1 0 0 0,-1 0 0 0 0,1 0 0 0 0,0-1 0 0 0,-1 1 0 0 0,1 0 0 0 0,0 0 0 0 0,-1 0 0 0 0,1 0-1 0 0,0 0 1 0 0,-1 1 0 0 0,1-1 0 0 0,0 0 0 0 0,-1 1 0 0 0,1-1 0 0 0,-1 1 0 0 0,-9 3 346 0 0,0 0-1 0 0,-15 8 1 0 0,17-8-238 0 0,-48 20 578 0 0,27-12-60 0 0,-49 27-1 0 0,66-28-524 0 0,13-10-322 0 0,-1-1 0 0 0,1 0 1 0 0,0 1-1 0 0,-1-1 0 0 0,1 0 0 0 0,0 1 0 0 0,0-1 0 0 0,0 1 0 0 0,0-1 1 0 0,-1 0-1 0 0,1 1 0 0 0,0-1 0 0 0,0 1 0 0 0,0-1 0 0 0,0 1 0 0 0,0-1 0 0 0,0 1 1 0 0,0-1-1 0 0,0 0 0 0 0,0 1 0 0 0,0-1 0 0 0,0 1 0 0 0,0-1 0 0 0,1 1 1 0 0,-1-1-1 0 0,0 1 0 0 0,0-1 0 0 0,0 0 0 0 0,1 1 0 0 0,-1-1 0 0 0,0 0 0 0 0,0 1 1 0 0,1-1-1 0 0,-1 0 0 0 0,0 1 0 0 0,1-1 0 0 0,0 1 0 0 0,6 4-775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7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 10135 0 0,'0'0'919'0'0,"-3"0"-759"0"0,-14 1 4401 0 0,17-1-4459 0 0,-1 0 0 0 0,0 0 0 0 0,0 0 0 0 0,1 1 0 0 0,-1-1 0 0 0,0 0 0 0 0,1 0 0 0 0,-1 1 0 0 0,0-1 0 0 0,1 0 0 0 0,-1 1 0 0 0,1-1 0 0 0,-1 1 0 0 0,1-1 0 0 0,-1 1-1 0 0,0-1 1 0 0,1 1 0 0 0,-1 0 0 0 0,-8 6 347 0 0,3 2-110 0 0,6-9-332 0 0,0 1 0 0 0,0-1-1 0 0,-1 0 1 0 0,1 1 0 0 0,0-1 0 0 0,0 1 0 0 0,0-1-1 0 0,-1 0 1 0 0,1 1 0 0 0,0-1 0 0 0,0 0 0 0 0,-1 1-1 0 0,1-1 1 0 0,0 0 0 0 0,-1 1 0 0 0,1-1 0 0 0,0 0-1 0 0,-1 1 1 0 0,1-1 0 0 0,-1 0 0 0 0,1 0 0 0 0,0 0-1 0 0,-2 1 32 0 0,0 2-138 0 0,-7 11-827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7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0 13703 0 0,'-24'1'608'0'0,"6"-1"272"0"0,-11 0-880 0 0,6 2 696 0 0,-13 1-320 0 0,7-3 0 0 0,-3 0-1216 0 0,2 0-248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7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0 8287 0 0,'0'0'736'0'0,"-25"3"-584"0"0,9-3 2768 0 0,-13 3-1288 0 0,3-2 0 0 0,-11 1-2712 0 0,0-1-544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7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 11055 0 0,'0'0'984'0'0,"-31"7"-792"0"0,9-5 1952 0 0,-9 5-960 0 0,-2 2 8 0 0,-10 1-1304 0 0,-4 1-264 0 0,3-3-48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7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0 16271 0 0,'-28'10'352'0'0,"6"-6"80"0"0,1 0 472 0 0,-7 1-808 0 0,8-3-96 0 0,1 0 0 0 0,-12 1-256 0 0,-11 1-64 0 0,-3-1-8 0 0,-1-2-6568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7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1 10591 0 0,'-22'7'472'0'0,"2"-4"208"0"0,-13-1-680 0 0,8 1 3056 0 0,-21 0-1352 0 0,8 0 16 0 0,-4 1-2232 0 0,2-3-440 0 0,2 1-88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8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4 17567 0 0,'0'0'384'0'0,"-21"0"568"0"0,-7 1-368 0 0,6-1-584 0 0,-18-1-392 0 0,8-1-104 0 0,-4 1-16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13823 0 0,'0'0'2920'0'0,"-13"17"-2416"0"0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2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23 13391 0 0,'0'0'592'0'0,"-37"3"264"0"0,8-5-688 0 0,-9-5 8 0 0,12 0 0 0 0,-8-2-6304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2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16 7367 0 0,'-22'6'720'0'0,"-17"-2"-640"0"0,14-3 2312 0 0,-15-2 456 0 0,7-2 96 0 0,-6 0 24 0 0,-4-2-3232 0 0,1-1-648 0 0,6-2-128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2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6 13247 0 0,'-36'1'584'0'0,"8"-1"264"0"0,-18-1-848 0 0,10-2-632 0 0,9 0-152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2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1 19295 0 0,'0'0'424'0'0,"-42"7"624"0"0,18-7-408 0 0,-23 4-640 0 0,5-1 0 0 0,-14-2-104 0 0,-4 0-48 0 0,4-2-8 0 0,3-3-5456 0 0,7 1-1096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2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502 31 18223 0 0,'0'0'400'0'0,"-39"3"80"0"0,15-2 536 0 0,-10 1-912 0 0,-19-2-104 0 0,12 0 0 0 0,-12 0 0 0 0,-6-3 0 0 0,3-1 0 0 0,6-3-952 0 0,3-3-160 0 0,2-2-32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2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77 16927 0 0,'-31'1'1656'0'0,"-16"-1"-1472"0"0,19 0-184 0 0,5-1 488 0 0,0-2 64 0 0,-15 0 16 0 0,-8-1 0 0 0,-4 0-472 0 0,0-3-96 0 0,4 0 0 0 0,2-3 0 0 0,5 1-1152 0 0,3-5-208 0 0,4-2-48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2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475 107 3223 0 0,'0'0'288'0'0,"-35"1"-288"0"0,14-4 3344 0 0,0 1 616 0 0,-4 0 120 0 0,-15-2 24 0 0,-9-2-3128 0 0,-4-1-624 0 0,3-1-128 0 0,5-2-32 0 0,6-2-408 0 0,6-2-80 0 0,0-3-24 0 0,3-5-7680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8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25 16559 0 0,'-20'2'360'0'0,"2"-2"528"0"0,-3-3-320 0 0,-18 0-568 0 0,4 0 0 0 0,-12-1-240 0 0,-2-1-64 0 0,4-4-16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8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94 13823 0 0,'-17'0'608'0'0,"-1"-2"128"0"0,0-1-584 0 0,-6 0-152 0 0,5 0 792 0 0,1-1 128 0 0,-13-2 24 0 0,-7-2 8 0 0,-2-3-1016 0 0,1-4-208 0 0,4-2-40 0 0,7-4-7032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3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322 171 14743 0 0,'0'0'1312'0'0,"-34"-6"-1056"0"0,15 2 1664 0 0,-17-8-864 0 0,5 0 0 0 0,-8-3-904 0 0,-2-3-152 0 0,5-3-88 0 0,4-3 16 0 0,4-4-1200 0 0,3-2-232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8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49 14743 0 0,'0'0'1312'0'0,"-30"-3"-1056"0"0,14 2 896 0 0,-15-2-544 0 0,3 0 8 0 0,-8-3-720 0 0,-6-2-152 0 0,3-3-24 0 0,1-3-6968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8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175 221 3223 0 0,'0'0'136'0'0,"-17"-12"40"0"0,1-1-176 0 0,8 6 3128 0 0,-6-7 584 0 0,0 2 128 0 0,-7-8 16 0 0,2-1-3288 0 0,1-2-664 0 0,4-1-128 0 0,1 0-24 0 0,2-1-1128 0 0,1 0-232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8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55 3223 0 0,'-3'-1'2618'0'0,"-29"-12"4328"0"0,0 4-3517 0 0,-40-13-640 0 0,58 18-2524 0 0,2-2-1498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4:59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14191 0 0,'0'0'3384'0'0,"8"3"-3178"0"0,25 11-101 0 0,-25-10-17 0 0,0 1-7 0 0,1 1-54 0 0,-5-4-13 0 0,0 0 1 0 0,0 0 0 0 0,0 1 0 0 0,-1 0 0 0 0,1 0 0 0 0,-1 0 0 0 0,0 0-1 0 0,4 4 1 0 0,25 27 167 0 0,-25-27-127 0 0,18 25 310 0 0,-18-23-286 0 0,18 30 320 0 0,5 15 81 0 0,-5-2-40 0 0,-6-12-400 0 0,0 4-61 0 0,0 3-296 0 0,-3-8-337 0 0,-6-18-3730 0 0,-12-19 3497 0 0,1-2 827 0 0,1 1-1 0 0,0-1 0 0 0,-1 0 1 0 0,1 1-1 0 0,0-1 0 0 0,-1 0 1 0 0,1 1-1 0 0,0-1 0 0 0,-1 0 1 0 0,1 0-1 0 0,-1 0 0 0 0,1 1 1 0 0,-1-1-1 0 0,1 0 0 0 0,0 0 0 0 0,-1 0 1 0 0,1 0-1 0 0,-1 0 0 0 0,1 0 1 0 0,-1 0-1 0 0,1 0 0 0 0,-1 0 1 0 0,-6-7-834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0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67 9871 0 0,'-2'-3'455'0'0,"-1"0"-283"0"0,-1-2 114 0 0,-8-14 2699 0 0,11 18-2875 0 0,1 0 0 0 0,-1 0 0 0 0,1 0 0 0 0,0-1 0 0 0,-1 1 0 0 0,1 0 0 0 0,0 0 1 0 0,0 0-1 0 0,0 0 0 0 0,0 0 0 0 0,0 0 0 0 0,0-1 0 0 0,0 1 0 0 0,0 0 0 0 0,1 0 0 0 0,-1 0 0 0 0,0 0 1 0 0,1 0-1 0 0,-1 0 0 0 0,0 0 0 0 0,1 0 0 0 0,0 0 0 0 0,-1 0 0 0 0,1 0 0 0 0,0 0 0 0 0,-1 0 1 0 0,1 0-1 0 0,1-1 0 0 0,-1 1-233 0 0,2-3 274 0 0,4 5-80 0 0,23 2-50 0 0,-13-1 11 0 0,0 1 0 0 0,0 1-1 0 0,22 7 1 0 0,-30-8-31 0 0,22 6 50 0 0,-7-1-40 0 0,0 1 34 0 0,21 9 19 0 0,-4-2-54 0 0,12 4-10 0 0,1 0 0 0 0,-4-2 0 0 0,-35-12-1 0 0,-11-4-11 0 0,0 0 0 0 0,0-1 0 0 0,0 1 0 0 0,0-1 1 0 0,0 0-1 0 0,1 0 0 0 0,5 0 0 0 0,-2 1-19 0 0,-5-1 13 0 0,0-1 0 0 0,1 1 0 0 0,-1-1 0 0 0,0 1 1 0 0,1-1-1 0 0,-1 0 0 0 0,0 0 0 0 0,6-1 0 0 0,-1 1-20 0 0,-5 1 1 0 0,0-1 0 0 0,1 0 0 0 0,-1-1 0 0 0,0 1-1 0 0,1 0 1 0 0,-1-1 0 0 0,0 0 0 0 0,0 0 0 0 0,3-1 0 0 0,5 0-20 0 0,-6 1 1 0 0,0 0 0 0 0,0 0-1 0 0,1-1 1 0 0,-1 1 0 0 0,8-5-1 0 0,13-5 29 0 0,-20 8 1804 0 0,1 0-702 0 0,17-10-204 0 0,-18 9-870 0 0,-10 6-600 0 0,-4 3 646 0 0,0 1 1 0 0,0-1-1 0 0,1 1 0 0 0,-1 1 0 0 0,1-1 0 0 0,1 1 1 0 0,-7 9-1 0 0,-1 0 92 0 0,-115 137 417 0 0,-14 15 394 0 0,121-145-1107 0 0,-2-2 0 0 0,0-1 0 0 0,-39 24 0 0 0,60-42 48 0 0,0-1 0 0 0,0 0 1 0 0,0 1-1 0 0,0-1 0 0 0,0-1 0 0 0,0 1 0 0 0,0 0 0 0 0,-1-1 0 0 0,-3 1 0 0 0,5-1 29 0 0,-1 0-173 0 0,0-2 4 0 0,0 0 203 0 0,1 0 0 0 0,-1 0-1 0 0,0-1 1 0 0,1 1 0 0 0,0 0-1 0 0,-1-1 1 0 0,1 0 0 0 0,0 0 0 0 0,0 1-1 0 0,1-1 1 0 0,-1 0 0 0 0,0-1-1 0 0,1 1 1 0 0,-2-5 0 0 0,-2-9 42 0 0,3 13 69 0 0,1-1 2 0 0,-6-14-24 0 0,5 15-97 0 0,2-1-45 0 0,-2-12-1213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3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192 265 14687 0 0,'0'0'648'0'0,"-27"-19"296"0"0,9 2-432 0 0,-7-6 64 0 0,8 6 24 0 0,-1-4 0 0 0,-3-4-480 0 0,3-2-120 0 0,3-1 0 0 0,2 0 0 0 0,4-2-1152 0 0,-1 0-256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3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49 10591 0 0,'-16'2'9632'0'0,"-2"-4"-5824"0"0,7-16-3808 0 0,18-13-3408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5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44 5527 0 0,'-6'-18'462'0'0,"0"-7"1095"0"0,0 112 7859 0 0,-33 133-7243 0 0,2-63-844 0 0,28-128-1064 0 0,-1 0 0 0 0,-2 0 0 0 0,-17 33 1 0 0,27-60-249 0 0,0 1 0 0 0,1 0 1 0 0,-1-1-1 0 0,0 1 0 0 0,0-1 0 0 0,0 0 1 0 0,-1 0-1 0 0,1 0 0 0 0,-1 0 1 0 0,-3 3-1 0 0,6-5-12 0 0,-1 0-1 0 0,1 0 0 0 0,-1 1 1 0 0,1-1-1 0 0,-1 0 0 0 0,1 0 1 0 0,-1 0-1 0 0,1 0 0 0 0,-1 0 1 0 0,1 0-1 0 0,-1 0 0 0 0,1 0 1 0 0,-1 0-1 0 0,1 0 1 0 0,-1 0-1 0 0,0 0 0 0 0,1 0 1 0 0,-1 0-1 0 0,1 0 0 0 0,-1 0 1 0 0,1-1-1 0 0,-1 1 0 0 0,1 0 1 0 0,-1-1-1 0 0,0 0-3 0 0,0 1 0 0 0,1-1 0 0 0,-1 0 0 0 0,0 0 0 0 0,1 0 0 0 0,-1-1 0 0 0,1 1 0 0 0,-1 0 0 0 0,1 0 0 0 0,-1 0-1 0 0,1 0 1 0 0,0 0 0 0 0,-1-1 0 0 0,1 1 0 0 0,0-2 0 0 0,-2-24-199 0 0,2 0 1 0 0,0 0-1 0 0,7-43 0 0 0,1-5-419 0 0,-8 72 599 0 0,3-65-659 0 0,4 0 1 0 0,15-71-1 0 0,-21 135 662 0 0,0 0 0 0 0,0 0 0 0 0,1 0 0 0 0,-1 0 0 0 0,1 0 0 0 0,0 0 0 0 0,0 1 0 0 0,0-1 0 0 0,3-3 0 0 0,-4 7 22 0 0,-1-1 0 0 0,1 0-1 0 0,0 1 1 0 0,-1-1 0 0 0,1 1 0 0 0,0-1-1 0 0,-1 1 1 0 0,1 0 0 0 0,0-1 0 0 0,-1 1-1 0 0,1 0 1 0 0,0-1 0 0 0,0 1 0 0 0,-1 0-1 0 0,1 0 1 0 0,0 0 0 0 0,0 0 0 0 0,0 0-1 0 0,-1 0 1 0 0,2 0 0 0 0,0 0 15 0 0,-1 1-1 0 0,0-1 1 0 0,1 1 0 0 0,-1-1 0 0 0,0 1 0 0 0,1 0-1 0 0,-1-1 1 0 0,0 1 0 0 0,0 0 0 0 0,0 0-1 0 0,0 0 1 0 0,0 0 0 0 0,0 0 0 0 0,0 0-1 0 0,1 2 1 0 0,3 5 118 0 0,-1 0-1 0 0,0 1 1 0 0,0-1-1 0 0,-1 1 1 0 0,0 0-1 0 0,0 0 1 0 0,1 10-1 0 0,2 5 127 0 0,10 30 57 0 0,3 0 1 0 0,3 0 0 0 0,29 53-1 0 0,-47-101-335 0 0,-1-1 0 0 0,1 1 0 0 0,1 0 0 0 0,-1-1 1 0 0,1 0-1 0 0,0 0 0 0 0,0 0 0 0 0,0 0 0 0 0,11 6 0 0 0,-14-10 7 0 0,-1 0 1 0 0,1 0-1 0 0,0-1 1 0 0,-1 1-1 0 0,1 0 1 0 0,0-1-1 0 0,0 1 1 0 0,0-1-1 0 0,-1 0 1 0 0,1 0-1 0 0,0 1 1 0 0,0-1-1 0 0,0 0 1 0 0,0-1-1 0 0,0 1 1 0 0,2-1-1 0 0,-2 1 4 0 0,0-1 0 0 0,0 0 0 0 0,-1 0 0 0 0,1 0 0 0 0,0-1 0 0 0,-1 1-1 0 0,1 0 1 0 0,-1 0 0 0 0,0-1 0 0 0,1 1 0 0 0,-1-1 0 0 0,0 0 0 0 0,0 1-1 0 0,0-1 1 0 0,0 0 0 0 0,0 1 0 0 0,0-1 0 0 0,-1 0 0 0 0,2-2 0 0 0,-2 3 19 0 0,1 0 1 0 0,-1 1 0 0 0,0-1 0 0 0,1 0 0 0 0,-1 0 0 0 0,0 1 0 0 0,1-1 0 0 0,-1 0 0 0 0,0 0 0 0 0,0 0 0 0 0,0 0 0 0 0,0 0 0 0 0,1 1 0 0 0,-1-1 0 0 0,-1 0 0 0 0,1 0 0 0 0,0 0-1 0 0,0 0 1 0 0,0 0 0 0 0,0 1 0 0 0,-1-1 0 0 0,1 0 0 0 0,0 0 0 0 0,-1 0 0 0 0,1 1 0 0 0,0-1 0 0 0,-1 0 0 0 0,1 0 0 0 0,-2-1 0 0 0,1 2 24 0 0,-1-1 1 0 0,1 1 0 0 0,-1 0 0 0 0,1-1-1 0 0,-1 1 1 0 0,1 0 0 0 0,-1 0-1 0 0,1 0 1 0 0,-1 0 0 0 0,1 0-1 0 0,-1 0 1 0 0,1 1 0 0 0,-1-1-1 0 0,1 0 1 0 0,-2 1 0 0 0,-8 3 218 0 0,2-1-1 0 0,-1 2 1 0 0,-16 8 0 0 0,-142 75 1422 0 0,99-54-1432 0 0,61-31-276 0 0,0 2-96 0 0,-1 0-1 0 0,0-1 1 0 0,0-1 0 0 0,0 1 0 0 0,0-1 0 0 0,0-1 0 0 0,-17 3 0 0 0,26-5 50 0 0,0 0-25 0 0,-1 0 1 0 0,1 0-1 0 0,0 0 1 0 0,-1 0-1 0 0,1 0 1 0 0,0 0-1 0 0,-1 0 0 0 0,1 0 1 0 0,0 0-1 0 0,0 0 1 0 0,-1 0-1 0 0,1 0 1 0 0,0 0-1 0 0,-1-1 1 0 0,1 1-1 0 0,0 0 1 0 0,0 0-1 0 0,-1 0 1 0 0,1 0-1 0 0,0-1 0 0 0,0 1 1 0 0,-1 0-1 0 0,1 0 1 0 0,0 0-1 0 0,0-1 1 0 0,-1 1-1 0 0,1-4-1449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5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45 11287 0 0,'-2'-4'576'0'0,"1"0"-1"0"0,0 0 0 0 0,0 0 1 0 0,0-1-1 0 0,0 1 0 0 0,1-5 1 0 0,-1 8-481 0 0,1 1 1 0 0,0-1-1 0 0,0 1 1 0 0,0-1-1 0 0,0 1 1 0 0,1 0-1 0 0,-1-1 1 0 0,0 1-1 0 0,0-1 0 0 0,0 1 1 0 0,0 0-1 0 0,0-1 1 0 0,0 1-1 0 0,1-1 1 0 0,-1 1-1 0 0,0 0 1 0 0,0-1-1 0 0,1 1 1 0 0,-1 0-1 0 0,0-1 1 0 0,1 1-1 0 0,-1 0 1 0 0,0-1-1 0 0,1 1 0 0 0,-1 0 1 0 0,0 0-1 0 0,1-1 1 0 0,0 1-30 0 0,0 0 0 0 0,1 0 0 0 0,-1 1 0 0 0,0-1 0 0 0,0 0 0 0 0,0 0 0 0 0,0 1 1 0 0,0-1-1 0 0,0 1 0 0 0,0-1 0 0 0,0 1 0 0 0,0-1 0 0 0,0 1 0 0 0,0-1 0 0 0,0 1 0 0 0,1 1 0 0 0,15 14 671 0 0,0 1 0 0 0,-1 0 0 0 0,15 23 0 0 0,-7-10-326 0 0,5 4 166 0 0,57 50 0 0 0,-77-76-599 0 0,1 0 0 0 0,0-1 0 0 0,0-1 0 0 0,1 1 0 0 0,0-1 1 0 0,0-1-1 0 0,1 0 0 0 0,-1-1 0 0 0,1 0 0 0 0,21 4 0 0 0,1-6-146 0 0,-32-2 160 0 0,-1 0 0 0 0,1 0 0 0 0,0 0 0 0 0,0-1 0 0 0,0 1 0 0 0,0 0 0 0 0,0-1 0 0 0,0 0 0 0 0,-1 1 0 0 0,1-1 0 0 0,0 0 0 0 0,-1 0 0 0 0,1 0 0 0 0,2-2 0 0 0,-4 3 10 0 0,1 0 0 0 0,-1 0 0 0 0,0 0 1 0 0,0 0-1 0 0,0-1 0 0 0,0 1 0 0 0,0 0 0 0 0,0 0 0 0 0,0 0 0 0 0,0 0 0 0 0,1 0 0 0 0,-1-1 0 0 0,0 1 0 0 0,0 0 1 0 0,0 0-1 0 0,0 0 0 0 0,0 0 0 0 0,0-1 0 0 0,0 1 0 0 0,0 0 0 0 0,0 0 0 0 0,0 0 0 0 0,0 0 0 0 0,0-1 0 0 0,0 1 1 0 0,0 0-1 0 0,0 0 0 0 0,0 0 0 0 0,0 0 0 0 0,0 0 0 0 0,0-1 0 0 0,0 1 0 0 0,-1 0 0 0 0,1 0 0 0 0,0 0 0 0 0,0 0 1 0 0,0 0-1 0 0,0-1 0 0 0,0 1 0 0 0,0 0 0 0 0,0 0 0 0 0,-1 0 0 0 0,1 0 0 0 0,0 0 0 0 0,0 0 0 0 0,-11-5 211 0 0,-13 2 113 0 0,12 4-303 0 0,-1 0-1 0 0,1 1 1 0 0,-1 0 0 0 0,1 1 0 0 0,0 1-1 0 0,0 0 1 0 0,-14 7 0 0 0,-9 6-14 0 0,-34 22 0 0 0,21-11 23 0 0,24-16-63 0 0,2 1-1 0 0,0 1 0 0 0,1 1 0 0 0,0 1 0 0 0,-29 29 0 0 0,47-38-1953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7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3223 0 0,'1'3'244'0'0,"-1"0"1"0"0,0 0-1 0 0,0 0 0 0 0,0 0 0 0 0,0 0 0 0 0,0 0 0 0 0,-1 0 0 0 0,1 0 0 0 0,-3 6 865 0 0,-18 78 3975 0 0,-50 112-404 0 0,48-138-1806 0 0,23-50-3412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7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3679 0 0,'0'-1'84'0'0,"0"1"-1"0"0,0 0 0 0 0,0-1 1 0 0,0 1-1 0 0,1 0 0 0 0,-1-1 1 0 0,0 1-1 0 0,0 0 0 0 0,0-1 0 0 0,0 1 1 0 0,1 0-1 0 0,-1 0 0 0 0,0-1 1 0 0,0 1-1 0 0,1 0 0 0 0,-1 0 0 0 0,0 0 1 0 0,1-1-1 0 0,-1 1 0 0 0,0 0 1 0 0,0 0-1 0 0,1 0 0 0 0,-1 0 1 0 0,0 0-1 0 0,1 0 0 0 0,-1-1 0 0 0,0 1 1 0 0,1 0-1 0 0,-1 0 0 0 0,0 0 1 0 0,1 0-1 0 0,-1 0 0 0 0,1 0 1 0 0,-1 0-1 0 0,0 1 0 0 0,1-1 0 0 0,-1 0 1 0 0,1 0-1 0 0,11 13 3247 0 0,11 30 90 0 0,-21-37-3731 0 0,35 88 2156 0 0,-24-59-559 0 0,22 45 0 0 0,-30-69-1164 0 0,1-1 0 0 0,1 1 0 0 0,0-2 1 0 0,0 1-1 0 0,1-1 0 0 0,0 0 0 0 0,1 0 0 0 0,11 8 0 0 0,-4-11-2270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8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9215 0 0,'0'0'707'0'0,"0"-1"-363"0"0,7-1 2588 0 0,13 3-2865 0 0,-17-1 178 0 0,143 19 813 0 0,-128-17-1281 0 0,-10 0-955 0 0,-1 1-366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8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5983 0 0,'3'5'4614'0'0,"5"23"-3276"0"0,-7-25-1257 0 0,4 18 636 0 0,-1 1-1 0 0,-1 0 0 0 0,-1 0 1 0 0,-1 33-1 0 0,5-13-1911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8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9671 0 0,'2'-1'255'0'0,"0"0"1"0"0,0 0-1 0 0,0 0 0 0 0,0 1 0 0 0,0-1 0 0 0,0 1 0 0 0,0-1 0 0 0,0 1 0 0 0,1 0 0 0 0,-1 0 1 0 0,0 0-1 0 0,0 0 0 0 0,0 0 0 0 0,0 0 0 0 0,3 1 0 0 0,39 7 621 0 0,-39-7-772 0 0,8 3 89 0 0,0 0 0 0 0,0 1 0 0 0,0 1 0 0 0,0 0 0 0 0,-1 0 0 0 0,0 1 0 0 0,0 1 0 0 0,20 17 0 0 0,-26-20-57 0 0,0 2 1 0 0,0-1 0 0 0,0 1-1 0 0,0 0 1 0 0,-1 0 0 0 0,7 14 0 0 0,-10-17-61 0 0,0 1 1 0 0,0 0 0 0 0,0-1-1 0 0,-1 1 1 0 0,0 0 0 0 0,0 0-1 0 0,0 0 1 0 0,0 0 0 0 0,-1 1-1 0 0,0-1 1 0 0,0 0 0 0 0,-1 6-1 0 0,-1-6-53 0 0,1 0-1 0 0,-1 0 1 0 0,0 0 0 0 0,0 0-1 0 0,-1-1 1 0 0,1 1-1 0 0,-1-1 1 0 0,0 0 0 0 0,0 0-1 0 0,0 0 1 0 0,-1 0-1 0 0,0 0 1 0 0,1-1 0 0 0,-10 7-1 0 0,-3 1 63 0 0,-1 0 1 0 0,-26 13-1 0 0,27-17 44 0 0,1 0 0 0 0,-1-1 0 0 0,0-1 0 0 0,-19 4 0 0 0,33-10-767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9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6911 0 0,'7'40'5882'0'0,"1"57"-3750"0"0,-6-67-1258 0 0,0 0 0 0 0,2-1 0 0 0,1 1 0 0 0,14 46 0 0 0,-16-69-707 0 0,0 0-1 0 0,0-1 1 0 0,0 1 0 0 0,1-1-1 0 0,0 0 1 0 0,0 0-1 0 0,1 0 1 0 0,-1 0 0 0 0,1-1-1 0 0,6 6 1 0 0,-9-10-143 0 0,0 0 0 0 0,0 1 1 0 0,0-1-1 0 0,1 0 0 0 0,-1 0 0 0 0,0 0 1 0 0,0 0-1 0 0,1 0 0 0 0,-1 0 0 0 0,1-1 1 0 0,-1 1-1 0 0,1-1 0 0 0,-1 0 0 0 0,0 0 1 0 0,1 0-1 0 0,-1 0 0 0 0,1 0 1 0 0,-1 0-1 0 0,1-1 0 0 0,-1 1 0 0 0,1-1 1 0 0,-1 1-1 0 0,0-1 0 0 0,1 0 0 0 0,-1 0 1 0 0,0 0-1 0 0,0-1 0 0 0,1 1 0 0 0,-1 0 1 0 0,0-1-1 0 0,-1 1 0 0 0,4-3 1 0 0,0-2-27 0 0,0 1 0 0 0,0-1 0 0 0,0 0 1 0 0,-1 0-1 0 0,0-1 0 0 0,0 1 0 0 0,0-1 1 0 0,-1 0-1 0 0,0 0 0 0 0,3-13 1 0 0,2-9-259 0 0,5-39 0 0 0,-12 64 228 0 0,3-20-136 0 0,-1 1 0 0 0,-1-1 1 0 0,-1-1-1 0 0,-1 1 0 0 0,-3-27 0 0 0,3 50 141 0 0,4 4-1904 0 0,-3-2 1786 0 0,0-1 0 0 0,-1 0 0 0 0,1 0 0 0 0,0 1 0 0 0,-1-1 0 0 0,1 0 0 0 0,0 0 0 0 0,0 0 0 0 0,-1 0 0 0 0,1 0 1 0 0,0 0-1 0 0,-1 0 0 0 0,1 0 0 0 0,0 0 0 0 0,0 0 0 0 0,-1 0 0 0 0,1 0 0 0 0,0-1 0 0 0,24-8-5887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09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 10279 0 0,'0'0'17'0'0,"0"0"0"0"0,0 0-1 0 0,0 0 1 0 0,0 0 0 0 0,0 0-1 0 0,0 0 1 0 0,0 0 0 0 0,0 0-1 0 0,0 0 1 0 0,0-1 0 0 0,0 1-1 0 0,0 0 1 0 0,0 0 0 0 0,0 0-1 0 0,0 0 1 0 0,0 0 0 0 0,0 0-1 0 0,0 0 1 0 0,0 0 0 0 0,0 0-1 0 0,0 0 1 0 0,0 0 0 0 0,0 0-1 0 0,0 0 1 0 0,0 0 0 0 0,0 0-1 0 0,1 0 1 0 0,-1 0 0 0 0,0 0-1 0 0,0-1 1 0 0,0 1-1 0 0,0 0 1 0 0,0 0 0 0 0,0 0-1 0 0,0 0 1 0 0,0 0 0 0 0,0 0-1 0 0,0 0 1 0 0,0 0 0 0 0,0 0-1 0 0,1 0 1 0 0,-1 0 0 0 0,0 0-1 0 0,0 0 1 0 0,0 0 0 0 0,0 0-1 0 0,0 1 1 0 0,0-1 0 0 0,0 0-1 0 0,0 0 1 0 0,0 0 0 0 0,0 0-1 0 0,0 0 1 0 0,0 0 0 0 0,0 0-1 0 0,0 0 1 0 0,1 0 0 0 0,-1 0-1 0 0,0 0 1 0 0,0 0 0 0 0,0 0-1 0 0,0 0 1 0 0,7 7 181 0 0,5 9 624 0 0,-9-8-292 0 0,0 1 0 0 0,0 1 0 0 0,-1-1 0 0 0,0 0 0 0 0,-1 0 0 0 0,0 1 1 0 0,0 16-1 0 0,-10 70 772 0 0,3-48-869 0 0,4-26-337 0 0,-3 51 156 0 0,5-67-294 0 0,0 1 0 0 0,1-1-1 0 0,0 0 1 0 0,0 1 0 0 0,0-1-1 0 0,1 0 1 0 0,0 0 0 0 0,4 11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10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127 122 9527 0 0,'10'-19'1344'0'0,"-5"10"-759"0"0,-1 0 0 0 0,1 0 0 0 0,-1 0 1 0 0,0 0-1 0 0,-1 0 0 0 0,0-1 0 0 0,-1 0 1 0 0,2-13-1 0 0,-4 23-571 0 0,0 0 1 0 0,0 0 0 0 0,0-1-1 0 0,0 1 1 0 0,0 0-1 0 0,0 0 1 0 0,0-1-1 0 0,0 1 1 0 0,-1 0-1 0 0,1 0 1 0 0,0 0-1 0 0,0-1 1 0 0,0 1-1 0 0,0 0 1 0 0,0 0-1 0 0,0 0 1 0 0,0 0-1 0 0,-1-1 1 0 0,1 1-1 0 0,0 0 1 0 0,0 0 0 0 0,0 0-1 0 0,0 0 1 0 0,-1 0-1 0 0,1 0 1 0 0,0-1-1 0 0,0 1 1 0 0,0 0-1 0 0,-1 0 1 0 0,1 0-1 0 0,0 0 1 0 0,0 0-1 0 0,0 0 1 0 0,-1 0-1 0 0,1 0 1 0 0,0 0-1 0 0,0 0 1 0 0,0 0-1 0 0,-1 0 1 0 0,1 0 0 0 0,0 0-1 0 0,0 0 1 0 0,0 0-1 0 0,-1 0 1 0 0,1 0-1 0 0,0 0 1 0 0,0 0-1 0 0,0 1 1 0 0,-1-1-1 0 0,1 0 1 0 0,0 0-1 0 0,0 0 1 0 0,0 0-1 0 0,0 0 1 0 0,-1 0-1 0 0,1 1 1 0 0,0-1-1 0 0,0 0 1 0 0,0 0 0 0 0,0 1-1 0 0,-15 10 284 0 0,13-9-254 0 0,-12 10 69 0 0,-1 1-1 0 0,2 0 1 0 0,0 2 0 0 0,0-1-1 0 0,1 2 1 0 0,1-1 0 0 0,-11 21-1 0 0,17-26 2 0 0,1-1 0 0 0,-1 0 0 0 0,2 1 0 0 0,-1 0 0 0 0,1 0 0 0 0,1 0-1 0 0,0 0 1 0 0,0 1 0 0 0,1-1 0 0 0,0 1 0 0 0,1-1 0 0 0,0 0 0 0 0,1 1-1 0 0,3 18 1 0 0,-2-21 4 0 0,0 0 0 0 0,1 0 0 0 0,0 0 0 0 0,0-1 0 0 0,1 1 0 0 0,0-1-1 0 0,0 0 1 0 0,8 10 0 0 0,-9-14-102 0 0,-1 0-1 0 0,1-1 1 0 0,0 1-1 0 0,0-1 1 0 0,0 1-1 0 0,0-1 1 0 0,0 0-1 0 0,0-1 1 0 0,1 1-1 0 0,-1 0 1 0 0,1-1-1 0 0,-1 0 1 0 0,1 0-1 0 0,-1 0 1 0 0,1 0-1 0 0,0-1 1 0 0,0 1-1 0 0,-1-1 1 0 0,1 0-1 0 0,7 0 1 0 0,-2-2-192 0 0,0 0 0 0 0,0-1 0 0 0,0 1 0 0 0,0-2 1 0 0,-1 1-1 0 0,1-1 0 0 0,-1-1 0 0 0,15-9 0 0 0,7-4-3042 0 0,-24 14 984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10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70 11663 0 0,'4'-4'225'0'0,"-1"0"-1"0"0,1 0 0 0 0,0 1 0 0 0,0-1 1 0 0,0 1-1 0 0,0 0 0 0 0,1 0 0 0 0,-1 0 1 0 0,1 1-1 0 0,0-1 0 0 0,-1 1 0 0 0,1 0 1 0 0,6-1-1 0 0,-4 1-200 0 0,1-1 0 0 0,-1-1 1 0 0,0 1-1 0 0,0-1 0 0 0,8-6 1 0 0,-41 20-6520 0 0,-20 14 3375 0 0,36-17 3582 0 0,0 0-1 0 0,1 0 1 0 0,0 1 0 0 0,0 0 0 0 0,0 1-1 0 0,1-1 1 0 0,1 2 0 0 0,-1-1-1 0 0,2 1 1 0 0,-1 0 0 0 0,1 1-1 0 0,1 0 1 0 0,0-1 0 0 0,-4 15-1 0 0,6-16-164 0 0,1 0-1 0 0,0 0 0 0 0,0 1 0 0 0,1-1 0 0 0,0 0 0 0 0,0 0 0 0 0,2 1 0 0 0,-1-1 0 0 0,1 0 0 0 0,0 1 0 0 0,1-1 0 0 0,0 0 0 0 0,0 0 0 0 0,1 0 0 0 0,0 0 0 0 0,1-1 0 0 0,0 1 1 0 0,8 13-1 0 0,-8-17-206 0 0,0 0 0 0 0,-1 0 0 0 0,1-1 0 0 0,1 1 0 0 0,-1-1 0 0 0,1 0 0 0 0,0 0 0 0 0,0 0 0 0 0,0-1 1 0 0,0 0-1 0 0,0 0 0 0 0,1 0 0 0 0,-1-1 0 0 0,1 0 0 0 0,0 0 0 0 0,0 0 0 0 0,0-1 0 0 0,7 1 0 0 0,-4-1-249 0 0,1 0-1 0 0,0-1 0 0 0,0-1 0 0 0,-1 0 0 0 0,1 0 0 0 0,0-1 0 0 0,-1 0 1 0 0,1-1-1 0 0,-1 0 0 0 0,14-6 0 0 0,-12 2-2225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1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7367 0 0,'0'-1'242'0'0,"1"0"-1"0"0,-1 1 1 0 0,0-1-1 0 0,1 1 1 0 0,1-3 723 0 0,-2 3-723 0 0,1-1-1 0 0,0 1 0 0 0,-1 0 1 0 0,1-1-1 0 0,0 1 1 0 0,-1-1-1 0 0,1 1 1 0 0,0 0-1 0 0,-1 0 0 0 0,1-1 1 0 0,0 1-1 0 0,0 0 1 0 0,0 0-1 0 0,24-6 1825 0 0,-18 5-1810 0 0,57-12 1725 0 0,-30 7-2285 0 0,0-1-4146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22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8 447 3223 0 0,'-1'0'110'0'0,"1"0"-1"0"0,-1-1 0 0 0,1 1 1 0 0,-1 0-1 0 0,1-1 0 0 0,-1 1 0 0 0,1-1 1 0 0,0 1-1 0 0,-1-1 0 0 0,1 1 0 0 0,0-1 1 0 0,-1 1-1 0 0,1-1 0 0 0,0 1 1 0 0,0-1-1 0 0,0 1 0 0 0,-1-1 0 0 0,1 0 1 0 0,0 1-1 0 0,0-1 0 0 0,0 1 1 0 0,0-1-1 0 0,0 1 0 0 0,0-1 0 0 0,0 0 1 0 0,0 1-1 0 0,0-1 0 0 0,0 1 0 0 0,0-1 1 0 0,1 1-1 0 0,-1-1 0 0 0,0 0 1 0 0,1 0-1 0 0,16-11 6184 0 0,-3 3-7156 0 0,14-17 1125 0 0,-1 0 0 0 0,-2-2 1 0 0,41-57-1 0 0,3-4-126 0 0,-25 35-76 0 0,40-44 417 0 0,-84 98-464 0 0,0 0 0 0 0,0 0 0 0 0,0 0-1 0 0,0 0 1 0 0,0 0 0 0 0,0 0 0 0 0,0 0 0 0 0,0 0 0 0 0,1 0-1 0 0,-1-1 1 0 0,0 1 0 0 0,0 0 0 0 0,0 0 0 0 0,0 0-1 0 0,0 0 1 0 0,0 0 0 0 0,0 0 0 0 0,0 0 0 0 0,0 0-1 0 0,0 0 1 0 0,1 0 0 0 0,-1 0 0 0 0,0 0 0 0 0,0 0-1 0 0,0 0 1 0 0,0 0 0 0 0,0 0 0 0 0,0 0 0 0 0,0 0-1 0 0,1 0 1 0 0,-1 0 0 0 0,0 0 0 0 0,0 0 0 0 0,0 0-1 0 0,0 0 1 0 0,0 0 0 0 0,0 0 0 0 0,0 0 0 0 0,0 0-1 0 0,1 0 1 0 0,-1 0 0 0 0,0 0 0 0 0,0 0 0 0 0,0 0-1 0 0,0 0 1 0 0,0 0 0 0 0,0 0 0 0 0,0 1 0 0 0,0-1-1 0 0,0 0 1 0 0,0 0 0 0 0,0 0 0 0 0,1 0 0 0 0,-1 0-1 0 0,0 0 1 0 0,0 0 0 0 0,0 0 0 0 0,0 0 0 0 0,0 1-1 0 0,0-1 1 0 0,0 0 0 0 0,0 0 0 0 0,0 0 0 0 0,0 0-1 0 0,0 0 1 0 0,0 14 365 0 0,-7 27-206 0 0,5-29-35 0 0,-6 30 194 0 0,-10 78 630 0 0,16-99-730 0 0,1-1 0 0 0,1 0 0 0 0,4 38 0 0 0,7-17 34 0 0,-11-40-272 0 0,1 1 1 0 0,-1-1-1 0 0,0 0 0 0 0,1 0 1 0 0,-1 0-1 0 0,1 0 1 0 0,-1 0-1 0 0,1 1 1 0 0,0-1-1 0 0,-1 0 1 0 0,1 0-1 0 0,0 0 0 0 0,0-1 1 0 0,0 1-1 0 0,-1 0 1 0 0,1 0-1 0 0,0 0 1 0 0,0-1-1 0 0,0 1 1 0 0,0 0-1 0 0,1-1 0 0 0,-1 1 1 0 0,0-1-1 0 0,0 1 1 0 0,0-1-1 0 0,0 0 1 0 0,1 1-1 0 0,-1-1 1 0 0,0 0-1 0 0,2 0 1 0 0,2-2-1522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23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1058 278 4463 0 0,'0'-4'302'0'0,"0"-1"0"0"0,1 1 0 0 0,-2 0 0 0 0,1 0-1 0 0,-1 0 1 0 0,1-1 0 0 0,-1 1 0 0 0,0 0 0 0 0,-1 0-1 0 0,1 0 1 0 0,-4-7 0 0 0,-1-1 581 0 0,0 0 1 0 0,-12-16-1 0 0,9 17-426 0 0,-1 0 0 0 0,0 1 0 0 0,0 0 0 0 0,-1 1 1 0 0,0 0-1 0 0,-1 0 0 0 0,0 1 0 0 0,-23-11 0 0 0,1 3-68 0 0,-2 1-1 0 0,-39-10 1 0 0,61 21-373 0 0,-1 0 0 0 0,0 1-1 0 0,-1 0 1 0 0,1 2 0 0 0,0-1-1 0 0,0 2 1 0 0,-1 0 0 0 0,1 1-1 0 0,0 1 1 0 0,0 0 0 0 0,-1 1-1 0 0,2 0 1 0 0,-1 2 0 0 0,0-1-1 0 0,1 2 1 0 0,0 0 0 0 0,0 1 0 0 0,0 0-1 0 0,1 1 1 0 0,-20 15 0 0 0,-22 20-99 0 0,-75 60 350 0 0,112-85-98 0 0,0 0 1 0 0,1 0-1 0 0,0 2 0 0 0,-20 32 0 0 0,11-10 337 0 0,2 2-1 0 0,-28 68 1 0 0,46-94-429 0 0,0-1 0 0 0,1 1 0 0 0,1 0 0 0 0,1 1 1 0 0,0-1-1 0 0,1 0 0 0 0,2 1 0 0 0,-1-1 0 0 0,2 1 0 0 0,3 18 1 0 0,1-13-57 0 0,0 0 1 0 0,2-1 0 0 0,1 0-1 0 0,0 0 1 0 0,2-1 0 0 0,1 0-1 0 0,0-1 1 0 0,2 0 0 0 0,0 0-1 0 0,1-2 1 0 0,18 19 0 0 0,-22-28-8 0 0,0 0 0 0 0,0-1 0 0 0,1 0-1 0 0,1 0 1 0 0,-1-2 0 0 0,2 1 0 0 0,-1-1 0 0 0,25 9 0 0 0,-26-13 8 0 0,-1 0-1 0 0,1 0 1 0 0,0-1-1 0 0,0-1 1 0 0,0 0 0 0 0,1 0-1 0 0,-1-1 1 0 0,0 0 0 0 0,0-1-1 0 0,0-1 1 0 0,0 1 0 0 0,14-5-1 0 0,12-8 38 0 0,0-2 1 0 0,-1 0-1 0 0,0-3 0 0 0,38-27 0 0 0,-46 29-25 0 0,44-32 76 0 0,102-90 0 0 0,-151 119-80 0 0,-2-1 0 0 0,0-1 0 0 0,-1 0 0 0 0,-2-2 0 0 0,0 0 0 0 0,-1-2 0 0 0,-2 0 0 0 0,23-52 0 0 0,-32 62-11 0 0,0-1 1 0 0,-1 0-1 0 0,-1-1 0 0 0,-1 1 1 0 0,0 0-1 0 0,-1-1 0 0 0,-1-20 1 0 0,-2 25-10 0 0,0 1 1 0 0,0-1-1 0 0,-2 1 1 0 0,1 0 0 0 0,-2-1-1 0 0,1 1 1 0 0,-2 0-1 0 0,0 1 1 0 0,0-1-1 0 0,-13-19 1 0 0,11 21-11 0 0,-1 1 0 0 0,0-1 0 0 0,-1 2 0 0 0,0-1 1 0 0,-1 1-1 0 0,1 0 0 0 0,-1 1 0 0 0,-1 0 0 0 0,1 1 0 0 0,-1 0 1 0 0,-1 1-1 0 0,1 0 0 0 0,-1 0 0 0 0,-16-3 0 0 0,8 3-82 0 0,-2 0-1 0 0,1 2 1 0 0,0 0-1 0 0,-1 2 1 0 0,1 0-1 0 0,-1 2 1 0 0,-31 4 0 0 0,40-3-370 0 0,-1 1 1 0 0,0 1 0 0 0,1 0 0 0 0,-1 1 0 0 0,-14 8 0 0 0,4 1-6140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27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54 106 5759 0 0,'-1'1'137'0'0,"0"-1"-1"0"0,0 0 1 0 0,0 0-1 0 0,0 0 0 0 0,1 0 1 0 0,-1 0-1 0 0,0 0 0 0 0,0 0 1 0 0,0-1-1 0 0,0 1 0 0 0,0 0 1 0 0,0 0-1 0 0,1-1 1 0 0,-1 1-1 0 0,0 0 0 0 0,0-1 1 0 0,0 1-1 0 0,1-1 0 0 0,-1 1 1 0 0,0-1-1 0 0,0 1 0 0 0,1-1 1 0 0,-1 0-1 0 0,0 0 1 0 0,1 0-45 0 0,0 0 1 0 0,0 0 0 0 0,0 0 0 0 0,0 1-1 0 0,0-1 1 0 0,0 0 0 0 0,0 0 0 0 0,0 0-1 0 0,0 0 1 0 0,1 1 0 0 0,-1-1 0 0 0,0 0 0 0 0,1 0-1 0 0,-1 0 1 0 0,0 1 0 0 0,1-1 0 0 0,-1 0-1 0 0,1 1 1 0 0,0-2 0 0 0,4-3 84 0 0,-1 0 1 0 0,0 1-1 0 0,1 0 1 0 0,0-1-1 0 0,10-5 1 0 0,2 0 112 0 0,-8 4-28 0 0,1 0 0 0 0,1 0-1 0 0,-1 1 1 0 0,1 0 0 0 0,11-3 0 0 0,-21 8-238 0 0,1-1 0 0 0,0 1 0 0 0,-1-1 0 0 0,1 1 0 0 0,0 0 0 0 0,-1 0-1 0 0,1 0 1 0 0,0 0 0 0 0,0 0 0 0 0,-1 0 0 0 0,1 0 0 0 0,0 1 0 0 0,-1-1 0 0 0,1 1 0 0 0,0-1 0 0 0,-1 1 0 0 0,1-1 0 0 0,-1 1 0 0 0,1 0 0 0 0,-1 0 0 0 0,1 0 0 0 0,-1 0-1 0 0,0 0 1 0 0,1 0 0 0 0,-1 0 0 0 0,0 0 0 0 0,0 1 0 0 0,0-1 0 0 0,0 0 0 0 0,0 1 0 0 0,0-1 0 0 0,0 1 0 0 0,0-1 0 0 0,-1 1 0 0 0,1-1 0 0 0,-1 1 0 0 0,1-1 0 0 0,-1 1-1 0 0,1 0 1 0 0,-1-1 0 0 0,0 4 0 0 0,1 4 26 0 0,0 0 0 0 0,-1-1 0 0 0,-1 1 0 0 0,1-1 0 0 0,-1 1 0 0 0,-1-1-1 0 0,0 1 1 0 0,0-1 0 0 0,0 0 0 0 0,-5 10 0 0 0,-5 10-22 0 0,-22 38-1 0 0,28-55-32 0 0,-1 0 0 0 0,0 0 0 0 0,-1-1 0 0 0,0 0 0 0 0,0 0-1 0 0,-1-1 1 0 0,0 0 0 0 0,-1-1 0 0 0,0 0 0 0 0,0-1 0 0 0,-1 1 0 0 0,0-2-1 0 0,-21 10 1 0 0,22-9 6 0 0,10-2 38 0 0,19 3 83 0 0,-9-4-82 0 0,16 5 153 0 0,-1-1 1 0 0,1-1-1 0 0,32 5 1 0 0,-46-11-190 0 0,0 0 0 0 0,0 0 0 0 0,1-1 0 0 0,-1 0-1 0 0,0-1 1 0 0,0-1 0 0 0,0 0 0 0 0,0-1 0 0 0,16-5 0 0 0,-24 7-291 0 0,-1-1 1 0 0,1 0-1 0 0,-1 0 0 0 0,0 0 1 0 0,1-1-1 0 0,4-4 0 0 0,-2 0-1057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28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694 120 1375 0 0,'0'-3'257'0'0,"0"0"-1"0"0,0 1 0 0 0,-1-1 0 0 0,1 0 0 0 0,-1 1 0 0 0,1-1 0 0 0,-1 1 0 0 0,0-1 0 0 0,0 1 0 0 0,0-1 0 0 0,0 1 0 0 0,-1 0 0 0 0,1 0 0 0 0,-1-1 0 0 0,1 1 0 0 0,-1 0 0 0 0,0 0 0 0 0,0 0 0 0 0,1 1 0 0 0,-2-1 0 0 0,1 0 0 0 0,0 1 0 0 0,0-1 0 0 0,0 1 0 0 0,-1 0 0 0 0,1 0 0 0 0,0 0 0 0 0,-1 0 0 0 0,1 0 0 0 0,-4-1 0 0 0,-9-1-69 0 0,0 1-1 0 0,1 0 0 0 0,-1 1 0 0 0,-21 1 0 0 0,4-1 450 0 0,9 0-391 0 0,0 1 1 0 0,0 1-1 0 0,1 0 0 0 0,-1 2 0 0 0,1 1 0 0 0,-38 11 0 0 0,44-9-77 0 0,0 0 1 0 0,1 1-1 0 0,0 1 1 0 0,0 0-1 0 0,1 1 1 0 0,0 0-1 0 0,0 1 0 0 0,1 1 1 0 0,-20 20-1 0 0,-4 7 259 0 0,17-18 224 0 0,-32 41 0 0 0,46-53-470 0 0,1 1 0 0 0,0 0-1 0 0,0 0 1 0 0,0 0 0 0 0,1 1 0 0 0,1 0 0 0 0,0 0-1 0 0,-3 16 1 0 0,3-5 80 0 0,2 0-1 0 0,0 0 1 0 0,1 0 0 0 0,1 0-1 0 0,8 38 1 0 0,-1-20-60 0 0,2 0 0 0 0,17 42 0 0 0,23 35-134 0 0,-42-100-59 0 0,0-1 0 0 0,1 0 1 0 0,1-1-1 0 0,0 0 1 0 0,16 15-1 0 0,-19-22 2 0 0,1 0 0 0 0,0-1 0 0 0,0-1 0 0 0,0 1 1 0 0,1-1-1 0 0,0-1 0 0 0,0 1 0 0 0,0-2 0 0 0,1 1 0 0 0,-1-1 0 0 0,1-1 0 0 0,0 1 0 0 0,0-2 0 0 0,-1 1 0 0 0,1-2 0 0 0,0 1 0 0 0,0-1 0 0 0,0-1 0 0 0,16-2 1 0 0,-4-1 16 0 0,0-1 0 0 0,0 0 0 0 0,-1-2 0 0 0,0-1 0 0 0,-1 0 1 0 0,0-2-1 0 0,34-21 0 0 0,-15 3-12 0 0,-2-1-1 0 0,-1-2 1 0 0,-1-1 0 0 0,-2-2-1 0 0,-1-1 1 0 0,-2-2 0 0 0,38-59-1 0 0,-57 79-25 0 0,-1 0 1 0 0,-1-1-1 0 0,0 0 0 0 0,-1-1 0 0 0,-1 0 0 0 0,-1 0 1 0 0,-1 0-1 0 0,0-1 0 0 0,1-21 0 0 0,-5 27 1 0 0,0-1 0 0 0,-1 0 0 0 0,-1 1 0 0 0,0-1 0 0 0,-1 1 0 0 0,0 0 0 0 0,-1-1 0 0 0,-1 1 0 0 0,-1 0 0 0 0,0 1 0 0 0,0-1 0 0 0,-1 1 0 0 0,-11-16 0 0 0,6 11-103 0 0,-2 1 1 0 0,-1 0-1 0 0,0 1 0 0 0,-1 0 0 0 0,0 2 0 0 0,-1-1 1 0 0,-1 2-1 0 0,0 0 0 0 0,-27-14 0 0 0,40 25 85 0 0,1 0 0 0 0,-1 1 0 0 0,0-1 0 0 0,0 1 0 0 0,0 0 1 0 0,0 0-1 0 0,0 1 0 0 0,0-1 0 0 0,0 1 0 0 0,0 0 0 0 0,0 0 0 0 0,0 0 0 0 0,0 0 0 0 0,0 1 0 0 0,0 0 0 0 0,0-1 0 0 0,-6 4 0 0 0,3-1-187 0 0,1 0-1 0 0,-1 1 1 0 0,0-1-1 0 0,1 2 1 0 0,0-1-1 0 0,0 1 1 0 0,0 0-1 0 0,-7 7 1 0 0,-4 8-1439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30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5 151 3679 0 0,'-1'-2'335'0'0,"0"0"-1"0"0,1 0 1 0 0,-1 0-1 0 0,1 1 1 0 0,-1-1 0 0 0,1 0-1 0 0,0 0 1 0 0,0 0-1 0 0,0 0 1 0 0,0 0-1 0 0,0 0 1 0 0,0 0-1 0 0,0 0 1 0 0,1 0-1 0 0,0-2 1 0 0,0-1-65 0 0,1 1 0 0 0,0 0 0 0 0,0 0 1 0 0,0 0-1 0 0,1 0 0 0 0,3-5 0 0 0,1 0 86 0 0,1 1-1 0 0,0 0 0 0 0,0 0 0 0 0,16-11 0 0 0,-18 15-191 0 0,1 0-1 0 0,-1 1 0 0 0,1-1 1 0 0,-1 1-1 0 0,1 0 1 0 0,0 1-1 0 0,0 0 0 0 0,1 0 1 0 0,-1 0-1 0 0,0 1 1 0 0,1 0-1 0 0,-1 0 0 0 0,0 1 1 0 0,1 0-1 0 0,11 2 1 0 0,-12-1-120 0 0,-1 1 1 0 0,1 0-1 0 0,-1 0 0 0 0,0 0 1 0 0,1 1-1 0 0,-1 0 1 0 0,-1 0-1 0 0,1 1 1 0 0,0-1-1 0 0,-1 1 1 0 0,0 1-1 0 0,0-1 1 0 0,0 1-1 0 0,0 0 1 0 0,-1 0-1 0 0,0 0 0 0 0,6 9 1 0 0,-4-5-20 0 0,-1 0-1 0 0,0 0 1 0 0,0 0 0 0 0,-1 1 0 0 0,0 0-1 0 0,-1 0 1 0 0,3 11 0 0 0,-6-18-24 0 0,1 0-1 0 0,-1-1 1 0 0,0 1 0 0 0,0 0 0 0 0,0 0 0 0 0,0 0-1 0 0,-1 0 1 0 0,1 0 0 0 0,-1 0 0 0 0,1 0 0 0 0,-1 0 0 0 0,0 0-1 0 0,0 0 1 0 0,-1-1 0 0 0,1 1 0 0 0,-1 0 0 0 0,1-1 0 0 0,-1 1-1 0 0,0-1 1 0 0,1 0 0 0 0,-1 1 0 0 0,-1-1 0 0 0,1 0 0 0 0,0 0-1 0 0,0 0 1 0 0,-1-1 0 0 0,1 1 0 0 0,-1-1 0 0 0,-2 2 0 0 0,-2 0-20 0 0,1-1 0 0 0,0 0 0 0 0,-1 0 0 0 0,1-1 0 0 0,-1 1 0 0 0,1-2 0 0 0,-1 1 0 0 0,0-1 0 0 0,1 0 1 0 0,-1 0-1 0 0,0 0 0 0 0,1-1 0 0 0,-1 0 0 0 0,1-1 0 0 0,-1 1 0 0 0,-10-5 0 0 0,17 6 20 0 0,0 0-1 0 0,0 0 1 0 0,0 0-1 0 0,-1 0 1 0 0,1 0-1 0 0,0 0 0 0 0,0 0 1 0 0,0 0-1 0 0,0-1 1 0 0,0 1-1 0 0,-1 0 1 0 0,1 0-1 0 0,0 0 1 0 0,0 0-1 0 0,0 0 1 0 0,0 0-1 0 0,0 0 0 0 0,0 0 1 0 0,-1 0-1 0 0,1 0 1 0 0,0 0-1 0 0,0-1 1 0 0,0 1-1 0 0,0 0 1 0 0,0 0-1 0 0,0 0 1 0 0,0 0-1 0 0,0 0 0 0 0,0 0 1 0 0,-1-1-1 0 0,1 1 1 0 0,0 0-1 0 0,0 0 1 0 0,0 0-1 0 0,0 0 1 0 0,0-1-1 0 0,0 1 1 0 0,0 0-1 0 0,0 0 0 0 0,0 0 1 0 0,0 0-1 0 0,0 0 1 0 0,0-1-1 0 0,8-2 44 0 0,9-1 20 0 0,0 4-71 0 0,0 0 1 0 0,0 1-1 0 0,-1 0 0 0 0,1 1 0 0 0,-1 1 1 0 0,1 1-1 0 0,-1 1 0 0 0,0 0 0 0 0,16 8 1 0 0,-21-8 2 0 0,0 0 1 0 0,-1 1 0 0 0,1 0 0 0 0,-1 1-1 0 0,-1 0 1 0 0,0 0 0 0 0,0 1-1 0 0,0 1 1 0 0,-1-1 0 0 0,0 1 0 0 0,-1 1-1 0 0,0 0 1 0 0,9 16 0 0 0,-14-22 50 0 0,0 0 0 0 0,0 1 0 0 0,0-1 0 0 0,-1 1 0 0 0,0-1 0 0 0,0 1 0 0 0,0 0 0 0 0,-1-1 0 0 0,0 1 0 0 0,0 0 0 0 0,0 0 0 0 0,0-1 0 0 0,-1 1 0 0 0,1 0 0 0 0,-1 0 0 0 0,0-1 0 0 0,-1 1 0 0 0,1-1 0 0 0,-1 1 0 0 0,0-1 0 0 0,0 0 0 0 0,0 0 0 0 0,-1 0 0 0 0,1 0 0 0 0,-1 0 0 0 0,-4 5 0 0 0,1-3 102 0 0,0 0 0 0 0,-1-1 0 0 0,1 1 0 0 0,-1-1 0 0 0,0 0 0 0 0,0-1 0 0 0,0 0 0 0 0,-1 0 0 0 0,1 0 0 0 0,-1-1 0 0 0,0 0 0 0 0,0-1 0 0 0,0 0 0 0 0,-10 2 0 0 0,2-3-10 0 0,-1 0-1 0 0,1-1 1 0 0,0 0 0 0 0,-1-1 0 0 0,1-1 0 0 0,0-1-1 0 0,0 0 1 0 0,0-1 0 0 0,0 0 0 0 0,1-2-1 0 0,-27-12 1 0 0,41 18-146 0 0,0-1-1 0 0,0 1 1 0 0,-1-1-1 0 0,1 0 1 0 0,0 1-1 0 0,0-1 1 0 0,0 0-1 0 0,0 0 1 0 0,0 0-1 0 0,0 1 1 0 0,0-1-1 0 0,0 0 1 0 0,0 0-1 0 0,0 0 1 0 0,0-1-1 0 0,1 1 1 0 0,-1 0-1 0 0,0 0 1 0 0,1 0-1 0 0,-1-1 1 0 0,1 1 0 0 0,-1 0-1 0 0,1 0 1 0 0,-1-3-1 0 0,2 2-185 0 0,0 1 0 0 0,-1-1 0 0 0,1 1 0 0 0,0-1 0 0 0,0 0 0 0 0,0 1 0 0 0,0 0 0 0 0,0-1 0 0 0,0 1 1 0 0,0 0-1 0 0,0-1 0 0 0,1 1 0 0 0,-1 0 0 0 0,0 0 0 0 0,1 0 0 0 0,-1 0 0 0 0,1 0 0 0 0,2 0 0 0 0,4-4-2087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32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1179 348 919 0 0,'2'-3'356'0'0,"-1"0"0"0"0,1 1 0 0 0,-1-1-1 0 0,1 0 1 0 0,-1 0 0 0 0,0 1-1 0 0,0-1 1 0 0,0 0 0 0 0,-1 0 0 0 0,1 0-1 0 0,-1 0 1 0 0,0-1 0 0 0,1 1-1 0 0,-1 0 1 0 0,-1 0 0 0 0,1 0 0 0 0,0 0-1 0 0,-1 0 1 0 0,-1-5 0 0 0,-2-9 2316 0 0,-1 0-1 0 0,-7-18 1 0 0,10 31-2590 0 0,-1-3-8 0 0,-1-1 0 0 0,0 1 0 0 0,-1 0 0 0 0,1 1-1 0 0,-1-1 1 0 0,0 1 0 0 0,-1 0 0 0 0,0 0 0 0 0,0 0-1 0 0,0 1 1 0 0,-9-6 0 0 0,-10-5 355 0 0,-47-23 1 0 0,55 31-253 0 0,-15-5 28 0 0,-1 1 1 0 0,0 2 0 0 0,-1 1 0 0 0,1 2-1 0 0,-69-6 1 0 0,86 12-204 0 0,1 0 0 0 0,0 2 0 0 0,0 0 0 0 0,-1 0 0 0 0,1 2 0 0 0,0 0 0 0 0,0 0 0 0 0,-21 9 0 0 0,6 1 26 0 0,1 1-1 0 0,1 0 1 0 0,-27 20-1 0 0,3-3 21 0 0,-29 21 48 0 0,52-30-9 0 0,1 2-1 0 0,0 1 0 0 0,2 2 1 0 0,-34 43-1 0 0,46-50-32 0 0,0 1 0 0 0,1 0 0 0 0,1 1 0 0 0,1 0 0 0 0,1 1 0 0 0,1 0 0 0 0,-10 40 0 0 0,16-48-8 0 0,0-1 0 0 0,1 1-1 0 0,1-1 1 0 0,1 1 0 0 0,0 0-1 0 0,1-1 1 0 0,0 1 0 0 0,1 0 0 0 0,1-1-1 0 0,0 0 1 0 0,1 1 0 0 0,1-1-1 0 0,8 16 1 0 0,0 2 54 0 0,1-2 0 0 0,1 0 0 0 0,2-1 0 0 0,1 0 0 0 0,2-2 0 0 0,0 0 0 0 0,25 24 0 0 0,-34-41-10 0 0,1-1 0 0 0,0 0 0 0 0,0-1 0 0 0,25 12 0 0 0,60 20 476 0 0,-27-11-369 0 0,-54-23-146 0 0,1-1-1 0 0,-1 0 0 0 0,1-1 0 0 0,0-1 1 0 0,23 2-1 0 0,87-3 11 0 0,123-30 232 0 0,-233 25-9 0 0,1-2-1 0 0,-1 0 1 0 0,0 0-1 0 0,-1-2 1 0 0,1 0-1 0 0,-1-1 1 0 0,-1-1-1 0 0,1 0 1 0 0,-2-1-1 0 0,1 0 1 0 0,25-26-1 0 0,-8 3-195 0 0,-2-1-1 0 0,-1-1 1 0 0,36-58-1 0 0,-36 49-474 0 0,-3-2 0 0 0,32-73 0 0 0,-49 94 414 0 0,0 1 0 0 0,-2-1 0 0 0,-1 0 0 0 0,-1-1 0 0 0,-1 1 0 0 0,-1-1 0 0 0,-1-30 0 0 0,-2 32-256 0 0,-2 0-1 0 0,-1 0 1 0 0,0 0 0 0 0,-2 0-1 0 0,-9-29 1 0 0,10 43 180 0 0,0-1 0 0 0,0 1 0 0 0,-1 0 1 0 0,-1 0-1 0 0,1 1 0 0 0,-2 0 0 0 0,1 0 0 0 0,-1 0 0 0 0,0 1 1 0 0,-1 0-1 0 0,0 0 0 0 0,-1 1 0 0 0,-14-11 0 0 0,1 4-255 0 0,-37-16 0 0 0,50 26 263 0 0,0 1 0 0 0,-1 0 0 0 0,0 0 0 0 0,1 1 0 0 0,-1 0 0 0 0,0 1 0 0 0,-11-1 0 0 0,18 2-367 0 0,0 1 0 0 0,0 0-1 0 0,0-1 1 0 0,0 1 0 0 0,0 0-1 0 0,0 0 1 0 0,0 1 0 0 0,-4 1 0 0 0,-1 3-1694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42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6 7775 0 0,'6'-6'4652'0'0,"-5"7"-4555"0"0,2 12 2217 0 0,-3 19-650 0 0,-13 38 335 0 0,9-53-1850 0 0,0 0 1 0 0,2 1-1 0 0,0-1 1 0 0,0 35 0 0 0,3-48-265 0 0,0 1 0 0 0,0-1 0 0 0,1 0 0 0 0,-1 0 1 0 0,1 0-1 0 0,2 5 0 0 0,6 17-3967 0 0,-9-23 2974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42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1839 0 0,'4'5'7734'0'0,"6"11"-5314"0"0,-8-13-1676 0 0,16 28 1683 0 0,-8-13-1725 0 0,1 1-1 0 0,1-1 1 0 0,0-1-1 0 0,2 0 1 0 0,0-1 0 0 0,21 19-1 0 0,-13-25-516 0 0,-22-10-180 0 0,1 0 0 0 0,-1 0 0 0 0,0 0 0 0 0,1 0 0 0 0,-1 0 0 0 0,0 0 0 0 0,0 0 0 0 0,1 0 0 0 0,-1 1 0 0 0,0-1 0 0 0,1 0 0 0 0,-1 0 0 0 0,0 0 0 0 0,1 0 0 0 0,-1-1 0 0 0,0 1 0 0 0,1 0 0 0 0,-1 0 0 0 0,0 0 0 0 0,0 0 0 0 0,1 0 0 0 0,-1 0 0 0 0,0 0 0 0 0,1-1 0 0 0,-1 1 0 0 0,0 0 0 0 0,0 0 0 0 0,1 0 0 0 0,-1-1 0 0 0,0 1 0 0 0,0 0 0 0 0,0 0 0 0 0,1 0 0 0 0,-1-1 0 0 0,0 1 0 0 0,0 0 0 0 0,0-1 0 0 0,0 1 0 0 0,0 0 0 0 0,1 0 0 0 0,-1-1 0 0 0,0 1 0 0 0,0 0 0 0 0,0-1 0 0 0,0 1 0 0 0,0 0 0 0 0,0-1 0 0 0,0 1 0 0 0,0 0 0 0 0,0-1 0 0 0,0 1 0 0 0,0 0 0 0 0,0 0 0 0 0,0-1 0 0 0,-1 1 0 0 0,1 0 0 0 0,0-1 0 0 0,0 1 0 0 0,0 0 0 0 0,0 0 0 0 0,0-1 0 0 0,-1 1 0 0 0,1 0 0 0 0,0 0 0 0 0,0-1 0 0 0,0 1 0 0 0,-1 0 0 0 0,1-1 0 0 0,4-4 131 0 0,1 0 1 0 0,-1 0-1 0 0,-1-1 1 0 0,7-11-1 0 0,-3-13-56 0 0,-2-1 0 0 0,-1 0-1 0 0,0-36 1 0 0,-2 18-31 0 0,-1 29-138 0 0,-2 15 26 0 0,1 0-1 0 0,0 0 0 0 0,1 0 0 0 0,-1 0 1 0 0,1 0-1 0 0,0 0 0 0 0,3-8 1 0 0,7 43-4193 0 0,-8-20-10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43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1839 0 0,'13'-19'11435'0'0,"-11"18"-10782"0"0,9-3 914 0 0,13-2 177 0 0,46-5 1 0 0,-24 5-1382 0 0,-41 6-682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43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0 8287 0 0,'-16'32'4750'0'0,"6"-1"-3487"0"0,1 0 0 0 0,-5 34 0 0 0,13-55-1088 0 0,-1 1 1 0 0,2 0 0 0 0,-1 0 0 0 0,1 0-1 0 0,1 0 1 0 0,0 0 0 0 0,1-1 0 0 0,0 1-1 0 0,7 20 1 0 0,-8-28-139 0 0,0-1 0 0 0,0 0 0 0 0,0 0 0 0 0,0 0 0 0 0,0 0 0 0 0,1 0 0 0 0,-1 0 0 0 0,1 0 0 0 0,-1 0-1 0 0,1-1 1 0 0,0 1 0 0 0,-1 0 0 0 0,1-1 0 0 0,0 0 0 0 0,0 1 0 0 0,0-1 0 0 0,0 0 0 0 0,1 0 0 0 0,-1 0 0 0 0,3 1 0 0 0,-2-2 7 0 0,1 1 1 0 0,0-1-1 0 0,0 1 1 0 0,0-1-1 0 0,0 0 1 0 0,0-1 0 0 0,0 1-1 0 0,0-1 1 0 0,0 0-1 0 0,0 1 1 0 0,5-3-1 0 0,0-1-119 0 0,1 0 0 0 0,0-1-1 0 0,-1 0 1 0 0,0 0 0 0 0,0-1-1 0 0,0 0 1 0 0,-1-1 0 0 0,11-10-1 0 0,0-8-1226 0 0,-19 25 1218 0 0,0 0 0 0 0,0-1-1 0 0,1 1 1 0 0,-1-1 0 0 0,0 1-1 0 0,0 0 1 0 0,0-1 0 0 0,0 1-1 0 0,0-1 1 0 0,1 1 0 0 0,-1-1 0 0 0,0 1-1 0 0,0-1 1 0 0,0 1 0 0 0,0 0-1 0 0,0-1 1 0 0,0 1 0 0 0,-1-1-1 0 0,1 1 1 0 0,0-1 0 0 0,0 1-1 0 0,0-1 1 0 0,-1 0-64 0 0,0 1 1 0 0,1 0-1 0 0,-1-1 1 0 0,1 1-1 0 0,-1 0 1 0 0,0 0 0 0 0,1-1-1 0 0,-1 1 1 0 0,0 0-1 0 0,1 0 1 0 0,-1 0-1 0 0,0 0 1 0 0,1 0-1 0 0,-1 0 1 0 0,0 0-1 0 0,0 0 1 0 0,1 0-1 0 0,-1 0 1 0 0,0 0-1 0 0,0 1 1 0 0,-4 0-843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43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11599 0 0,'1'-1'253'0'0,"0"0"0"0"0,0 0 0 0 0,0 0-1 0 0,0 0 1 0 0,0 0 0 0 0,1 0 0 0 0,-1 0-1 0 0,0 1 1 0 0,1-1 0 0 0,-1 0 0 0 0,0 1-1 0 0,1-1 1 0 0,-1 1 0 0 0,1-1 0 0 0,-1 1-1 0 0,3 0 1 0 0,33-5 1059 0 0,-19 3-753 0 0,20-3-1211 0 0,-33 4 184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44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77 2759 0 0,'1'-2'341'0'0,"0"1"0"0"0,0-1 0 0 0,0 0-1 0 0,0 0 1 0 0,0 0 0 0 0,-1 0-1 0 0,1 0 1 0 0,0 1 0 0 0,-1-1-1 0 0,1 0 1 0 0,-1-1 0 0 0,0 1-1 0 0,0 0 1 0 0,0 0 0 0 0,0 0-1 0 0,0 0 1 0 0,0 0 0 0 0,-1 0-1 0 0,1 0 1 0 0,0 0 0 0 0,-1 0 0 0 0,0 0-1 0 0,1 0 1 0 0,-1 0 0 0 0,0 1-1 0 0,0-1 1 0 0,0 0 0 0 0,0 0-1 0 0,-1 1 1 0 0,1-1 0 0 0,-2-1-1 0 0,2 2-184 0 0,-1-1 0 0 0,1 1-1 0 0,-1 0 1 0 0,1-1 0 0 0,-1 1 0 0 0,0 0-1 0 0,1 0 1 0 0,-1 1 0 0 0,0-1-1 0 0,0 0 1 0 0,0 0 0 0 0,1 1-1 0 0,-1-1 1 0 0,0 1 0 0 0,0 0-1 0 0,0 0 1 0 0,0-1 0 0 0,0 1 0 0 0,-4 1-1 0 0,4-1-83 0 0,-1 0-1 0 0,1 1 1 0 0,-1-1 0 0 0,1 1-1 0 0,-1 0 1 0 0,1 0-1 0 0,-1 0 1 0 0,1 0-1 0 0,0 0 1 0 0,0 0 0 0 0,-1 1-1 0 0,1-1 1 0 0,0 1-1 0 0,0-1 1 0 0,0 1 0 0 0,1 0-1 0 0,-1 0 1 0 0,0 0-1 0 0,1 0 1 0 0,-1 0-1 0 0,1 0 1 0 0,0 0 0 0 0,-1 0-1 0 0,1 1 1 0 0,0-1-1 0 0,1 1 1 0 0,-1-1-1 0 0,0 0 1 0 0,1 1 0 0 0,-1-1-1 0 0,1 1 1 0 0,-1 3-1 0 0,2 1-73 0 0,-1-1 0 0 0,1 1-1 0 0,-1-1 1 0 0,2 0-1 0 0,-1 1 1 0 0,1-1 0 0 0,0 0-1 0 0,0 0 1 0 0,1 0-1 0 0,0 0 1 0 0,6 10 0 0 0,12 17-84 0 0,23 48 1 0 0,-43-79 83 0 0,0 0 0 0 0,0 0-1 0 0,0 0 1 0 0,-1 0 0 0 0,1 0 0 0 0,-1 0 0 0 0,1 0 0 0 0,-1 0 0 0 0,0 0-1 0 0,0 0 1 0 0,0 0 0 0 0,0 2 0 0 0,0-3 19 0 0,-1 1 1 0 0,1-1-1 0 0,0 0 1 0 0,-1 0-1 0 0,1 0 1 0 0,-1-1-1 0 0,1 1 1 0 0,-1 0-1 0 0,1 0 1 0 0,-1 0-1 0 0,0 0 1 0 0,0 0-1 0 0,1-1 1 0 0,-1 1-1 0 0,0 0 1 0 0,0 0-1 0 0,-1 0 0 0 0,-1 1 102 0 0,-1-1-1 0 0,1 0 1 0 0,-1 0-1 0 0,1 0 0 0 0,-1 0 1 0 0,0-1-1 0 0,1 1 0 0 0,-1-1 1 0 0,0 0-1 0 0,1 0 0 0 0,-1 0 1 0 0,-4-1-1 0 0,-2-1 286 0 0,-1 0 0 0 0,1-1 0 0 0,-16-6 0 0 0,7 2-128 0 0,50 38-4880 0 0,-22-24 2176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44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65 4607 0 0,'1'-2'214'0'0,"-1"0"-1"0"0,0 1 1 0 0,0-1-1 0 0,1 0 1 0 0,-1 1-1 0 0,0-1 0 0 0,-1 0 1 0 0,1 1-1 0 0,0-1 1 0 0,0 1-1 0 0,-1-1 1 0 0,1 0-1 0 0,-1 1 1 0 0,1-1-1 0 0,-1 1 0 0 0,0-1 1 0 0,0 1-1 0 0,1-1 1 0 0,-1 1-1 0 0,0 0 1 0 0,0-1-1 0 0,0 1 0 0 0,-1 0 1 0 0,1 0-1 0 0,0 0 1 0 0,0 0-1 0 0,-1 0 1 0 0,1 0-1 0 0,-1 0 1 0 0,1 0-1 0 0,0 0 0 0 0,-3 0 1 0 0,-31-14 4679 0 0,15 12-5182 0 0,15 3 400 0 0,0 0-1 0 0,1 0 0 0 0,-1 0 1 0 0,0 1-1 0 0,1-1 0 0 0,-1 1 1 0 0,0 1-1 0 0,1-1 1 0 0,-1 1-1 0 0,1-1 0 0 0,0 1 1 0 0,-1 1-1 0 0,1-1 0 0 0,0 0 1 0 0,-6 6-1 0 0,8-6-59 0 0,0 0 0 0 0,0 0 0 0 0,0 1 0 0 0,1-1-1 0 0,-1 0 1 0 0,1 0 0 0 0,0 1 0 0 0,-1-1 0 0 0,1 1-1 0 0,0-1 1 0 0,1 1 0 0 0,-1 0 0 0 0,0-1 0 0 0,1 1 0 0 0,-1 0-1 0 0,1-1 1 0 0,0 1 0 0 0,0 0 0 0 0,0 0 0 0 0,0-1 0 0 0,0 1-1 0 0,1 0 1 0 0,-1-1 0 0 0,1 1 0 0 0,0 0 0 0 0,0-1 0 0 0,0 1-1 0 0,2 2 1 0 0,3 7-155 0 0,1-2 0 0 0,0 1-1 0 0,1-1 1 0 0,0 0 0 0 0,0 0-1 0 0,17 13 1 0 0,-11-9-281 0 0,22 26 0 0 0,-32-35 344 0 0,-1 0 0 0 0,0 0 0 0 0,0 1 0 0 0,0-1 0 0 0,-1 1 0 0 0,1-1 0 0 0,-1 1 1 0 0,-1 0-1 0 0,3 11 0 0 0,-4-15 53 0 0,0 0-1 0 0,0-1 1 0 0,0 1 0 0 0,0 0 0 0 0,0-1 0 0 0,0 1-1 0 0,0 0 1 0 0,-1-1 0 0 0,1 1 0 0 0,-1 0 0 0 0,1-1-1 0 0,-1 1 1 0 0,1-1 0 0 0,-1 1 0 0 0,0-1-1 0 0,0 1 1 0 0,0-1 0 0 0,0 0 0 0 0,-1 2 0 0 0,-1-1 105 0 0,0 1 0 0 0,1-1-1 0 0,-1 0 1 0 0,0 0 0 0 0,0-1 0 0 0,0 1 0 0 0,0-1 0 0 0,-7 3 0 0 0,-2-1 448 0 0,0 0-1 0 0,1-1 1 0 0,-1 0-1 0 0,-17-1 0 0 0,-26-4 1495 0 0,41 1-1451 0 0,1 1 0 0 0,-1 1 0 0 0,-20 1 0 0 0,34-1-626 0 0,0 0 0 0 0,0 0 1 0 0,0 1-1 0 0,0-1 0 0 0,0 0 0 0 0,1 0 0 0 0,-1 0 0 0 0,0 0 1 0 0,0 0-1 0 0,0 0 0 0 0,0 0 0 0 0,0 0 0 0 0,0 0 0 0 0,0 1 1 0 0,0-1-1 0 0,0 0 0 0 0,0 0 0 0 0,0 0 0 0 0,0 0 0 0 0,0 0 1 0 0,0 0-1 0 0,0 0 0 0 0,0 1 0 0 0,0-1 0 0 0,0 0 0 0 0,0 0 1 0 0,0 0-1 0 0,0 0 0 0 0,0 0 0 0 0,0 0 0 0 0,0 0 0 0 0,0 0 1 0 0,0 1-1 0 0,-1-1 0 0 0,1 0 0 0 0,0 0 0 0 0,0 0 0 0 0,0 0 1 0 0,0 0-1 0 0,0 0 0 0 0,0 0 0 0 0,0 0 0 0 0,0 0 0 0 0,0 0 1 0 0,0 0-1 0 0,-1 0 0 0 0,1 1 0 0 0,0-1 0 0 0,0 0 0 0 0,0 0 1 0 0,0 0-1 0 0,0 0 0 0 0,0 0 0 0 0,0 0 0 0 0,0 0 0 0 0,-1 0 0 0 0,1 0 1 0 0,0 0-1 0 0,0 0 0 0 0,0 0 0 0 0,0 0 0 0 0,0 0 0 0 0,0 0 1 0 0,0-1-1 0 0,-1 1 0 0 0,1 0 0 0 0,0 0 0 0 0,0 0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5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5983 0 0,'-2'0'3670'0'0,"1"5"-1282"0"0,-1 19-347 0 0,3 30-1149 0 0,13 472 3160 0 0,-12-498-4152 0 0,-1-20-428 0 0,0 0-1 0 0,0 0 1 0 0,-1 0 0 0 0,-2 13 0 0 0,0-14-1318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6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69 6447 0 0,'-1'-1'181'0'0,"1"0"1"0"0,0 0-1 0 0,-1 0 0 0 0,1 0 0 0 0,0 0 0 0 0,0 0 0 0 0,-1 0 0 0 0,1 0 0 0 0,0 0 0 0 0,0 0 0 0 0,0 0 0 0 0,1 0 0 0 0,-1 0 0 0 0,0 0 0 0 0,0 0 0 0 0,0 0 0 0 0,1 0 1 0 0,-1 0-1 0 0,1 0 0 0 0,-1 0 0 0 0,0 1 0 0 0,1-1 0 0 0,0 0 0 0 0,0-1 0 0 0,1 0 32 0 0,0 0 0 0 0,1 0 1 0 0,-1 0-1 0 0,0 1 0 0 0,1-1 1 0 0,-1 1-1 0 0,1-1 0 0 0,-1 1 0 0 0,4-1 1 0 0,9-2 204 0 0,0 0 0 0 0,26-3 0 0 0,-33 6-150 0 0,33-5 75 0 0,0 3 1 0 0,0 1 0 0 0,1 2-1 0 0,-1 2 1 0 0,0 2 0 0 0,0 1 0 0 0,0 2-1 0 0,64 21 1 0 0,-98-26-339 0 0,-1 0 0 0 0,1 1 0 0 0,-1 0 0 0 0,1 1 0 0 0,-1 0-1 0 0,0 0 1 0 0,0 0 0 0 0,-1 0 0 0 0,1 1 0 0 0,8 10 0 0 0,-12-13 0 0 0,-1 0 0 0 0,1 0-1 0 0,-1 1 1 0 0,0-1 0 0 0,0 0-1 0 0,0 1 1 0 0,0-1 0 0 0,0 1 0 0 0,0-1-1 0 0,-1 1 1 0 0,1 0 0 0 0,-1-1 0 0 0,0 1-1 0 0,1 0 1 0 0,-1-1 0 0 0,-1 1-1 0 0,1 0 1 0 0,0-1 0 0 0,-1 1 0 0 0,1-1-1 0 0,-1 1 1 0 0,0 0 0 0 0,1-1-1 0 0,-1 0 1 0 0,-1 1 0 0 0,1-1 0 0 0,0 1-1 0 0,-1-1 1 0 0,1 0 0 0 0,-1 0-1 0 0,-3 4 1 0 0,-3 3 15 0 0,-1-1 1 0 0,0 0-1 0 0,-1 0 0 0 0,1-1 0 0 0,-2 0 0 0 0,1-1 0 0 0,-1 0 0 0 0,1-1 1 0 0,-2 0-1 0 0,1 0 0 0 0,-14 2 0 0 0,-3 1 164 0 0,0-2-1 0 0,0-1 1 0 0,-46 2-1 0 0,62-6 16 0 0,1-1-1 0 0,0 0 0 0 0,-1 0 0 0 0,1-1 1 0 0,-1-1-1 0 0,-20-5 0 0 0,32 7-182 0 0,0 0-1 0 0,0 0 1 0 0,0 0-1 0 0,0 0 1 0 0,0 0-1 0 0,0 0 1 0 0,0 0-1 0 0,0 0 1 0 0,0 0-1 0 0,0 0 0 0 0,0 0 1 0 0,1 0-1 0 0,-1-1 1 0 0,0 1-1 0 0,0 0 1 0 0,0 0-1 0 0,0 0 1 0 0,0 0-1 0 0,0 0 1 0 0,0 0-1 0 0,0 0 1 0 0,0 0-1 0 0,0 0 1 0 0,0 0-1 0 0,0 0 1 0 0,0 0-1 0 0,0 0 1 0 0,0 0-1 0 0,0 0 1 0 0,0 0-1 0 0,0 0 1 0 0,0-1-1 0 0,0 1 1 0 0,0 0-1 0 0,0 0 0 0 0,0 0 1 0 0,0 0-1 0 0,0 0 1 0 0,0 0-1 0 0,0 0 1 0 0,0 0-1 0 0,0 0 1 0 0,0 0-1 0 0,0 0 1 0 0,0 0-1 0 0,0 0 1 0 0,0 0-1 0 0,0 0 1 0 0,12-2 194 0 0,16 2-204 0 0,10 4-74 0 0,-1 3 1 0 0,-1 0-1 0 0,1 3 0 0 0,-1 1 1 0 0,-1 1-1 0 0,0 2 1 0 0,-1 2-1 0 0,0 1 0 0 0,56 38 1 0 0,-70-40-125 0 0,-1 0-1 0 0,33 34 1 0 0,-47-44 164 0 0,-1 0 0 0 0,0 0 0 0 0,0 0 0 0 0,0 0-1 0 0,-1 0 1 0 0,0 1 0 0 0,0 0 0 0 0,0-1 0 0 0,0 1 0 0 0,-1 0 0 0 0,0 1 0 0 0,-1-1 0 0 0,1 0 0 0 0,-1 0-1 0 0,0 1 1 0 0,0 8 0 0 0,-2-11 26 0 0,0-1-1 0 0,0 0 1 0 0,0 0 0 0 0,0 0-1 0 0,0 0 1 0 0,-1 0-1 0 0,1 0 1 0 0,-1 0-1 0 0,0-1 1 0 0,0 1 0 0 0,0-1-1 0 0,0 1 1 0 0,0-1-1 0 0,-1 0 1 0 0,1 1-1 0 0,-1-1 1 0 0,1 0 0 0 0,-1-1-1 0 0,0 1 1 0 0,-5 2-1 0 0,-6 3 177 0 0,-1-1-1 0 0,-28 8 0 0 0,41-14-154 0 0,-35 10 591 0 0,-1-1 0 0 0,0-2 0 0 0,-1-2-1 0 0,1-1 1 0 0,-1-2 0 0 0,0-1 0 0 0,-52-7 0 0 0,68-1-88 0 0,20 4-217 0 0,15 2 245 0 0,53 3-1781 0 0,-21-1-6130 0 0,-42-1 6713 0 0,22 0-6712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6.8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9671 0 0,'1'113'5903'0'0,"7"4"-3827"0"0,-4-78-1982 0 0,2 0-1 0 0,2-1 0 0 0,24 74 0 0 0,-26-103-1797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7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13071 0 0,'0'-3'104'0'0,"0"0"0"0"0,0 1-1 0 0,0-1 1 0 0,0 0 0 0 0,0 0 0 0 0,1 0-1 0 0,-1 1 1 0 0,1-1 0 0 0,-1 0 0 0 0,1 1-1 0 0,0-1 1 0 0,0 0 0 0 0,1 1 0 0 0,-1-1-1 0 0,0 1 1 0 0,1 0 0 0 0,-1-1-1 0 0,1 1 1 0 0,0 0 0 0 0,0 0 0 0 0,0 0-1 0 0,0 0 1 0 0,0 0 0 0 0,3-1 0 0 0,6-5 146 0 0,-1 2 0 0 0,1-1 0 0 0,1 2 0 0 0,-1-1 1 0 0,1 2-1 0 0,0-1 0 0 0,0 2 0 0 0,0 0 0 0 0,0 0 0 0 0,1 1 1 0 0,-1 0-1 0 0,1 1 0 0 0,17 1 0 0 0,-19 1-173 0 0,-1 0 1 0 0,0 0-1 0 0,0 1 0 0 0,-1 1 0 0 0,1-1 1 0 0,0 2-1 0 0,-1-1 0 0 0,1 1 1 0 0,-1 1-1 0 0,-1 0 0 0 0,1 0 0 0 0,0 0 1 0 0,-1 1-1 0 0,0 1 0 0 0,-1-1 0 0 0,1 1 1 0 0,7 10-1 0 0,-11-13-73 0 0,-1 1 1 0 0,0-1-1 0 0,0 1 0 0 0,0-1 1 0 0,0 1-1 0 0,-1 0 1 0 0,1 0-1 0 0,-1 1 0 0 0,-1-1 1 0 0,1 0-1 0 0,0 7 0 0 0,-1-8-42 0 0,-1-1 0 0 0,0 0-1 0 0,-1 0 1 0 0,1 0-1 0 0,0 0 1 0 0,-1 0-1 0 0,0 0 1 0 0,0-1-1 0 0,0 1 1 0 0,0 0-1 0 0,0 0 1 0 0,0 0-1 0 0,-1-1 1 0 0,0 1 0 0 0,1-1-1 0 0,-1 1 1 0 0,0-1-1 0 0,0 0 1 0 0,0 1-1 0 0,0-1 1 0 0,-1 0-1 0 0,-2 2 1 0 0,-5 2 20 0 0,-1 1 0 0 0,0-1 0 0 0,0-1-1 0 0,0 0 1 0 0,-1 0 0 0 0,1-1 0 0 0,-1-1 0 0 0,0 0 0 0 0,-1-1 0 0 0,1 0 0 0 0,0-1 0 0 0,-1 0-1 0 0,1-1 1 0 0,0 0 0 0 0,-1-1 0 0 0,1 0 0 0 0,0-1 0 0 0,-14-4 0 0 0,23 6 25 0 0,1-1 0 0 0,0 0 0 0 0,-1 0 0 0 0,1 0 0 0 0,0 0 0 0 0,-1 0 0 0 0,1 0 0 0 0,0 0 0 0 0,0-1 0 0 0,0 1-1 0 0,0-1 1 0 0,0 1 0 0 0,1-1 0 0 0,-1 0 0 0 0,0 0 0 0 0,1 0 0 0 0,-2-2 0 0 0,3 3 0 0 0,0 1-1 0 0,0-1 1 0 0,1 1-1 0 0,-1-1 1 0 0,0 1 0 0 0,0-1-1 0 0,1 0 1 0 0,-1 1-1 0 0,1-1 1 0 0,-1 1-1 0 0,0 0 1 0 0,1-1-1 0 0,-1 1 1 0 0,1-1 0 0 0,-1 1-1 0 0,1 0 1 0 0,-1-1-1 0 0,1 1 1 0 0,0 0-1 0 0,-1-1 1 0 0,1 1-1 0 0,-1 0 1 0 0,1 0 0 0 0,-1 0-1 0 0,1 0 1 0 0,0-1-1 0 0,-1 1 1 0 0,1 0-1 0 0,0 0 1 0 0,-1 0 0 0 0,1 0-1 0 0,1 1 1 0 0,21-2 572 0 0,-10 2-460 0 0,-1 1-1 0 0,0 0 0 0 0,0 1 1 0 0,0 0-1 0 0,0 1 0 0 0,-1 0 1 0 0,12 7-1 0 0,77 45 76 0 0,-66-35-151 0 0,2-1 107 0 0,-1 2 0 0 0,-1 2 0 0 0,55 49 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7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83 496 8287 0 0,'0'1'176'0'0,"-1"0"-1"0"0,1-1 1 0 0,-1 1 0 0 0,1 0-1 0 0,0 0 1 0 0,-1 0-1 0 0,0 0 1 0 0,1-1-1 0 0,-1 1 1 0 0,1 0 0 0 0,-1-1-1 0 0,0 1 1 0 0,1 0-1 0 0,-1-1 1 0 0,0 1-1 0 0,0-1 1 0 0,0 1-1 0 0,0-1 1 0 0,1 1 0 0 0,-1-1-1 0 0,0 0 1 0 0,0 1-1 0 0,0-1 1 0 0,0 0-1 0 0,0 0 1 0 0,0 0 0 0 0,0 0-1 0 0,0 1 1 0 0,0-1-1 0 0,0-1 1 0 0,0 1-1 0 0,0 0 1 0 0,0 0-1 0 0,0 0 1 0 0,1 0 0 0 0,-1-1-1 0 0,0 1 1 0 0,0 0-1 0 0,0-1 1 0 0,0 1-1 0 0,0-1 1 0 0,0 1 0 0 0,1-1-1 0 0,-1 1 1 0 0,0-1-1 0 0,1 0 1 0 0,-1 1-1 0 0,-1-2 1 0 0,-18-24 3774 0 0,12 9-4164 0 0,3 0 375 0 0,1-1 0 0 0,1 1-1 0 0,1-1 1 0 0,1 0 0 0 0,0 0 0 0 0,4-33 0 0 0,1 15-93 0 0,2 0 0 0 0,14-49 1 0 0,-17 73-60 0 0,1 0 0 0 0,0 0 0 0 0,1 1 0 0 0,0 0 0 0 0,0 0 0 0 0,2 0 0 0 0,11-15 0 0 0,-15 22-9 0 0,0 1-1 0 0,0-1 1 0 0,1 1 0 0 0,0 0 0 0 0,-1 0-1 0 0,1 1 1 0 0,0-1 0 0 0,1 1 0 0 0,-1 0-1 0 0,0 0 1 0 0,1 0 0 0 0,-1 0 0 0 0,1 1-1 0 0,-1 0 1 0 0,1 0 0 0 0,-1 0 0 0 0,1 1-1 0 0,0-1 1 0 0,0 1 0 0 0,-1 0 0 0 0,1 1-1 0 0,8 0 1 0 0,-6 1 7 0 0,-1 0 0 0 0,1 0-1 0 0,-1 1 1 0 0,0-1 0 0 0,0 2 0 0 0,0-1 0 0 0,0 0-1 0 0,0 1 1 0 0,-1 0 0 0 0,1 1 0 0 0,-1-1-1 0 0,0 1 1 0 0,-1 0 0 0 0,1 0 0 0 0,6 10 0 0 0,6 10 51 0 0,-2 0 0 0 0,16 36 1 0 0,-22-44-39 0 0,11 22 179 0 0,57 129 659 0 0,-77-167-857 0 0,2 4 15 0 0,1 1 0 0 0,-1 1 0 0 0,-1-1 0 0 0,1 0 0 0 0,-1 0 0 0 0,0 9 0 0 0,-1-13-9 0 0,0-1 0 0 0,0 0 0 0 0,-1 0 0 0 0,1 1 0 0 0,0-1 1 0 0,-1 0-1 0 0,1 0 0 0 0,-1 0 0 0 0,1 1 0 0 0,-1-1 0 0 0,0 0 0 0 0,1 0 1 0 0,-1 0-1 0 0,0 0 0 0 0,0 0 0 0 0,0 0 0 0 0,0 0 0 0 0,1-1 0 0 0,-1 1 0 0 0,0 0 1 0 0,-1 0-1 0 0,1-1 0 0 0,0 1 0 0 0,0-1 0 0 0,0 1 0 0 0,0-1 0 0 0,0 1 1 0 0,-1-1-1 0 0,1 0 0 0 0,0 1 0 0 0,0-1 0 0 0,-1 0 0 0 0,1 0 0 0 0,0 0 1 0 0,0 0-1 0 0,-1 0 0 0 0,1 0 0 0 0,-2-1 0 0 0,-22-1 71 0 0,-1-1 0 0 0,1-2 0 0 0,-1 0 0 0 0,2-2 0 0 0,-35-13 0 0 0,-16-4-58 0 0,62 19-16 0 0,9 4-14 0 0,0-1 1 0 0,0 1-1 0 0,0 0 1 0 0,0 0-1 0 0,-1 0 0 0 0,1 1 1 0 0,0-1-1 0 0,0 1 1 0 0,-7 0-1 0 0,11 0-17 0 0,0 1 1 0 0,0-1-1 0 0,-1 0 0 0 0,1 0 0 0 0,0 0 0 0 0,0 0 1 0 0,0 0-1 0 0,0 1 0 0 0,0-1 0 0 0,0 0 1 0 0,0 0-1 0 0,0 0 0 0 0,0 0 0 0 0,0 1 0 0 0,0-1 1 0 0,0 0-1 0 0,0 0 0 0 0,0 0 0 0 0,0 0 1 0 0,0 1-1 0 0,0-1 0 0 0,0 0 0 0 0,0 0 0 0 0,0 0 1 0 0,0 0-1 0 0,0 1 0 0 0,0-1 0 0 0,1 0 1 0 0,-1 0-1 0 0,0 0 0 0 0,0 0 0 0 0,0 0 1 0 0,0 0-1 0 0,0 1 0 0 0,0-1 0 0 0,0 0 0 0 0,1 0 1 0 0,-1 0-1 0 0,0 0 0 0 0,0 0 0 0 0,0 0 1 0 0,0 0-1 0 0,0 0 0 0 0,1 0 0 0 0,-1 0 0 0 0,0 1 1 0 0,0-1-1 0 0,1 0 0 0 0,7 6-1970 0 0,1-1 310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8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1375 0 0,'18'0'13181'0'0,"-14"8"-11504"0"0,-3-6-1976 0 0,7 22 1200 0 0,0 0 0 0 0,-2 0 0 0 0,-1 1 0 0 0,-1 0 0 0 0,-1 0 0 0 0,0 34 0 0 0,-1-27-509 0 0,0 0 0 0 0,3 0 0 0 0,8 36-1 0 0,-12-67-512 0 0,10 28 356 0 0,-11-28-357 0 0,0 0 0 0 0,0-1 0 0 0,1 1 0 0 0,-1-1 0 0 0,0 1 0 0 0,0-1 0 0 0,1 1-1 0 0,-1-1 1 0 0,0 1 0 0 0,1-1 0 0 0,-1 1 0 0 0,0-1 0 0 0,1 1 0 0 0,-1-1 0 0 0,1 1 0 0 0,-1-1 0 0 0,1 0 0 0 0,-1 1 0 0 0,1-1 0 0 0,-1 0-1 0 0,1 1 1 0 0,-1-1 0 0 0,1 0 0 0 0,-1 0 0 0 0,1 0 0 0 0,0 1 0 0 0,-1-1 0 0 0,1 0 0 0 0,-1 0 0 0 0,1 0 0 0 0,0 0 0 0 0,-1 0 0 0 0,1 0-1 0 0,-1 0 1 0 0,1 0 0 0 0,0 0 0 0 0,-1-1 0 0 0,1 1 0 0 0,-1 0 0 0 0,1 0 0 0 0,0 0 0 0 0,-1-1 0 0 0,1 1 0 0 0,0-1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8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30 191 7367 0 0,'1'4'643'0'0,"-1"0"1"0"0,1 0-1 0 0,-1 1 0 0 0,0-1 0 0 0,0 0 0 0 0,-1 0 0 0 0,0 6 0 0 0,0 0 827 0 0,-3 25-359 0 0,-20 150 1371 0 0,24-259-1774 0 0,5 11-332 0 0,4 0-1 0 0,17-69 1 0 0,-23 122-476 0 0,0 1-1 0 0,0-1 1 0 0,0 1 0 0 0,1 0 0 0 0,1 1-1 0 0,0-1 1 0 0,11-15 0 0 0,-15 22 72 0 0,1 0 1 0 0,0 1-1 0 0,-1-1 0 0 0,1 1 1 0 0,0-1-1 0 0,0 1 1 0 0,0-1-1 0 0,0 1 0 0 0,0 0 1 0 0,0 0-1 0 0,1 0 0 0 0,-1 0 1 0 0,0 1-1 0 0,0-1 0 0 0,5 0 1 0 0,-5 1 42 0 0,1 0-1 0 0,-1 0 1 0 0,1 1 0 0 0,-1-1 0 0 0,1 1-1 0 0,-1-1 1 0 0,1 1 0 0 0,-1 0 0 0 0,1 0-1 0 0,-1 0 1 0 0,0 1 0 0 0,1-1-1 0 0,-1 0 1 0 0,0 1 0 0 0,0-1 0 0 0,0 1-1 0 0,3 3 1 0 0,3 4 16 0 0,0 0-1 0 0,0 1 1 0 0,-1 0-1 0 0,0 1 1 0 0,8 16-1 0 0,24 63 512 0 0,-27-60-308 0 0,5 12 238 0 0,-7-14 191 0 0,22 41 1 0 0,-29-62-500 0 0,1 0 0 0 0,1-1 0 0 0,-1 1 0 0 0,1-1-1 0 0,0 0 1 0 0,1 0 0 0 0,-1-1 0 0 0,1 1 0 0 0,0-1-1 0 0,12 7 1 0 0,-16-11-116 0 0,0 0 0 0 0,0 0 0 0 0,1 0 0 0 0,-1 0 0 0 0,0 0 0 0 0,1-1-1 0 0,-1 1 1 0 0,0-1 0 0 0,1 1 0 0 0,-1-1 0 0 0,1 0 0 0 0,-1 0 0 0 0,1 0 0 0 0,-1 0 0 0 0,0 0 0 0 0,1-1-1 0 0,-1 1 1 0 0,1-1 0 0 0,-1 0 0 0 0,3-1 0 0 0,-1 0-8 0 0,0 0 1 0 0,0-1-1 0 0,0 1 0 0 0,0-1 0 0 0,-1 0 1 0 0,1-1-1 0 0,-1 1 0 0 0,0 0 1 0 0,5-8-1 0 0,1-3 191 0 0,0 0 0 0 0,-2-1 0 0 0,0 0 1 0 0,0 0-1 0 0,4-16 0 0 0,-6 8-122 0 0,0 0 0 0 0,-2 0 0 0 0,0 0 0 0 0,-1-1 0 0 0,-2 1 0 0 0,0 0 0 0 0,-2-1 0 0 0,0 1 0 0 0,-1 0 0 0 0,-2 0 0 0 0,-9-28 0 0 0,13 47-56 0 0,6 9-1978 0 0,0-1 85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9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407 45 5983 0 0,'2'-1'106'0'0,"-1"0"-1"0"0,0 0 0 0 0,0 0 0 0 0,-1 0 0 0 0,1 0 0 0 0,0-1 1 0 0,0 1-1 0 0,0 0 0 0 0,-1 0 0 0 0,1-1 0 0 0,-1 1 0 0 0,1-2 1 0 0,-1 2 66 0 0,0 1 1 0 0,0-1 0 0 0,0 0 0 0 0,0 1 0 0 0,0-1 0 0 0,0 1 0 0 0,0-1 0 0 0,0 1-1 0 0,0-1 1 0 0,0 1 0 0 0,0-1 0 0 0,-1 1 0 0 0,1-1 0 0 0,0 1 0 0 0,-1-1-1 0 0,1 1 1 0 0,0-1 0 0 0,0 1 0 0 0,-1-1 0 0 0,1 1 0 0 0,-1 0 0 0 0,0-1-1 0 0,-19-8 3731 0 0,3 6-4278 0 0,-4 1 929 0 0,0 1 0 0 0,0 1 0 0 0,0 0-1 0 0,0 2 1 0 0,-21 4 0 0 0,6 1-555 0 0,1 2 1 0 0,-36 14-1 0 0,67-21 114 0 0,-1-1 0 0 0,1 1 0 0 0,0 1 0 0 0,-1-1 0 0 0,1 0 0 0 0,0 1 0 0 0,1 0 0 0 0,-1 0 0 0 0,-3 4 0 0 0,6-6-81 0 0,0 0 0 0 0,0 0 0 0 0,1 0 0 0 0,-1 0 1 0 0,0 0-1 0 0,1 0 0 0 0,-1 0 0 0 0,1 0 0 0 0,0 0 0 0 0,-1 1 0 0 0,1-1 0 0 0,0 0 0 0 0,0 0 0 0 0,-1 1 0 0 0,1-1 0 0 0,0 0 0 0 0,0 0 0 0 0,1 1 0 0 0,-1-1 0 0 0,0 0 0 0 0,0 0 0 0 0,0 0 0 0 0,1 1 0 0 0,-1-1 0 0 0,1 0 1 0 0,-1 0-1 0 0,1 0 0 0 0,-1 0 0 0 0,1 0 0 0 0,0 0 0 0 0,0 0 0 0 0,-1 0 0 0 0,1 0 0 0 0,0 0 0 0 0,0 0 0 0 0,0 0 0 0 0,0 0 0 0 0,2 0 0 0 0,4 5-4 0 0,0-1-1 0 0,1 0 0 0 0,-1 0 1 0 0,1 0-1 0 0,1-1 0 0 0,14 5 1 0 0,59 13 27 0 0,-37-10-39 0 0,-13-4-9 0 0,-1 1 1 0 0,0 2 0 0 0,-1 2-1 0 0,0 0 1 0 0,-1 2 0 0 0,47 33-1 0 0,-74-47-7 0 0,0 0 0 0 0,0 0 0 0 0,-1 0 0 0 0,1 1 0 0 0,-1-1 0 0 0,1 0 0 0 0,-1 1 0 0 0,1 0 0 0 0,-1-1 0 0 0,0 1 0 0 0,0 0 0 0 0,0-1-1 0 0,0 1 1 0 0,0 0 0 0 0,0 0 0 0 0,0 0 0 0 0,0 0 0 0 0,-1 0 0 0 0,1 0 0 0 0,-1 0 0 0 0,0 0 0 0 0,1 5 0 0 0,-2-5 1 0 0,0 0-1 0 0,0 1 1 0 0,0-1 0 0 0,0 0 0 0 0,-1 0 0 0 0,1 0-1 0 0,-1 0 1 0 0,1 0 0 0 0,-1 0 0 0 0,1 0 0 0 0,-1 0-1 0 0,0-1 1 0 0,0 1 0 0 0,0 0 0 0 0,0-1 0 0 0,0 0-1 0 0,-1 0 1 0 0,1 1 0 0 0,-2 0 0 0 0,-15 6 126 0 0,-1 0 0 0 0,1-1 0 0 0,-1 0 1 0 0,-34 5-1 0 0,-86 6 1070 0 0,83-12-597 0 0,50-5-514 0 0,-13 2 238 0 0,0-1-1 0 0,0-1 0 0 0,-1 0 1 0 0,1-2-1 0 0,-34-4 1 0 0,54 5-317 0 0,0 0-1 0 0,0 0 1 0 0,0 0 0 0 0,0 0 0 0 0,-1 0-1 0 0,1 0 1 0 0,0 0 0 0 0,0 0 0 0 0,0 0 0 0 0,0 0-1 0 0,0 0 1 0 0,-1 0 0 0 0,1 0 0 0 0,0 0-1 0 0,0 0 1 0 0,0 0 0 0 0,0 0 0 0 0,0 0 0 0 0,-1 0-1 0 0,1 0 1 0 0,0 0 0 0 0,0 0 0 0 0,0 0 0 0 0,0 0-1 0 0,0 0 1 0 0,0 0 0 0 0,-1 0 0 0 0,1 0-1 0 0,0-1 1 0 0,0 1 0 0 0,0 0 0 0 0,0 0 0 0 0,0 0-1 0 0,0 0 1 0 0,0 0 0 0 0,0 0 0 0 0,0 0-1 0 0,-1-1 1 0 0,1 1 0 0 0,0 0 0 0 0,0 0 0 0 0,0 0-1 0 0,0 0 1 0 0,0 0 0 0 0,0-1 0 0 0,0 1-1 0 0,0 0 1 0 0,0 0 0 0 0,0 0 0 0 0,0 0 0 0 0,0 0-1 0 0,0-1 1 0 0,0 1 0 0 0,0 0 0 0 0,0 0 0 0 0,0 0-1 0 0,1 0 1 0 0,10-5-66 0 0,18-1-231 0 0,50-6-2997 0 0,-48 9 1567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9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10591 0 0,'4'49'3766'0'0,"-5"80"-1"0"0,-1-83-2772 0 0,2-1 1 0 0,7 50-1 0 0,-6-88-920 0 0,0 0 0 0 0,1 0 0 0 0,0 0 0 0 0,3 6 0 0 0,-4-11-74 0 0,0 0 1 0 0,0-1-1 0 0,0 1 0 0 0,0-1 0 0 0,0 1 0 0 0,0-1 1 0 0,0 1-1 0 0,1-1 0 0 0,1 2 0 0 0,-2-2-20 0 0,-1-1 0 0 0,1 1 0 0 0,0-1 0 0 0,-1 0-1 0 0,1 0 1 0 0,0 1 0 0 0,-1-1 0 0 0,1 0 0 0 0,0 0-1 0 0,-1 0 1 0 0,1 0 0 0 0,0 0 0 0 0,-1 0 0 0 0,1 0 0 0 0,0 0-1 0 0,-1 0 1 0 0,1 0 0 0 0,0 0 0 0 0,-1 0 0 0 0,1 0-1 0 0,0-1 1 0 0,-1 1 0 0 0,1 0 0 0 0,0 0 0 0 0,0-1 0 0 0,3-4-1462 0 0,-1-1-480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00.2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1375 0 0,'0'-2'393'0'0,"1"0"0"0"0,0 1 0 0 0,0-1 0 0 0,-1 0 0 0 0,1 1-1 0 0,0-1 1 0 0,1 1 0 0 0,-1-1 0 0 0,0 1 0 0 0,0-1 0 0 0,1 1-1 0 0,-1 0 1 0 0,0 0 0 0 0,1 0 0 0 0,0 0 0 0 0,-1 0 0 0 0,1 0-1 0 0,-1 0 1 0 0,1 0 0 0 0,0 0 0 0 0,0 1 0 0 0,0-1 0 0 0,-1 1-1 0 0,1 0 1 0 0,0-1 0 0 0,3 1 0 0 0,9-2 2598 0 0,1 1 1 0 0,21 0-1 0 0,-12 1-4798 0 0,459 2 4000 0 0,-475-2-2192 0 0,11 0 29 0 0,0 1 0 0 0,0 0 0 0 0,0 2 0 0 0,0 0-1 0 0,21 7 1 0 0,-36-9-34 0 0,0 1 0 0 0,0 0-1 0 0,0 0 1 0 0,0 0 0 0 0,-1 0 0 0 0,1 0 0 0 0,-1 1-1 0 0,1-1 1 0 0,-1 1 0 0 0,0 0 0 0 0,0 0-1 0 0,0 0 1 0 0,0 1 0 0 0,0-1 0 0 0,-1 1-1 0 0,0-1 1 0 0,0 1 0 0 0,0 0 0 0 0,0 0-1 0 0,0 0 1 0 0,-1 0 0 0 0,0 0 0 0 0,1 0-1 0 0,-2 0 1 0 0,1 1 0 0 0,0-1 0 0 0,-1 0-1 0 0,0 8 1 0 0,-1 7-107 0 0,-2 1 0 0 0,0-1 0 0 0,-11 37-1 0 0,7-31 258 0 0,-6 40 0 0 0,12-57 87 0 0,1 0-1 0 0,-1 0 0 0 0,1 0 0 0 0,1 0 0 0 0,0-1 1 0 0,0 1-1 0 0,0 0 0 0 0,1 0 0 0 0,4 10 0 0 0,-5-14-239 0 0,1-1 0 0 0,0 1-1 0 0,0 0 1 0 0,0-1 0 0 0,0 0-1 0 0,1 1 1 0 0,0-1 0 0 0,-1 0-1 0 0,1 0 1 0 0,0-1 0 0 0,0 1-1 0 0,0-1 1 0 0,1 1 0 0 0,4 2-1 0 0,-2-3 83 0 0,0 1 0 0 0,0-1 0 0 0,0 0 0 0 0,0 0 0 0 0,1 0 0 0 0,-1-1 0 0 0,0 0-1 0 0,9 0 1 0 0,1-1 97 0 0,0-1 0 0 0,0-1 0 0 0,0 0 0 0 0,-1-1-1 0 0,1 0 1 0 0,21-9 0 0 0,-23 7-130 0 0,0-1 1 0 0,0-1-1 0 0,-1 0 1 0 0,0-1-1 0 0,0 0 0 0 0,-1-1 1 0 0,0 0-1 0 0,0-1 0 0 0,-1 0 1 0 0,0-1-1 0 0,12-17 0 0 0,-19 23-37 0 0,0 0-1 0 0,-1-1 0 0 0,1 0 1 0 0,-1 1-1 0 0,-1-1 0 0 0,1 0 0 0 0,-1-1 1 0 0,0 1-1 0 0,0 0 0 0 0,-1-1 0 0 0,0 1 1 0 0,0-1-1 0 0,0 1 0 0 0,-1-1 0 0 0,0 1 1 0 0,0-1-1 0 0,-1 1 0 0 0,0-1 0 0 0,0 1 1 0 0,-1-1-1 0 0,1 1 0 0 0,-1 0 1 0 0,-1-1-1 0 0,1 1 0 0 0,-1 0 0 0 0,0 1 1 0 0,0-1-1 0 0,-6-7 0 0 0,1 4-24 0 0,1 0-1 0 0,-2 1 1 0 0,1 0 0 0 0,-1 1-1 0 0,0 0 1 0 0,0 0-1 0 0,-1 1 1 0 0,0 0 0 0 0,0 1-1 0 0,-1 0 1 0 0,1 0-1 0 0,-1 1 1 0 0,0 1 0 0 0,0 0-1 0 0,0 0 1 0 0,-14-1 0 0 0,15 3 7 0 0,0 0 1 0 0,0 0 0 0 0,0 1 0 0 0,-1 0 0 0 0,1 0 0 0 0,0 1 0 0 0,0 1-1 0 0,0 0 1 0 0,0 0 0 0 0,0 1 0 0 0,0 0 0 0 0,1 1 0 0 0,-1 0-1 0 0,1 0 1 0 0,0 1 0 0 0,0 0 0 0 0,1 1 0 0 0,-11 8 0 0 0,17-12-16 0 0,0-1 0 0 0,1 1 0 0 0,-1-1 0 0 0,1 1 0 0 0,-1 0 0 0 0,1 0 1 0 0,-1-1-1 0 0,1 1 0 0 0,0 0 0 0 0,0 0 0 0 0,0 0 0 0 0,0 0 0 0 0,1 1 0 0 0,-1-1 1 0 0,0 0-1 0 0,1 0 0 0 0,-1 0 0 0 0,1 1 0 0 0,0-1 0 0 0,0 0 0 0 0,0 0 0 0 0,0 1 0 0 0,0-1 1 0 0,0 0-1 0 0,1 0 0 0 0,-1 0 0 0 0,1 1 0 0 0,0 1 0 0 0,2 0-369 0 0,-1 1-1 0 0,1-1 1 0 0,0 0-1 0 0,0 0 1 0 0,1-1-1 0 0,-1 1 1 0 0,1-1-1 0 0,-1 1 1 0 0,1-1-1 0 0,0 0 1 0 0,8 4-1 0 0,11 6-6950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00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1 404 9671 0 0,'5'71'5489'0'0,"17"34"-1757"0"0,-16-76-3102 0 0,-4-18-912 0 0,1-1 1042 0 0,-7-23-10 0 0,-4-17-529 0 0,2-1-1 0 0,0-1 1 0 0,2 1 0 0 0,2-1-1 0 0,1 1 1 0 0,1-1-1 0 0,1 1 1 0 0,2-1 0 0 0,1 1-1 0 0,2 0 1 0 0,12-40 0 0 0,-12 54-204 0 0,0 0 1 0 0,1 0-1 0 0,1 0 0 0 0,0 1 1 0 0,2 0-1 0 0,-1 1 0 0 0,16-18 1 0 0,-21 28-41 0 0,1 0 0 0 0,-1 1 0 0 0,1 0 1 0 0,-1 0-1 0 0,1 0 0 0 0,0 0 0 0 0,1 1 0 0 0,-1 0 1 0 0,1 0-1 0 0,-1 0 0 0 0,1 1 0 0 0,0 0 1 0 0,0 0-1 0 0,0 0 0 0 0,0 1 0 0 0,0 0 0 0 0,0 0 1 0 0,0 1-1 0 0,1-1 0 0 0,-1 1 0 0 0,0 1 0 0 0,0-1 1 0 0,1 1-1 0 0,9 3 0 0 0,-12-3 13 0 0,-1 0 1 0 0,0 0-1 0 0,0 0 0 0 0,0 0 0 0 0,1 1 0 0 0,-1-1 1 0 0,-1 1-1 0 0,1 0 0 0 0,0 0 0 0 0,0 0 0 0 0,-1 1 1 0 0,1-1-1 0 0,-1 0 0 0 0,0 1 0 0 0,0 0 0 0 0,1-1 1 0 0,1 5-1 0 0,-2-2-1 0 0,0 0 0 0 0,0-1 0 0 0,-1 1 0 0 0,1 0 0 0 0,-1 0-1 0 0,0 1 1 0 0,-1-1 0 0 0,1 0 0 0 0,-1 0 0 0 0,-1 8 0 0 0,0 2-11 0 0,-1 0-1 0 0,-1 0 0 0 0,-1-1 1 0 0,0 1-1 0 0,-1-1 1 0 0,-12 26-1 0 0,6-22 9 0 0,0-1-1 0 0,-1 0 1 0 0,-1-1 0 0 0,-1 0-1 0 0,0-1 1 0 0,-1-1-1 0 0,0 0 1 0 0,-1-1 0 0 0,-28 18-1 0 0,1-8 15 0 0,71-27 26 0 0,1 1 0 0 0,0 0-1 0 0,0 3 1 0 0,-1 0 0 0 0,31 5 0 0 0,-43-2-9 0 0,-1 0 1 0 0,0 2 0 0 0,0-1-1 0 0,-1 2 1 0 0,1 0 0 0 0,-1 1-1 0 0,-1 0 1 0 0,1 1 0 0 0,-1 0-1 0 0,0 1 1 0 0,-1 1 0 0 0,12 11-1 0 0,1-2-1789 0 0,-19-15 800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01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15751 0 0,'1'1'80'0'0,"0"-1"1"0"0,0 0-1 0 0,-1 0 0 0 0,1 1 0 0 0,0-1 1 0 0,-1 0-1 0 0,1 0 0 0 0,-1 1 0 0 0,1-1 1 0 0,0 1-1 0 0,-1-1 0 0 0,1 1 0 0 0,-1-1 0 0 0,1 1 1 0 0,-1-1-1 0 0,0 1 0 0 0,1-1 0 0 0,-1 1 1 0 0,1 0-1 0 0,-1-1 0 0 0,0 1 0 0 0,1-1 0 0 0,-1 2 1 0 0,7 21 179 0 0,-5-17 162 0 0,40 168 1993 0 0,13 45 753 0 0,-54-216-3163 0 0,16 39 633 0 0,-17-40-722 0 0,1 0 1 0 0,0 0-1 0 0,0 0 1 0 0,0-1-1 0 0,0 1 1 0 0,0 0-1 0 0,0-1 0 0 0,0 1 1 0 0,1-1-1 0 0,-1 0 1 0 0,0 1-1 0 0,1-1 1 0 0,-1 0-1 0 0,1 0 1 0 0,0 0-1 0 0,-1 0 0 0 0,1 0 1 0 0,0 0-1 0 0,2 1 1 0 0,2-3-1550 0 0,-1-2-65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01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12175 0 0,'6'0'361'0'0,"0"1"0"0"0,-1 1 0 0 0,1-1 0 0 0,0 1 0 0 0,-1 0 0 0 0,1 0 0 0 0,-1 1 0 0 0,8 4 0 0 0,18 7 158 0 0,10-1-183 0 0,-1-1 0 0 0,2-3 0 0 0,-1-2-1 0 0,1-1 1 0 0,69 0 0 0 0,-102-6-43 0 0,0 1 0 0 0,0-1 0 0 0,1 1 0 0 0,-1 1 0 0 0,0-1 0 0 0,14 6 0 0 0,-20-6-142 0 0,0 0-1 0 0,0 1 1 0 0,0 0 0 0 0,0-1 0 0 0,-1 1 0 0 0,1 0 0 0 0,0 0 0 0 0,-1 0 0 0 0,1 1 0 0 0,-1-1 0 0 0,0 1 0 0 0,0-1 0 0 0,0 1 0 0 0,0 0 0 0 0,0 0 0 0 0,-1-1 0 0 0,1 1 0 0 0,-1 1 0 0 0,0-1 0 0 0,0 0 0 0 0,1 6 0 0 0,2 11 492 0 0,-2 1 0 0 0,-1 0 0 0 0,-2 35 0 0 0,0-36-388 0 0,1 1 0 0 0,0-1 0 0 0,7 39 0 0 0,-5-53-370 0 0,0 0 0 0 0,0 0 1 0 0,1 0-1 0 0,-1 0 0 0 0,1 0 0 0 0,1-1 1 0 0,-1 0-1 0 0,1 1 0 0 0,0-1 1 0 0,0 0-1 0 0,0-1 0 0 0,1 1 0 0 0,0-1 1 0 0,9 7-1 0 0,-8-7-994 0 0,1 0-1 0 0,-1-1 1 0 0,1 1-1 0 0,0-1 1 0 0,0 0 0 0 0,0-1-1 0 0,10 3 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01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14743 0 0,'6'-1'3391'0'0,"-5"2"-3321"0"0,7 10 1916 0 0,5 15-763 0 0,-4 4-863 0 0,-2 2 1 0 0,-1-1 0 0 0,-2 1 0 0 0,1 63 0 0 0,3 17 325 0 0,-6-90-813 0 0,0-1 393 0 0,1 1-1 0 0,7 26 1 0 0,-8-43-502 0 0,-1 0 1 0 0,1 0-1 0 0,0-1 1 0 0,0 1-1 0 0,0 0 1 0 0,1-1 0 0 0,-1 0-1 0 0,1 1 1 0 0,0-1-1 0 0,1 0 1 0 0,-1 0 0 0 0,1-1-1 0 0,-1 1 1 0 0,1-1-1 0 0,5 4 1 0 0,-2-4-2497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02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40 277 14335 0 0,'2'23'580'0'0,"-1"-1"0"0"0,-1 1-1 0 0,-3 22 1 0 0,2-18-3 0 0,-1 18 0 0 0,1-9 662 0 0,-2-1 1 0 0,-11 58 0 0 0,15-93-1224 0 0,-1 0 0 0 0,0 0 0 0 0,0 0 0 0 0,0 1 0 0 0,0-1 0 0 0,0 0 0 0 0,0 0 0 0 0,0 0 0 0 0,0 0-1 0 0,0 1 1 0 0,0-1 0 0 0,0 0 0 0 0,0 0 0 0 0,0 0 0 0 0,0 0 0 0 0,0 1 0 0 0,0-1 0 0 0,0 0 0 0 0,0 0 0 0 0,0 0 0 0 0,0 0 0 0 0,-1 1 0 0 0,1-1-1 0 0,0 0 1 0 0,0 0 0 0 0,0 0 0 0 0,0 0 0 0 0,0 0 0 0 0,0 1 0 0 0,0-1 0 0 0,0 0 0 0 0,-1 0 0 0 0,1 0 0 0 0,0 0 0 0 0,0 0 0 0 0,0 0 0 0 0,0 0-1 0 0,-1 0 1 0 0,1 0 0 0 0,0 0 0 0 0,0 1 0 0 0,0-1 0 0 0,0 0 0 0 0,-1 0 0 0 0,1 0 0 0 0,0 0 0 0 0,0 0 0 0 0,0 0 0 0 0,0 0 0 0 0,-1 0 0 0 0,1 0-1 0 0,0 0 1 0 0,0-1 0 0 0,0 1 0 0 0,0 0 0 0 0,-1 0 0 0 0,1 0 0 0 0,0 0 0 0 0,0 0 0 0 0,0 0 0 0 0,0 0 0 0 0,0 0 0 0 0,-1 0 0 0 0,1 0 0 0 0,0-1-1 0 0,0 1 1 0 0,0 0 0 0 0,0 0 0 0 0,-4-13 498 0 0,0-33-126 0 0,1 3-149 0 0,1-144-239 0 0,2 163-9 0 0,2-1 0 0 0,0 1 0 0 0,1 0 0 0 0,1 0 0 0 0,14-43 0 0 0,-2 7-17 0 0,-15 53 5 0 0,1 0 0 0 0,0 0 1 0 0,1 1-1 0 0,0-1 0 0 0,0 1 0 0 0,0-1 0 0 0,0 1 1 0 0,1 0-1 0 0,6-7 0 0 0,-8 11 0 0 0,0 0 0 0 0,-1 0 1 0 0,1 1-1 0 0,0-1 0 0 0,0 1 0 0 0,0-1 1 0 0,0 1-1 0 0,1 0 0 0 0,-1 0 0 0 0,0 0 1 0 0,0 0-1 0 0,1 0 0 0 0,-1 1 0 0 0,1-1 1 0 0,-1 1-1 0 0,0-1 0 0 0,1 1 0 0 0,-1 0 1 0 0,1 0-1 0 0,-1 0 0 0 0,1 0 0 0 0,-1 0 1 0 0,1 1-1 0 0,-1-1 0 0 0,1 1 0 0 0,-1-1 1 0 0,0 1-1 0 0,1 0 0 0 0,3 2 0 0 0,-1 0-5 0 0,-1 0 0 0 0,1 0-1 0 0,-1 0 1 0 0,1 0 0 0 0,-1 1-1 0 0,0-1 1 0 0,0 1 0 0 0,-1 0-1 0 0,1 1 1 0 0,-1-1 0 0 0,0 1-1 0 0,0-1 1 0 0,3 8 0 0 0,2 6 3 0 0,-1 0 0 0 0,7 28 0 0 0,-5-17-20 0 0,18 70 208 0 0,13 41 507 0 0,-32-120-297 0 0,0 0 0 0 0,1 0 0 0 0,1-1 0 0 0,20 29 0 0 0,-26-43-219 0 0,0 1-1 0 0,1-1 1 0 0,-1 0-1 0 0,1 0 1 0 0,0-1 0 0 0,1 1-1 0 0,-1-1 1 0 0,1-1-1 0 0,-1 1 1 0 0,11 4-1 0 0,-13-7-95 0 0,0 0-1 0 0,1 0 1 0 0,-1 0 0 0 0,1 0-1 0 0,-1 0 1 0 0,1-1 0 0 0,0 0-1 0 0,-1 0 1 0 0,1 0-1 0 0,-1 0 1 0 0,1 0 0 0 0,0-1-1 0 0,-1 0 1 0 0,1 0 0 0 0,-1 0-1 0 0,0 0 1 0 0,1 0 0 0 0,-1 0-1 0 0,0-1 1 0 0,1 0-1 0 0,3-3 1 0 0,6-5 3 0 0,0 0-1 0 0,0-1 1 0 0,-2 0-1 0 0,1-1 1 0 0,-1-1 0 0 0,-1 0-1 0 0,0 0 1 0 0,-1-1-1 0 0,-1 0 1 0 0,0-1-1 0 0,-1 1 1 0 0,0-2 0 0 0,-1 1-1 0 0,7-31 1 0 0,-7 19-48 0 0,-2 0 0 0 0,-1-1 0 0 0,-1 1 1 0 0,-1-1-1 0 0,-1 1 0 0 0,-1-1 1 0 0,-2 1-1 0 0,-7-31 0 0 0,9 52-12 0 0,-1-1 1 0 0,1 1-1 0 0,-1 0 0 0 0,-1 0 0 0 0,1 0 1 0 0,-1 1-1 0 0,0-1 0 0 0,0 1 0 0 0,-8-9 1 0 0,10 12-14 0 0,-1 0 1 0 0,1 1-1 0 0,-1 0 1 0 0,1-1 0 0 0,-1 1-1 0 0,0 0 1 0 0,0 0-1 0 0,1 0 1 0 0,-1 0 0 0 0,0 0-1 0 0,0 0 1 0 0,0 1 0 0 0,0-1-1 0 0,0 1 1 0 0,0-1-1 0 0,0 1 1 0 0,0 0 0 0 0,-1 0-1 0 0,1 0 1 0 0,0 0-1 0 0,0 0 1 0 0,0 0 0 0 0,0 0-1 0 0,0 1 1 0 0,0-1-1 0 0,0 1 1 0 0,0 0 0 0 0,0-1-1 0 0,0 1 1 0 0,0 0 0 0 0,0 0-1 0 0,-2 2 1 0 0,1-1-64 0 0,0 0-1 0 0,1 0 1 0 0,-1 0 0 0 0,1 0 0 0 0,-1 0 0 0 0,1 1-1 0 0,0-1 1 0 0,0 1 0 0 0,0 0 0 0 0,0-1 0 0 0,1 1-1 0 0,-1 0 1 0 0,1 0 0 0 0,-1 0 0 0 0,1 0 0 0 0,0 0-1 0 0,-1 5 1 0 0,0 24-2882 0 0,9 1-5020 0 0,-1-15 760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8:02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63 3223 0 0,'6'-3'957'0'0,"48"-48"12165"0"0,-54 51-13096 0 0,0-1 0 0 0,0 1-1 0 0,0 0 1 0 0,0 0 0 0 0,0 0 0 0 0,0-1 0 0 0,0 1 0 0 0,0 0-1 0 0,0 0 1 0 0,0-1 0 0 0,0 1 0 0 0,0 0 0 0 0,0 0 0 0 0,0-1-1 0 0,0 1 1 0 0,0 0 0 0 0,0 0 0 0 0,0 0 0 0 0,0-1 0 0 0,0 1-1 0 0,0 0 1 0 0,0 0 0 0 0,0 0 0 0 0,0-1 0 0 0,-1 1 0 0 0,1 0-1 0 0,0 0 1 0 0,0 0 0 0 0,0-1 0 0 0,0 1 0 0 0,0 0 0 0 0,-1 0 0 0 0,1 0-1 0 0,0 0 1 0 0,0 0 0 0 0,0-1 0 0 0,-1 1 0 0 0,1 0 0 0 0,0 0-1 0 0,0 0 1 0 0,0 0 0 0 0,-1 0 0 0 0,-12 2 343 0 0,-13 10-266 0 0,14-3-48 0 0,0 0 1 0 0,1 0-1 0 0,0 1 1 0 0,1 1-1 0 0,0 0 1 0 0,-15 21-1 0 0,6-4 227 0 0,-27 56 0 0 0,40-71-150 0 0,0 0 0 0 0,1 1 1 0 0,0-1-1 0 0,1 1 0 0 0,1 0 1 0 0,0 0-1 0 0,1 1 0 0 0,-1 25 1 0 0,3-32-48 0 0,1 0 1 0 0,0 0-1 0 0,0 1 0 0 0,1-1 1 0 0,0 0-1 0 0,1-1 1 0 0,-1 1-1 0 0,1 0 1 0 0,1-1-1 0 0,0 1 1 0 0,0-1-1 0 0,0 0 1 0 0,1 0-1 0 0,0-1 1 0 0,0 0-1 0 0,11 11 0 0 0,-3-6 153 0 0,0-1 0 0 0,0 0-1 0 0,1-1 1 0 0,1-1-1 0 0,-1 0 1 0 0,1-1-1 0 0,1 0 1 0 0,-1-1 0 0 0,1-1-1 0 0,0-1 1 0 0,23 4-1 0 0,-20-5-96 0 0,1-1-1 0 0,0-1 0 0 0,0 0 1 0 0,-1-2-1 0 0,1 0 1 0 0,0-1-1 0 0,0-2 0 0 0,-1 0 1 0 0,23-7-1 0 0,-34 8-75 0 0,0 0 1 0 0,0 0-1 0 0,0-1 0 0 0,0 0 1 0 0,-1-1-1 0 0,13-9 0 0 0,-18 12-32 0 0,0 1-1 0 0,0-1 1 0 0,0 0-1 0 0,-1 0 1 0 0,1 0 0 0 0,-1 0-1 0 0,1 0 1 0 0,-1 0-1 0 0,0-1 1 0 0,0 1-1 0 0,0 0 1 0 0,0-1-1 0 0,0 1 1 0 0,0-1-1 0 0,0 1 1 0 0,-1-1-1 0 0,0 1 1 0 0,1-1-1 0 0,-1 1 1 0 0,0-1-1 0 0,0 1 1 0 0,0-1-1 0 0,-1 1 1 0 0,1-1-1 0 0,-1 1 1 0 0,1-1 0 0 0,-2-3-1 0 0,-1-1 31 0 0,-1 1-1 0 0,0-1 0 0 0,0 0 1 0 0,0 1-1 0 0,-1 0 1 0 0,1 0-1 0 0,-2 0 1 0 0,1 1-1 0 0,-1-1 1 0 0,1 1-1 0 0,-1 1 1 0 0,-1-1-1 0 0,1 1 0 0 0,-1 0 1 0 0,0 1-1 0 0,1-1 1 0 0,-2 1-1 0 0,1 1 1 0 0,-14-5-1 0 0,6 4-89 0 0,0-1 1 0 0,0 2-1 0 0,0 0 0 0 0,0 1 0 0 0,-1 0 1 0 0,1 2-1 0 0,0-1 0 0 0,0 2 0 0 0,-18 3 0 0 0,27-3-69 0 0,0-1-1 0 0,1 1 0 0 0,-1 0 0 0 0,1 1 0 0 0,-11 5 0 0 0,15-8-14 0 0,0 1-1 0 0,0-1 0 0 0,0 1 1 0 0,0 0-1 0 0,0 0 1 0 0,1-1-1 0 0,-1 1 1 0 0,0 0-1 0 0,0 0 1 0 0,0 0-1 0 0,1 0 1 0 0,-1 0-1 0 0,0 0 0 0 0,1 0 1 0 0,-1 0-1 0 0,1 0 1 0 0,-1 1-1 0 0,1-1 1 0 0,0 0-1 0 0,-1 0 1 0 0,1 0-1 0 0,0 1 1 0 0,0-1-1 0 0,0 0 1 0 0,0 0-1 0 0,0 0 0 0 0,0 1 1 0 0,0-1-1 0 0,0 0 1 0 0,1 0-1 0 0,-1 0 1 0 0,0 0-1 0 0,1 1 1 0 0,0 1-1 0 0,8 11-1808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4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185 141 2759 0 0,'11'-31'4601'0'0,"-4"17"-3260"0"0,1-1 0 0 0,0 2 0 0 0,1-1 0 0 0,1 1 0 0 0,0 0 0 0 0,17-15 515 0 0,-40 57 265 0 0,-115 386 2050 0 0,48-137-2694 0 0,77-268-1416 0 0,-10 28 247 0 0,2-1 0 0 0,2 1 0 0 0,-9 73 0 0 0,21-86-170 0 0,-3-25-137 0 0,0 0 0 0 0,0 0-1 0 0,0 0 1 0 0,0 0 0 0 0,0 0 0 0 0,0 0 0 0 0,0 0 0 0 0,0 0 0 0 0,0 0-1 0 0,0 1 1 0 0,0-1 0 0 0,0 0 0 0 0,0 0 0 0 0,0 0 0 0 0,0 0 0 0 0,0 0-1 0 0,0 0 1 0 0,0 0 0 0 0,0 0 0 0 0,0 0 0 0 0,0 0 0 0 0,0 0 0 0 0,0 0-1 0 0,1 0 1 0 0,-1 0 0 0 0,0 0 0 0 0,0 0 0 0 0,0 0 0 0 0,0 1 0 0 0,0-1-1 0 0,0 0 1 0 0,0 0 0 0 0,0 0 0 0 0,0 0 0 0 0,0 0 0 0 0,0 0 0 0 0,0 0-1 0 0,0 0 1 0 0,1 0 0 0 0,-1 0 0 0 0,0 0 0 0 0,0 0 0 0 0,0 0 0 0 0,0 0-1 0 0,0 0 1 0 0,0 0 0 0 0,0-1 0 0 0,0 1 0 0 0,0 0 0 0 0,0 0 0 0 0,0 0-1 0 0,0 0 1 0 0,1 0 0 0 0,-1 0 0 0 0,0 0 0 0 0,0 0 0 0 0,0 0 0 0 0,0 0 0 0 0,0 0-1 0 0,0 0 1 0 0,0 0 0 0 0,0 0 0 0 0,0 0 0 0 0,0 0 0 0 0,0 0 0 0 0,0-1-1 0 0,4-13-159 0 0,2-53-2796 0 0,-4 21-4413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8551 0 0,'0'0'52'0'0,"0"0"0"0"0,0-1 0 0 0,0 1-1 0 0,0 0 1 0 0,0 0 0 0 0,0-1 0 0 0,1 1-1 0 0,-1 0 1 0 0,0 0 0 0 0,0-1 0 0 0,0 1-1 0 0,0 0 1 0 0,0 0 0 0 0,0 0 0 0 0,0-1-1 0 0,1 1 1 0 0,-1 0 0 0 0,0 0 0 0 0,0 0-1 0 0,0-1 1 0 0,0 1 0 0 0,1 0 0 0 0,-1 0-1 0 0,0 0 1 0 0,0 0 0 0 0,0 0-1 0 0,1 0 1 0 0,-1-1 0 0 0,0 1 0 0 0,0 0-1 0 0,0 0 1 0 0,1 0 0 0 0,-1 0 0 0 0,0 0-1 0 0,0 0 1 0 0,1 0 0 0 0,-1 0 0 0 0,0 0-1 0 0,0 0 1 0 0,1 0 0 0 0,7 10 1663 0 0,6 25 220 0 0,-12-30-1816 0 0,67 185 1476 0 0,44 113 3317 0 0,24-12-2022 0 0,-130-277-2952 0 0,-5-10-1 0 0,0 1 1 0 0,1-1 0 0 0,-1 0 0 0 0,1 0-1 0 0,3 5 1 0 0,-9-15-2413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5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97 12439 0 0,'-1'-1'70'0'0,"1"0"-1"0"0,0 0 1 0 0,-1 0-1 0 0,1 0 1 0 0,0 1-1 0 0,0-1 1 0 0,0 0-1 0 0,-1 0 1 0 0,1 0-1 0 0,0 0 1 0 0,0 0-1 0 0,0 0 1 0 0,1 0-1 0 0,-1 0 1 0 0,0 0-1 0 0,0 1 1 0 0,0-1-1 0 0,1 0 1 0 0,-1 0-1 0 0,0 0 1 0 0,1 0-1 0 0,-1 1 1 0 0,1-1-1 0 0,-1 0 1 0 0,1 0-1 0 0,-1 1 1 0 0,1-1-1 0 0,0 0 1 0 0,-1 1-1 0 0,1-1 1 0 0,0 1-1 0 0,-1-1 1 0 0,1 0-1 0 0,0 1 1 0 0,0 0-1 0 0,0-1 1 0 0,1 0-1 0 0,4-2 462 0 0,1 0 0 0 0,0 1 0 0 0,13-4-1 0 0,-11 4-379 0 0,40-12 516 0 0,-1 2 0 0 0,2 3 0 0 0,-1 2 1 0 0,71-2-1 0 0,-56 14-2630 0 0,-53-4 155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5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6911 0 0,'7'20'3222'0'0,"22"110"2007"0"0,8 182-488 0 0,-36-297-4489 0 0,0-2-169 0 0,0-1 0 0 0,0 1-1 0 0,1 0 1 0 0,1-1 0 0 0,0 1-1 0 0,9 20 1 0 0,-12-33-135 0 0,0 1-1 0 0,0-1 1 0 0,0 0 0 0 0,0 1-1 0 0,1-1 1 0 0,-1 0 0 0 0,0 0 0 0 0,0 1-1 0 0,0-1 1 0 0,0 0 0 0 0,1 0 0 0 0,-1 1-1 0 0,0-1 1 0 0,0 0 0 0 0,1 0-1 0 0,-1 0 1 0 0,0 0 0 0 0,0 1 0 0 0,1-1-1 0 0,-1 0 1 0 0,0 0 0 0 0,0 0 0 0 0,1 0-1 0 0,-1 0 1 0 0,0 0 0 0 0,1 0-1 0 0,-1 0 1 0 0,0 0 0 0 0,0 0 0 0 0,1 0-1 0 0,-1 0 1 0 0,0 0 0 0 0,1 0-1 0 0,-1 0 1 0 0,0 0 0 0 0,1 0 0 0 0,-1 0-1 0 0,0 0 1 0 0,0 0 0 0 0,1 0 0 0 0,-1 0-1 0 0,0-1 1 0 0,0 1 0 0 0,1 0-1 0 0,-1 0 1 0 0,0 0 0 0 0,0-1 0 0 0,1 1-1 0 0,-1 0 1 0 0,0 0 0 0 0,0 0 0 0 0,0-1-1 0 0,1 1 1 0 0,-1 0 0 0 0,0 0-1 0 0,0-1 1 0 0,0 1 0 0 0,2-6-1499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6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1 150 11087 0 0,'1'-6'232'0'0,"0"0"0"0"0,0-1-1 0 0,1 1 1 0 0,0 1 0 0 0,0-1-1 0 0,1 0 1 0 0,0 0 0 0 0,0 1-1 0 0,0 0 1 0 0,0-1 0 0 0,8-7-1 0 0,-4 5 109 0 0,0 1-1 0 0,0 1 1 0 0,1-1-1 0 0,0 2 1 0 0,0-1-1 0 0,1 1 1 0 0,-1 0-1 0 0,1 0 1 0 0,0 1-1 0 0,0 0 1 0 0,14-3-1 0 0,-17 6-207 0 0,1 0 0 0 0,-1 0 0 0 0,1 0 0 0 0,-1 1 0 0 0,1 0 0 0 0,0 1 0 0 0,-1-1 0 0 0,1 1 0 0 0,-1 1 0 0 0,1-1 1 0 0,-1 1-1 0 0,0 0 0 0 0,0 0 0 0 0,0 1 0 0 0,0 0 0 0 0,0 0 0 0 0,0 0 0 0 0,6 6 0 0 0,-6-5-95 0 0,-1 0 0 0 0,1 1 0 0 0,-1 0 0 0 0,0 0 1 0 0,-1 1-1 0 0,1-1 0 0 0,-1 1 0 0 0,0 0 0 0 0,0 0 0 0 0,-1 0 0 0 0,1 1 1 0 0,-1-1-1 0 0,-1 1 0 0 0,0-1 0 0 0,0 1 0 0 0,0 0 0 0 0,1 13 1 0 0,-2-14-15 0 0,-1 0 0 0 0,0 0 0 0 0,-1 0 1 0 0,0 0-1 0 0,0 0 0 0 0,0 0 0 0 0,-1 0 1 0 0,1 0-1 0 0,-1 0 0 0 0,-1 0 0 0 0,1-1 1 0 0,-1 1-1 0 0,0-1 0 0 0,-1 1 1 0 0,1-1-1 0 0,-1 0 0 0 0,0-1 0 0 0,0 1 1 0 0,0-1-1 0 0,-10 8 0 0 0,1-2-79 0 0,-1 0 0 0 0,0-1 0 0 0,0-1 0 0 0,-31 13 0 0 0,40-18 41 0 0,-1-1-1 0 0,1 0 1 0 0,-1 0-1 0 0,0-1 0 0 0,0 0 1 0 0,1 0-1 0 0,-1 0 1 0 0,0-1-1 0 0,0 0 1 0 0,0 0-1 0 0,0 0 1 0 0,0-1-1 0 0,0 0 0 0 0,0 0 1 0 0,1-1-1 0 0,-1 1 1 0 0,-8-4-1 0 0,13 4 16 0 0,0 1-1 0 0,0-1 1 0 0,0 0-1 0 0,0 1 1 0 0,0-1 0 0 0,0 0-1 0 0,0 1 1 0 0,0-1-1 0 0,0 0 1 0 0,0 0-1 0 0,0 0 1 0 0,1 0-1 0 0,-1 0 1 0 0,0 0 0 0 0,1 0-1 0 0,-2-1 1 0 0,2 1 1 0 0,0 1-1 0 0,0-1 1 0 0,0 1 0 0 0,0-1 0 0 0,0 0 0 0 0,0 1 0 0 0,1-1 0 0 0,-1 1-1 0 0,0-1 1 0 0,0 1 0 0 0,0-1 0 0 0,0 1 0 0 0,1-1 0 0 0,-1 1 0 0 0,0 0 0 0 0,0-1-1 0 0,1 1 1 0 0,-1-1 0 0 0,0 1 0 0 0,1-1 0 0 0,-1 1 0 0 0,0 0 0 0 0,1-1-1 0 0,-1 1 1 0 0,1-1 0 0 0,2 0 8 0 0,-1-1 0 0 0,1 1 0 0 0,0 0 1 0 0,0 0-1 0 0,-1-1 0 0 0,1 2 0 0 0,0-1 0 0 0,0 0 0 0 0,0 1 0 0 0,0-1 0 0 0,4 1 0 0 0,6 1 73 0 0,0 0 0 0 0,0 1-1 0 0,0 1 1 0 0,-1 0 0 0 0,1 1 0 0 0,-1 0-1 0 0,1 1 1 0 0,-1 0 0 0 0,17 11 0 0 0,7 6 210 0 0,53 44 1 0 0,-13 0 60 0 0,-47-39 90 0 0,1-2 0 0 0,34 23-1 0 0,-62-47-454 0 0,0 1 0 0 0,1-1 0 0 0,-1 0 0 0 0,1 0 0 0 0,-1 0 0 0 0,1-1 0 0 0,4 2 0 0 0,9-3-3929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7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366 143 8695 0 0,'0'-4'310'0'0,"1"0"-1"0"0,-1 0 1 0 0,0 0-1 0 0,0 0 1 0 0,0 0-1 0 0,0 0 1 0 0,-1 1-1 0 0,1-1 1 0 0,-1 0-1 0 0,0 0 0 0 0,0 0 1 0 0,-4-7-1 0 0,2 4 69 0 0,-1-1-1 0 0,1 1 1 0 0,-2 0-1 0 0,1 0 1 0 0,-7-8-1 0 0,8 12-262 0 0,0 0 1 0 0,0 0-1 0 0,0 0 0 0 0,0 1 0 0 0,0-1 0 0 0,0 1 0 0 0,-1 0 0 0 0,1 0 0 0 0,-1 0 1 0 0,0 1-1 0 0,0-1 0 0 0,1 1 0 0 0,-1 0 0 0 0,0 0 0 0 0,-6-1 0 0 0,4 2-15 0 0,0 0-1 0 0,0 0 1 0 0,0 0 0 0 0,0 1-1 0 0,0 0 1 0 0,0 0 0 0 0,1 1-1 0 0,-1 0 1 0 0,-9 4-1 0 0,2 0-7 0 0,1 1 0 0 0,0 0 0 0 0,1 1 0 0 0,-1 0 0 0 0,2 1 0 0 0,-1 0 0 0 0,1 1 0 0 0,-11 14 0 0 0,10-11 80 0 0,1 1 1 0 0,1 0 0 0 0,0 1-1 0 0,1 0 1 0 0,1 0 0 0 0,0 1 0 0 0,1 0-1 0 0,1 0 1 0 0,0 1 0 0 0,-2 19 0 0 0,6-29-96 0 0,0 1 0 0 0,0-1 0 0 0,1 1 0 0 0,0-1 1 0 0,1 1-1 0 0,-1-1 0 0 0,1 0 0 0 0,1 1 1 0 0,0-1-1 0 0,0 0 0 0 0,0 0 0 0 0,1 0 1 0 0,-1 0-1 0 0,2 0 0 0 0,-1-1 0 0 0,1 1 0 0 0,0-1 1 0 0,1 0-1 0 0,-1 0 0 0 0,1 0 0 0 0,0-1 1 0 0,0 0-1 0 0,1 0 0 0 0,0 0 0 0 0,8 5 0 0 0,-6-5-26 0 0,0-1 0 0 0,0 0 0 0 0,1-1 0 0 0,-1 1 0 0 0,1-1 0 0 0,0-1 0 0 0,0 0 0 0 0,0 0 0 0 0,14 0 0 0 0,6-1 137 0 0,48-5 0 0 0,-33 0-167 0 0,-33 4-714 0 0,0 1 0 0 0,0 0-1 0 0,-1 1 1 0 0,19 4 0 0 0,-29-6 673 0 0,11 3-2014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8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11055 0 0,'2'-6'878'0'0,"1"6"-30"0"0,1 14 670 0 0,2 24 177 0 0,-3 22-545 0 0,-1 1-1 0 0,-11 97 1 0 0,-1 20-376 0 0,10-172-807 0 0,1 36 26 0 0,0-39-75 0 0,-1 0 0 0 0,0 0 0 0 0,1 0 0 0 0,0 0 0 0 0,-1 0 1 0 0,1 0-1 0 0,1 0 0 0 0,-1 0 0 0 0,0-1 0 0 0,4 6 1 0 0,5-3-2463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8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0 337 13071 0 0,'7'-5'679'0'0,"-1"1"-1"0"0,1-1 1 0 0,0 1-1 0 0,0 0 0 0 0,10-3 1 0 0,6-4-160 0 0,77-50 628 0 0,-84 50-1118 0 0,0 0-1 0 0,-2-1 1 0 0,1-1 0 0 0,12-16-1 0 0,-24 26-96 0 0,-1 0-1 0 0,1-1 0 0 0,-1 0 1 0 0,0 1-1 0 0,0-1 0 0 0,0 0 1 0 0,-1 0-1 0 0,1 0 1 0 0,-1 0-1 0 0,0 0 0 0 0,0 0 1 0 0,0 0-1 0 0,-1-1 0 0 0,0 1 1 0 0,1 0-1 0 0,-1 0 0 0 0,-1-1 1 0 0,0-4-1 0 0,-1-2-148 0 0,-1 0 0 0 0,0-1-1 0 0,-1 1 1 0 0,-1 1 0 0 0,-6-15-1 0 0,19 86 1722 0 0,20 145 538 0 0,19 111-159 0 0,-45-306-1890 0 0,1 0-1 0 0,-1 0 0 0 0,2 0 0 0 0,0 0 0 0 0,0-1 1 0 0,6 12-1 0 0,-9-21-54 0 0,-1-1 0 0 0,0 1 1 0 0,1-1-1 0 0,-1 1 0 0 0,0-1 1 0 0,1 1-1 0 0,-1-1 0 0 0,1 1 0 0 0,-1-1 1 0 0,1 0-1 0 0,-1 1 0 0 0,1-1 0 0 0,-1 0 1 0 0,1 1-1 0 0,-1-1 0 0 0,1 0 1 0 0,-1 0-1 0 0,1 0 0 0 0,-1 1 0 0 0,1-1 1 0 0,0 0-1 0 0,-1 0 0 0 0,1 0 1 0 0,-1 0-1 0 0,1 0 0 0 0,0 0 0 0 0,-1 0 1 0 0,1 0-1 0 0,-1 0 0 0 0,2-1 1 0 0,4-2-1657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8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7367 0 0,'0'0'37'0'0,"1"0"0"0"0,-1 0 0 0 0,0 0-1 0 0,0 0 1 0 0,0 0 0 0 0,0 0 0 0 0,0 0-1 0 0,0 0 1 0 0,0 0 0 0 0,0 0 0 0 0,1 0 0 0 0,-1 0-1 0 0,0 0 1 0 0,0 0 0 0 0,0 0 0 0 0,0 0-1 0 0,0 0 1 0 0,0 0 0 0 0,2 1 551 0 0,-2-1-551 0 0,0 0 0 0 0,0 0-1 0 0,0 0 1 0 0,0 0 0 0 0,0 1 0 0 0,0-1-1 0 0,0 0 1 0 0,0 0 0 0 0,0 0 0 0 0,0 0-1 0 0,0 0 1 0 0,0 0 0 0 0,0 0 0 0 0,0 0 0 0 0,0 1-1 0 0,0-1 1 0 0,0 0 0 0 0,0 0 0 0 0,0 0-1 0 0,0 0 1 0 0,0 0 0 0 0,0 0 0 0 0,0 0-1 0 0,0 0 1 0 0,0 1 0 0 0,-1-1 147 0 0,1 0-147 0 0,1 17 3487 0 0,-1 24 926 0 0,-6 84-1191 0 0,1-58-2100 0 0,7 116 1 0 0,-1-177-1192 0 0,-1 0 0 0 0,1 0 0 0 0,1 0 0 0 0,-1-1 0 0 0,1 1 0 0 0,4 7 0 0 0,6 3-6658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9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8751 0 0,'8'47'4520'0'0,"5"126"-438"0"0,1 14-1372 0 0,-14-184-2676 0 0,0 0-54 0 0,0-1 1 0 0,1 0-1 0 0,-1 0 0 0 0,0 0 0 0 0,1 0 0 0 0,0 0 0 0 0,-1 0 0 0 0,1 0 1 0 0,0 0-1 0 0,0 0 0 0 0,0-1 0 0 0,0 1 0 0 0,2 2 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9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5 176 11055 0 0,'0'-1'137'0'0,"-1"1"1"0"0,1-1-1 0 0,-1 0 0 0 0,1 1 0 0 0,0-1 0 0 0,-1 0 0 0 0,1 1 0 0 0,0-1 0 0 0,-1 0 1 0 0,1 0-1 0 0,0 1 0 0 0,0-1 0 0 0,0 0 0 0 0,0 0 0 0 0,0 0 0 0 0,0 1 0 0 0,0-1 1 0 0,0 0-1 0 0,0 0 0 0 0,0 0 0 0 0,0 1 0 0 0,1-3 0 0 0,14-8 4437 0 0,-8 7-4310 0 0,30-16 1048 0 0,1 2 0 0 0,1 2 0 0 0,61-19 0 0 0,-38 19-790 0 0,104-13-1 0 0,-134 25-365 0 0,59 1 0 0 0,-76 4-750 0 0,0 0 0 0 0,0 1 0 0 0,-1 1 0 0 0,1 1 0 0 0,-1 0 0 0 0,17 7 1 0 0,-18-6-1317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49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3223 0 0,'4'-6'5879'0'0,"-3"6"-5720"0"0,15-4 5239 0 0,21 0-454 0 0,-34 4-5276 0 0,283-21 4993 0 0,-259 23-5233 0 0,-27-2 527 0 0,0 0 1 0 0,1 0-1 0 0,-1 0 1 0 0,0 0-1 0 0,0 0 0 0 0,0 0 1 0 0,1 0-1 0 0,-1 0 1 0 0,0 0-1 0 0,0 0 1 0 0,1 1-1 0 0,-1-1 1 0 0,0 0-1 0 0,0 0 0 0 0,0 0 1 0 0,0 0-1 0 0,1 1 1 0 0,-1-1-1 0 0,0 0 1 0 0,0 0-1 0 0,0 0 1 0 0,0 1-1 0 0,0-1 1 0 0,0 0-1 0 0,1 0 0 0 0,-1 0 1 0 0,0 1-1 0 0,0-1 1 0 0,0 0-1 0 0,0 0 1 0 0,0 1-1 0 0,-9 10-1848 0 0,1-5-17 0 0,-2-1-390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0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 2303 0 0,'-13'9'2070'0'0,"1"1"0"0"0,0 0 0 0 0,0 1 0 0 0,-13 16 0 0 0,14-14-1261 0 0,2 0-1 0 0,-1 0 1 0 0,2 1-1 0 0,-11 23 1 0 0,15-29-613 0 0,0 1 0 0 0,1-1 0 0 0,0 1 0 0 0,0 0 0 0 0,1 0 1 0 0,1 0-1 0 0,-1 0 0 0 0,1 0 0 0 0,1 0 0 0 0,0 1 0 0 0,0-1 1 0 0,0 0-1 0 0,1 0 0 0 0,1 0 0 0 0,0 0 0 0 0,0 0 0 0 0,1 0 1 0 0,0 0-1 0 0,0 0 0 0 0,6 10 0 0 0,-5-14-63 0 0,-1 0 1 0 0,0-1-1 0 0,1 1 0 0 0,0-1 0 0 0,0 0 0 0 0,0 0 1 0 0,1 0-1 0 0,-1-1 0 0 0,1 1 0 0 0,0-1 0 0 0,0 0 1 0 0,9 4-1 0 0,-4-4 29 0 0,-1 0 1 0 0,1 0 0 0 0,0-1-1 0 0,0 0 1 0 0,0-1-1 0 0,17 1 1 0 0,3-3 52 0 0,-1-2-1 0 0,0 0 1 0 0,57-16-1 0 0,-25 6 343 0 0,-35 8-1524 0 0,-21 4-1145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0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59 11975 0 0,'0'0'228'0'0,"-1"-1"0"0"0,0 0 0 0 0,0 1 0 0 0,0-1 0 0 0,0 0 0 0 0,1 0 0 0 0,-1 0 0 0 0,0 0 0 0 0,1 0 0 0 0,-1 0 0 0 0,1 0 0 0 0,-1 0 0 0 0,1 0 0 0 0,-1 0 0 0 0,1 0 0 0 0,0 0 0 0 0,0-1 0 0 0,-1 1 0 0 0,1 0 0 0 0,0 0 1 0 0,0 0-1 0 0,0 0 0 0 0,0-2 0 0 0,1 2 5 0 0,-1 0 1 0 0,1 1-1 0 0,-1-1 1 0 0,1 0 0 0 0,-1 0-1 0 0,1 1 1 0 0,-1-1-1 0 0,1 0 1 0 0,0 1 0 0 0,-1-1-1 0 0,1 1 1 0 0,0-1-1 0 0,-1 0 1 0 0,1 1 0 0 0,1-1-1 0 0,11-4-509 0 0,10 0 400 0 0,0 2 0 0 0,0 0 0 0 0,35 1 0 0 0,-13 0-1798 0 0,-20 0-5418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333 122 7367 0 0,'22'-23'114'0'0,"-16"18"511"0"0,-1-1-1 0 0,1 0 0 0 0,-1 0 1 0 0,0 0-1 0 0,0 0 1 0 0,-1-1-1 0 0,0 0 1 0 0,0 0-1 0 0,0 0 1 0 0,2-8-1 0 0,-6 14-582 0 0,0 1-1 0 0,0-1 1 0 0,1 0-1 0 0,-1 1 1 0 0,0-1 0 0 0,0 1-1 0 0,0-1 1 0 0,0 0 0 0 0,0 1-1 0 0,-1-1 1 0 0,1 0 0 0 0,0 1-1 0 0,0-1 1 0 0,0 1 0 0 0,0-1-1 0 0,-1 0 1 0 0,1 1-1 0 0,0-1 1 0 0,-1 1 0 0 0,1-1-1 0 0,0 1 1 0 0,-1-1 0 0 0,1 1-1 0 0,0-1 1 0 0,-1 1 0 0 0,1 0-1 0 0,-1-1 1 0 0,0 0-1 0 0,-1 1 50 0 0,1-1 0 0 0,-1 0-1 0 0,0 1 1 0 0,1-1 0 0 0,-1 1-1 0 0,0 0 1 0 0,1 0 0 0 0,-1-1-1 0 0,0 1 1 0 0,-2 1 0 0 0,-40 7 1417 0 0,17 1-1383 0 0,0 2-1 0 0,1 1 1 0 0,1 1-1 0 0,0 1 0 0 0,0 2 1 0 0,2 0-1 0 0,0 1 1 0 0,-24 24-1 0 0,37-32 17 0 0,2 0 0 0 0,-1 1-1 0 0,1-1 1 0 0,1 1 0 0 0,0 1-1 0 0,0-1 1 0 0,1 1 0 0 0,0 1-1 0 0,1-1 1 0 0,-6 19 0 0 0,10-25-67 0 0,-1 0-1 0 0,1 0 1 0 0,1 1 0 0 0,-1-1 0 0 0,1 0 0 0 0,-1 1-1 0 0,2-1 1 0 0,-1 0 0 0 0,1 1 0 0 0,-1-1 0 0 0,1 0-1 0 0,1 1 1 0 0,-1-1 0 0 0,1 0 0 0 0,0 0-1 0 0,0 0 1 0 0,0 0 0 0 0,1 0 0 0 0,0-1 0 0 0,0 1-1 0 0,0-1 1 0 0,0 0 0 0 0,1 0 0 0 0,0 0 0 0 0,0 0-1 0 0,7 5 1 0 0,0-1 107 0 0,1 0 0 0 0,-1-1 0 0 0,1-1 0 0 0,1 0 0 0 0,-1 0-1 0 0,1-1 1 0 0,0-1 0 0 0,1 0 0 0 0,-1-1 0 0 0,1 0 0 0 0,-1-1 0 0 0,1-1 0 0 0,0 0 0 0 0,-1-1-1 0 0,25-2 1 0 0,-8-2-396 0 0,0-1 1 0 0,54-17-1 0 0,8-11-6941 0 0,-72 26-526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1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6911 0 0,'2'3'1053'0'0,"0"1"1"0"0,0-1-1 0 0,0 1 0 0 0,0 0 0 0 0,-1-1 0 0 0,2 9 0 0 0,-1-8-791 0 0,12 45 1356 0 0,-3 0 1 0 0,8 66 0 0 0,-10-56-1285 0 0,18 67 1 0 0,-16-84-3350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1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11055 0 0,'1'-2'196'0'0,"0"1"0"0"0,0 0-1 0 0,0 0 1 0 0,0 0 0 0 0,1 0 0 0 0,-1 0-1 0 0,0 0 1 0 0,1 0 0 0 0,-1 0-1 0 0,1 0 1 0 0,-1 0 0 0 0,1 1 0 0 0,-1-1-1 0 0,1 1 1 0 0,3-1 0 0 0,31-6 3035 0 0,-21 5-3083 0 0,15-3 569 0 0,0 2 0 0 0,0 1 1 0 0,34 2-1 0 0,93 12 1018 0 0,-23 0-719 0 0,103-16-1586 0 0,-193 2-2404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1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13071 0 0,'-1'0'87'0'0,"0"1"1"0"0,-1 0-1 0 0,1 0 0 0 0,0-1 0 0 0,0 1 0 0 0,0 0 0 0 0,-1 0 1 0 0,1 0-1 0 0,0 0 0 0 0,0 0 0 0 0,0 1 0 0 0,0-1 0 0 0,1 0 0 0 0,-1 0 1 0 0,0 1-1 0 0,1-1 0 0 0,-1 0 0 0 0,0 1 0 0 0,1-1 0 0 0,0 1 1 0 0,-1-1-1 0 0,1 0 0 0 0,0 1 0 0 0,-1 1 0 0 0,-1 43 848 0 0,2-37-775 0 0,0 25 470 0 0,2-1 1 0 0,1 1-1 0 0,2-1 1 0 0,1 0-1 0 0,10 34 1 0 0,-11-53-266 0 0,1 0 1 0 0,0 0-1 0 0,0 0 1 0 0,2-1-1 0 0,16 23 1 0 0,-19-29-185 0 0,2 1-1 0 0,-1-2 1 0 0,1 1 0 0 0,0-1 0 0 0,0 0 0 0 0,1 0-1 0 0,0-1 1 0 0,0 0 0 0 0,0-1 0 0 0,12 6 0 0 0,-12-8-127 0 0,-1 1 0 0 0,0-2 0 0 0,1 1 0 0 0,0-1 0 0 0,-1 0 0 0 0,1 0 1 0 0,0-1-1 0 0,-1 0 0 0 0,1-1 0 0 0,0 1 0 0 0,0-1 0 0 0,-1-1 0 0 0,1 0 0 0 0,-1 0 0 0 0,0 0 0 0 0,1-1 1 0 0,-1 0-1 0 0,0 0 0 0 0,0-1 0 0 0,-1 0 0 0 0,12-9 0 0 0,-2 0-11 0 0,0 0 0 0 0,-1-2 0 0 0,-1 1 0 0 0,-1-2 0 0 0,0 0 0 0 0,-1-1 0 0 0,12-19 0 0 0,-18 26-26 0 0,-1 0-1 0 0,0-1 0 0 0,0 1 0 0 0,-1-1 0 0 0,0 0 0 0 0,-1-1 1 0 0,-1 1-1 0 0,1 0 0 0 0,-2-1 0 0 0,1 1 0 0 0,-2-1 0 0 0,0 1 0 0 0,0-1 1 0 0,-1 0-1 0 0,0 1 0 0 0,-5-18 0 0 0,6 27-48 0 0,-1 0-1 0 0,0 0 1 0 0,1 1-1 0 0,-1-1 1 0 0,0 0 0 0 0,0 1-1 0 0,0-1 1 0 0,0 1-1 0 0,0-1 1 0 0,0 1 0 0 0,-1 0-1 0 0,1-1 1 0 0,0 1-1 0 0,-1 0 1 0 0,1 0-1 0 0,-1 0 1 0 0,1 0 0 0 0,-1 0-1 0 0,0 0 1 0 0,1 1-1 0 0,-1-1 1 0 0,0 0 0 0 0,0 1-1 0 0,1-1 1 0 0,-1 1-1 0 0,0 0 1 0 0,0 0 0 0 0,0-1-1 0 0,0 1 1 0 0,1 0-1 0 0,-1 1 1 0 0,0-1-1 0 0,0 0 1 0 0,0 0 0 0 0,1 1-1 0 0,-1-1 1 0 0,0 1-1 0 0,0 0 1 0 0,-2 1 0 0 0,2-1-434 0 0,1 0 0 0 0,0 0 0 0 0,0 0 0 0 0,0 0 0 0 0,0 0 0 0 0,-1 0 0 0 0,2 1 0 0 0,-1-1 0 0 0,0 0 0 0 0,0 1 0 0 0,0-1 0 0 0,1 1 0 0 0,-1-1 0 0 0,0 1 0 0 0,1-1 0 0 0,0 1 0 0 0,-1-1 0 0 0,1 1 0 0 0,0 2 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2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1 263 12527 0 0,'13'76'2097'0'0,"24"102"4689"0"0,-37-178-6769 0 0,0 0 1 0 0,0 0-1 0 0,0 0 1 0 0,0 0 0 0 0,0 0 122 0 0,0 0-123 0 0,0 0 1 0 0,0-1 0 0 0,0 1-1 0 0,0 0 1 0 0,0 0-1 0 0,0 0 1 0 0,0 0-1 0 0,0 0 1 0 0,0 0-1 0 0,1 0 1 0 0,-1 0-1 0 0,0 0 1 0 0,0 0-1 0 0,0 0 1 0 0,0 0 0 0 0,0 0-1 0 0,0 0 1 0 0,0 0-1 0 0,0 0 1 0 0,0 0-1 0 0,0 0 1 0 0,0 0-1 0 0,1-12 209 0 0,-3-18-79 0 0,-13-44-69 0 0,9 47-77 0 0,0 0-1 0 0,2-1 1 0 0,1 1-1 0 0,1-1 1 0 0,3-42-1 0 0,1 55-9 0 0,0 1-1 0 0,0-1 1 0 0,2 1-1 0 0,0-1 1 0 0,0 1-1 0 0,8-15 1 0 0,-10 24 52 0 0,1 0 0 0 0,0 1 0 0 0,0-1 0 0 0,1 0-1 0 0,-1 1 1 0 0,1 0 0 0 0,0 0 0 0 0,0 0 0 0 0,0 0 0 0 0,1 1 0 0 0,-1 0 0 0 0,1-1 0 0 0,0 2 0 0 0,0-1 0 0 0,0 1-1 0 0,0-1 1 0 0,0 1 0 0 0,1 1 0 0 0,5-2 0 0 0,6 0-190 0 0,-1 1 1 0 0,1 1-1 0 0,0 0 0 0 0,-1 1 1 0 0,1 1-1 0 0,0 1 0 0 0,-1 0 1 0 0,1 1-1 0 0,-1 1 1 0 0,0 1-1 0 0,0 0 0 0 0,-1 1 1 0 0,1 0-1 0 0,-1 2 0 0 0,21 12 1 0 0,-33-18 109 0 0,-1 0 0 0 0,1 0 0 0 0,0 0 0 0 0,0 1 0 0 0,-1-1 0 0 0,0 1 0 0 0,1-1 1 0 0,-1 1-1 0 0,0 0 0 0 0,0 0 0 0 0,0 0 0 0 0,-1 0 0 0 0,1 0 0 0 0,-1 0 1 0 0,0 0-1 0 0,0 0 0 0 0,0 1 0 0 0,0-1 0 0 0,0 1 0 0 0,-1-1 0 0 0,1 0 1 0 0,-1 1-1 0 0,0-1 0 0 0,-1 7 0 0 0,0-5-84 0 0,0 0 1 0 0,-1 0-1 0 0,1 0 0 0 0,-1-1 0 0 0,0 1 1 0 0,-1-1-1 0 0,1 1 0 0 0,-1-1 1 0 0,0 0-1 0 0,0 0 0 0 0,0 0 1 0 0,-1 0-1 0 0,0-1 0 0 0,1 1 1 0 0,-1-1-1 0 0,-7 5 0 0 0,1-3-41 0 0,0 1 0 0 0,-21 7-1 0 0,22-10 160 0 0,1 0 0 0 0,0 1 0 0 0,0 0 0 0 0,0 0 0 0 0,-14 11 0 0 0,22-15 55 0 0,-1 1 1 0 0,1-1-1 0 0,-1 1 1 0 0,1 0-1 0 0,-1-1 1 0 0,1 1-1 0 0,-1 0 1 0 0,1-1-1 0 0,-1 1 1 0 0,1 0-1 0 0,0-1 0 0 0,-1 1 1 0 0,1 0-1 0 0,0 0 1 0 0,0 0-1 0 0,0-1 1 0 0,-1 1-1 0 0,1 0 1 0 0,0 0-1 0 0,0 0 1 0 0,0 0-1 0 0,0-1 1 0 0,0 1-1 0 0,1 0 0 0 0,-1 0 1 0 0,0 1-1 0 0,1 0 45 0 0,0 0 0 0 0,1 0 0 0 0,-1 0 0 0 0,0 1 0 0 0,1-2 0 0 0,-1 1 0 0 0,1 0 0 0 0,-1 0 0 0 0,3 2 0 0 0,3 2 143 0 0,0-1 0 0 0,1 0-1 0 0,-1 0 1 0 0,12 5 0 0 0,216 86 96 0 0,-218-90-1824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2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18719 0 0,'0'-2'128'0'0,"0"1"-1"0"0,0 0 1 0 0,0-1 0 0 0,0 1-1 0 0,0-1 1 0 0,0 1-1 0 0,0 0 1 0 0,0-1-1 0 0,0 1 1 0 0,1 0 0 0 0,-1-1-1 0 0,0 1 1 0 0,1 0-1 0 0,-1-1 1 0 0,1 1 0 0 0,0 0-1 0 0,-1 0 1 0 0,1-1-1 0 0,0 1 1 0 0,0 0-1 0 0,1-2 1 0 0,2 1 86 0 0,-1-1-1 0 0,1 1 1 0 0,0 0 0 0 0,-1 0 0 0 0,8-2-1 0 0,-1-1 142 0 0,13-4-186 0 0,0 0 1 0 0,0 2-1 0 0,1 1 0 0 0,-1 0 0 0 0,1 2 0 0 0,26-1 1 0 0,-31 3-302 0 0,1 2 0 0 0,-1 1-1 0 0,0 0 1 0 0,0 1 0 0 0,1 1 0 0 0,-1 1 0 0 0,-1 1 0 0 0,21 8 0 0 0,-17-2-1537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3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 10679 0 0,'-13'11'653'0'0,"1"0"0"0"0,0 2 0 0 0,0-1-1 0 0,1 1 1 0 0,1 1 0 0 0,0 0-1 0 0,1 1 1 0 0,1 0 0 0 0,0 0 0 0 0,1 0-1 0 0,-7 25 1 0 0,11-32-476 0 0,1 1 0 0 0,0-1 0 0 0,1 1 0 0 0,0-1 0 0 0,1 1 0 0 0,-1 0 0 0 0,1-1-1 0 0,1 1 1 0 0,0-1 0 0 0,0 1 0 0 0,1 0 0 0 0,0-1 0 0 0,0 0 0 0 0,1 1 0 0 0,0-1 0 0 0,1 0 0 0 0,-1-1 0 0 0,1 1 0 0 0,1-1 0 0 0,0 1-1 0 0,0-1 1 0 0,0-1 0 0 0,1 1 0 0 0,7 6 0 0 0,-4-4-41 0 0,1-2-1 0 0,0 1 0 0 0,0-1 1 0 0,1 0-1 0 0,0-1 0 0 0,0-1 1 0 0,0 0-1 0 0,1 0 1 0 0,-1-1-1 0 0,1 0 0 0 0,16 2 1 0 0,5-1 172 0 0,0-2 1 0 0,65-2 0 0 0,-56-1-120 0 0,-26 1-176 0 0,0-1 0 0 0,0-1-1 0 0,0 0 1 0 0,0 0 0 0 0,0-2-1 0 0,0 0 1 0 0,25-9-1 0 0,-40 12-46 0 0,0-1-1 0 0,1 0 1 0 0,-1 1-1 0 0,0-1 0 0 0,1 0 1 0 0,-1 0-1 0 0,0 0 0 0 0,0 0 1 0 0,0 0-1 0 0,0 0 0 0 0,0 0 1 0 0,0 0-1 0 0,0-1 0 0 0,0 1 1 0 0,0-2-1 0 0,0-8-2620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17:53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10591 0 0,'0'-1'108'0'0,"1"0"-1"0"0,0-1 0 0 0,-1 1 0 0 0,1 0 0 0 0,0 0 1 0 0,-1 0-1 0 0,1 0 0 0 0,0 0 0 0 0,0 0 1 0 0,0 0-1 0 0,0 0 0 0 0,0 0 0 0 0,0 0 0 0 0,0 0 1 0 0,0 1-1 0 0,0-1 0 0 0,0 0 0 0 0,1 1 1 0 0,-1-1-1 0 0,0 1 0 0 0,0-1 0 0 0,1 1 0 0 0,-1 0 1 0 0,0-1-1 0 0,2 1 0 0 0,42-3 3763 0 0,-28 2-3169 0 0,182-8 2346 0 0,-6 1-4311 0 0,-169 6-5806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53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21 6415 0 0,'-10'-20'903'0'0,"7"19"-44"0"0,5 14 278 0 0,36 337 4001 0 0,-26 4-3204 0 0,-7-143-1177 0 0,22 406-182 0 0,31-1-2878 0 0,-52-572 823 0 0,-2-6-3616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55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1 482 919 0 0,'41'-9'662'0'0,"1"1"0"0"0,0 3 0 0 0,69-1 0 0 0,127 20-30 0 0,75-8 155 0 0,-123-7-428 0 0,132-13 101 0 0,-90 1-319 0 0,94-14-120 0 0,-81 4 65 0 0,3-5 191 0 0,10-1 144 0 0,411 11 691 0 0,-349 13-685 0 0,-128 0-246 0 0,989-59 443 0 0,-267-15 160 0 0,-257 40-491 0 0,-62 5-158 0 0,-310 16-123 0 0,197-15 119 0 0,-97 10 153 0 0,-213 15-173 0 0,194-1 60 0 0,-182 6-112 0 0,269 5 17 0 0,-150-2-20 0 0,-40 0 12 0 0,303-1 23 0 0,-272 3 53 0 0,-30 0-52 0 0,216 0 100 0 0,-184 0-76 0 0,-29 0 1 0 0,148 4 11 0 0,-187-1-62 0 0,-21 1-53 0 0,62 1-16 0 0,13 1 35 0 0,-4 0 0 0 0,17 0-32 0 0,-34-1 0 0 0,411 7-4 0 0,-177-2 72 0 0,559 0 460 0 0,-383 17-176 0 0,-61 0-80 0 0,224-1-272 0 0,-717-23 0 0 0,382 22 0 0 0,-342-22 4 0 0,763 8 75 0 0,-695-19 8 0 0,183-8 318 0 0,-70 13-52 0 0,-335 1-358 0 0,46 3 14 0 0,-46-2-31 0 0,0-1-1 0 0,0 1 0 0 0,0 0 1 0 0,0 0-1 0 0,0 0 0 0 0,0 0 1 0 0,0 1-1 0 0,0-1 0 0 0,0 1 1 0 0,-1-1-1 0 0,1 1 0 0 0,3 3 1 0 0,2 6-152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56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91 1839 0 0,'4'-29'144'0'0,"1"-8"699"0"0,-3 13 4441 0 0,-4 50-3820 0 0,2-24-1439 0 0,-14 294 2015 0 0,13-197-1698 0 0,1-49-80 0 0,0 50-35 0 0,1-51-10 0 0,17 313 318 0 0,-16-339-518 0 0,15 142 47 0 0,11-3 379 0 0,1 0-4439 0 0,-22-103-187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5:59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0 141 919 0 0,'37'-6'1684'0'0,"0"1"-1"0"0,62 1 0 0 0,76 13-994 0 0,-131-6-292 0 0,1 0-259 0 0,306 14 324 0 0,-125-15-462 0 0,95 0 14 0 0,95 9 537 0 0,-251-4-500 0 0,353-15 75 0 0,142-16 586 0 0,-201 29-430 0 0,6-6 30 0 0,-228 2-226 0 0,161 14-8 0 0,-199-5-10 0 0,424 6 56 0 0,-74-17-24 0 0,0-28 167 0 0,-538 28-254 0 0,504-14 857 0 0,-322 13-750 0 0,146 7 40 0 0,24 2-150 0 0,-173-8 1 0 0,408 0 42 0 0,-413-3-53 0 0,117 3 0 0 0,165 5 55 0 0,-253-6-38 0 0,116-15-17 0 0,-243 11 0 0 0,225-28 37 0 0,-51 5-10 0 0,-59 5 81 0 0,116-6 128 0 0,-141 22-136 0 0,194 4 80 0 0,-92 9-185 0 0,-15-2 70 0 0,39 2-50 0 0,-28-2-18 0 0,54 2 44 0 0,-101-3-18 0 0,-34 0-23 0 0,148 7 0 0 0,-110-8 0 0 0,21 2 0 0 0,66 2 0 0 0,-29-2 0 0 0,-76 5 0 0 0,69 4 0 0 0,-69 2 0 0 0,136 12 0 0 0,258 13 0 0 0,3-49 0 0 0,-2-45 0 0 0,-498 41 0 0 0,173-14 0 0 0,-148 20 75 0 0,326-10 298 0 0,-298 15-329 0 0,120 3 46 0 0,78 8-37 0 0,-106-5-32 0 0,11-3 8 0 0,42 3 6 0 0,-204 0-35 0 0,-46-2 0 0 0,-1 2 0 0 0,0 2 0 0 0,83 19 0 0 0,-96-11-1908 0 0,44 19-1 0 0,-58-18-2162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02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48 5063 0 0,'-3'1'101'0'0,"1"0"0"0"0,0 0 0 0 0,-1 0 0 0 0,1-1 0 0 0,-1 1 0 0 0,1-1-1 0 0,-1 1 1 0 0,1-1 0 0 0,0 0 0 0 0,-1 0 0 0 0,1 0 0 0 0,-4-1 0 0 0,-17 2 3962 0 0,16 1-2949 0 0,5-2-930 0 0,0 0 0 0 0,1 0 1 0 0,-1 0-1 0 0,1 0 0 0 0,-1 1 1 0 0,1-1-1 0 0,-1 1 0 0 0,1-1 1 0 0,-1 1-1 0 0,1 0 0 0 0,-1-1 0 0 0,1 1 1 0 0,0 0-1 0 0,-1 0 0 0 0,0 1 1 0 0,3-1-107 0 0,0 0 1 0 0,0 0-1 0 0,0 1 1 0 0,0-1-1 0 0,0-1 1 0 0,0 1 0 0 0,1 0-1 0 0,-1 0 1 0 0,0 0-1 0 0,1-1 1 0 0,-1 1 0 0 0,0 0-1 0 0,1-1 1 0 0,1 1-1 0 0,1-1 2 0 0,0 1 0 0 0,1-1-1 0 0,-1 0 1 0 0,0 0 0 0 0,0-1-1 0 0,1 1 1 0 0,-1-1 0 0 0,0 0-1 0 0,0 0 1 0 0,0 0 0 0 0,0-1-1 0 0,6-2 1 0 0,13-4 183 0 0,181-38 531 0 0,-162 40-1146 0 0,1 1 0 0 0,81 2 1 0 0,-95 5-935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8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583 43 7423 0 0,'1'-42'1260'0'0,"-3"55"-644"0"0,0 0 0 0 0,-1-1-1 0 0,-10 24 1 0 0,5-12-339 0 0,-63 212 2283 0 0,-64 385-1 0 0,114-467-2260 0 0,6 1-1 0 0,7 1 0 0 0,20 258 0 0 0,-6-362-218 0 0,3-1-1 0 0,23 82 1 0 0,-21-98-3 0 0,2-1 0 0 0,1 0 0 0 0,1-1 0 0 0,32 48 0 0 0,-39-70-30 0 0,0 0 0 0 0,1 0 0 0 0,13 13 0 0 0,-20-22-31 0 0,0 0-1 0 0,0 0 0 0 0,0 0 1 0 0,0 0-1 0 0,1 0 1 0 0,-1-1-1 0 0,1 1 1 0 0,-1-1-1 0 0,1 1 1 0 0,0-1-1 0 0,-1 0 1 0 0,1 0-1 0 0,0 0 1 0 0,0-1-1 0 0,0 1 0 0 0,0-1 1 0 0,0 1-1 0 0,0-1 1 0 0,0 0-1 0 0,-1 0 1 0 0,7-1-1 0 0,-7 0-9 0 0,-1 0 0 0 0,1 0-1 0 0,-1 0 1 0 0,1 0 0 0 0,-1 0-1 0 0,0 0 1 0 0,0-1 0 0 0,1 1-1 0 0,-1 0 1 0 0,0-1 0 0 0,0 1-1 0 0,0-1 1 0 0,-1 1 0 0 0,1-1-1 0 0,0 1 1 0 0,0-1 0 0 0,-1 1-1 0 0,1-1 1 0 0,-1 0 0 0 0,1 0-1 0 0,-1 1 1 0 0,0-1 0 0 0,0-3-1 0 0,1-4 7 0 0,-1 1-1 0 0,0-1 0 0 0,-1-12 1 0 0,-1 9-2 0 0,0 0 1 0 0,0 0 0 0 0,-1 0 0 0 0,0 0 0 0 0,-1 1 0 0 0,-1-1 0 0 0,0 1 0 0 0,-11-18-1 0 0,13 24 15 0 0,0 1 0 0 0,-1-1-1 0 0,0 1 1 0 0,0-1 0 0 0,0 1-1 0 0,-1 0 1 0 0,1 0 0 0 0,-1 1-1 0 0,0 0 1 0 0,0 0 0 0 0,0 0-1 0 0,0 0 1 0 0,-1 1 0 0 0,1-1 0 0 0,-1 1-1 0 0,1 1 1 0 0,-1-1 0 0 0,0 1-1 0 0,0 0 1 0 0,-6 0 0 0 0,0 1 61 0 0,1 1 0 0 0,-1 0 0 0 0,1 1 0 0 0,-1 1 0 0 0,1-1 0 0 0,0 2 1 0 0,0-1-1 0 0,0 2 0 0 0,1-1 0 0 0,0 2 0 0 0,-1-1 0 0 0,2 1 0 0 0,-1 1 1 0 0,1 0-1 0 0,-10 8 0 0 0,-2 5 34 0 0,0 0 0 0 0,2 1 0 0 0,0 2 0 0 0,-30 46 0 0 0,29-34-26 0 0,1 2 0 0 0,2 0 1 0 0,2 1-1 0 0,1 0 0 0 0,2 1 0 0 0,1 1 0 0 0,3 0 0 0 0,-6 62 1 0 0,7 8 156 0 0,14 213-1 0 0,33 46 130 0 0,1 12-185 0 0,-36-257-168 0 0,10 103-1823 0 0,-7-183 809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2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18 116 5063 0 0,'-14'-63'1845'0'0,"11"21"6329"0"0,3 41-8126 0 0,0 1 0 0 0,0 0 0 0 0,0-1 1 0 0,0 1-1 0 0,0 0 0 0 0,0-1 0 0 0,0 1 0 0 0,0 0 1 0 0,0-1-1 0 0,0 1 0 0 0,0 0 0 0 0,0-1 0 0 0,0 1 0 0 0,0 0 1 0 0,0-1-1 0 0,0 1 0 0 0,1 0 0 0 0,-1-1 0 0 0,0 1 0 0 0,0 0 1 0 0,0 0-1 0 0,1-1 0 0 0,-1 1 0 0 0,0 0 0 0 0,0 0 0 0 0,1-1 1 0 0,-1 1-1 0 0,0 0 0 0 0,1 0 0 0 0,-1 0 0 0 0,0-1 1 0 0,0 1-1 0 0,1 0 0 0 0,-1 0 0 0 0,0 0 0 0 0,1 0 0 0 0,14 5 922 0 0,-12-2-804 0 0,0-1 1 0 0,0 1 0 0 0,0-1 0 0 0,0 1 0 0 0,-1 0 0 0 0,1 0 0 0 0,3 5 0 0 0,-4-4-43 0 0,0 1 1 0 0,-1-1 0 0 0,1 1 0 0 0,-1-1 0 0 0,0 1 0 0 0,0-1 0 0 0,0 1 0 0 0,0 0 0 0 0,-1 8 0 0 0,-1-1 254 0 0,-1 1 0 0 0,-4 18 0 0 0,6-31-379 0 0,-1 8 102 0 0,0 0-1 0 0,1 0 1 0 0,0 0-1 0 0,1 0 1 0 0,0-1 0 0 0,0 1-1 0 0,1 0 1 0 0,0-1-1 0 0,0 1 1 0 0,6 12-1 0 0,2 12 201 0 0,18 90 658 0 0,7 28-3 0 0,-25-119-825 0 0,21 58 292 0 0,-28-80-384 0 0,2 0 0 0 0,-1-1 0 0 0,1 1 0 0 0,0-1-1 0 0,1 0 1 0 0,0-1 0 0 0,10 11 0 0 0,-14-17-32 0 0,-1 1 0 0 0,1-1 0 0 0,0 0 0 0 0,0 1 0 0 0,0-1 0 0 0,0 0 0 0 0,0 0 0 0 0,0 0 0 0 0,0 0 0 0 0,0-1 0 0 0,1 1 0 0 0,-1 0 0 0 0,0-1 0 0 0,0 0 0 0 0,1 1 0 0 0,-1-1 0 0 0,3 0 0 0 0,2-1 29 0 0,0-1-1 0 0,0 1 1 0 0,-1-1 0 0 0,10-4-1 0 0,23-5 98 0 0,-35 11-112 0 0,1-1 1 0 0,0 0-1 0 0,-1 0 0 0 0,1 0 1 0 0,-1-1-1 0 0,1 1 0 0 0,-1-1 0 0 0,0 0 1 0 0,0-1-1 0 0,0 1 0 0 0,0-1 1 0 0,0 1-1 0 0,0-1 0 0 0,-1 0 0 0 0,1-1 1 0 0,-1 1-1 0 0,0 0 0 0 0,0-1 1 0 0,0 0-1 0 0,3-5 0 0 0,19-24 118 0 0,-20 27-137 0 0,0 1 0 0 0,0-1-1 0 0,-1 0 1 0 0,0 0 0 0 0,0 0 0 0 0,-1 0 0 0 0,1-1-1 0 0,-2 0 1 0 0,4-8 0 0 0,-4 1-3 0 0,0-1 0 0 0,0 0 0 0 0,-1 0 0 0 0,-1 0 0 0 0,-3-21 0 0 0,-15-74 0 0 0,14 90 0 0 0,0 1 0 0 0,-1 0 0 0 0,-1 1 0 0 0,-1-1 0 0 0,-11-20 0 0 0,-41-63 0 0 0,43 76 0 0 0,16 25-32 0 0,-1 1-1 0 0,0-1 0 0 0,1 1 1 0 0,-1-1-1 0 0,1 0 1 0 0,0 0-1 0 0,-1 1 0 0 0,1-1 1 0 0,-1 0-1 0 0,1 0 1 0 0,0 1-1 0 0,0-1 0 0 0,-1 0 1 0 0,1 0-1 0 0,0 0 1 0 0,0 0-1 0 0,0 1 1 0 0,0-1-1 0 0,0 0 0 0 0,0 0 1 0 0,0 0-1 0 0,0 0 1 0 0,1 1-1 0 0,-1-1 0 0 0,0 0 1 0 0,0 0-1 0 0,1 0 1 0 0,-1 1-1 0 0,0-1 0 0 0,1 0 1 0 0,-1 0-1 0 0,1 1 1 0 0,-1-1-1 0 0,1 0 1 0 0,-1 1-1 0 0,1-1 0 0 0,0 1 1 0 0,-1-1-1 0 0,1 1 1 0 0,0-1-1 0 0,0 0 0 0 0,3-1-621 0 0,0 1 0 0 0,0 0-1 0 0,-1 0 1 0 0,1 0-1 0 0,1 0 1 0 0,-1 0 0 0 0,5 1-1 0 0,9-2-6909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2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307 128 3679 0 0,'-3'-16'543'0'0,"-7"-22"-693"0"0,-6 13 6224 0 0,12 21-5660 0 0,0-1-1 0 0,-1 1 1 0 0,1 0-1 0 0,-1 0 1 0 0,0 1-1 0 0,0-1 1 0 0,-1 1-1 0 0,1 0 1 0 0,-1 1-1 0 0,1-1 1 0 0,-1 1 0 0 0,0 0-1 0 0,0 1 1 0 0,0-1-1 0 0,-10 0 1 0 0,12 2-298 0 0,0 0 0 0 0,0 0 0 0 0,1 0 0 0 0,-1 0 0 0 0,0 1 0 0 0,0 0 0 0 0,1 0 0 0 0,-1 0 0 0 0,0 0 0 0 0,1 0 0 0 0,-1 1 0 0 0,1 0 0 0 0,0-1 0 0 0,-1 1 0 0 0,1 0 0 0 0,0 1 0 0 0,0-1 0 0 0,0 1 0 0 0,1-1 0 0 0,-1 1 0 0 0,1 0 0 0 0,-1 0 0 0 0,1 0 0 0 0,0 0 0 0 0,0 0 0 0 0,-3 7 0 0 0,2-2-36 0 0,0 0 1 0 0,1 1-1 0 0,0-1 0 0 0,0 1 0 0 0,1 0 1 0 0,0-1-1 0 0,1 1 0 0 0,0 0 0 0 0,0 0 0 0 0,1 0 1 0 0,0-1-1 0 0,0 1 0 0 0,1 0 0 0 0,0-1 1 0 0,1 1-1 0 0,6 14 0 0 0,2 0 41 0 0,0-1 0 0 0,1 0-1 0 0,1-1 1 0 0,28 35 0 0 0,-17-27-21 0 0,-7-9-50 0 0,-1 1 0 0 0,0 0 0 0 0,16 31 0 0 0,-31-50-41 0 0,0 0 1 0 0,0 0-1 0 0,0 0 0 0 0,0 0 0 0 0,-1 0 0 0 0,1 0 1 0 0,-1 0-1 0 0,1 0 0 0 0,-1 1 0 0 0,0-1 0 0 0,0 0 1 0 0,0 0-1 0 0,0 0 0 0 0,-1 0 0 0 0,1 1 0 0 0,0-1 1 0 0,-1 0-1 0 0,1 0 0 0 0,-1 0 0 0 0,0 0 0 0 0,0 0 1 0 0,0 0-1 0 0,0 0 0 0 0,0 0 0 0 0,0 0 0 0 0,-1-1 0 0 0,1 1 1 0 0,0 0-1 0 0,-1-1 0 0 0,1 1 0 0 0,-1-1 0 0 0,0 0 1 0 0,0 1-1 0 0,1-1 0 0 0,-1 0 0 0 0,0 0 0 0 0,-2 1 1 0 0,-9 4 175 0 0,1 0 1 0 0,-1-1 0 0 0,0-1-1 0 0,-21 5 1 0 0,30-8-121 0 0,-16 4 438 0 0,1-1 0 0 0,-32 1 0 0 0,42-4-315 0 0,1-1 0 0 0,0 0 0 0 0,0-1 0 0 0,0 0 0 0 0,0 0 0 0 0,1-1 0 0 0,-1 0 0 0 0,0 0 0 0 0,-9-5 0 0 0,16 7-188 0 0,1 0-1 0 0,0 0 1 0 0,0-1-1 0 0,0 1 1 0 0,0 0-1 0 0,0-1 1 0 0,0 1-1 0 0,0-1 1 0 0,0 1-1 0 0,0 0 1 0 0,0-1-1 0 0,0 1 1 0 0,0 0-1 0 0,0-1 1 0 0,0 1-1 0 0,0 0 1 0 0,0-1-1 0 0,0 1 1 0 0,1 0-1 0 0,-1 0 1 0 0,0-1-1 0 0,0 1 1 0 0,0 0 0 0 0,0-1-1 0 0,1 1 1 0 0,-1 0-1 0 0,0 0 1 0 0,0-1-1 0 0,1 1 1 0 0,-1 0-1 0 0,0 0 1 0 0,0-1-1 0 0,1 1 1 0 0,-1 0-1 0 0,0 0 1 0 0,1 0-1 0 0,-1 0 1 0 0,13-10-239 0 0,0 4-1311 0 0,-1 0 1 0 0,1 1-1 0 0,23-6 0 0 0,-35 11 1382 0 0,23-7-7432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3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11519 0 0,'0'-2'449'0'0,"0"1"-1"0"0,-1-1 0 0 0,1 1 0 0 0,0-1 1 0 0,0 0-1 0 0,1 1 0 0 0,-1-1 0 0 0,0 1 1 0 0,1-1-1 0 0,-1 1 0 0 0,0-1 1 0 0,1 1-1 0 0,0-1 0 0 0,-1 1 0 0 0,1-1 1 0 0,0 1-1 0 0,1-2 0 0 0,1 0-32 0 0,0-1-1 0 0,-1 2 0 0 0,1-1 0 0 0,0 0 1 0 0,1 1-1 0 0,5-5 0 0 0,2 2-64 0 0,-1-1-1 0 0,1 2 0 0 0,0-1 0 0 0,13-2 0 0 0,-2 2-97 0 0,1 1 0 0 0,0 1-1 0 0,36-1 1 0 0,-4 4-4950 0 0,-47 0 3495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3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6911 0 0,'-4'2'974'0'0,"1"0"-1"0"0,-1 1 1 0 0,0 0-1 0 0,1-1 1 0 0,-1 2-1 0 0,-2 3 1 0 0,-19 26 1798 0 0,12-12-1774 0 0,-11 27 0 0 0,15-26-442 0 0,1-1 1 0 0,1 2-1 0 0,1-1 1 0 0,1 1-1 0 0,1-1 0 0 0,1 1 1 0 0,1 1-1 0 0,1 45 1 0 0,2-56-334 0 0,1 0-1 0 0,0 0 1 0 0,1 0 0 0 0,1 0 0 0 0,0 0 0 0 0,0-1 0 0 0,10 19-1 0 0,-10-23-133 0 0,1 0-1 0 0,1 0 0 0 0,-1-1 1 0 0,1 1-1 0 0,1-1 0 0 0,-1-1 1 0 0,1 1-1 0 0,0-1 0 0 0,1 0 1 0 0,-1-1-1 0 0,13 7 0 0 0,-11-8-30 0 0,0-1-1 0 0,0 0 0 0 0,0 0 0 0 0,0-1 0 0 0,1 0 0 0 0,-1 0 0 0 0,1-1 0 0 0,-1-1 1 0 0,1 0-1 0 0,-1 0 0 0 0,17-3 0 0 0,20 1-2185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3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41 15519 0 0,'-7'-10'-137'0'0,"6"9"498"0"0,-1 0 1 0 0,1-1-1 0 0,0 1 0 0 0,0 0 1 0 0,0-1-1 0 0,0 0 1 0 0,0 1-1 0 0,0-1 1 0 0,1 0-1 0 0,-1 1 0 0 0,0-3 1 0 0,6-2 2464 0 0,13 2-875 0 0,91 4-1195 0 0,-43 3-4158 0 0,-54-3 1215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4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1 227 4607 0 0,'2'2'201'0'0,"0"0"1"0"0,-1 0-1 0 0,1 1 0 0 0,0-1 0 0 0,-1 1 0 0 0,0-1 0 0 0,1 1 0 0 0,-1-1 0 0 0,0 1 0 0 0,0 0 0 0 0,-1 0 0 0 0,1-1 0 0 0,0 6 0 0 0,2 3 2895 0 0,13 50 3029 0 0,7 33-2570 0 0,15 54-897 0 0,-37-141-2550 0 0,1-1-1 0 0,0 0 1 0 0,0 1-1 0 0,0-1 0 0 0,1 0 1 0 0,0 0-1 0 0,0 0 1 0 0,1-1-1 0 0,-1 1 0 0 0,7 6 1 0 0,-9-11-105 0 0,-1-1 0 0 0,0 0 1 0 0,0 0-1 0 0,0 0 0 0 0,0 0 0 0 0,1 0 1 0 0,-1 0-1 0 0,0 0 0 0 0,0 0 0 0 0,0 0 1 0 0,1 0-1 0 0,-1 0 0 0 0,0 0 0 0 0,0 0 1 0 0,0 0-1 0 0,1 0 0 0 0,-1 0 0 0 0,0 0 1 0 0,0 0-1 0 0,0 0 0 0 0,0 0 0 0 0,1 0 1 0 0,-1 0-1 0 0,0 0 0 0 0,0 0 0 0 0,0 0 1 0 0,1 0-1 0 0,-1 0 0 0 0,0 0 0 0 0,0 0 1 0 0,0-1-1 0 0,0 1 0 0 0,1 0 0 0 0,-1 0 1 0 0,0 0-1 0 0,0 0 0 0 0,0 0 0 0 0,0-1 1 0 0,0 1-1 0 0,0 0 0 0 0,0 0 0 0 0,0 0 1 0 0,1 0-1 0 0,-1-1 0 0 0,0 1 0 0 0,0 0 1 0 0,0 0-1 0 0,0 0 0 0 0,0-1 0 0 0,0 1 1 0 0,0 0-1 0 0,0 0 0 0 0,0 0 0 0 0,0-1 1 0 0,0 1-1 0 0,0 0 0 0 0,0 0 0 0 0,0 0 1 0 0,0 0-1 0 0,0-1 0 0 0,-1 1 0 0 0,1 0 1 0 0,0 0-1 0 0,0 0 0 0 0,0-1 0 0 0,0 1 1 0 0,-2-17 43 0 0,2 16-39 0 0,-6-37-3 0 0,-2-11-125 0 0,1 0 1 0 0,3-1 0 0 0,3-80 0 0 0,3 107 68 0 0,2 0 1 0 0,0 0-1 0 0,1 0 1 0 0,1 1-1 0 0,1-1 0 0 0,16-30 1 0 0,-20 44 40 0 0,2 1 1 0 0,-1 0 0 0 0,1 1-1 0 0,0-1 1 0 0,1 1 0 0 0,-1 0-1 0 0,2 0 1 0 0,-1 1 0 0 0,1 0-1 0 0,0 0 1 0 0,0 0 0 0 0,0 1-1 0 0,1 0 1 0 0,0 1 0 0 0,0-1-1 0 0,0 1 1 0 0,0 1-1 0 0,1 0 1 0 0,13-3 0 0 0,-17 5 25 0 0,-1 0 1 0 0,1 0-1 0 0,0 1 1 0 0,0 0-1 0 0,-1 0 0 0 0,1 0 1 0 0,0 0-1 0 0,-1 1 1 0 0,1 0-1 0 0,0 0 1 0 0,-1 0-1 0 0,1 1 1 0 0,-1-1-1 0 0,0 1 0 0 0,1 0 1 0 0,5 4-1 0 0,-5-2 0 0 0,0 0 0 0 0,-1 0-1 0 0,0 0 1 0 0,1 1 0 0 0,-2 0-1 0 0,1-1 1 0 0,0 1 0 0 0,-1 0-1 0 0,0 1 1 0 0,0-1-1 0 0,3 10 1 0 0,-2-3 10 0 0,-1-1 0 0 0,0 1 0 0 0,-1 1 0 0 0,0-1 0 0 0,0 0 0 0 0,-2 0 0 0 0,1 1 0 0 0,-2-1 0 0 0,1 0 0 0 0,-2 0 0 0 0,0 1 0 0 0,-4 13 0 0 0,-2-1 57 0 0,-15 33-1 0 0,20-51-79 0 0,0 0 0 0 0,-1 0-1 0 0,0-1 1 0 0,0 1 0 0 0,-1-1-1 0 0,0 0 1 0 0,0-1 0 0 0,0 1-1 0 0,-9 6 1 0 0,13-11 1 0 0,0 0-1 0 0,0-1 1 0 0,0 1-1 0 0,0-1 1 0 0,0 1 0 0 0,0-1-1 0 0,0 1 1 0 0,0-1-1 0 0,0 1 1 0 0,0-1-1 0 0,0 0 1 0 0,0 0 0 0 0,0 0-1 0 0,0 1 1 0 0,-3-1-1 0 0,3-5 83 0 0,8-5-18 0 0,-4 7-50 0 0,1 0 0 0 0,-1 0 0 0 0,1 0 0 0 0,-1 0 0 0 0,1 0 0 0 0,0 1 0 0 0,0 0-1 0 0,0 0 1 0 0,0 0 0 0 0,1 0 0 0 0,-1 1 0 0 0,0 0 0 0 0,1-1 0 0 0,-1 2 0 0 0,1-1 0 0 0,-1 0 0 0 0,1 1 0 0 0,0 0 0 0 0,-1 0 0 0 0,1 0 0 0 0,-1 1 0 0 0,1-1 0 0 0,-1 1 0 0 0,1 0 0 0 0,5 3 0 0 0,7 3 193 0 0,-1 0 1 0 0,0 2-1 0 0,0 0 1 0 0,-1 1-1 0 0,15 12 1 0 0,3 2 168 0 0,-25-19-554 0 0,-1-1 1 0 0,0 0-1 0 0,1 0 0 0 0,12 4 1 0 0,-1-4-1070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5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12 5063 0 0,'-25'-12'15552'0'0,"41"16"-14310"0"0,-8-3-564 0 0,31 10 350 0 0,-28-7-868 0 0,-1 0 1 0 0,1-1-1 0 0,0-1 1 0 0,0 0-1 0 0,0 0 1 0 0,1-1-1 0 0,-1-1 1 0 0,17-1-1 0 0,-23 1-140 0 0,0 0 0 0 0,0 0 0 0 0,0 0 0 0 0,0 0 0 0 0,0 1 0 0 0,5 1 0 0 0,-6-1-26 0 0,0-1 1 0 0,-1 1-1 0 0,1 0 0 0 0,-1-1 1 0 0,1 0-1 0 0,-1 0 0 0 0,1 0 1 0 0,0-1-1 0 0,-1 1 0 0 0,1-1 1 0 0,-1 0-1 0 0,1 0 0 0 0,-1 0 0 0 0,5-2 1 0 0,23-9-802 0 0,-10 9-4014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5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40 2759 0 0,'1'-6'928'0'0,"0"-28"8211"0"0,-2 37-8782 0 0,-1-1 0 0 0,0 1-1 0 0,1-1 1 0 0,-1 1 0 0 0,1-1 0 0 0,0 1 0 0 0,0 0 0 0 0,-2 5-1 0 0,3-7-187 0 0,-12 31 637 0 0,2 0-1 0 0,2 1 1 0 0,1 0 0 0 0,1 1-1 0 0,-1 55 1 0 0,6-73-605 0 0,2 0 0 0 0,0-1 0 0 0,1 1 0 0 0,0 0 0 0 0,1-1 0 0 0,1 0 0 0 0,0 1 0 0 0,1-1 0 0 0,1-1 0 0 0,1 1 0 0 0,0-1 0 0 0,0 0 0 0 0,1-1 0 0 0,14 18 0 0 0,-17-26-150 0 0,0 1 0 0 0,1-1 0 0 0,0 0 0 0 0,0-1 0 0 0,0 1 1 0 0,0-1-1 0 0,1 0 0 0 0,0-1 0 0 0,-1 1 0 0 0,1-1 0 0 0,1-1 0 0 0,-1 1 0 0 0,15 2 0 0 0,-17-4-39 0 0,0-1 0 0 0,1 1-1 0 0,-1-1 1 0 0,0 0 0 0 0,0 0 0 0 0,1-1-1 0 0,-1 1 1 0 0,0-1 0 0 0,0 0 0 0 0,0-1-1 0 0,0 1 1 0 0,0-1 0 0 0,0 0-1 0 0,0-1 1 0 0,-1 1 0 0 0,1-1 0 0 0,-1 1-1 0 0,0-1 1 0 0,1-1 0 0 0,-1 1 0 0 0,4-5-1 0 0,-7 7-74 0 0,1-1 0 0 0,-1 0-1 0 0,0 1 1 0 0,0-1 0 0 0,1 0 0 0 0,-1 0-1 0 0,0 0 1 0 0,-1 0 0 0 0,1 1-1 0 0,0-1 1 0 0,0 0 0 0 0,-1-1-1 0 0,1 1 1 0 0,-1 0 0 0 0,0-2-1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5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3223 0 0,'2'-22'15996'0'0,"6"20"-14202"0"0,16 1-321 0 0,37 2 0 0 0,14-1-5993 0 0,-56-2-2656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5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 14335 0 0,'-21'59'4351'0'0,"-9"-6"-3152"0"0,-48 66-1 0 0,47-76-812 0 0,3 0-1 0 0,-37 74 0 0 0,46-63-268 0 0,17-50-267 0 0,1 0-1 0 0,0-1 1 0 0,1 1 0 0 0,-1 0 0 0 0,1 0 0 0 0,0 0-1 0 0,-1 0 1 0 0,2 0 0 0 0,-1-1 0 0 0,0 1 0 0 0,1 0-1 0 0,1 5 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5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13359 0 0,'7'2'1050'0'0,"0"0"-1"0"0,0 1 1 0 0,0 0-1 0 0,-1 0 1 0 0,8 5 0 0 0,227 143 4875 0 0,-210-133-5616 0 0,43 23 787 0 0,-66-37-1408 0 0,0-1-1 0 0,0 0 1 0 0,1-1-1 0 0,-1 0 1 0 0,1 0-1 0 0,-1-1 1 0 0,15 1-1 0 0,-10-3-2039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6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0 409 14743 0 0,'7'23'1156'0'0,"-5"-14"-857"0"0,0 0 1 0 0,1-1 0 0 0,0 1 0 0 0,7 12 0 0 0,2 1 1451 0 0,-6-9-1339 0 0,1-1 0 0 0,0 0 0 0 0,1 0 0 0 0,1 0 0 0 0,0-1 1 0 0,0-1-1 0 0,15 14 0 0 0,-23-23-377 0 0,0 0 1 0 0,1 0-1 0 0,-1 0 1 0 0,1 0-1 0 0,-1 0 0 0 0,1 0 1 0 0,-1-1-1 0 0,1 1 1 0 0,-1 0-1 0 0,1-1 1 0 0,0 0-1 0 0,-1 1 0 0 0,1-1 1 0 0,0 0-1 0 0,-1 0 1 0 0,1 0-1 0 0,0 0 1 0 0,-1 0-1 0 0,1 0 0 0 0,0 0 1 0 0,1-1-1 0 0,-1 0-6 0 0,1 0 1 0 0,-1 0-1 0 0,0 0 0 0 0,0-1 0 0 0,0 1 0 0 0,0 0 0 0 0,0-1 1 0 0,0 0-1 0 0,-1 0 0 0 0,1 1 0 0 0,0-1 0 0 0,2-4 0 0 0,1-4-17 0 0,0 1-1 0 0,0-1 0 0 0,-1 0 1 0 0,0 0-1 0 0,3-15 0 0 0,-3 9-209 0 0,-1-1 0 0 0,-1 0 0 0 0,0-1 0 0 0,-1 1 0 0 0,-2-23 0 0 0,-16-87-641 0 0,11 95 820 0 0,1 0 0 0 0,2-1 0 0 0,1 1 0 0 0,2-37 0 0 0,0 64 76 0 0,1 0 1 0 0,0 1 0 0 0,0-1-1 0 0,0 0 1 0 0,0 1-1 0 0,1-1 1 0 0,0 0-1 0 0,0 1 1 0 0,0 0 0 0 0,0-1-1 0 0,4-4 1 0 0,-4 8-14 0 0,-1-1 0 0 0,1 0 0 0 0,0 1 1 0 0,-1 0-1 0 0,1-1 0 0 0,0 1 0 0 0,0 0 1 0 0,0 0-1 0 0,0 0 0 0 0,0 0 0 0 0,0 0 1 0 0,0 0-1 0 0,1 1 0 0 0,-1-1 0 0 0,0 1 1 0 0,0 0-1 0 0,1-1 0 0 0,-1 1 0 0 0,0 0 1 0 0,0 0-1 0 0,1 0 0 0 0,-1 1 0 0 0,0-1 1 0 0,0 1-1 0 0,4 0 0 0 0,0 2 52 0 0,0-1 0 0 0,0 1 0 0 0,0 0 0 0 0,0 0 0 0 0,-1 1 0 0 0,0 0 0 0 0,0-1 1 0 0,0 2-1 0 0,0-1 0 0 0,0 1 0 0 0,-1-1 0 0 0,0 1 0 0 0,0 1 0 0 0,0-1 0 0 0,4 9 0 0 0,-2-2 65 0 0,0-1 1 0 0,0 1-1 0 0,-2 0 1 0 0,1 0-1 0 0,-2 1 0 0 0,5 24 1 0 0,-8-29-93 0 0,1-1-1 0 0,-1 1 1 0 0,-1 0 0 0 0,0 0 0 0 0,0 0-1 0 0,0-1 1 0 0,-1 1 0 0 0,-1-1 0 0 0,-3 11-1 0 0,5-16-41 0 0,0 1 0 0 0,0 0 0 0 0,0-1 0 0 0,0 0 0 0 0,-1 1-1 0 0,1-1 1 0 0,-1 0 0 0 0,1 1 0 0 0,-1-1 0 0 0,0 0 0 0 0,0 0 0 0 0,0 0-1 0 0,0-1 1 0 0,0 1 0 0 0,-1 0 0 0 0,1-1 0 0 0,0 0 0 0 0,-1 1 0 0 0,1-1-1 0 0,-1 0 1 0 0,1 0 0 0 0,-1 0 0 0 0,0-1 0 0 0,1 1 0 0 0,-1-1 0 0 0,0 1 0 0 0,0-1-1 0 0,1 0 1 0 0,-6 0 0 0 0,7 0-35 0 0,0 0 0 0 0,0 0 0 0 0,0 0 0 0 0,0-1-1 0 0,0 1 1 0 0,0 0 0 0 0,0-1 0 0 0,0 1 0 0 0,0 0 0 0 0,0-1 0 0 0,0 1-1 0 0,0-1 1 0 0,0 1 0 0 0,0-1 0 0 0,0 0 0 0 0,1 1 0 0 0,-1-1 0 0 0,0 0-1 0 0,0 0 1 0 0,1 1 0 0 0,-1-1 0 0 0,0 0 0 0 0,1 0 0 0 0,-1 0 0 0 0,1 0-1 0 0,-1 0 1 0 0,1 0 0 0 0,0 0 0 0 0,-1 0 0 0 0,1 0 0 0 0,0 0 0 0 0,0 0-1 0 0,0 0 1 0 0,-1 0 0 0 0,1 0 0 0 0,0 0 0 0 0,0 0 0 0 0,1-1 0 0 0,-1 1-1 0 0,0 0 1 0 0,0 0 0 0 0,1-1 0 0 0,9-21-2666 0 0,5 5-4504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6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56 11055 0 0,'7'-4'928'0'0,"0"1"1"0"0,1-1-1 0 0,-1 1 0 0 0,1 1 0 0 0,0-1 0 0 0,-1 1 0 0 0,11-1 0 0 0,60-4 5889 0 0,-25 4-6438 0 0,113-18 1256 0 0,-179 24-1676 0 0,0 1 0 0 0,0 0 0 0 0,0 1 1 0 0,1 0-1 0 0,0 1 0 0 0,0 1 0 0 0,1 0 0 0 0,-20 15 0 0 0,-89 83-327 0 0,105-91 461 0 0,0 2 0 0 0,1 0-1 0 0,0 1 1 0 0,2 0 0 0 0,0 1 0 0 0,1 0 0 0 0,-16 37-1 0 0,24-47-38 0 0,0 0-1 0 0,1 0 0 0 0,0 0 0 0 0,1 0 0 0 0,-1 1 0 0 0,2-1 0 0 0,-1 1 0 0 0,1-1 0 0 0,2 16 1 0 0,-1-18-35 0 0,0 1 0 0 0,1-1 0 0 0,0 0 0 0 0,1 0 0 0 0,-1 0 0 0 0,1 0 0 0 0,0 0 0 0 0,1 0 0 0 0,-1-1 0 0 0,1 0 0 0 0,0 0 0 0 0,1 0 0 0 0,-1 0 0 0 0,7 5 0 0 0,-5-6 30 0 0,0 1 0 0 0,0-1 0 0 0,0-1 0 0 0,1 1 0 0 0,-1-1 0 0 0,1 0 0 0 0,0 0 0 0 0,9 1 0 0 0,2 0 47 0 0,-1 0 0 0 0,23 0 0 0 0,-33-4-77 0 0,0 0-1 0 0,0-1 0 0 0,0 0 1 0 0,0 0-1 0 0,-1 0 1 0 0,1-1-1 0 0,0 0 1 0 0,0-1-1 0 0,7-3 1 0 0,-3 1-703 0 0,-1-1 1 0 0,0 0 0 0 0,-1 0-1 0 0,17-15 1 0 0,-16 11-2354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6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89 19951 0 0,'-1'-1'90'0'0,"1"1"1"0"0,-1-1-1 0 0,1 0 0 0 0,-1 0 0 0 0,1 0 0 0 0,0 0 1 0 0,-1 0-1 0 0,1 0 0 0 0,0 0 0 0 0,0 0 0 0 0,0 0 1 0 0,0 0-1 0 0,0 0 0 0 0,0 0 0 0 0,0 0 0 0 0,0 0 1 0 0,0-1-1 0 0,0 1 0 0 0,1 0 0 0 0,-1 0 0 0 0,0 0 1 0 0,1 1-1 0 0,0-2 0 0 0,0 1 84 0 0,1 0 1 0 0,0 0-1 0 0,-1 0 0 0 0,1 0 1 0 0,0 0-1 0 0,0 1 0 0 0,0-1 1 0 0,-1 1-1 0 0,1 0 0 0 0,4-1 0 0 0,0 0 209 0 0,251-47 2908 0 0,-232 44-4046 0 0,3 1-54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7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68 7831 0 0,'-8'40'1607'0'0,"6"-15"3781"0"0,3 48 0 0 0,1-21-5455 0 0,2 323 2836 0 0,-14-439-2606 0 0,7 6-512 0 0,2-1 0 0 0,2 0 1 0 0,4 0-1 0 0,2 1 0 0 0,26-109 0 0 0,-30 158 331 0 0,1-1 1 0 0,0 1-1 0 0,0-1 1 0 0,1 1-1 0 0,0 1 0 0 0,1-1 1 0 0,10-12-1 0 0,-15 19 14 0 0,1 0 0 0 0,-1 0-1 0 0,1 1 1 0 0,0-1 0 0 0,0 0 0 0 0,-1 1-1 0 0,1-1 1 0 0,0 1 0 0 0,0 0 0 0 0,1 0-1 0 0,-1-1 1 0 0,0 1 0 0 0,0 1-1 0 0,1-1 1 0 0,-1 0 0 0 0,0 1 0 0 0,1-1-1 0 0,-1 1 1 0 0,1-1 0 0 0,-1 1 0 0 0,0 0-1 0 0,1 0 1 0 0,-1 0 0 0 0,1 1-1 0 0,-1-1 1 0 0,0 1 0 0 0,1-1 0 0 0,-1 1-1 0 0,0 0 1 0 0,1-1 0 0 0,-1 1 0 0 0,0 1-1 0 0,0-1 1 0 0,0 0 0 0 0,0 0-1 0 0,4 4 1 0 0,-2-1 24 0 0,0 1-1 0 0,0-1 1 0 0,0 1 0 0 0,0 0-1 0 0,-1 0 1 0 0,0 0-1 0 0,0 1 1 0 0,-1-1-1 0 0,1 1 1 0 0,-1 0 0 0 0,0-1-1 0 0,-1 1 1 0 0,1 0-1 0 0,-1 0 1 0 0,0 0 0 0 0,-1 0-1 0 0,1 1 1 0 0,-2 7-1 0 0,0 12 255 0 0,-1-1-1 0 0,-11 49 0 0 0,-3-11 160 0 0,9-39-93 0 0,1 0-1 0 0,-3 27 1 0 0,8-50-273 0 0,1 1 0 0 0,0 0 0 0 0,0 0 0 0 0,0-1 0 0 0,0 1 0 0 0,0 0 0 0 0,0 0 0 0 0,1-1 0 0 0,-1 1 0 0 0,1 0 0 0 0,-1 0 0 0 0,1-1 0 0 0,-1 1 0 0 0,1-1 0 0 0,0 1 0 0 0,0 0 0 0 0,0-1 0 0 0,0 1 0 0 0,0-1 0 0 0,0 0 0 0 0,0 1 0 0 0,1-1 0 0 0,-1 0 0 0 0,0 0 0 0 0,1 0 0 0 0,-1 0 0 0 0,2 1 0 0 0,4 1 218 0 0,-1 0 0 0 0,1-1 1 0 0,0 0-1 0 0,-1-1 0 0 0,13 2 1 0 0,3 1-94 0 0,59 18 414 0 0,17 5-251 0 0,-84-25-534 0 0,-1 1 0 0 0,1-2 0 0 0,0 0 0 0 0,0-1 0 0 0,14-1 0 0 0,-23 1-263 0 0,-1-1 1 0 0,1 0 0 0 0,-1 1-1 0 0,0-2 1 0 0,1 1 0 0 0,-1 0-1 0 0,0-1 1 0 0,0 0 0 0 0,0 0-1 0 0,7-5 1 0 0,1-4-1655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7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14743 0 0,'11'54'6797'0'0,"-2"51"-3492"0"0,-6-69-2816 0 0,2 46 641 0 0,3 37 451 0 0,-6-101-1553 0 0,1 0 0 0 0,1 0 0 0 0,1 0 1 0 0,8 21-1 0 0,-12-36-247 0 0,0-1 1 0 0,0 1-1 0 0,0-1 1 0 0,0 1-1 0 0,0-1 1 0 0,1 0 0 0 0,-1 0-1 0 0,1 1 1 0 0,0-1-1 0 0,-1 0 1 0 0,1 0-1 0 0,0-1 1 0 0,0 1-1 0 0,0 0 1 0 0,1-1-1 0 0,-1 1 1 0 0,0-1 0 0 0,3 2-1 0 0,4-2-2257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13823 0 0,'0'-2'203'0'0,"1"0"0"0"0,-1 0 0 0 0,1 0 0 0 0,0 1 0 0 0,0-1-1 0 0,0 0 1 0 0,0 1 0 0 0,0-1 0 0 0,0 1 0 0 0,1-1 0 0 0,-1 1-1 0 0,1-1 1 0 0,-1 1 0 0 0,1 0 0 0 0,-1 0 0 0 0,1 0 0 0 0,-1 0 0 0 0,4-2-1 0 0,1 1 571 0 0,0 1-1 0 0,-1 0 1 0 0,1 0-1 0 0,0 0 1 0 0,6 0-1 0 0,1 0-704 0 0,332-43 4873 0 0,-285 36-5368 0 0,-92 19-11648 0 0,-14 2 8557 0 0,13-1 1718 0 0,-33 17 0 0 0,47-19 2332 0 0,0 1 0 0 0,-29 23 0 0 0,36-24 253 0 0,1 0 0 0 0,0 1 0 0 0,0 0 0 0 0,1 1 0 0 0,1 0 0 0 0,0 1 1 0 0,0 0-1 0 0,1 0 0 0 0,1 0 0 0 0,0 1 0 0 0,-7 24 0 0 0,9-22-167 0 0,1 0 1 0 0,0 1-1 0 0,1-1 0 0 0,1 1 1 0 0,0 0-1 0 0,2 0 1 0 0,0 0-1 0 0,0 0 0 0 0,5 20 1 0 0,-4-30-487 0 0,0-1 0 0 0,1 1 0 0 0,0-1 1 0 0,0 1-1 0 0,0-1 0 0 0,1 0 0 0 0,0 0 0 0 0,0 0 1 0 0,1 0-1 0 0,0 0 0 0 0,0-1 0 0 0,0 0 0 0 0,0 0 1 0 0,1 0-1 0 0,0 0 0 0 0,0 0 0 0 0,0-1 0 0 0,1 0 1 0 0,0-1-1 0 0,-1 1 0 0 0,1-1 0 0 0,0 0 0 0 0,1 0 1 0 0,-1-1-1 0 0,11 4 0 0 0,-3-4-175 0 0,-1 0 1 0 0,0-1-1 0 0,1 0 0 0 0,-1-1 1 0 0,1 0-1 0 0,-1-1 0 0 0,1-1 1 0 0,-1 0-1 0 0,0-1 0 0 0,0 0 1 0 0,0-1-1 0 0,0 0 0 0 0,0-1 1 0 0,-1-1-1 0 0,0 0 0 0 0,18-12 1 0 0,-29 17-243 0 0,0 0 1 0 0,1 0-1 0 0,-1 0 1 0 0,0 0-1 0 0,0 0 0 0 0,0 0 1 0 0,0-1-1 0 0,0 1 1 0 0,0 0-1 0 0,0-1 1 0 0,1-2-1 0 0,-1-4-1699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8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50 13823 0 0,'-2'-2'305'0'0,"-10"-13"412"0"0,12 15-662 0 0,-1 0 1 0 0,1 0-1 0 0,0 0 0 0 0,0 0 1 0 0,0 0-1 0 0,-1-1 0 0 0,1 1 1 0 0,0 0-1 0 0,0 0 0 0 0,0-1 1 0 0,-1 1-1 0 0,1 0 0 0 0,0 0 1 0 0,0 0-1 0 0,0-1 0 0 0,0 1 1 0 0,0 0-1 0 0,0 0 0 0 0,0-1 1 0 0,0 1-1 0 0,-1 0 0 0 0,1-1 0 0 0,0 1 1 0 0,0 0-1 0 0,0 0 0 0 0,0-1 1 0 0,0 1-1 0 0,0 0 0 0 0,0 0 1 0 0,1-1-1 0 0,-1 1 0 0 0,0 0 1 0 0,0-1-1 0 0,0 1 0 0 0,0 0 1 0 0,0 0-1 0 0,0-1 0 0 0,0 1 1 0 0,1 0-1 0 0,61-11 6770 0 0,0 3-4690 0 0,-1 4-5177 0 0,67 4 0 0 0,-91 1 451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8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1 337 7367 0 0,'15'46'776'0'0,"-12"-33"1313"0"0,0 1 1 0 0,-1 0 0 0 0,1 18 0 0 0,-3-20-1244 0 0,1 2 732 0 0,0 0 0 0 0,-2 0 1 0 0,0 0-1 0 0,-5 17 1667 0 0,6-31-3211 0 0,-3-10 240 0 0,1-15-304 0 0,3-27 134 0 0,3 0 0 0 0,2 0 0 0 0,2 0 0 0 0,2 1-1 0 0,19-54 1 0 0,-25 94-108 0 0,0 0 1 0 0,1 0-1 0 0,0 0 1 0 0,1 1-1 0 0,8-12 0 0 0,-13 20-5 0 0,1 0 0 0 0,0 0-1 0 0,0 0 1 0 0,-1 0 0 0 0,1 1 0 0 0,1-1-1 0 0,-1 0 1 0 0,0 1 0 0 0,0 0-1 0 0,0-1 1 0 0,1 1 0 0 0,4-2-1 0 0,-5 3-1 0 0,-1 0 0 0 0,1 0 0 0 0,0 0-1 0 0,-1 0 1 0 0,1 0 0 0 0,0 0 0 0 0,-1 0-1 0 0,1 0 1 0 0,0 1 0 0 0,-1-1 0 0 0,1 1-1 0 0,-1-1 1 0 0,1 1 0 0 0,-1 0 0 0 0,1 0-1 0 0,-1-1 1 0 0,1 1 0 0 0,-1 0 0 0 0,0 0-1 0 0,1 0 1 0 0,-1 1 0 0 0,2 1 0 0 0,5 8-42 0 0,-1 0 1 0 0,1 1-1 0 0,-2 0 1 0 0,0 0-1 0 0,0 1 1 0 0,-1 0-1 0 0,4 17 1 0 0,-5-17 25 0 0,11 33-43 0 0,-4-12 35 0 0,26 59 1 0 0,-32-84 74 0 0,0 1 0 0 0,1-1 0 0 0,0 0-1 0 0,0 0 1 0 0,1-1 0 0 0,0 0 0 0 0,1 0 0 0 0,0-1 0 0 0,0 0 0 0 0,12 8 0 0 0,-16-12 9 0 0,-1-2-1 0 0,1 1 1 0 0,0 0 0 0 0,0-1-1 0 0,0 0 1 0 0,0 0 0 0 0,1 0-1 0 0,-1 0 1 0 0,0-1 0 0 0,0 1-1 0 0,1-1 1 0 0,-1 0 0 0 0,0-1-1 0 0,0 1 1 0 0,0-1 0 0 0,1 0-1 0 0,-1 0 1 0 0,0 0-1 0 0,0 0 1 0 0,0-1 0 0 0,0 1-1 0 0,0-1 1 0 0,-1 0 0 0 0,1 0-1 0 0,6-5 1 0 0,-3 1-1 0 0,1 0 0 0 0,-1 0 0 0 0,0-1 0 0 0,-1 0 0 0 0,1 0 0 0 0,-1 0 0 0 0,-1-1 0 0 0,1 1 0 0 0,-1-2 0 0 0,6-14 0 0 0,1-11-91 0 0,-3 1 0 0 0,-1-1 0 0 0,7-64-1 0 0,-12 75-316 0 0,-2 20 116 0 0,-1 0 1 0 0,0 0-1 0 0,1 1 0 0 0,0-1 1 0 0,0 0-1 0 0,0 0 0 0 0,0 0 0 0 0,0 0 1 0 0,0 1-1 0 0,1-1 0 0 0,-1 1 1 0 0,1-1-1 0 0,0 1 0 0 0,0 0 0 0 0,0-1 1 0 0,0 1-1 0 0,2-2 0 0 0,2 1-298 0 0,0 0 0 0 0,-1 0 0 0 0,1 0 0 0 0,0 1 0 0 0,0 0-1 0 0,0 0 1 0 0,7-1 0 0 0,181-29-3644 0 0,-6 1 6464 0 0,-171 27-1577 0 0,-9 1-94 0 0,0 1 0 0 0,0 0 0 0 0,0 1 0 0 0,0 0 0 0 0,0 0 0 0 0,12 1-1 0 0,-20 0-555 0 0,0 0 0 0 0,0 0 0 0 0,0 0 0 0 0,1 0-1 0 0,-1 0 1 0 0,0 0 0 0 0,0 0 0 0 0,0 0 0 0 0,1 0-1 0 0,-1 0 1 0 0,0 1 0 0 0,0-1 0 0 0,0 0-1 0 0,0 0 1 0 0,1 0 0 0 0,-1 0 0 0 0,0 0 0 0 0,0 0-1 0 0,0 0 1 0 0,0 1 0 0 0,1-1 0 0 0,-1 0 0 0 0,0 0-1 0 0,0 0 1 0 0,0 0 0 0 0,0 1 0 0 0,0-1-1 0 0,0 0 1 0 0,0 0 0 0 0,0 0 0 0 0,0 1 0 0 0,0-1-1 0 0,0 0 1 0 0,0 0 0 0 0,0 0 0 0 0,1 1 0 0 0,-1-1-1 0 0,-1 0 1 0 0,1 0 0 0 0,0 0 0 0 0,0 1-1 0 0,0-1 1 0 0,-6 11 934 0 0,-12 9-88 0 0,16-18-819 0 0,-172 173 2477 0 0,167-167-2502 0 0,0 0 0 0 0,1 0 0 0 0,0 1 0 0 0,1 0 0 0 0,0 0 0 0 0,0 1 0 0 0,1-1 0 0 0,1 1 0 0 0,-1 0 0 0 0,1 0 0 0 0,-2 14 0 0 0,5-18-31 0 0,-1-1 0 0 0,1 0 1 0 0,0 1-1 0 0,0-1 0 0 0,1 0 0 0 0,-1 1 1 0 0,1-1-1 0 0,0 0 0 0 0,1 0 0 0 0,-1 0 1 0 0,1 0-1 0 0,0 0 0 0 0,0 0 0 0 0,1 0 1 0 0,-1 0-1 0 0,1-1 0 0 0,0 0 0 0 0,1 1 1 0 0,-1-1-1 0 0,1 0 0 0 0,-1-1 0 0 0,1 1 1 0 0,0 0-1 0 0,7 3 0 0 0,2 1 4 0 0,0-1 1 0 0,0 0-1 0 0,1-1 1 0 0,1 0-1 0 0,-1-2 1 0 0,1 1-1 0 0,-1-2 1 0 0,1 0-1 0 0,0 0 1 0 0,0-2-1 0 0,16 1 1 0 0,-5-2-442 0 0,-1-1 1 0 0,0-1 0 0 0,0-1 0 0 0,0-2-1 0 0,46-14 1 0 0,-60 16-722 0 0,-1-2 1 0 0,18-9-1 0 0,1-5-5609 0 0,-6 0-1207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0 157 15199 0 0,'3'-2'676'0'0,"-1"-1"1"0"0,0 1-1 0 0,1 0 0 0 0,-1-1 0 0 0,1 1 1 0 0,0 1-1 0 0,0-1 0 0 0,0 0 0 0 0,0 1 0 0 0,0-1 1 0 0,0 1-1 0 0,0 0 0 0 0,7-1 0 0 0,7-5 614 0 0,40-16-259 0 0,2 2 0 0 0,0 2-1 0 0,2 3 1 0 0,108-14 0 0 0,-113 26-674 0 0,-34 3-487 0 0,-1 0 1 0 0,32-8 0 0 0,-118 23-6661 0 0,29-7 5508 0 0,4-1 839 0 0,0 2-1 0 0,1 1 0 0 0,-46 21 1 0 0,61-23 505 0 0,1 1 0 0 0,0 1 0 0 0,0 1 0 0 0,1 0 0 0 0,1 1 0 0 0,-1 0 0 0 0,2 1 0 0 0,-16 19 0 0 0,11-12 650 0 0,1 2-1 0 0,0 0 1 0 0,2 1 0 0 0,-20 42-1 0 0,31-57-568 0 0,0 0-1 0 0,1 0 1 0 0,0 1 0 0 0,0-1-1 0 0,1 1 1 0 0,-1 0-1 0 0,2-1 1 0 0,-1 1-1 0 0,1 0 1 0 0,1 0-1 0 0,-1-1 1 0 0,1 1 0 0 0,0 0-1 0 0,1-1 1 0 0,0 1-1 0 0,0-1 1 0 0,1 0-1 0 0,0 1 1 0 0,0-1 0 0 0,7 11-1 0 0,-4-11-43 0 0,0 1 0 0 0,0-1 1 0 0,1 0-1 0 0,0-1 0 0 0,0 0 0 0 0,0 0 1 0 0,1 0-1 0 0,0-1 0 0 0,0 0 0 0 0,0-1 0 0 0,18 8 1 0 0,1-2 119 0 0,1-1 0 0 0,46 8 0 0 0,-24-10 79 0 0,0-3 0 0 0,1-2 1 0 0,58-4-1 0 0,-85 1-211 0 0,-17 0-34 0 0,-1 1 0 0 0,1-1 0 0 0,0-1 0 0 0,7-2 0 0 0,-12 4-79 0 0,-1-1 0 0 0,0 1 0 0 0,0 0 0 0 0,0-1 0 0 0,0 0 0 0 0,0 1 0 0 0,0-1 0 0 0,0 0 0 0 0,0 1 0 0 0,0-1 0 0 0,0 0 0 0 0,0 0 1 0 0,1-1-1 0 0,-2 1-43 0 0,0 1 1 0 0,0-1-1 0 0,0 0 1 0 0,0 1-1 0 0,1-1 1 0 0,-1 1-1 0 0,0-1 1 0 0,0 0-1 0 0,0 1 1 0 0,0-1-1 0 0,-1 1 1 0 0,1-1-1 0 0,0 0 1 0 0,0 1-1 0 0,0-1 1 0 0,0 1-1 0 0,-1-1 1 0 0,1 0-1 0 0,0 1 1 0 0,0-1-1 0 0,-1 1 1 0 0,1-1-1 0 0,0 1 1 0 0,-1-1-1 0 0,1 1 1 0 0,-1 0-1 0 0,1-1 1 0 0,-1 1-1 0 0,0-1 1 0 0,-2-1-493 0 0,0 0 0 0 0,0 0 1 0 0,0 0-1 0 0,0 0 0 0 0,0 1 0 0 0,-1 0 1 0 0,1-1-1 0 0,-1 1 0 0 0,-3 0 1 0 0,-3-2-1202 0 0,-1-1-540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29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56 13823 0 0,'-1'-1'106'0'0,"1"1"0"0"0,0 0 0 0 0,-1-1 0 0 0,1 0 0 0 0,-1 1 0 0 0,1-1 0 0 0,0 1 0 0 0,0-1 0 0 0,-1 1 0 0 0,1-1 0 0 0,0 0 0 0 0,0 1-1 0 0,0-1 1 0 0,-1 1 0 0 0,1-1 0 0 0,0 0 0 0 0,0 1 0 0 0,0-1 0 0 0,0 0 0 0 0,0 1 0 0 0,0-1 0 0 0,0 0 0 0 0,1 1 0 0 0,-1-1 0 0 0,0 1 0 0 0,0-1 0 0 0,0 0 0 0 0,1 0 0 0 0,17-6 5859 0 0,-9 5-4851 0 0,25-5 912 0 0,56-5 1 0 0,38 5-1521 0 0,-87 6-1330 0 0,-23 0-823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0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877 24 6911 0 0,'0'-24'11081'0'0,"-3"29"-9933"0"0,-4 2 814 0 0,-234 207 1739 0 0,-143 80-2514 0 0,346-268-1237 0 0,-74 57 402 0 0,101-74-565 0 0,0 1 0 0 0,1 1 0 0 0,0 0 0 0 0,0 0 1 0 0,1 1-1 0 0,-14 26 0 0 0,17-23-1392 0 0,4 0-4279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0.6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0 17191 0 0,'-4'16'392'0'0,"0"0"0"0"0,0 0-1 0 0,1 0 1 0 0,1 0-1 0 0,0 19 1 0 0,6 85 124 0 0,-2-90-220 0 0,-1 9 224 0 0,3 1 1 0 0,1-1 0 0 0,1 0 0 0 0,3-1 0 0 0,13 41 0 0 0,-17-68-325 0 0,-1 0 0 0 0,2 0 0 0 0,-1-1 0 0 0,2 0 0 0 0,-1 0 0 0 0,1 0 0 0 0,1-1 0 0 0,-1 0 0 0 0,13 10 1 0 0,-14-14-116 0 0,1 0 0 0 0,0 0 0 0 0,0-1 0 0 0,1 0 0 0 0,-1 0 0 0 0,1-1 0 0 0,0 0 0 0 0,0 0 0 0 0,0-1 1 0 0,0 0-1 0 0,1 0 0 0 0,-1-1 0 0 0,0 0 0 0 0,14 0 0 0 0,-7-2-26 0 0,1 0 0 0 0,-1-1 0 0 0,1 0 0 0 0,-1-1 0 0 0,0-1 0 0 0,0 0 0 0 0,0-1 0 0 0,26-14-1 0 0,-23 9-58 0 0,0 0 0 0 0,-1-2 0 0 0,0 0 0 0 0,-1-1 0 0 0,-1-1 0 0 0,18-20 0 0 0,-16 15-53 0 0,-1-1-1 0 0,-1 0 1 0 0,-1-1 0 0 0,-1-1 0 0 0,-1 0-1 0 0,-1-1 1 0 0,-1-1 0 0 0,-1 1 0 0 0,-1-1-1 0 0,-1-1 1 0 0,5-36 0 0 0,-10 46 35 0 0,-1 0 1 0 0,0 0-1 0 0,-1 0 0 0 0,-1 0 1 0 0,-4-23-1 0 0,4 33 37 0 0,0 0 1 0 0,0-1-1 0 0,-1 1 0 0 0,0 1 0 0 0,1-1 0 0 0,-2 0 0 0 0,1 0 0 0 0,0 1 1 0 0,-1-1-1 0 0,0 1 0 0 0,0 0 0 0 0,0 0 0 0 0,-1 0 0 0 0,1 0 0 0 0,-1 0 1 0 0,0 1-1 0 0,0 0 0 0 0,0-1 0 0 0,-7-2 0 0 0,10 5-10 0 0,-1 0-1 0 0,0 0 1 0 0,0 1 0 0 0,0-1-1 0 0,0 0 1 0 0,0 1-1 0 0,0-1 1 0 0,0 1 0 0 0,0 0-1 0 0,0 0 1 0 0,-1 0 0 0 0,1 0-1 0 0,0 0 1 0 0,0 0 0 0 0,0 0-1 0 0,0 1 1 0 0,0-1-1 0 0,0 1 1 0 0,0-1 0 0 0,0 1-1 0 0,0 0 1 0 0,0 0 0 0 0,0 0-1 0 0,1 0 1 0 0,-1 0-1 0 0,0 0 1 0 0,1 1 0 0 0,-1-1-1 0 0,1 0 1 0 0,-1 1 0 0 0,1-1-1 0 0,-1 1 1 0 0,1 0-1 0 0,-2 3 1 0 0,1-1-109 0 0,-1 0-1 0 0,1 1 1 0 0,1-1-1 0 0,-1 1 1 0 0,0-1-1 0 0,1 1 1 0 0,0 0-1 0 0,0 0 1 0 0,1 0-1 0 0,-1-1 1 0 0,1 1-1 0 0,0 0 1 0 0,0 0-1 0 0,2 5 1 0 0,0-3-283 0 0,0 1 0 0 0,0-1 0 0 0,1 0 1 0 0,0 0-1 0 0,1 0 0 0 0,0 0 0 0 0,0 0 0 0 0,8 9 1 0 0,10 8-1720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0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17967 0 0,'0'10'3019'0'0,"1"105"898"0"0,5 62-2216 0 0,9 8 1004 0 0,-10-153-2198 0 0,0-1-1 0 0,2 0 1 0 0,21 54-1 0 0,-26-79-638 0 0,0-1 1 0 0,0 1-1 0 0,1-1 0 0 0,0 0 1 0 0,0 1-1 0 0,0-1 0 0 0,1-1 1 0 0,-1 1-1 0 0,1 0 0 0 0,1-1 0 0 0,-1 0 1 0 0,7 5-1 0 0,5-1-1852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2:15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0 300 3535 0 0,'9'1'158'0'0,"0"0"0"0"0,0 1 0 0 0,0 0 0 0 0,0 0-1 0 0,10 5 1 0 0,18 5 23 0 0,2-5-55 0 0,0-1-1 0 0,0-2 0 0 0,54-1 1 0 0,118-21 60 0 0,42-2 417 0 0,79-12 650 0 0,-60 0-825 0 0,-29 6-277 0 0,229-31 50 0 0,-227 32-53 0 0,32 4-133 0 0,-154 13 42 0 0,430-2-57 0 0,-376 11 0 0 0,300-16 0 0 0,-370 10 0 0 0,151 1 274 0 0,-47 2-54 0 0,87 1 7 0 0,37-2-70 0 0,-119-2-16 0 0,124-8 208 0 0,7-2 396 0 0,-105 7-143 0 0,145 2-331 0 0,-283 7-233 0 0,831-14 90 0 0,-717 8-74 0 0,36 0 32 0 0,-77 6-39 0 0,273 10 94 0 0,49-4-141 0 0,-235-7 0 0 0,716 26 72 0 0,-748-22-58 0 0,84 4 26 0 0,-79 2 102 0 0,73 5 84 0 0,179-7-147 0 0,-313-9 7 0 0,46-5 140 0 0,73 2 217 0 0,-190 7-402 0 0,402 13 222 0 0,-298-8-246 0 0,167 10 41 0 0,82-1-5 0 0,-344-11-53 0 0,152-13 0 0 0,-6-5 307 0 0,4 0 42 0 0,-220 10-216 0 0,-21 1 2 0 0,0-1 0 0 0,0 0 0 0 0,0-2 1 0 0,-1 0-1 0 0,40-14 0 0 0,-61 18-149 0 0,-1-1 1 0 0,1 1-1 0 0,-1 0 0 0 0,1-1 0 0 0,-1 1 0 0 0,1 0 0 0 0,-1-1 1 0 0,1 1-1 0 0,-1 0 0 0 0,1 0 0 0 0,-1 0 0 0 0,1 0 0 0 0,0 0 1 0 0,-1 0-1 0 0,1-1 0 0 0,-1 1 0 0 0,1 0 0 0 0,-1 1 0 0 0,1-1 1 0 0,0 0-1 0 0,-1 0 0 0 0,1 0 0 0 0,-1 0 0 0 0,1 0 0 0 0,-1 0 0 0 0,1 1 1 0 0,0-1-1 0 0,-1 0 0 0 0,1 1 0 0 0,-1-1 0 0 0,1 0 0 0 0,-1 1 1 0 0,0-1-1 0 0,1 0 0 0 0,-1 1 0 0 0,1-1 0 0 0,-1 1 0 0 0,0-1 1 0 0,1 1-1 0 0,-1-1 0 0 0,0 1 0 0 0,1-1 0 0 0,-1 1 0 0 0,0-1 1 0 0,0 1-1 0 0,0-1 0 0 0,0 1 0 0 0,1 0 0 0 0,-1-1 0 0 0,0 1 1 0 0,0-1-1 0 0,0 2 0 0 0,3 6-3350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2:17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18 5527 0 0,'-4'-17'943'0'0,"3"28"1094"0"0,24 237 140 0 0,21 186-755 0 0,22-2-729 0 0,-53-366-1053 0 0,-5-35-136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2:18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6911 0 0,'7'-23'684'0'0,"-6"17"-477"0"0,0 0 0 0 0,1 0 0 0 0,0 0-1 0 0,0 0 1 0 0,0 0 0 0 0,1 1 0 0 0,0-1 0 0 0,6-9 0 0 0,-1 48 1718 0 0,47 345-717 0 0,-19-109-940 0 0,-15-116-587 0 0,-5-44-2693 0 0,-5-25-1076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4.3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1 10279 0 0,'-19'0'320'0'0,"-1"2"1"0"0,0 0-1 0 0,0 1 0 0 0,0 1 0 0 0,1 1 0 0 0,0 1 0 0 0,-19 8 0 0 0,11-2 101 0 0,1 1-1 0 0,1 1 1 0 0,0 2 0 0 0,-26 21-1 0 0,33-23-165 0 0,1 1 1 0 0,0 1-1 0 0,2 0 0 0 0,0 1 0 0 0,1 1 0 0 0,0 0 0 0 0,1 1 0 0 0,2 1 1 0 0,0 0-1 0 0,1 0 0 0 0,-13 38 0 0 0,16-34-2 0 0,1 0 1 0 0,1 1-1 0 0,1 0 0 0 0,1 0 0 0 0,2-1 1 0 0,0 1-1 0 0,2 0 0 0 0,0 0 1 0 0,2 0-1 0 0,9 38 0 0 0,-2-30 34 0 0,1 0-1 0 0,2-1 0 0 0,2-1 1 0 0,23 39-1 0 0,-13-38 130 0 0,45 49-20 0 0,-64-75-333 0 0,-1 0-1 0 0,0 0 0 0 0,1-1 1 0 0,12 9-1 0 0,-3-2-3 0 0,22 17 101 0 0,2-1 1 0 0,47 25-1 0 0,-51-35 22 0 0,1-1-1 0 0,1-2 1 0 0,0-2 0 0 0,1-1-1 0 0,1-2 1 0 0,-1-2-1 0 0,79 7 1 0 0,-89-13-78 0 0,0-2 1 0 0,-1-2-1 0 0,1 0 0 0 0,-1-2 0 0 0,0-1 0 0 0,0-1 1 0 0,0-1-1 0 0,-1-1 0 0 0,0-2 0 0 0,-1 0 1 0 0,0-2-1 0 0,30-18 0 0 0,-26 11-6 0 0,0-2 0 0 0,-2 0-1 0 0,0-2 1 0 0,-2-1 0 0 0,0-1 0 0 0,-2-1 0 0 0,37-53-1 0 0,-50 63-72 0 0,-1 0 0 0 0,0-1 0 0 0,-1 1 0 0 0,0-2-1 0 0,-2 1 1 0 0,0-1 0 0 0,-1 0 0 0 0,-1 0 0 0 0,0-1-1 0 0,-2 1 1 0 0,0-1 0 0 0,-1 0 0 0 0,-1 0 0 0 0,0 1-1 0 0,-2-1 1 0 0,-4-23 0 0 0,-1 14-21 0 0,-2 1 0 0 0,-1 0-1 0 0,-1 0 1 0 0,-1 1 0 0 0,-1 1 0 0 0,-1 0-1 0 0,-2 0 1 0 0,-19-23 0 0 0,8 15-58 0 0,-1 2 0 0 0,-2 0 0 0 0,-1 2 0 0 0,-64-45 0 0 0,67 55 1 0 0,-1 2 1 0 0,-1 1-1 0 0,0 1 1 0 0,-1 2-1 0 0,-1 1 1 0 0,-42-10-1 0 0,45 15 8 0 0,-1 1 0 0 0,1 2 0 0 0,-1 1 0 0 0,0 2 0 0 0,0 0 0 0 0,0 2 0 0 0,-38 6 0 0 0,54-4 2 0 0,0 0-1 0 0,0 1 1 0 0,0 0 0 0 0,-25 13 0 0 0,32-13-6 0 0,-1 0 0 0 0,1 0 0 0 0,0 1 1 0 0,1 0-1 0 0,-1 0 0 0 0,1 1 0 0 0,0 0 1 0 0,1 0-1 0 0,-11 13 0 0 0,14-14-154 0 0,-1 0-1 0 0,1-1 1 0 0,0 1 0 0 0,0 0-1 0 0,1 0 1 0 0,0 0-1 0 0,0 1 1 0 0,0-1 0 0 0,0 0-1 0 0,1 9 1 0 0,2 29-2104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17 2303 0 0,'-11'-16'16330'0'0,"28"80"-14881"0"0,-2 0 1 0 0,9 107 0 0 0,-19-93-524 0 0,-9 148 1 0 0,-1-156-1885 0 0,3 1-1 0 0,14 128 1 0 0,-7-172-643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5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700 8 12895 0 0,'0'-1'108'0'0,"-3"-5"2701"0"0,3 6-2701 0 0,0 0 0 0 0,-1 0 0 0 0,1-1 0 0 0,0 1 0 0 0,0 0 0 0 0,-1 0 0 0 0,1 0 0 0 0,0 0 0 0 0,-1 0 0 0 0,1 0 1 0 0,-11 9 2439 0 0,-11 26-519 0 0,17-27-1816 0 0,-195 301 3204 0 0,129-211-3138 0 0,-85 90 1 0 0,115-143-287 0 0,-54 60 136 0 0,77-83-304 0 0,1 1 0 0 0,-25 46-1 0 0,39-65-103 0 0,1 0 0 0 0,0 1-1 0 0,1-1 1 0 0,-1 0 0 0 0,1 1 0 0 0,0-1-1 0 0,0 1 1 0 0,0 0 0 0 0,0-1 0 0 0,1 1 0 0 0,0 0-1 0 0,0-1 1 0 0,1 8 0 0 0,3 0-1528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12895 0 0,'1'-10'506'0'0,"3"-7"336"0"0,0 19-34 0 0,3 10 602 0 0,12 31-18 0 0,-2 1 0 0 0,20 88 0 0 0,5 98 767 0 0,-28-139-1573 0 0,3-1 1 0 0,30 88-1 0 0,-37-146-589 0 0,18 43-751 0 0,-24-66-79 0 0,1-1 0 0 0,0 1 0 0 0,7 9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35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49 109 16207 0 0,'-9'-5'410'0'0,"5"3"-138"0"0,1-1 1 0 0,-1 1-1 0 0,0 0 1 0 0,-1 0-1 0 0,1 1 1 0 0,0-1-1 0 0,-7-1 919 0 0,24 5 1188 0 0,146 11-1361 0 0,1-8 0 0 0,-1-6 0 0 0,249-34 0 0 0,-217 6-929 0 0,20-4-3086 0 0,-141 24-5414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45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1553 5983 0 0,'-2'-2'534'0'0,"0"1"0"0"0,0-1-1 0 0,1 0 1 0 0,-1 1-1 0 0,1-1 1 0 0,-1 0 0 0 0,1 0-1 0 0,0 0 1 0 0,0 0-1 0 0,0 0 1 0 0,0 0 0 0 0,0 0-1 0 0,0-1 1 0 0,1 1-1 0 0,-1 0 1 0 0,1-1-1 0 0,0 1 1 0 0,-1-5 0 0 0,2 4-350 0 0,0 0 1 0 0,0-1-1 0 0,0 1 0 0 0,1 0 1 0 0,-1 0-1 0 0,1 0 1 0 0,-1 0-1 0 0,1 0 1 0 0,0 0-1 0 0,0 0 0 0 0,1 0 1 0 0,2-2-1 0 0,17-20 307 0 0,65-74 458 0 0,168-150 1 0 0,-149 163-902 0 0,129-111 84 0 0,258-209 26 0 0,-371 306-126 0 0,139-148 0 0 0,-247 234-32 0 0,-12 12-5 0 0,16-17-265 0 0,-17 18 252 0 0,0 0-1 0 0,-1 1 0 0 0,1-1 0 0 0,0 0 1 0 0,-1 0-1 0 0,1 1 0 0 0,0-1 1 0 0,-1 0-1 0 0,1 0 0 0 0,-1 0 0 0 0,0 0 1 0 0,1 0-1 0 0,-1 0 0 0 0,0 0 0 0 0,0 0 1 0 0,1 0-1 0 0,-1 0 0 0 0,0 0 1 0 0,0-1-1 0 0,-9-2-1709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46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39 171 10591 0 0,'-17'-5'719'0'0,"-4"-2"2913"0"0,27 7-3297 0 0,1 0 0 0 0,-1 0 0 0 0,1-1 1 0 0,-1 0-1 0 0,8-2 0 0 0,-4 1-97 0 0,226-56 1205 0 0,-71 16-1094 0 0,-161 41-341 0 0,232-48 336 0 0,-235 49-341 0 0,1-1 1 0 0,0 1-1 0 0,0-1 0 0 0,0 1 0 0 0,0 0 1 0 0,0 0-1 0 0,0 0 0 0 0,0 0 0 0 0,0 1 1 0 0,0-1-1 0 0,0 0 0 0 0,0 1 0 0 0,0-1 0 0 0,0 1 1 0 0,3 1-1 0 0,-4-1 2 0 0,-1 0 0 0 0,1 0 1 0 0,0 1-1 0 0,-1-1 0 0 0,1 0 0 0 0,0 0 1 0 0,-1 0-1 0 0,0 0 0 0 0,1 1 0 0 0,-1-1 1 0 0,0 0-1 0 0,1 0 0 0 0,-1 1 0 0 0,0-1 0 0 0,0 0 1 0 0,0 1-1 0 0,0-1 0 0 0,0 0 0 0 0,0 0 1 0 0,-1 1-1 0 0,1-1 0 0 0,0 0 0 0 0,-1 0 1 0 0,0 3-1 0 0,-6 19 336 0 0,-1 0 0 0 0,-1 0 0 0 0,-21 37 1 0 0,-47 62 330 0 0,12-19-284 0 0,50-78-304 0 0,-32 60 152 0 0,41-74-207 0 0,1 2-1 0 0,1-1 1 0 0,0 0 0 0 0,0 1-1 0 0,-1 16 1 0 0,4-25-115 0 0,1-1 0 0 0,-1 1 0 0 0,1 0 0 0 0,0 0 1 0 0,1 0-1 0 0,0 7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48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56 7919 0 0,'-5'-17'1138'0'0,"5"17"-1069"0"0,-1-1 411 0 0,0 0-412 0 0,1 1 1 0 0,0 0 0 0 0,0 0-1 0 0,0 0 1 0 0,0 0-1 0 0,-1 0 1 0 0,1 0 0 0 0,0 0-1 0 0,0 0 1 0 0,0-1-1 0 0,-1 1 1 0 0,1 0 0 0 0,0 0-1 0 0,0 0 1 0 0,0 0-1 0 0,-1 0 1 0 0,1 0-1 0 0,0 0 1 0 0,0 0 0 0 0,0 0-1 0 0,-1 1 1 0 0,1-1-1 0 0,0 0 1 0 0,0 0 0 0 0,0 0-1 0 0,-1 0 1 0 0,1 0-1 0 0,0 0 1 0 0,0 0 0 0 0,-2 2 198 0 0,0 0 0 0 0,1 0 0 0 0,-1 0 0 0 0,1 1 0 0 0,-1-1 1 0 0,1 0-1 0 0,0 0 0 0 0,0 1 0 0 0,-1 4 0 0 0,-5 15 93 0 0,2 0-1 0 0,0 0 1 0 0,2 0-1 0 0,0 1 0 0 0,1 37 1 0 0,4-22 177 0 0,1 1 1 0 0,11 56 0 0 0,-10-78-275 0 0,0 0 1 0 0,2-1-1 0 0,0 0 1 0 0,0 0-1 0 0,1 0 1 0 0,1-1-1 0 0,1 0 1 0 0,0-1-1 0 0,1 0 1 0 0,14 16-1 0 0,-20-25-179 0 0,1 0-1 0 0,0 0 1 0 0,0-1 0 0 0,1 0-1 0 0,0 1 1 0 0,-1-2 0 0 0,1 1-1 0 0,0-1 1 0 0,1 0-1 0 0,-1 0 1 0 0,1 0 0 0 0,-1-1-1 0 0,1 0 1 0 0,0-1-1 0 0,-1 1 1 0 0,1-1 0 0 0,0-1-1 0 0,0 1 1 0 0,0-1 0 0 0,0 0-1 0 0,0-1 1 0 0,0 1-1 0 0,0-2 1 0 0,0 1 0 0 0,-1-1-1 0 0,1 0 1 0 0,9-4-1 0 0,-8 3-55 0 0,0-1 0 0 0,0 0-1 0 0,-1 0 1 0 0,0-1-1 0 0,0 0 1 0 0,0 0-1 0 0,0-1 1 0 0,-1 0-1 0 0,0 0 1 0 0,0-1-1 0 0,0 1 1 0 0,-1-1-1 0 0,7-12 1 0 0,-6 8-24 0 0,-1-1 0 0 0,-1 1 0 0 0,1-1 0 0 0,-2 0 0 0 0,0 0 0 0 0,0-1 0 0 0,-1 1 0 0 0,0-21 0 0 0,-2 7-55 0 0,-1 1-1 0 0,-1 0 0 0 0,-1 0 1 0 0,-2 1-1 0 0,0-1 1 0 0,-2 1-1 0 0,0 0 0 0 0,-21-42 1 0 0,22 53 9 0 0,-1 0 0 0 0,-1 0 0 0 0,0 1 0 0 0,-1 0 1 0 0,0 1-1 0 0,-1 0 0 0 0,0 0 0 0 0,0 1 0 0 0,-17-12 0 0 0,22 19 36 0 0,0 0 0 0 0,0 0 0 0 0,0 0 0 0 0,0 0 0 0 0,0 1 0 0 0,-1 0 0 0 0,1 0 0 0 0,-1 0-1 0 0,0 1 1 0 0,0 0 0 0 0,1 0 0 0 0,-1 0 0 0 0,0 1 0 0 0,0 0 0 0 0,0 0 0 0 0,1 0-1 0 0,-1 1 1 0 0,0 0 0 0 0,0 0 0 0 0,0 0 0 0 0,1 1 0 0 0,-1 0 0 0 0,1 0 0 0 0,-1 0 0 0 0,-9 6-1 0 0,11-5-10 0 0,-1 0-1 0 0,0 1 0 0 0,1-1 0 0 0,0 1 0 0 0,-1 0 0 0 0,2 0 0 0 0,-1 0 0 0 0,0 0 1 0 0,1 1-1 0 0,0 0 0 0 0,0-1 0 0 0,0 1 0 0 0,0 0 0 0 0,1 1 0 0 0,0-1 1 0 0,-2 7-1 0 0,4-9-106 0 0,-1 1 0 0 0,1-1 0 0 0,0 1 0 0 0,0-1 0 0 0,0 1 0 0 0,0 0 0 0 0,0-1 0 0 0,1 1 0 0 0,0-1 0 0 0,0 1 0 0 0,0-1 0 0 0,0 1 0 0 0,0-1 0 0 0,1 0 0 0 0,-1 0 0 0 0,1 0 0 0 0,0 0 0 0 0,0 0 0 0 0,0 0 0 0 0,0 0 0 0 0,1 0 0 0 0,-1-1 0 0 0,1 1 0 0 0,-1-1 0 0 0,1 0 0 0 0,4 3 0 0 0,0-1-940 0 0,-1 0 0 0 0,1 0 0 0 0,0-1 0 0 0,0 0 0 0 0,9 2 0 0 0,17 4-4434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49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0 2759 0 0,'-14'15'7966'0'0,"12"-11"-7353"0"0,-6 26 2319 0 0,3 37-2576 0 0,4-56 489 0 0,1 7-375 0 0,0 0-1 0 0,1 0 1 0 0,5 27-1 0 0,-5-37-421 0 0,2 1 0 0 0,-1 0 0 0 0,1-1 0 0 0,1 1 1 0 0,-1-1-1 0 0,2 0 0 0 0,-1 0 0 0 0,11 14 0 0 0,-13-20-67 0 0,3 5-2019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49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9671 0 0,'0'-4'181'0'0,"0"-1"-1"0"0,0 1 1 0 0,0 0-1 0 0,1-1 1 0 0,0 1-1 0 0,0 0 1 0 0,1-5-1 0 0,-1 6 72 0 0,1 1 0 0 0,-1 0 1 0 0,1 0-1 0 0,-1 0 0 0 0,1 0 0 0 0,0 0 0 0 0,0 0 0 0 0,0 0 0 0 0,0 0 0 0 0,0 1 0 0 0,0-1 0 0 0,1 1 1 0 0,3-2-1 0 0,0 0-197 0 0,0 0 0 0 0,0 1 0 0 0,0-1 0 0 0,0 1 0 0 0,0 1 0 0 0,1-1 0 0 0,-1 1 0 0 0,1 0 0 0 0,-1 0 0 0 0,1 1 0 0 0,-1 0 0 0 0,1 0 0 0 0,-1 1 0 0 0,1 0 0 0 0,-1 0 0 0 0,1 0 0 0 0,-1 1 0 0 0,0 0 0 0 0,0 0 0 0 0,0 0 0 0 0,0 1 0 0 0,0 0 0 0 0,0 0 0 0 0,-1 1 0 0 0,1 0 0 0 0,-1 0 0 0 0,0 0 0 0 0,0 0 0 0 0,0 1 0 0 0,-1-1 0 0 0,0 1 0 0 0,0 1 0 0 0,0-1 1 0 0,0 1-1 0 0,-1-1 0 0 0,0 1 0 0 0,0 0 0 0 0,-1 0 0 0 0,1 0 0 0 0,-1 0 0 0 0,-1 1 0 0 0,1-1 0 0 0,-1 0 0 0 0,0 1 0 0 0,-1-1 0 0 0,1 1 0 0 0,-2 7 0 0 0,0-9-31 0 0,0-1 0 0 0,0 1-1 0 0,-1 0 1 0 0,0-1 0 0 0,0 0 0 0 0,0 1 0 0 0,0-1 0 0 0,-1 0-1 0 0,0 0 1 0 0,0-1 0 0 0,0 1 0 0 0,0 0 0 0 0,0-1-1 0 0,-1 0 1 0 0,1 0 0 0 0,-1 0 0 0 0,0 0 0 0 0,0 0 0 0 0,0-1-1 0 0,-1 0 1 0 0,-5 3 0 0 0,-1 0 62 0 0,1-1-1 0 0,-1 0 1 0 0,-1 0 0 0 0,1-1-1 0 0,0-1 1 0 0,-1 0 0 0 0,-20 1-1 0 0,29-3-36 0 0,-1 0 1 0 0,1-1-1 0 0,0 1 0 0 0,0-1 0 0 0,0 0 0 0 0,0 0 1 0 0,0 0-1 0 0,-5-2 0 0 0,8 3-53 0 0,-1 0-1 0 0,1 0 1 0 0,0-1 0 0 0,-1 1 0 0 0,1 0-1 0 0,0 0 1 0 0,0 0 0 0 0,-1-1 0 0 0,1 1-1 0 0,0 0 1 0 0,-1 0 0 0 0,1-1-1 0 0,0 1 1 0 0,0 0 0 0 0,0-1 0 0 0,-1 1-1 0 0,1 0 1 0 0,0-1 0 0 0,0 1 0 0 0,0 0-1 0 0,0-1 1 0 0,0 1 0 0 0,0-1-1 0 0,0 1 1 0 0,0 0 0 0 0,-1-1 0 0 0,2 0-1 0 0,-1 0-72 0 0,1 0 0 0 0,-1 1-1 0 0,1-1 1 0 0,-1 0 0 0 0,1 0 0 0 0,0 1-1 0 0,-1-1 1 0 0,1 0 0 0 0,0 1 0 0 0,0-1-1 0 0,0 0 1 0 0,-1 1 0 0 0,1-1-1 0 0,0 1 1 0 0,0 0 0 0 0,1-1 0 0 0,11-4-1453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49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 10135 0 0,'0'0'53'0'0,"-1"-1"1"0"0,1 1-1 0 0,-1 0 0 0 0,1 0 0 0 0,-1 0 0 0 0,1 0 0 0 0,0 0 1 0 0,-1 0-1 0 0,1 0 0 0 0,-1 1 0 0 0,1-1 0 0 0,-1 0 0 0 0,1 0 0 0 0,0 0 1 0 0,-1 0-1 0 0,1 0 0 0 0,-1 1 0 0 0,1-1 0 0 0,0 0 0 0 0,-1 0 0 0 0,1 1 1 0 0,0-1-1 0 0,-1 0 0 0 0,1 0 0 0 0,0 1 0 0 0,-1-1 0 0 0,1 0 0 0 0,0 1 1 0 0,0-1-1 0 0,-1 1 0 0 0,1-1 0 0 0,0 0 0 0 0,0 1 0 0 0,0-1 0 0 0,0 1 1 0 0,-1-1-1 0 0,1 0 0 0 0,0 1 0 0 0,0-1 0 0 0,0 1 0 0 0,0-1 0 0 0,0 1 1 0 0,-4 26 2913 0 0,3-21-2730 0 0,-14 88 653 0 0,-13 101 749 0 0,29-175-1117 0 0,3-10-1331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4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77 14855 0 0,'-1'-4'213'0'0,"1"2"-81"0"0,-1 0 1 0 0,1-1 0 0 0,0 1 0 0 0,0-1 0 0 0,0 1 0 0 0,0 0-1 0 0,1-1 1 0 0,0-2 0 0 0,0 4-85 0 0,-1-1 0 0 0,1 1 0 0 0,0 0 0 0 0,-1 0 0 0 0,1 1 1 0 0,0-1-1 0 0,0 0 0 0 0,0 0 0 0 0,0 0 0 0 0,0 0 0 0 0,0 1 0 0 0,0-1 0 0 0,0 0 0 0 0,0 1 0 0 0,0-1 0 0 0,0 1 0 0 0,1 0 0 0 0,-1-1 0 0 0,2 1 1 0 0,40-11 126 0 0,0 3 1 0 0,1 1 0 0 0,0 2 0 0 0,0 2-1 0 0,70 5 1 0 0,-99-1-178 0 0,0 0-1 0 0,0 1 0 0 0,0 1 0 0 0,-1 0 1 0 0,1 1-1 0 0,25 10 0 0 0,-34-11 16 0 0,0 1 0 0 0,0-1 1 0 0,-1 1-1 0 0,1 0 0 0 0,-1 1 0 0 0,1-1 0 0 0,-1 1 0 0 0,-1 0 0 0 0,1 0 1 0 0,-1 1-1 0 0,0-1 0 0 0,0 1 0 0 0,-1 0 0 0 0,1 0 0 0 0,-1 0 0 0 0,-1 0 0 0 0,3 8 1 0 0,-2-5 83 0 0,-1 0 0 0 0,0 0 0 0 0,0 0 1 0 0,-1 1-1 0 0,-1-1 0 0 0,1 0 0 0 0,-1 1 1 0 0,-3 14-1 0 0,-1 2 686 0 0,-15 42 0 0 0,-1 12 661 0 0,20-79-1437 0 0,-1-1 0 0 0,1 1 1 0 0,0-1-1 0 0,0 1 0 0 0,0 0 1 0 0,0-1-1 0 0,0 1 0 0 0,0 0 1 0 0,0-1-1 0 0,0 1 0 0 0,0 0 1 0 0,0-1-1 0 0,0 1 0 0 0,0 0 0 0 0,1-1 1 0 0,-1 1-1 0 0,0 0 0 0 0,0-1 1 0 0,1 1-1 0 0,-1-1 0 0 0,0 1 1 0 0,1-1-1 0 0,-1 1 0 0 0,1 0 1 0 0,-1-1-1 0 0,1 0 0 0 0,-1 1 1 0 0,1-1-1 0 0,-1 1 0 0 0,1-1 0 0 0,-1 0 1 0 0,1 1-1 0 0,-1-1 0 0 0,2 1 1 0 0,9 0-1441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0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 10591 0 0,'-4'0'472'0'0,"1"0"96"0"0,1 1-456 0 0,2 2-112 0 0,0 0 0 0 0,2-2 0 0 0,-1 2 304 0 0,2 2 40 0 0,3 3 8 0 0,1 3 0 0 0,2-1-832 0 0,0 1-168 0 0,1-2-32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0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77 167 6911 0 0,'0'-1'10'0'0,"-1"1"0"0"0,1 0 0 0 0,-1-1 0 0 0,1 1 0 0 0,-1 0 0 0 0,1-1-1 0 0,-1 1 1 0 0,0 0 0 0 0,1 0 0 0 0,-1-1 0 0 0,1 1 0 0 0,-1 0 0 0 0,0 0 0 0 0,1 0-1 0 0,-1 0 1 0 0,0 0 0 0 0,1 0 0 0 0,-1 0 0 0 0,0 0 0 0 0,1 0 0 0 0,-1 0-1 0 0,1 0 1 0 0,-1 1 0 0 0,0-1 0 0 0,1 0 0 0 0,-1 0 0 0 0,1 1 0 0 0,-1-1 0 0 0,0 1-1 0 0,0 0 136 0 0,1 0-1 0 0,-1 0 0 0 0,1 0 1 0 0,0 0-1 0 0,-1 0 0 0 0,1 0 0 0 0,0 0 1 0 0,0 0-1 0 0,0 0 0 0 0,0 0 0 0 0,0 0 1 0 0,0 0-1 0 0,0 0 0 0 0,0 0 1 0 0,1 2-1 0 0,14 42 5518 0 0,-15-44-5511 0 0,4 9 106 0 0,1-1 0 0 0,0 1 0 0 0,1-1 0 0 0,0 0 0 0 0,0-1 0 0 0,0 0 0 0 0,1 0 0 0 0,1 0 0 0 0,-1-1 1 0 0,1 0-1 0 0,1 0 0 0 0,-1-1 0 0 0,1 0 0 0 0,16 8 0 0 0,-19-11-176 0 0,0-1 0 0 0,1 1 0 0 0,-1-1 0 0 0,1 0 0 0 0,0-1 0 0 0,-1 0-1 0 0,1 0 1 0 0,0 0 0 0 0,0-1 0 0 0,0 0 0 0 0,0 0 0 0 0,-1-1 0 0 0,1 0 0 0 0,0 0 0 0 0,0 0 0 0 0,-1-1 0 0 0,1 0 0 0 0,-1 0 0 0 0,1-1-1 0 0,-1 0 1 0 0,0 0 0 0 0,0 0 0 0 0,10-9 0 0 0,-10 8-66 0 0,-1 0 0 0 0,0-1 0 0 0,0 0 0 0 0,0 0 0 0 0,0 0 0 0 0,-1-1 0 0 0,0 1 0 0 0,0-1 0 0 0,-1 0 0 0 0,1 0 0 0 0,-1-1 1 0 0,0 1-1 0 0,-1-1 0 0 0,0 1 0 0 0,0-1 0 0 0,0 0 0 0 0,-1 0 0 0 0,0 0 0 0 0,0 1 0 0 0,-1-1 0 0 0,0 0 0 0 0,-1-8 0 0 0,0 5-30 0 0,-1 1 1 0 0,0 0 0 0 0,0-1-1 0 0,-1 1 1 0 0,-1 0-1 0 0,0 1 1 0 0,0-1-1 0 0,0 0 1 0 0,-1 1-1 0 0,0 0 1 0 0,-1 0 0 0 0,0 1-1 0 0,0 0 1 0 0,-1 0-1 0 0,-11-10 1 0 0,12 12 2 0 0,-1-1 0 0 0,1 2 1 0 0,-1-1-1 0 0,0 1 0 0 0,0 0 1 0 0,-1 1-1 0 0,1 0 0 0 0,-1 0 1 0 0,0 0-1 0 0,0 1 0 0 0,0 0 1 0 0,0 1-1 0 0,0-1 0 0 0,0 2 1 0 0,-10-1-1 0 0,8 2 11 0 0,1 0 0 0 0,0 1-1 0 0,0 0 1 0 0,-1 1 0 0 0,1-1 0 0 0,1 2-1 0 0,-1-1 1 0 0,0 1 0 0 0,1 1 0 0 0,0-1 0 0 0,0 2-1 0 0,-14 11 1 0 0,11-8-18 0 0,0 0-1 0 0,1 2 1 0 0,1-1-1 0 0,-15 20 1 0 0,21-26 1 0 0,1 0-1 0 0,-1 0 0 0 0,1 1 1 0 0,0-1-1 0 0,0 0 1 0 0,0 1-1 0 0,0 0 1 0 0,1-1-1 0 0,0 1 1 0 0,0 0-1 0 0,0-1 1 0 0,1 1-1 0 0,-1 0 1 0 0,1 0-1 0 0,0 0 1 0 0,1 0-1 0 0,0 7 1 0 0,0-9-37 0 0,0 0 0 0 0,1-1 0 0 0,-1 1 0 0 0,0 0 0 0 0,1 0 0 0 0,0-1 0 0 0,-1 1 1 0 0,1-1-1 0 0,0 0 0 0 0,0 1 0 0 0,1-1 0 0 0,-1 0 0 0 0,0 0 0 0 0,1 0 1 0 0,-1-1-1 0 0,1 1 0 0 0,0 0 0 0 0,4 1 0 0 0,-1-1-366 0 0,1 1 1 0 0,0-1-1 0 0,0 0 0 0 0,0-1 0 0 0,0 0 0 0 0,13 1 1 0 0,3-3-1378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1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10 188 15695 0 0,'-3'13'373'0'0,"1"0"-1"0"0,0 1 1 0 0,0-1-1 0 0,2 0 1 0 0,-1 1-1 0 0,2-1 1 0 0,0 1-1 0 0,3 14 0 0 0,-1 8-44 0 0,2 21 1014 0 0,3-86-452 0 0,13-94-1828 0 0,3-14-282 0 0,-22 130 1182 0 0,0 0 0 0 0,0 0 0 0 0,0 0 0 0 0,1 0 0 0 0,0 1 0 0 0,0-1 0 0 0,6-7 0 0 0,-8 13 43 0 0,-1 0 0 0 0,1 0-1 0 0,0 0 1 0 0,0 1 0 0 0,0-1-1 0 0,0 0 1 0 0,0 0 0 0 0,0 0-1 0 0,0 1 1 0 0,0-1 0 0 0,0 1-1 0 0,0-1 1 0 0,0 1-1 0 0,0-1 1 0 0,0 1 0 0 0,0 0-1 0 0,1-1 1 0 0,-1 1 0 0 0,2 0-1 0 0,-1 0 14 0 0,0 1 0 0 0,0-1 0 0 0,-1 1 0 0 0,1-1 0 0 0,0 1 0 0 0,0 0 0 0 0,-1 0-1 0 0,1 0 1 0 0,-1 0 0 0 0,1 0 0 0 0,-1 0 0 0 0,1 0 0 0 0,-1 1 0 0 0,0-1 0 0 0,1 0 0 0 0,-1 1 0 0 0,1 1 0 0 0,17 24 445 0 0,29 53 1 0 0,-32-48-79 0 0,37 49 0 0 0,-47-73-333 0 0,1 0 0 0 0,-1-1 0 0 0,1 0 0 0 0,1 0 1 0 0,-1-1-1 0 0,1 1 0 0 0,1-2 0 0 0,-1 1 0 0 0,1-1 0 0 0,15 6 0 0 0,-21-9 19 0 0,0-1-1 0 0,0 0 0 0 0,0 0 1 0 0,0 0-1 0 0,1 0 0 0 0,-1-1 1 0 0,0 0-1 0 0,1 1 1 0 0,-1-1-1 0 0,1 0 0 0 0,-1 0 1 0 0,0-1-1 0 0,1 1 1 0 0,-1-1-1 0 0,0 0 0 0 0,1 0 1 0 0,-1 0-1 0 0,0 0 0 0 0,0 0 1 0 0,0-1-1 0 0,0 1 1 0 0,0-1-1 0 0,0 0 0 0 0,0 0 1 0 0,-1 0-1 0 0,1 0 1 0 0,-1-1-1 0 0,1 1 0 0 0,-1-1 1 0 0,0 1-1 0 0,0-1 0 0 0,0 0 1 0 0,3-5-1 0 0,-2 2-16 0 0,-1 0-1 0 0,1 0 1 0 0,-1 0 0 0 0,0-1-1 0 0,-1 1 1 0 0,1-1-1 0 0,-1 1 1 0 0,0-1-1 0 0,-1 0 1 0 0,0 1 0 0 0,0-1-1 0 0,0 1 1 0 0,-1-1-1 0 0,0 0 1 0 0,0 1 0 0 0,-3-10-1 0 0,-6-7 144 0 0,-1 1 1 0 0,-1 0-1 0 0,-1 1 0 0 0,-1 0 1 0 0,-1 1-1 0 0,-20-21 0 0 0,34 40-216 0 0,-1-1-1 0 0,1 1 0 0 0,0 0 1 0 0,1-1-1 0 0,-1 1 0 0 0,0-1 0 0 0,0 1 1 0 0,1-1-1 0 0,-1 1 0 0 0,0-1 0 0 0,1 0 1 0 0,0 1-1 0 0,-1-1 0 0 0,1-3 1 0 0,0 4-166 0 0,0 0 0 0 0,0 0 1 0 0,1 0-1 0 0,-1 0 0 0 0,0 0 1 0 0,1 0-1 0 0,-1-1 0 0 0,1 1 1 0 0,-1 0-1 0 0,1 0 0 0 0,-1 0 1 0 0,1 1-1 0 0,0-1 0 0 0,0 0 1 0 0,0-1-1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2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78 271 9215 0 0,'-16'76'2081'0'0,"-6"98"0"0"0,14-97 1230 0 0,-22 94 0 0 0,29-166-3131 0 0,0-7 73 0 0,2-14 352 0 0,3-24 165 0 0,2-31-1664 0 0,-6-129 0 0 0,-3 122 79 0 0,9-93 1 0 0,-4 152 777 0 0,1 0 0 0 0,1 0 0 0 0,1 1 0 0 0,9-25 0 0 0,-12 36 39 0 0,2 1-1 0 0,-1 0 1 0 0,0 0-1 0 0,1 0 1 0 0,0 0-1 0 0,8-8 1 0 0,-9 11 16 0 0,-1 0 0 0 0,1 1 0 0 0,0 0 0 0 0,0 0 1 0 0,0 0-1 0 0,0 0 0 0 0,1 0 0 0 0,-1 1 0 0 0,0-1 0 0 0,1 1 0 0 0,-1 0 1 0 0,1 0-1 0 0,5-1 0 0 0,-4 2 34 0 0,0 0 1 0 0,0 0-1 0 0,1 1 0 0 0,-1 0 1 0 0,0 0-1 0 0,-1 0 0 0 0,1 0 1 0 0,0 1-1 0 0,0 0 0 0 0,0 0 1 0 0,-1 0-1 0 0,1 0 1 0 0,-1 1-1 0 0,0 0 0 0 0,0 0 1 0 0,0 0-1 0 0,0 0 0 0 0,0 1 1 0 0,-1-1-1 0 0,5 8 0 0 0,5 4 190 0 0,-1 1 0 0 0,-1 1 0 0 0,16 32 0 0 0,-2 7 321 0 0,-2 2 1 0 0,-3 0 0 0 0,-2 1 0 0 0,-3 0 0 0 0,-2 1-1 0 0,6 94 1 0 0,-17-142-479 0 0,-1 5 80 0 0,0 0 0 0 0,0 0 0 0 0,-4 28 0 0 0,3-45-192 0 0,0 0 0 0 0,0 1-1 0 0,0-1 1 0 0,0 0 0 0 0,0 0-1 0 0,0 0 1 0 0,0 0 0 0 0,0 0-1 0 0,0 1 1 0 0,0-1 0 0 0,0 0-1 0 0,0 0 1 0 0,0 0 0 0 0,0 0-1 0 0,0 1 1 0 0,0-1 0 0 0,0 0-1 0 0,0 0 1 0 0,0 0 0 0 0,-1 0-1 0 0,1 0 1 0 0,0 0 0 0 0,0 1-1 0 0,0-1 1 0 0,0 0 0 0 0,0 0-1 0 0,0 0 1 0 0,0 0 0 0 0,-1 0-1 0 0,1 0 1 0 0,0 0 0 0 0,0 0-1 0 0,0 0 1 0 0,0 0 0 0 0,0 1-1 0 0,-1-1 1 0 0,1 0 0 0 0,0 0-1 0 0,0 0 1 0 0,0 0 0 0 0,0 0-1 0 0,0 0 1 0 0,-1 0 0 0 0,1 0-1 0 0,0 0 1 0 0,0 0 0 0 0,0 0-1 0 0,0 0 1 0 0,-1 0 0 0 0,1-1-1 0 0,0 1 1 0 0,0 0 0 0 0,0 0-1 0 0,0 0 1 0 0,0 0 0 0 0,0 0-1 0 0,-1 0 1 0 0,1 0 0 0 0,0 0-1 0 0,0 0 1 0 0,0 0 0 0 0,0-1-1 0 0,0 1 1 0 0,0 0 0 0 0,0 0-1 0 0,-1 0 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2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3 106 16039 0 0,'-1'-2'129'0'0,"1"1"-1"0"0,-1-1 0 0 0,1 1 0 0 0,0-1 1 0 0,0 1-1 0 0,0-1 0 0 0,0 0 1 0 0,0 1-1 0 0,0-1 0 0 0,0 1 0 0 0,0-1 1 0 0,1 1-1 0 0,-1-1 0 0 0,1 1 1 0 0,-1-1-1 0 0,1 1 0 0 0,-1-1 1 0 0,1 1-1 0 0,0 0 0 0 0,0-1 0 0 0,0 1 1 0 0,0 0-1 0 0,2-3 0 0 0,1 1 134 0 0,0 1-1 0 0,0-1 0 0 0,1 1 0 0 0,-1-1 1 0 0,1 1-1 0 0,7-2 0 0 0,27-8-319 0 0,1 2 1 0 0,0 1-1 0 0,0 3 0 0 0,1 1 0 0 0,46 0 1 0 0,-69 4-1737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2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75 15199 0 0,'-1'0'22'0'0,"1"0"-1"0"0,0 0 1 0 0,0 0-1 0 0,0 0 0 0 0,0 0 1 0 0,0 0-1 0 0,0 0 1 0 0,0 0-1 0 0,0 0 1 0 0,0 0-1 0 0,0 0 0 0 0,0 0 1 0 0,0 1-1 0 0,0-1 1 0 0,0 0-1 0 0,0 0 1 0 0,-1 0-1 0 0,1 0 1 0 0,0 0-1 0 0,0 0 0 0 0,0 0 1 0 0,0 0-1 0 0,0 0 1 0 0,0 0-1 0 0,0 0 1 0 0,0 0-1 0 0,0 0 0 0 0,0 0 1 0 0,0 0-1 0 0,-1 0 1 0 0,1 0-1 0 0,0 0 1 0 0,0 0-1 0 0,0 0 1 0 0,0 0-1 0 0,0 0 0 0 0,0 0 1 0 0,0 0-1 0 0,0 0 1 0 0,0-1-1 0 0,0 1 1 0 0,0 0-1 0 0,-1 0 0 0 0,1 0 1 0 0,0 0-1 0 0,0 0 1 0 0,0 0-1 0 0,0 0 1 0 0,0 0-1 0 0,0 0 0 0 0,0 0 1 0 0,0 0-1 0 0,0 0 1 0 0,0 0-1 0 0,0-1 1 0 0,0 1-1 0 0,0 0 1 0 0,0 0-1 0 0,-1-9 2502 0 0,2-14 2198 0 0,0 19-4350 0 0,5-25-1915 0 0,-1 20-224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4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89 155 4607 0 0,'-31'-26'-662'0'0,"1"-9"3526"0"0,27 30-2245 0 0,0 0 0 0 0,0 1 0 0 0,0-1-1 0 0,0 0 1 0 0,1-1 0 0 0,0 1 0 0 0,0 0 0 0 0,0-1 0 0 0,1 1 0 0 0,0-1 0 0 0,0 1 0 0 0,-1-12 0 0 0,3 17-549 0 0,-1-1 1 0 0,0 0-1 0 0,0 1 0 0 0,0-1 0 0 0,0 0 0 0 0,0 1 0 0 0,0-1 1 0 0,1 1-1 0 0,-1-1 0 0 0,0 0 0 0 0,0 1 0 0 0,1-1 0 0 0,-1 1 1 0 0,1-1-1 0 0,-1 1 0 0 0,0-1 0 0 0,1 1 0 0 0,-1-1 0 0 0,1 1 1 0 0,-1 0-1 0 0,1-1 0 0 0,-1 1 0 0 0,1 0 0 0 0,-1-1 1 0 0,1 1-1 0 0,0 0 0 0 0,-1-1 0 0 0,1 1 0 0 0,-1 0 0 0 0,1 0 1 0 0,0 0-1 0 0,-1 0 0 0 0,1 0 0 0 0,0 0 0 0 0,-1 0 0 0 0,1 0 1 0 0,-1 0-1 0 0,1 0 0 0 0,0 0 0 0 0,-1 0 0 0 0,1 0 0 0 0,0 0 1 0 0,-1 0-1 0 0,1 1 0 0 0,-1-1 0 0 0,1 0 0 0 0,0 1 0 0 0,0-1 1 0 0,30 17 785 0 0,-17-5-846 0 0,0 0 0 0 0,0 0 0 0 0,-1 1 0 0 0,-1 1 0 0 0,18 26 0 0 0,46 84 765 0 0,-54-86-535 0 0,297 605 2955 0 0,-210-407-2336 0 0,-71-152-555 0 0,74 146 91 0 0,-83-180-352 0 0,1-1 1 0 0,51 64-1 0 0,-33-56 2 0 0,3-3 0 0 0,1-2-1 0 0,108 81 1 0 0,-151-126-335 0 0,1 0-1 0 0,0-1 1 0 0,0-1 0 0 0,0 1-1 0 0,1-2 1 0 0,-1 1-1 0 0,1-2 1 0 0,0 1 0 0 0,0-1-1 0 0,1-1 1 0 0,-1 0 0 0 0,1-1-1 0 0,19 0 1 0 0,14 1-3585 0 0,-34-1 2143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5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0 5527 0 0,'-23'5'8103'0'0,"17"10"-1341"0"0,6-2-8105 0 0,2 1 1556 0 0,0 0 0 0 0,2 0 1 0 0,-1 0-1 0 0,2-1 0 0 0,9 22 0 0 0,38 63 411 0 0,-37-71-401 0 0,50 96 669 0 0,31 52 332 0 0,-96-174-1217 0 0,0-1 0 0 0,1 1 0 0 0,-1-1 1 0 0,0 1-1 0 0,0-1 0 0 0,1 1 0 0 0,-1-1 0 0 0,0 1 0 0 0,0-1 0 0 0,0 1 0 0 0,0-1 0 0 0,0 1 0 0 0,0-1 0 0 0,1 1 0 0 0,-1-1 1 0 0,-1 1-1 0 0,1-1 0 0 0,0 1 0 0 0,0-1 0 0 0,0 1 0 0 0,0-1 0 0 0,0 1 0 0 0,0-1 0 0 0,0 1 0 0 0,-1-1 0 0 0,1 1 1 0 0,0-1-1 0 0,-1 1 0 0 0,-14 7 208 0 0,-28-4 140 0 0,35-4-294 0 0,-109 9 1463 0 0,-229 46-1 0 0,288-39-1295 0 0,-74 29 0 0 0,132-45-252 0 0,0 0-25 0 0,8-8-1632 0 0,-3 5 899 0 0,14-11-1682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6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37 152 6447 0 0,'-4'14'-95'0'0,"-14"45"2188"0"0,14-45-186 0 0,2 0 1 0 0,-2 23-1 0 0,3-8-1221 0 0,-1 124 1456 0 0,3-135-1821 0 0,1-1-1 0 0,1 1 1 0 0,0-1-1 0 0,1 0 1 0 0,1 0 0 0 0,11 27-1 0 0,-14-40-244 0 0,0 0 0 0 0,0 0 0 0 0,0 0-1 0 0,1 0 1 0 0,-1 0 0 0 0,1-1 0 0 0,0 1 0 0 0,0-1-1 0 0,1 0 1 0 0,-1 1 0 0 0,1-2 0 0 0,-1 1 0 0 0,1 0-1 0 0,0-1 1 0 0,0 1 0 0 0,0-1 0 0 0,0 0 0 0 0,0-1-1 0 0,1 1 1 0 0,-1-1 0 0 0,0 0 0 0 0,1 0 0 0 0,0 0-1 0 0,-1 0 1 0 0,1-1 0 0 0,-1 0 0 0 0,1 0 0 0 0,-1 0-1 0 0,1 0 1 0 0,0-1 0 0 0,-1 0 0 0 0,1 0 0 0 0,-1 0-1 0 0,0 0 1 0 0,1-1 0 0 0,-1 0 0 0 0,0 0 0 0 0,0 0-1 0 0,4-3 1 0 0,4-3-51 0 0,-1 0 0 0 0,0-1 0 0 0,-1 0 0 0 0,0 0 0 0 0,-1-1 0 0 0,0-1 0 0 0,0 0 0 0 0,-1 0 0 0 0,0 0 0 0 0,-1-1 0 0 0,0 0 0 0 0,-1-1 0 0 0,-1 1 0 0 0,0-1 0 0 0,6-23 0 0 0,-6 15-55 0 0,-1-1-1 0 0,0 1 0 0 0,-2-1 1 0 0,-1 0-1 0 0,0 1 0 0 0,-1-1 1 0 0,-2 0-1 0 0,0 0 0 0 0,-7-27 1 0 0,4 32 34 0 0,0 0 1 0 0,-1 0 0 0 0,-1 0-1 0 0,0 1 1 0 0,-1 0 0 0 0,-1 1 0 0 0,-13-18-1 0 0,17 27 13 0 0,0-1-1 0 0,0 1 0 0 0,-1 0 0 0 0,0 0 0 0 0,0 1 0 0 0,0-1 1 0 0,-1 1-1 0 0,0 1 0 0 0,0-1 0 0 0,0 1 0 0 0,0 1 1 0 0,-1-1-1 0 0,1 1 0 0 0,-1 0 0 0 0,0 1 0 0 0,0 0 1 0 0,-15-2-1 0 0,18 4-11 0 0,0 1 1 0 0,0-1-1 0 0,-1 1 1 0 0,1 0-1 0 0,0 0 1 0 0,0 1-1 0 0,0 0 0 0 0,0 0 1 0 0,0 0-1 0 0,0 0 1 0 0,1 1-1 0 0,-1 0 1 0 0,1-1-1 0 0,0 2 1 0 0,0-1-1 0 0,0 0 0 0 0,0 1 1 0 0,0 0-1 0 0,1 0 1 0 0,-1 0-1 0 0,1 0 1 0 0,0 1-1 0 0,1-1 1 0 0,-1 1-1 0 0,-3 9 0 0 0,3-8-101 0 0,1 0 0 0 0,-1-1 0 0 0,1 1-1 0 0,1 0 1 0 0,-1 0 0 0 0,1 1 0 0 0,0-1-1 0 0,0 0 1 0 0,1 0 0 0 0,0 1 0 0 0,0-1-1 0 0,0 0 1 0 0,1 0 0 0 0,0 1 0 0 0,0-1-1 0 0,1 0 1 0 0,-1 0 0 0 0,1 0 0 0 0,1 0-1 0 0,-1-1 1 0 0,6 10 0 0 0,-5-11-240 0 0,1 1 0 0 0,0 0 0 0 0,1-1 0 0 0,-1 0 0 0 0,1 0 1 0 0,0 0-1 0 0,0-1 0 0 0,0 1 0 0 0,0-1 0 0 0,1-1 0 0 0,6 4 0 0 0,19 6-1544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9215 0 0,'20'95'6076'0'0,"-1"-6"-4501"0"0,-1-7-616 0 0,-10-42-83 0 0,1-1-1 0 0,2-1 1 0 0,17 39-1 0 0,-64-257-67 0 0,29 133-951 0 0,1 0 0 0 0,2-77-1 0 0,4 111 102 0 0,1 1 0 0 0,0-1 0 0 0,1 1 0 0 0,0-1 0 0 0,1 1-1 0 0,1 0 1 0 0,0 0 0 0 0,0 0 0 0 0,1 1 0 0 0,0 0 0 0 0,1 0 0 0 0,1 0 0 0 0,0 0-1 0 0,0 1 1 0 0,12-12 0 0 0,-16 18 50 0 0,0 1 0 0 0,1 0 1 0 0,-1 0-1 0 0,1 0 0 0 0,-1 1 0 0 0,1-1 0 0 0,0 1 0 0 0,0 0 0 0 0,0 0 0 0 0,0 0 0 0 0,1 1 1 0 0,-1 0-1 0 0,0-1 0 0 0,1 1 0 0 0,-1 1 0 0 0,1-1 0 0 0,-1 1 0 0 0,1-1 0 0 0,-1 1 1 0 0,1 1-1 0 0,-1-1 0 0 0,1 1 0 0 0,-1-1 0 0 0,1 1 0 0 0,-1 0 0 0 0,0 1 0 0 0,0-1 1 0 0,1 1-1 0 0,-1 0 0 0 0,0 0 0 0 0,0 0 0 0 0,-1 1 0 0 0,1-1 0 0 0,0 1 0 0 0,-1 0 0 0 0,0 0 1 0 0,1 0-1 0 0,-1 1 0 0 0,0-1 0 0 0,-1 1 0 0 0,1-1 0 0 0,-1 1 0 0 0,1 0 0 0 0,2 6 1 0 0,-3-5 23 0 0,0-1 1 0 0,0 0 0 0 0,0 1 0 0 0,-1 0 0 0 0,1-1 0 0 0,-1 1 0 0 0,0 0 0 0 0,-1 0 0 0 0,1 0 0 0 0,-1-1 0 0 0,0 1 0 0 0,0 0-1 0 0,0 0 1 0 0,-1 0 0 0 0,0 0 0 0 0,-2 8 0 0 0,1-7 21 0 0,-1 1-1 0 0,0-1 1 0 0,-1 0-1 0 0,1 0 1 0 0,-1 0 0 0 0,0-1-1 0 0,-1 1 1 0 0,1-1-1 0 0,-1 0 1 0 0,-10 8-1 0 0,4-4 115 0 0,-1-1-1 0 0,-1 0 0 0 0,1-1 0 0 0,-1 0 0 0 0,0-1 0 0 0,-1-1 0 0 0,1 0 0 0 0,-1-1 0 0 0,0 0 0 0 0,-27 3 0 0 0,37-7-121 0 0,1 1-17 0 0,0-1 0 0 0,0 1 0 0 0,0-1 0 0 0,0 0 0 0 0,0 0 0 0 0,0 0 0 0 0,1-1 1 0 0,-1 1-1 0 0,0-1 0 0 0,0 0 0 0 0,-4-1 0 0 0,7 1-33 0 0,0 1 1 0 0,0 0-1 0 0,0-1 1 0 0,0 1-1 0 0,0-1 1 0 0,0 1-1 0 0,1 0 1 0 0,-1-1-1 0 0,0 1 1 0 0,0 0-1 0 0,0-1 1 0 0,1 1-1 0 0,-1 0 1 0 0,0-1 0 0 0,0 1-1 0 0,1 0 1 0 0,-1 0-1 0 0,0-1 1 0 0,1 1-1 0 0,-1 0 1 0 0,0 0-1 0 0,1-1 1 0 0,-1 1-1 0 0,0 0 1 0 0,1 0-1 0 0,-1 0 1 0 0,1 0-1 0 0,-1 0 1 0 0,0-1-1 0 0,1 1 1 0 0,-1 0-1 0 0,1 0 1 0 0,-1 0-1 0 0,1 0 1 0 0,16-6-563 0 0,29-5-2791 0 0,-17 7 1351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6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19551 0 0,'-1'0'126'0'0,"-1"1"-1"0"0,0 0 1 0 0,1 0 0 0 0,-1 0-1 0 0,1 0 1 0 0,-1 0-1 0 0,1 0 1 0 0,0 1 0 0 0,-1-1-1 0 0,1 0 1 0 0,0 1-1 0 0,0-1 1 0 0,0 1-1 0 0,0-1 1 0 0,0 1 0 0 0,0 0-1 0 0,0-1 1 0 0,0 4-1 0 0,-6 34-112 0 0,4-18 284 0 0,-8 47 122 0 0,-3 79 1 0 0,14-126-364 0 0,0-1 1 0 0,1 1 0 0 0,1 0-1 0 0,0-1 1 0 0,2 0-1 0 0,0 0 1 0 0,2 0 0 0 0,11 29-1 0 0,-16-46-159 0 0,0-1 0 0 0,0 1 0 0 0,0 0 0 0 0,1-1 0 0 0,-1 1 0 0 0,1-1 0 0 0,-1 0 0 0 0,1 1 0 0 0,0-1 0 0 0,0 0 0 0 0,0 0 0 0 0,0 0 0 0 0,0 0 0 0 0,0-1 0 0 0,1 1 0 0 0,-1 0 0 0 0,1-1 0 0 0,-1 0 0 0 0,1 1 0 0 0,0-1 0 0 0,3 1 0 0 0,5-4-2131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7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12895 0 0,'3'-11'6811'0'0,"-2"10"-6527"0"0,15-10 2309 0 0,21-3-2126 0 0,-36 13-313 0 0,22-5-86 0 0,0 0 0 0 0,0 1 0 0 0,1 2 0 0 0,-1 0 0 0 0,1 2 0 0 0,0 1 0 0 0,-1 0 0 0 0,1 2 0 0 0,-1 1 0 0 0,1 0-1 0 0,-1 2 1 0 0,0 1 0 0 0,0 0 0 0 0,25 12 0 0 0,-38-13-35 0 0,-1 0-1 0 0,0 0 1 0 0,0 1 0 0 0,0 0-1 0 0,-1 1 1 0 0,1 0 0 0 0,-2 0-1 0 0,1 0 1 0 0,-1 1-1 0 0,0 1 1 0 0,6 9 0 0 0,-6-6 79 0 0,0 0 0 0 0,-1 0 0 0 0,-1 1 1 0 0,0 0-1 0 0,0 0 0 0 0,-1 0 0 0 0,3 24 1 0 0,-4-3 162 0 0,-1 0 0 0 0,-2 1 0 0 0,-1-1 0 0 0,-2 0 1 0 0,-1 1-1 0 0,-9 34 0 0 0,11-62-244 0 0,1-4-77 0 0,0-1 1 0 0,1 0 0 0 0,-1 0 0 0 0,1 1 0 0 0,-1-1-1 0 0,1 0 1 0 0,0 0 0 0 0,0 1 0 0 0,0-1 0 0 0,0 0-1 0 0,1 4 1 0 0,5-9-2363 0 0,-2-4-32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7.4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119 247 12895 0 0,'-2'6'486'0'0,"0"-1"-1"0"0,1 0 1 0 0,0 0-1 0 0,0 0 0 0 0,0 1 1 0 0,1-1-1 0 0,-1 0 1 0 0,1 1-1 0 0,1-1 1 0 0,-1 0-1 0 0,1 1 0 0 0,0-1 1 0 0,0 0-1 0 0,3 8 1 0 0,0-2 1071 0 0,0 1 0 0 0,9 17 1 0 0,4-1-2075 0 0,-15-25 581 0 0,0 0-1 0 0,0 0 0 0 0,1-1 0 0 0,-1 1 0 0 0,0-1 0 0 0,1 1 0 0 0,-1-1 0 0 0,1 0 0 0 0,0 0 0 0 0,0 0 1 0 0,0-1-1 0 0,0 1 0 0 0,0-1 0 0 0,0 1 0 0 0,0-1 0 0 0,1 0 0 0 0,-1 0 0 0 0,0 0 0 0 0,1-1 0 0 0,-1 1 1 0 0,7-1-1 0 0,-4-1-13 0 0,-1 0 0 0 0,1 0 1 0 0,-1 0-1 0 0,1-1 0 0 0,-1 0 1 0 0,0 0-1 0 0,1-1 0 0 0,-1 1 1 0 0,-1-1-1 0 0,1 0 0 0 0,0 0 1 0 0,6-6-1 0 0,-1-1-73 0 0,0 0 0 0 0,-1 0 0 0 0,0 0 0 0 0,-1-1 0 0 0,0-1 0 0 0,-1 1 0 0 0,0-1-1 0 0,-1 0 1 0 0,0-1 0 0 0,-1 0 0 0 0,-1 0 0 0 0,6-22 0 0 0,-8 25 11 0 0,0 1 0 0 0,0-1-1 0 0,-1 0 1 0 0,0 1 0 0 0,-1-1 0 0 0,0 0 0 0 0,-1 1-1 0 0,0-1 1 0 0,0 1 0 0 0,-1-1 0 0 0,0 1 0 0 0,-1-1-1 0 0,0 1 1 0 0,-1 0 0 0 0,1 0 0 0 0,-2 1 0 0 0,1-1-1 0 0,-11-13 1 0 0,11 17 72 0 0,-1 0 0 0 0,0 1 0 0 0,0-1-1 0 0,0 1 1 0 0,0 0 0 0 0,-1 0 0 0 0,1 1 0 0 0,-1 0-1 0 0,0 0 1 0 0,0 0 0 0 0,-1 1 0 0 0,1 0 0 0 0,-13-3-1 0 0,9 4 50 0 0,0 0 0 0 0,-1 0-1 0 0,1 1 1 0 0,0 0 0 0 0,-1 1-1 0 0,1 0 1 0 0,0 0-1 0 0,-17 6 1 0 0,16-4-27 0 0,-1 1-1 0 0,1 1 0 0 0,0 0 1 0 0,1 0-1 0 0,-1 1 1 0 0,1 0-1 0 0,-13 11 1 0 0,17-12-94 0 0,0 1 0 0 0,0-1 0 0 0,1 1 1 0 0,0 0-1 0 0,0 0 0 0 0,0 1 0 0 0,1-1 0 0 0,0 1 1 0 0,0 0-1 0 0,1 0 0 0 0,-4 9 0 0 0,6-12-66 0 0,1-1 1 0 0,-1 1-1 0 0,0 0 0 0 0,1-1 0 0 0,0 1 0 0 0,0-1 0 0 0,0 1 0 0 0,0 0 0 0 0,1-1 0 0 0,-1 1 0 0 0,1-1 0 0 0,0 1 0 0 0,0-1 0 0 0,0 1 0 0 0,1-1 0 0 0,-1 0 0 0 0,1 1 0 0 0,0-1 1 0 0,0 0-1 0 0,0 0 0 0 0,0 0 0 0 0,5 5 0 0 0,-2-3-700 0 0,1 1 1 0 0,0-1 0 0 0,13 8-1 0 0,21 8-5943 0 0,-7-8-449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7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6 335 4607 0 0,'13'33'205'0'0,"-9"-19"3064"0"0,-1-1 0 0 0,-1 1 0 0 0,0 0 0 0 0,0 0 0 0 0,-2 23 0 0 0,-5 5-1433 0 0,5-41-1772 0 0,-1 0 0 0 0,1 0 0 0 0,0-1 0 0 0,0 1 0 0 0,0 0 0 0 0,0-1 0 0 0,0 1 0 0 0,-1 0 0 0 0,1-1 0 0 0,0 1 0 0 0,0 0 0 0 0,-1-1 1 0 0,1 1-1 0 0,-1-1 0 0 0,1 1 0 0 0,0-1 0 0 0,-1 1 0 0 0,1 0 0 0 0,-1-1 0 0 0,0 1 0 0 0,0-1-23 0 0,1 0-1 0 0,0 0 1 0 0,-1-1-1 0 0,1 1 1 0 0,0 0 0 0 0,-1 0-1 0 0,1 0 1 0 0,-1-1-1 0 0,1 1 1 0 0,0 0 0 0 0,-1 0-1 0 0,1-1 1 0 0,0 1-1 0 0,0 0 1 0 0,-1 0-1 0 0,1-1 1 0 0,0 1 0 0 0,0-1-1 0 0,-1 1 1 0 0,1 0-1 0 0,0-1 1 0 0,0 1 0 0 0,0-1-1 0 0,-9-29 666 0 0,6-24-746 0 0,2 0 0 0 0,11-87 1 0 0,-8 110-79 0 0,0 4-58 0 0,2 1 0 0 0,0 0 0 0 0,1 0 0 0 0,11-31 0 0 0,-15 54 161 0 0,0 1 0 0 0,0 0 0 0 0,0 0 0 0 0,0 0-1 0 0,0 0 1 0 0,0 0 0 0 0,1 0 0 0 0,-1 0 0 0 0,0 0 0 0 0,1 0 0 0 0,0 0 0 0 0,-1 1 0 0 0,1-1 0 0 0,0 1 0 0 0,0-1 0 0 0,0 1 0 0 0,3-1 0 0 0,-3 1 7 0 0,0 0 0 0 0,0 1 0 0 0,0 0 0 0 0,0-1 1 0 0,0 1-1 0 0,0 0 0 0 0,0 0 0 0 0,0 0 0 0 0,1 0 1 0 0,-1 1-1 0 0,0-1 0 0 0,0 0 0 0 0,0 1 0 0 0,0 0 0 0 0,3 1 1 0 0,3 2-5 0 0,-1 0 1 0 0,1 1-1 0 0,-1 0 1 0 0,0 0-1 0 0,0 1 1 0 0,-1 0-1 0 0,11 12 1 0 0,68 92-50 0 0,13 16-42 0 0,-83-109 94 0 0,1-1-1 0 0,0-1 1 0 0,1-1 0 0 0,0 0 0 0 0,22 12 0 0 0,-38-25 13 0 0,1 0 0 0 0,0 1 0 0 0,0-1 0 0 0,0 0 0 0 0,0 0-1 0 0,0-1 1 0 0,0 1 0 0 0,0 0 0 0 0,0-1 0 0 0,0 1 0 0 0,0-1 0 0 0,0 0 0 0 0,1 0 0 0 0,-1 0-1 0 0,0 0 1 0 0,0 0 0 0 0,0 0 0 0 0,1 0 0 0 0,-1-1 0 0 0,0 1 0 0 0,0-1 0 0 0,0 0 0 0 0,0 1-1 0 0,0-1 1 0 0,0 0 0 0 0,2-2 0 0 0,-2 1 6 0 0,1 0-1 0 0,0-1 1 0 0,-1 0 0 0 0,0 0 0 0 0,0 0-1 0 0,0 0 1 0 0,0 0 0 0 0,0 0-1 0 0,-1 0 1 0 0,1-1 0 0 0,-1 1-1 0 0,0 0 1 0 0,0-1 0 0 0,0 1-1 0 0,0-5 1 0 0,1-5 46 0 0,-1 0 0 0 0,0 0 0 0 0,-1 0 0 0 0,-1 0 0 0 0,0-1 0 0 0,-1 1 0 0 0,0 0 0 0 0,-1 1 0 0 0,0-1 0 0 0,-1 0 0 0 0,-7-14 0 0 0,-2-1 213 0 0,-1 0 0 0 0,-2 2 0 0 0,-30-42 0 0 0,45 67-254 0 0,0 0-80 0 0,0 0 0 0 0,0-1 0 0 0,0 1 0 0 0,0 0 0 0 0,0 0 0 0 0,1-1 0 0 0,-1 1 0 0 0,0 0 0 0 0,1-1 0 0 0,-1 1 0 0 0,1-1 0 0 0,-1 1 0 0 0,1-1 0 0 0,0 1 0 0 0,-1-1 0 0 0,1 1 0 0 0,0-1 0 0 0,0-2 0 0 0,4-5-683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8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92 9671 0 0,'-5'30'2334'0'0,"2"0"-1"0"0,1 51 0 0 0,1-21-957 0 0,1-40-969 0 0,-4 50 1792 0 0,3 0 0 0 0,14 113 0 0 0,-9-168-1616 0 0,-1-21-490 0 0,0-28-581 0 0,-4-24-882 0 0,-10-83-1 0 0,5 98 1135 0 0,2 0 1 0 0,2 0-1 0 0,2-1 0 0 0,7-51 0 0 0,-6 86 339 0 0,1 0-1 0 0,1 1 1 0 0,-1-1-1 0 0,1 1 1 0 0,1 0 0 0 0,0-1-1 0 0,0 2 1 0 0,0-1-1 0 0,1 0 1 0 0,0 1 0 0 0,1 0-1 0 0,9-10 1 0 0,-11 14-36 0 0,-1 0 1 0 0,0 0-1 0 0,1 1 1 0 0,-1-1-1 0 0,1 1 1 0 0,0 0-1 0 0,-1 0 1 0 0,1 0-1 0 0,0 1 1 0 0,0-1-1 0 0,0 1 1 0 0,1 0-1 0 0,-1 0 1 0 0,0 1-1 0 0,0-1 0 0 0,1 1 1 0 0,-1 0-1 0 0,0 0 1 0 0,0 0-1 0 0,1 1 1 0 0,-1-1-1 0 0,0 1 1 0 0,0 0-1 0 0,0 0 1 0 0,0 1-1 0 0,0-1 1 0 0,0 1-1 0 0,4 2 1 0 0,-2 0-51 0 0,-1-1-1 0 0,1 2 1 0 0,-1-1 0 0 0,0 0-1 0 0,0 1 1 0 0,0 0 0 0 0,-1 0 0 0 0,0 1-1 0 0,0-1 1 0 0,0 1 0 0 0,-1 0-1 0 0,1 0 1 0 0,-1 0 0 0 0,-1 0 0 0 0,1 0-1 0 0,-1 1 1 0 0,0-1 0 0 0,-1 1-1 0 0,0 0 1 0 0,0-1 0 0 0,0 1 0 0 0,-1 11-1 0 0,1-7-39 0 0,-2-1 0 0 0,1 1 0 0 0,-2 0 0 0 0,1-1 0 0 0,-1 1 0 0 0,-1-1 0 0 0,0 0 0 0 0,0 1 0 0 0,-1-1 0 0 0,-1-1 0 0 0,1 1 0 0 0,-1-1 0 0 0,-11 16 0 0 0,6-15-26 0 0,0 0-1 0 0,0 0 0 0 0,-20 13 1 0 0,27-20 49 0 0,0-1 0 0 0,0 0 1 0 0,-1 0-1 0 0,1 0 1 0 0,0 0-1 0 0,-1 0 0 0 0,0 0 1 0 0,1-1-1 0 0,-1 0 1 0 0,0 0-1 0 0,1 0 0 0 0,-1 0 1 0 0,-6 0-1 0 0,24 5-51 0 0,-1 0 0 0 0,1 0-1 0 0,-1 1 1 0 0,-1 1 0 0 0,22 17-1 0 0,-13-8 4 0 0,-1 2-1 0 0,22 25 1 0 0,-36-36 49 0 0,1 0 1 0 0,-1 0 0 0 0,0 0-1 0 0,-1 1 1 0 0,7 15-1 0 0,-11-21 17 0 0,0-1 0 0 0,0 0 0 0 0,0 1 0 0 0,-1-1 0 0 0,1 1 0 0 0,-1-1 0 0 0,1 1 0 0 0,-1-1 0 0 0,0 1 0 0 0,0-1 0 0 0,0 1 0 0 0,-1 0 0 0 0,1-1 0 0 0,-1 1 0 0 0,1-1 0 0 0,-1 0-1 0 0,0 1 1 0 0,0-1 0 0 0,0 0 0 0 0,0 1 0 0 0,0-1 0 0 0,0 0 0 0 0,-1 0 0 0 0,1 0 0 0 0,-1 0 0 0 0,0 0 0 0 0,-3 3 0 0 0,-4 3 238 0 0,-2-1 0 0 0,1 0 1 0 0,-1-1-1 0 0,0 0 0 0 0,0 0 1 0 0,-1-2-1 0 0,1 1 0 0 0,-1-1 1 0 0,0-1-1 0 0,-25 4 0 0 0,7-3 258 0 0,0-2-1 0 0,0-1 0 0 0,-43-4 0 0 0,71 3-487 0 0,-24-4 327 0 0,26 4-345 0 0,-1 0 0 0 0,0 0 0 0 0,0 0 0 0 0,1 0 0 0 0,-1 0-1 0 0,0 0 1 0 0,1-1 0 0 0,-1 1 0 0 0,0 0 0 0 0,1-1 0 0 0,-1 1 0 0 0,0 0 0 0 0,1-1-1 0 0,-1 1 1 0 0,0-1 0 0 0,1 1 0 0 0,-1-1 0 0 0,1 1 0 0 0,-1-1 0 0 0,1 0 0 0 0,-1 1-1 0 0,1-1 1 0 0,0 1 0 0 0,-1-1 0 0 0,1 0 0 0 0,-1-1 0 0 0,2 2-50 0 0,0-1 0 0 0,0 0 1 0 0,-1 1-1 0 0,1-1 0 0 0,0 0 0 0 0,0 1 1 0 0,0 0-1 0 0,0-1 0 0 0,0 1 1 0 0,0-1-1 0 0,0 1 0 0 0,0 0 0 0 0,0 0 1 0 0,0-1-1 0 0,0 1 0 0 0,0 0 1 0 0,0 0-1 0 0,0 0 0 0 0,0 0 0 0 0,0 0 1 0 0,0 1-1 0 0,1-1 0 0 0,2 0-213 0 0,75 0-3405 0 0,-40 2 1252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8:58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37 15199 0 0,'-6'-4'1352'0'0,"-17"7"7440"0"0,16-3-5720 0 0,-2 0-2144 0 0,-4-2-416 0 0,1 2-96 0 0,1-1-8 0 0,2 1-288 0 0,2-2-56 0 0,2-1-64 0 0,5-3 88 0 0,2-2-1856 0 0,5-5-376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08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16 3679 0 0,'5'-15'4631'0'0,"-1"25"-1398"0"0,-3 1-3834 0 0,-10 70 2003 0 0,-3 0 0 0 0,-24 83-1 0 0,12-78-283 0 0,-63 145 0 0 0,81-213-896 0 0,2-8 294 0 0,4-26-138 0 0,6-26-26 0 0,18-77 0 0 0,0 11-546 0 0,-20 86 122 0 0,1-13-38 0 0,1 0-1 0 0,3 1 0 0 0,15-43 1 0 0,-20 67 83 0 0,1 0 0 0 0,0 0 0 0 0,0 1 0 0 0,1 0 0 0 0,1 0 0 0 0,8-11 0 0 0,-10 16 11 0 0,0-1 1 0 0,0 0-1 0 0,1 1 1 0 0,-1 0-1 0 0,1 0 0 0 0,0 1 1 0 0,0-1-1 0 0,0 1 1 0 0,1 1-1 0 0,-1-1 1 0 0,8-1-1 0 0,-12 3 12 0 0,1 1-1 0 0,0-1 0 0 0,0 1 1 0 0,0 0-1 0 0,0 0 0 0 0,0 0 1 0 0,0 0-1 0 0,0 0 0 0 0,0 1 1 0 0,-1 0-1 0 0,1-1 0 0 0,0 1 1 0 0,0 0-1 0 0,0 0 0 0 0,-1 0 1 0 0,1 1-1 0 0,-1-1 0 0 0,1 1 1 0 0,-1-1-1 0 0,1 1 0 0 0,-1 0 1 0 0,0 0-1 0 0,0 0 0 0 0,0 0 1 0 0,0 0-1 0 0,0 0 0 0 0,0 1 1 0 0,-1-1-1 0 0,1 1 0 0 0,1 3 1 0 0,4 8 43 0 0,0 1 1 0 0,-1 0-1 0 0,-1 1 1 0 0,4 19-1 0 0,-6-26 12 0 0,29 130 539 0 0,22 72 42 0 0,-46-179-577 0 0,9 24 85 0 0,-15-52-134 0 0,-1 0 0 0 0,1-1-1 0 0,0 1 1 0 0,0 0 0 0 0,1 0 0 0 0,-1-1-1 0 0,1 0 1 0 0,0 1 0 0 0,0-1-1 0 0,4 4 1 0 0,2-3-107 0 0,-8-4-254 0 0,-1 0 266 0 0,1 0 0 0 0,-1 0 0 0 0,0 0 0 0 0,0 0 1 0 0,1 0-1 0 0,-1 0 0 0 0,0 0 0 0 0,0 0 1 0 0,0 0-1 0 0,1 0 0 0 0,-1 0 0 0 0,0 0 0 0 0,0 0 1 0 0,1 0-1 0 0,-1 0 0 0 0,0 0 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0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30 108 10943 0 0,'-11'-5'409'0'0,"-8"-15"4331"0"0,19 20-4631 0 0,1 0 1 0 0,-1-1 0 0 0,0 1 0 0 0,0 0 0 0 0,1 0-1 0 0,-1 0 1 0 0,0 0 0 0 0,1 0 0 0 0,14-4 129 0 0,-15 3-16 0 0,113-27 1309 0 0,33-10-1583 0 0,-101 29-4185 0 0,-32 7-1296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0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14 2759 0 0,'1'3'618'0'0,"0"1"0"0"0,0-1 0 0 0,0 1 0 0 0,-1-1 0 0 0,0 1 0 0 0,1-1 0 0 0,-1 1 0 0 0,-1-1 0 0 0,1 5 0 0 0,-1 1 570 0 0,2 58 997 0 0,0-5-897 0 0,-2 0 0 0 0,-3 0-1 0 0,-13 73 1 0 0,20-206-120 0 0,51-205-912 0 0,-53 270-269 0 0,1-1 0 0 0,0 1 0 0 0,1-1 0 0 0,-1 1 0 0 0,1 0 0 0 0,1 0 0 0 0,5-9 0 0 0,-8 14 9 0 0,0 0 0 0 0,0 0 0 0 0,0 0 0 0 0,0 0 0 0 0,0 0 0 0 0,0 1-1 0 0,0-1 1 0 0,0 0 0 0 0,0 0 0 0 0,0 1 0 0 0,0-1 0 0 0,0 1 0 0 0,0-1 0 0 0,1 1-1 0 0,-1 0 1 0 0,0-1 0 0 0,0 1 0 0 0,3 0 0 0 0,-2 0 1 0 0,-1 0 1 0 0,1 1-1 0 0,0-1 0 0 0,-1 1 1 0 0,1 0-1 0 0,-1-1 1 0 0,1 1-1 0 0,-1 0 0 0 0,1 0 1 0 0,-1 0-1 0 0,0 0 1 0 0,0 0-1 0 0,1 0 0 0 0,-1 0 1 0 0,0 1-1 0 0,0-1 0 0 0,0 0 1 0 0,2 3-1 0 0,6 12 25 0 0,0 0 0 0 0,-1 1 0 0 0,-1 0 0 0 0,-1 0 0 0 0,0 1 0 0 0,5 28 0 0 0,-4-18 304 0 0,18 45-1 0 0,-22-65-238 0 0,1 0 0 0 0,1 0-1 0 0,-1 0 1 0 0,1 0-1 0 0,1-1 1 0 0,-1 0-1 0 0,1 0 1 0 0,0 0-1 0 0,10 8 1 0 0,-14-14-63 0 0,0 1-1 0 0,0-1 1 0 0,0 1 0 0 0,0-1 0 0 0,0 0-1 0 0,0 0 1 0 0,0 0 0 0 0,0 0-1 0 0,0 0 1 0 0,1-1 0 0 0,-1 1 0 0 0,0-1-1 0 0,1 1 1 0 0,-1-1 0 0 0,0 0 0 0 0,1 0-1 0 0,-1 0 1 0 0,0 0 0 0 0,5-1 0 0 0,-4 0 4 0 0,0 0 1 0 0,0 0 0 0 0,-1 0-1 0 0,1-1 1 0 0,0 1 0 0 0,-1-1-1 0 0,1 0 1 0 0,-1 0 0 0 0,1 0-1 0 0,-1 0 1 0 0,0 0 0 0 0,0-1 0 0 0,2-2-1 0 0,2-3 23 0 0,-1 0-1 0 0,-1 0 0 0 0,1-1 1 0 0,-2 1-1 0 0,1-1 0 0 0,-1 0 1 0 0,0 0-1 0 0,2-18 0 0 0,-3 8 5 0 0,-1 1 1 0 0,-1-1-1 0 0,-1 0 0 0 0,-5-27 1 0 0,-22-73 89 0 0,12 87-135 0 0,20 35-801 0 0,0 0-1 0 0,0-1 1 0 0,0 1-1 0 0,0-1 1 0 0,1 0-1 0 0,-1 0 1 0 0,1 0 0 0 0,0-1-1 0 0,7 2 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09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9527 0 0,'0'27'2423'0'0,"2"0"0"0"0,9 51 0 0 0,-9-67-2174 0 0,1 0-1 0 0,0 0 1 0 0,1-1-1 0 0,0 1 1 0 0,1-1-1 0 0,0 0 1 0 0,0 0-1 0 0,1 0 1 0 0,0-1-1 0 0,9 10 1 0 0,-12-16-173 0 0,1 1 1 0 0,-1-1-1 0 0,1 0 1 0 0,0-1-1 0 0,-1 1 0 0 0,1-1 1 0 0,0 0-1 0 0,1 0 1 0 0,-1 0-1 0 0,0 0 0 0 0,0-1 1 0 0,1 1-1 0 0,-1-1 1 0 0,1 0-1 0 0,7 0 0 0 0,-4-1-12 0 0,-1 0 0 0 0,1-1-1 0 0,0 0 1 0 0,0 0 0 0 0,-1 0-1 0 0,1-1 1 0 0,-1-1 0 0 0,12-4-1 0 0,-1-2-107 0 0,-1 0 0 0 0,0-1-1 0 0,-1-1 1 0 0,0 0 0 0 0,-1-2-1 0 0,23-21 1 0 0,-1-11-385 0 0,-34 42 375 0 0,-1 0-1 0 0,0 0 1 0 0,0 0-1 0 0,-1-1 0 0 0,1 1 1 0 0,0 0-1 0 0,-1-1 0 0 0,0 1 1 0 0,0-1-1 0 0,0 0 1 0 0,0 1-1 0 0,-1-1 0 0 0,1-4 1 0 0,-1 7 52 0 0,0 1 0 0 0,0 0 0 0 0,0-1 1 0 0,0 1-1 0 0,-1 0 0 0 0,1-1 0 0 0,0 1 0 0 0,0 0 1 0 0,0 0-1 0 0,0-1 0 0 0,0 1 0 0 0,0 0 0 0 0,-1-1 0 0 0,1 1 1 0 0,0 0-1 0 0,0 0 0 0 0,0-1 0 0 0,-1 1 0 0 0,1 0 1 0 0,0 0-1 0 0,0 0 0 0 0,-1-1 0 0 0,1 1 0 0 0,0 0 0 0 0,-1 0 1 0 0,1 0-1 0 0,0 0 0 0 0,0-1 0 0 0,-1 1 0 0 0,1 0 1 0 0,0 0-1 0 0,-1 0 0 0 0,1 0 0 0 0,0 0 0 0 0,-1 0 0 0 0,1 0 1 0 0,0 0-1 0 0,-1 0 0 0 0,1 0 0 0 0,0 0 0 0 0,-1 0 1 0 0,1 0-1 0 0,0 0 0 0 0,-1 1 0 0 0,1-1 0 0 0,0 0 0 0 0,-1 0 1 0 0,1 0-1 0 0,0 0 0 0 0,0 1 0 0 0,-1-1 0 0 0,1 0 1 0 0,0 0-1 0 0,0 0 0 0 0,-1 1 0 0 0,1-1 0 0 0,0 0 1 0 0,0 1-1 0 0,-18 14 101 0 0,18-14-91 0 0,-27 31 435 0 0,1 1 1 0 0,-33 58 0 0 0,28-41-20 0 0,-39 72 664 0 0,61-104-931 0 0,2 0 1 0 0,0 0 0 0 0,1 0 0 0 0,1 0-1 0 0,-4 25 1 0 0,9-40-139 0 0,0 0-1 0 0,0 0 1 0 0,0-1-1 0 0,0 1 1 0 0,0 0-1 0 0,0 0 1 0 0,1-1-1 0 0,-1 1 1 0 0,1 0-1 0 0,0 0 1 0 0,0-1-1 0 0,0 1 1 0 0,0-1 0 0 0,0 1-1 0 0,3 3 1 0 0,-3-5-134 0 0,0 0 0 0 0,0 0 0 0 0,0 0 1 0 0,0 0-1 0 0,0 0 0 0 0,0 0 0 0 0,0 0 1 0 0,0-1-1 0 0,1 1 0 0 0,-1 0 0 0 0,0-1 1 0 0,1 1-1 0 0,0 0 0 0 0,0-1-455 0 0,0 0 1 0 0,1 0-1 0 0,-1 1 0 0 0,0-1 0 0 0,0 0 1 0 0,0-1-1 0 0,0 1 0 0 0,0 0 0 0 0,0 0 1 0 0,4-2-1 0 0,13-6-6337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0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36 3223 0 0,'1'-6'47'0'0,"8"-23"9971"0"0,-8 28-9747 0 0,0 4-112 0 0,0-1 0 0 0,0 0 0 0 0,0 1 0 0 0,0-1 0 0 0,-1 0 0 0 0,1 1 0 0 0,-1-1 0 0 0,0 1 0 0 0,0-1-1 0 0,0 1 1 0 0,0-1 0 0 0,0 5 0 0 0,0-3-25 0 0,-1 14 119 0 0,-1 1 0 0 0,0-1 0 0 0,-1 0 1 0 0,-6 20-1 0 0,-28 71 425 0 0,8-27-294 0 0,13-35-185 0 0,8-25-115 0 0,1 0-1 0 0,0 0 1 0 0,2 0-1 0 0,1 1 1 0 0,0 0 0 0 0,0 27-1 0 0,4-48-70 0 0,0 0-1 0 0,0-1 1 0 0,0 1-1 0 0,1 0 1 0 0,-1 0-1 0 0,1 0 1 0 0,-1 0-1 0 0,1 0 1 0 0,-1 0-1 0 0,1-1 1 0 0,0 1 0 0 0,0 0-1 0 0,0 0 1 0 0,0-1-1 0 0,0 1 1 0 0,1-1-1 0 0,-1 1 1 0 0,0-1-1 0 0,1 0 1 0 0,-1 1-1 0 0,1-1 1 0 0,-1 0-1 0 0,1 0 1 0 0,0 0-1 0 0,-1 0 1 0 0,1 0-1 0 0,0 0 1 0 0,0-1 0 0 0,-1 1-1 0 0,1 0 1 0 0,0-1-1 0 0,0 0 1 0 0,0 1-1 0 0,0-1 1 0 0,0 0-1 0 0,0 0 1 0 0,0 0-1 0 0,0 0 1 0 0,0 0-1 0 0,2-1 1 0 0,9-1 70 0 0,-1 0 0 0 0,1-1 0 0 0,0 0 0 0 0,18-8 0 0 0,-30 11-81 0 0,20-9 66 0 0,-8 4 10 0 0,0 0-1 0 0,0 1 1 0 0,0 0-1 0 0,1 1 1 0 0,-1 0-1 0 0,17-1 1 0 0,-30 5-76 0 0,-1-1 1 0 0,1 0 0 0 0,0 1 0 0 0,0-1-1 0 0,0 0 1 0 0,0 1 0 0 0,0-1 0 0 0,0 0-1 0 0,0 1 1 0 0,-1-1 0 0 0,1 0 0 0 0,0 0-1 0 0,0 1 1 0 0,0-1 0 0 0,-1 0 0 0 0,1 0-1 0 0,0 1 1 0 0,0-1 0 0 0,-1 0 0 0 0,1 0-1 0 0,0 0 1 0 0,0 1 0 0 0,-1-1 0 0 0,1 0-1 0 0,0 0 1 0 0,-1 0 0 0 0,1 0 0 0 0,0 0 0 0 0,-1 0-1 0 0,1 0 1 0 0,0 0 0 0 0,-1 1 0 0 0,1-1-1 0 0,-1 0-44 0 0,1 0-1 0 0,0 0 1 0 0,0 0-1 0 0,0 1 1 0 0,-1-1 0 0 0,1 0-1 0 0,0 0 1 0 0,0 0-1 0 0,-1 1 1 0 0,1-1-1 0 0,0 0 1 0 0,-1 0-1 0 0,1 0 1 0 0,0 0-1 0 0,0 0 1 0 0,-1 0 0 0 0,1 0-1 0 0,0 0 1 0 0,-1 0-1 0 0,1 0 1 0 0,0 0-1 0 0,-1 0 1 0 0,1 0-1 0 0,0 0 1 0 0,-1 0-1 0 0,1 0 1 0 0,0 0 0 0 0,0 0-1 0 0,-1 0 1 0 0,1 0-1 0 0,0 0 1 0 0,-1-1-1 0 0,1 1 1 0 0,0 0-1 0 0,0 0 1 0 0,-1 0 0 0 0,1 0-1 0 0,0-1 1 0 0,0 1-1 0 0,-1 0 1 0 0,1 0-1 0 0,0-1 1 0 0,0 1-1 0 0,0 0 1 0 0,0 0-1 0 0,-1-1 1 0 0,1 1 0 0 0,0-6-724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0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20 5063 0 0,'9'-11'-1'0'0,"16"2"8904"0"0,-25 10-8771 0 0,1 0-44 0 0,-1 1 1 0 0,0-1-1 0 0,1 0 1 0 0,-1 1-1 0 0,0-1 0 0 0,0 1 1 0 0,0-1-1 0 0,0 1 1 0 0,0-1-1 0 0,0 0 1 0 0,-1 3-1 0 0,-3 17 505 0 0,-1-1 0 0 0,-12 28 0 0 0,2-2-148 0 0,-1 5 5 0 0,0-3 5 0 0,2 1 1 0 0,-11 81-1 0 0,24-123-381 0 0,1 0 0 0 0,-1 0 1 0 0,1-1-1 0 0,1 1 0 0 0,0 0 0 0 0,0 0 0 0 0,0 0 1 0 0,0 0-1 0 0,1-1 0 0 0,6 13 0 0 0,-7-16-39 0 0,1 0-1 0 0,-1-1 1 0 0,1 1-1 0 0,0-1 1 0 0,0 1-1 0 0,0-1 1 0 0,1 0-1 0 0,-1 0 1 0 0,1 0-1 0 0,-1 0 1 0 0,1 0-1 0 0,-1 0 1 0 0,1-1-1 0 0,0 1 1 0 0,0-1-1 0 0,0 0 1 0 0,0 0-1 0 0,0 0 1 0 0,0 0-1 0 0,0 0 1 0 0,0-1-1 0 0,0 0 1 0 0,0 1-1 0 0,1-1 1 0 0,5-1-1 0 0,-2 1 22 0 0,1-1 0 0 0,0-1 1 0 0,-1 0-1 0 0,1 0 0 0 0,-1 0 0 0 0,1-1 0 0 0,12-6 0 0 0,3-4 47 0 0,21-16 0 0 0,-19 11-123 0 0,-15 9-147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1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0 1375 0 0,'-1'21'7633'0'0,"-1"4"-3339"0"0,-8 57-2404 0 0,3-26-515 0 0,-17 324 1201 0 0,29-401-9889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8751 0 0,'0'0'674'0'0,"0"2"-189"0"0,0 1-1 0 0,1-1 1 0 0,-1 0 0 0 0,1 0 0 0 0,-1 0 0 0 0,1 0-1 0 0,0 1 1 0 0,0-1 0 0 0,1 2 0 0 0,1 0-259 0 0,-1 0 0 0 0,1 0 1 0 0,0 0-1 0 0,0-1 0 0 0,0 1 0 0 0,0-1 0 0 0,1 0 1 0 0,-1 0-1 0 0,1 0 0 0 0,0 0 0 0 0,0-1 1 0 0,4 3-1 0 0,-3-4-184 0 0,0 1 0 0 0,0-1 0 0 0,1 0-1 0 0,-1 0 1 0 0,0-1 0 0 0,1 0 0 0 0,-1 0 0 0 0,0 0 0 0 0,0 0 0 0 0,1-1 0 0 0,-1 0 0 0 0,0 0-1 0 0,0 0 1 0 0,0-1 0 0 0,8-3 0 0 0,7-4 199 0 0,0-1 1 0 0,26-19-1 0 0,-17 11-154 0 0,-27 16-92 0 0,-1 1 0 0 0,0 1 0 0 0,1-1 0 0 0,-1 0 0 0 0,1 0 0 0 0,-1 0 0 0 0,1 1 0 0 0,-1-1 0 0 0,1 1 0 0 0,-1-1-1 0 0,1 1 1 0 0,0 0 0 0 0,-1-1 0 0 0,3 1 0 0 0,-4 1 2 0 0,1 0-1 0 0,0 0 1 0 0,0 0-1 0 0,-1-1 1 0 0,1 1-1 0 0,0 0 1 0 0,-1 0 0 0 0,1 0-1 0 0,-1 1 1 0 0,0-1-1 0 0,1 0 1 0 0,-1 0-1 0 0,0 0 1 0 0,1 0-1 0 0,-1 0 1 0 0,0 0-1 0 0,0 0 1 0 0,0 1 0 0 0,0-1-1 0 0,0 0 1 0 0,-1 2-1 0 0,1 49 451 0 0,-9 71 1 0 0,1-12 137 0 0,4-50-164 0 0,2-28-165 0 0,0 1 0 0 0,3-1 0 0 0,5 44 1 0 0,-6-76-259 0 0,0 0 1 0 0,0 0-1 0 0,0 0 1 0 0,1 0-1 0 0,-1 0 1 0 0,0 0-1 0 0,1 0 1 0 0,-1 0-1 0 0,0 0 1 0 0,1 0-1 0 0,0 0 1 0 0,-1 0-1 0 0,1-1 1 0 0,-1 1-1 0 0,1 0 1 0 0,0 0-1 0 0,0-1 1 0 0,-1 1-1 0 0,2 1 1 0 0,-1-2-78 0 0,-1 0 0 0 0,1 0-1 0 0,0 0 1 0 0,-1 0 0 0 0,1 0 0 0 0,-1 0-1 0 0,1 0 1 0 0,-1-1 0 0 0,1 1 0 0 0,0 0 0 0 0,-1 0-1 0 0,1 0 1 0 0,-1 0 0 0 0,1-1 0 0 0,-1 1 0 0 0,1 0-1 0 0,-1-1 1 0 0,1 1 0 0 0,-1 0 0 0 0,0-1-1 0 0,1 1 1 0 0,-1 0 0 0 0,1-1 0 0 0,-1 1 0 0 0,0-1-1 0 0,1 1 1 0 0,-1-1 0 0 0,0 1 0 0 0,0-1 0 0 0,1 1-1 0 0,-1-1 1 0 0,0 1 0 0 0,0-1 0 0 0,0 1-1 0 0,1-2 1 0 0,2-6-2061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2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12895 0 0,'5'1'793'0'0,"-1"1"1"0"0,0-1-1 0 0,0 0 0 0 0,1 0 0 0 0,-1-1 0 0 0,1 1 0 0 0,-1-1 0 0 0,1 0 0 0 0,4-1 0 0 0,52-6 18 0 0,-21 1-241 0 0,-34 6-952 0 0,1-1-1 0 0,0 0 0 0 0,-1 0 1 0 0,1 0-1 0 0,-1-1 0 0 0,0 0 1 0 0,9-4-1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2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30 2303 0 0,'0'-1'403'0'0,"-1"-1"0"0"0,0 1 0 0 0,0-1 0 0 0,0 0 0 0 0,0 1 0 0 0,0 0 0 0 0,0-1-1 0 0,0 1 1 0 0,0 0 0 0 0,-1-1 0 0 0,1 1 0 0 0,0 0 0 0 0,-1 0 0 0 0,1 0 0 0 0,-1 0-1 0 0,1 0 1 0 0,-1 1 0 0 0,1-1 0 0 0,-1 0 0 0 0,0 1 0 0 0,0-1 0 0 0,1 1 0 0 0,-1-1-1 0 0,-3 1 1 0 0,-2-1 57 0 0,0 0 0 0 0,0 0 0 0 0,0 1-1 0 0,-1 0 1 0 0,-8 1 0 0 0,3 2-276 0 0,-1 0-1 0 0,1 1 1 0 0,0 1 0 0 0,1 0 0 0 0,-1 0 0 0 0,1 2-1 0 0,0-1 1 0 0,0 2 0 0 0,1-1 0 0 0,-14 13-1 0 0,2 0 124 0 0,1 2 0 0 0,0 0 0 0 0,-27 39 0 0 0,36-43-99 0 0,1 1-1 0 0,0 0 1 0 0,2 0-1 0 0,0 2 1 0 0,-8 25-1 0 0,14-35-107 0 0,1 0 0 0 0,0-1 0 0 0,1 1 0 0 0,0 0 0 0 0,1 1 0 0 0,0-1 0 0 0,1 0 0 0 0,0 0 0 0 0,1 0-1 0 0,0 0 1 0 0,1 1 0 0 0,3 13 0 0 0,-3-20-60 0 0,0 0 1 0 0,0 0-1 0 0,0-1 0 0 0,1 1 0 0 0,-1 0 0 0 0,1-1 1 0 0,0 1-1 0 0,0-1 0 0 0,1 0 0 0 0,-1 0 1 0 0,1 0-1 0 0,0-1 0 0 0,0 0 0 0 0,1 1 0 0 0,3 2 1 0 0,0-3 34 0 0,-1 1 0 0 0,0-1 0 0 0,1 0-1 0 0,-1-1 1 0 0,1 0 0 0 0,0 0 0 0 0,0-1 0 0 0,-1 0 0 0 0,10 0 0 0 0,8-1 76 0 0,-1-1-1 0 0,1-2 1 0 0,-1 0-1 0 0,0-2 1 0 0,33-10-1 0 0,3-6-704 0 0,-36 9-6437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2 11055 0 0,'2'-1'547'0'0,"0"5"39"0"0,2 17 636 0 0,0 25 935 0 0,-5 7-1556 0 0,-2 0 1 0 0,-3 0-1 0 0,-1 0 0 0 0,-3-1 0 0 0,-3 0 0 0 0,-1-1 0 0 0,-24 54 1 0 0,16-41-413 0 0,12-35-92 0 0,0 0 0 0 0,-16 28 1 0 0,26-57-104 0 0,0 1-1 0 0,-1-1 1 0 0,1 1 0 0 0,0-1 0 0 0,0 1-1 0 0,0-1 1 0 0,0 0 0 0 0,-1 1 0 0 0,1-1-1 0 0,0 1 1 0 0,-1-1 0 0 0,1 0-1 0 0,0 1 1 0 0,-1-1 0 0 0,1 0 0 0 0,0 0-1 0 0,-1 1 1 0 0,1-1 0 0 0,0 0 0 0 0,-1 0-1 0 0,1 1 1 0 0,-1-1 0 0 0,1 0 0 0 0,-1 0-1 0 0,-2-9-161 0 0,4-17-28 0 0,2 12 137 0 0,0 1 0 0 0,1 0 1 0 0,1 0-1 0 0,0 0 1 0 0,11-18-1 0 0,-12 24 72 0 0,1 1-1 0 0,0-1 0 0 0,0 1 1 0 0,0 1-1 0 0,1-1 0 0 0,-1 1 1 0 0,1 0-1 0 0,1 0 1 0 0,-1 0-1 0 0,1 1 0 0 0,8-4 1 0 0,29-15 349 0 0,0-2 0 0 0,46-36 0 0 0,-65 42-301 0 0,-1-2 1 0 0,-1 0-1 0 0,-1-1 1 0 0,33-43-1 0 0,-44 50 20 0 0,-1-2 1 0 0,0 1-1 0 0,-2-1 0 0 0,0 0 1 0 0,0-1-1 0 0,-2 0 0 0 0,7-27 1 0 0,-14 40 536 0 0,-5 12-336 0 0,-6 14-9 0 0,-27 59 77 0 0,11-23-59 0 0,-23 63 1 0 0,45-102-236 0 0,1 0-1 0 0,0 0 1 0 0,1 1 0 0 0,1-1 0 0 0,1 1-1 0 0,1 0 1 0 0,0 0 0 0 0,3 19 0 0 0,-2-33-39 0 0,1 0 1 0 0,0 0 0 0 0,0 0 0 0 0,0 0-1 0 0,1 0 1 0 0,0 0 0 0 0,0 0-1 0 0,0-1 1 0 0,3 6 0 0 0,-4-9-64 0 0,0 0-1 0 0,0 1 1 0 0,0-1 0 0 0,0 0 0 0 0,0 0-1 0 0,1 0 1 0 0,-1 0 0 0 0,0 0 0 0 0,1 0-1 0 0,-1 0 1 0 0,0 0 0 0 0,1 0 0 0 0,-1-1-1 0 0,1 1 1 0 0,-1-1 0 0 0,1 1 0 0 0,0-1-1 0 0,-1 0 1 0 0,1 1 0 0 0,-1-1 0 0 0,1 0 0 0 0,0 0-1 0 0,-1 0 1 0 0,1 0 0 0 0,0 0 0 0 0,-1-1-1 0 0,1 1 1 0 0,-1 0 0 0 0,1-1 0 0 0,0 1-1 0 0,1-2 1 0 0,2 0-743 0 0,0 0 0 0 0,0-1 0 0 0,0 1 0 0 0,8-7 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3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29 428 14623 0 0,'-8'31'1561'0'0,"1"0"-1"0"0,2 1 0 0 0,1-1 0 0 0,0 38 0 0 0,4-69-1530 0 0,0-1-1 0 0,0 1 0 0 0,0 0 0 0 0,0 0 0 0 0,0 0 0 0 0,0 0 0 0 0,1 0 0 0 0,-1 0 0 0 0,0 0 0 0 0,0 0 0 0 0,0 0 0 0 0,0 0 0 0 0,0 0 0 0 0,0 0 0 0 0,0 0 0 0 0,0 0 0 0 0,0 0 1 0 0,1 0-1 0 0,-1 0 0 0 0,0 1 0 0 0,0-1 0 0 0,0 0 0 0 0,0 0 0 0 0,0 0 0 0 0,0 0 0 0 0,0 0 0 0 0,0 0 0 0 0,0 0 0 0 0,0 0 0 0 0,0 0 0 0 0,0 0 0 0 0,1 0 0 0 0,-1 0 0 0 0,0 0 1 0 0,0 0-1 0 0,0 1 0 0 0,0-1 0 0 0,0 0 0 0 0,0 0 0 0 0,0 0 0 0 0,0 0 0 0 0,0 0 0 0 0,0 0 0 0 0,0 0 0 0 0,0 0 0 0 0,0 0 0 0 0,0 1 0 0 0,0-1 0 0 0,0 0 0 0 0,0 0 0 0 0,0 0 0 0 0,0 0 1 0 0,0 0-1 0 0,0 0 0 0 0,0 0 0 0 0,0 0 0 0 0,0 0 0 0 0,0 1 0 0 0,0-1 0 0 0,0 0 0 0 0,-1 0 0 0 0,7-11 609 0 0,5-17-319 0 0,47-224-344 0 0,0 3-1270 0 0,-54 237 1179 0 0,0 1-1 0 0,9-18 1 0 0,-12 27 94 0 0,0 0 0 0 0,0 0 0 0 0,1-1 0 0 0,-1 1 0 0 0,1 0 0 0 0,0 0 0 0 0,-1 0-1 0 0,1 1 1 0 0,0-1 0 0 0,0 0 0 0 0,0 1 0 0 0,0-1 0 0 0,0 1 0 0 0,1-1 0 0 0,-1 1 0 0 0,0 0 0 0 0,1 0 0 0 0,3-1 0 0 0,-4 2 13 0 0,-1 0 1 0 0,0 0-1 0 0,1 0 0 0 0,-1 1 0 0 0,0-1 1 0 0,0 0-1 0 0,0 1 0 0 0,1-1 0 0 0,-1 1 0 0 0,0-1 1 0 0,0 1-1 0 0,0 0 0 0 0,0-1 0 0 0,0 1 1 0 0,0 0-1 0 0,0 0 0 0 0,0 0 0 0 0,0 0 1 0 0,0 0-1 0 0,0 0 0 0 0,0 0 0 0 0,-1 0 1 0 0,1 0-1 0 0,0 0 0 0 0,0 2 0 0 0,13 31-53 0 0,-13-33 59 0 0,7 33 122 0 0,-1 0-1 0 0,-1 0 1 0 0,2 63 0 0 0,-2-15 363 0 0,-6-80-472 0 0,5 53 632 0 0,3 0-1 0 0,27 102 1 0 0,-33-150-332 0 0,-5-10-23 0 0,2 2-256 0 0,0-1 1 0 0,0 1 0 0 0,0-1-1 0 0,-1 1 1 0 0,1 0 0 0 0,-1 0-1 0 0,1 0 1 0 0,-1 0-1 0 0,-1-2 1 0 0,-18-3 126 0 0,0 1 1 0 0,0 1-1 0 0,-1 0 1 0 0,1 2-1 0 0,-1 0 0 0 0,1 2 1 0 0,-1 0-1 0 0,1 1 1 0 0,-40 8-1 0 0,60-8-142 0 0,-1-1 0 0 0,1 0-1 0 0,0 1 1 0 0,-1-1 0 0 0,1 1 0 0 0,0-1 0 0 0,0 1 0 0 0,-1-1-1 0 0,1 1 1 0 0,0 0 0 0 0,0 0 0 0 0,0 0 0 0 0,0 0-1 0 0,0 0 1 0 0,0 0 0 0 0,0 0 0 0 0,0 0 0 0 0,0 0-1 0 0,0 0 1 0 0,1 0 0 0 0,-2 3 0 0 0,1-3-9 0 0,0 1 0 0 0,1-1 1 0 0,-1 0-1 0 0,0 1 0 0 0,0-1 1 0 0,0 0-1 0 0,0 0 0 0 0,0 0 0 0 0,-1 0 1 0 0,-1 2-1 0 0,0-6-15 0 0,3 3 4 0 0,0-1 1 0 0,0 1-1 0 0,0 0 0 0 0,0 0 1 0 0,0 0-1 0 0,0 0 0 0 0,0 0 1 0 0,0 0-1 0 0,0-1 0 0 0,0 1 1 0 0,1 0-1 0 0,-1 0 0 0 0,0 0 1 0 0,0 0-1 0 0,0 0 0 0 0,0 0 0 0 0,0 0 1 0 0,0-1-1 0 0,0 1 0 0 0,1 0 1 0 0,-1 0-1 0 0,0 0 0 0 0,0 0 1 0 0,0 0-1 0 0,0 0 0 0 0,0 0 1 0 0,1 0-1 0 0,-1 0 0 0 0,0 0 1 0 0,0 0-1 0 0,0 0 0 0 0,0 0 1 0 0,0 0-1 0 0,1 0 0 0 0,-1 0 1 0 0,0 0-1 0 0,0 0 0 0 0,0 0 1 0 0,0 0-1 0 0,0 0 0 0 0,1 0 1 0 0,-1 0-1 0 0,0 0 0 0 0,0 0 1 0 0,0 1-1 0 0,0-1 0 0 0,0 0 0 0 0,0 0 1 0 0,1 0-1 0 0,-1 0 0 0 0,0 0 1 0 0,0 0-1 0 0,0 0 0 0 0,0 1 1 0 0,0-1-1 0 0,0 0 0 0 0,0 0 1 0 0,4 1-188 0 0,0 0 1 0 0,0 0-1 0 0,0-1 0 0 0,-1 1 1 0 0,1-1-1 0 0,0 0 1 0 0,0 0-1 0 0,0-1 0 0 0,0 1 1 0 0,7-2-1 0 0,41-15-4805 0 0,-34 11 841 0 0,13-4-3260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3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14279 0 0,'0'0'46'0'0,"0"-1"0"0"0,0 1 0 0 0,0 0 0 0 0,0-1 0 0 0,0 1 0 0 0,0 0 1 0 0,1 0-1 0 0,-1-1 0 0 0,0 1 0 0 0,0 0 0 0 0,0 0 0 0 0,1-1 0 0 0,-1 1 0 0 0,0 0 0 0 0,0 0 0 0 0,0-1 0 0 0,1 1 0 0 0,-1 0 0 0 0,0 0 0 0 0,1 0 0 0 0,-1 0 0 0 0,0 0 0 0 0,0 0 0 0 0,1-1 0 0 0,-1 1 0 0 0,0 0 0 0 0,1 0 0 0 0,-1 0 0 0 0,0 0 0 0 0,1 0 0 0 0,-1 0 0 0 0,0 0 0 0 0,0 0 0 0 0,1 0 1 0 0,5 11 2026 0 0,1 22 493 0 0,-7-29-2674 0 0,4 41 1329 0 0,-2-1 0 0 0,-9 87 0 0 0,3-91-645 0 0,2 0 0 0 0,2 1 0 0 0,1-1 1 0 0,7 41-1 0 0,-4-71-418 0 0,-2-20-92 0 0,2-11-1482 0 0,3 3-2157 0 0,-4 5-1979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3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8 142 13823 0 0,'-4'-12'163'0'0,"4"11"19"0"0,-1 0 0 0 0,1 0 1 0 0,0 0-1 0 0,-1 0 0 0 0,1 0 1 0 0,0 0-1 0 0,-1 1 0 0 0,1-1 1 0 0,0 0-1 0 0,0 0 0 0 0,0 0 1 0 0,0 0-1 0 0,0 0 0 0 0,0 0 1 0 0,0 0-1 0 0,0 0 0 0 0,0 0 1 0 0,0 0-1 0 0,1 0 0 0 0,-1 0 1 0 0,0 0-1 0 0,1 0 0 0 0,-1 0 1 0 0,1 0-1 0 0,-1 1 0 0 0,1-1 1 0 0,-1 0-1 0 0,1 0 0 0 0,-1 0 1 0 0,1 1-1 0 0,0-1 0 0 0,0 0 1 0 0,-1 1-1 0 0,1-1 0 0 0,0 1 1 0 0,0-1-1 0 0,0 1 0 0 0,-1-1 1 0 0,1 1-1 0 0,0-1 0 0 0,0 1 1 0 0,2-1-1 0 0,15-6 457 0 0,1 0 1 0 0,0 1-1 0 0,0 1 0 0 0,0 1 1 0 0,1 1-1 0 0,21-1 0 0 0,3-2 35 0 0,265-42 550 0 0,-272 44-3624 0 0,-24 4 928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5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18 8143 0 0,'1'-17'2843'0'0,"0"46"783"0"0,-1-9-3817 0 0,4 84 1621 0 0,1 27-201 0 0,-14 156 1 0 0,5-262-1143 0 0,2-21-72 0 0,1 0 0 0 0,0 1 1 0 0,1-1-1 0 0,-1 0 0 0 0,1 0 0 0 0,0 7 0 0 0,-2 5-1578 0 0,2-8-736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6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1 919 0 0,'-2'7'797'0'0,"5"23"6842"0"0,-2-19-6212 0 0,1 13-465 0 0,1 1 0 0 0,1-1 0 0 0,1 0 0 0 0,16 43 0 0 0,-18-59-841 0 0,0 0-1 0 0,0-1 1 0 0,1 0-1 0 0,0 1 1 0 0,0-1-1 0 0,1-1 1 0 0,0 1-1 0 0,0-1 1 0 0,1 0-1 0 0,-1 0 1 0 0,1 0-1 0 0,1-1 1 0 0,-1 0-1 0 0,1 0 1 0 0,0-1-1 0 0,0 0 1 0 0,0 0-1 0 0,12 4 1 0 0,-16-7-112 0 0,1 0 0 0 0,-1 0 1 0 0,1 0-1 0 0,-1-1 0 0 0,1 0 0 0 0,0 1 1 0 0,-1-1-1 0 0,1-1 0 0 0,0 1 0 0 0,-1 0 1 0 0,1-1-1 0 0,-1 0 0 0 0,1 0 0 0 0,-1 0 0 0 0,5-2 1 0 0,-3 1 19 0 0,1-2 0 0 0,-1 1 0 0 0,0 0 0 0 0,0-1 0 0 0,0 0 0 0 0,-1 0 0 0 0,1 0 1 0 0,4-7-1 0 0,5-8 74 0 0,-1 0 0 0 0,-1-1 0 0 0,17-37 1 0 0,-24 46-98 0 0,2-2 7 0 0,0-1 0 0 0,-2 0 0 0 0,1-1 0 0 0,-2 1 0 0 0,0-1 0 0 0,4-27 0 0 0,-8 42 16 0 0,-1 0 0 0 0,1 0 0 0 0,0 0 0 0 0,0 0 1 0 0,0 1-1 0 0,0-1 0 0 0,0 0 0 0 0,0 0 0 0 0,0 0 0 0 0,0 0 1 0 0,-1 0-1 0 0,1 0 0 0 0,0 0 0 0 0,0 0 0 0 0,0 0 0 0 0,0 0 0 0 0,0 0 1 0 0,0 0-1 0 0,-1 0 0 0 0,1 0 0 0 0,0 0 0 0 0,0 0 0 0 0,0 0 0 0 0,0 0 1 0 0,0 0-1 0 0,0 0 0 0 0,-1 0 0 0 0,1 0 0 0 0,1 4 22 0 0,-1 0 1 0 0,1 0-1 0 0,-1 0 0 0 0,0 0 0 0 0,0-1 1 0 0,0 1-1 0 0,0 0 0 0 0,-1 0 0 0 0,0 0 0 0 0,0 0 1 0 0,-1 4-1 0 0,-3 13-18 0 0,4-2 18 0 0,0-1 0 0 0,2 0-1 0 0,0 1 1 0 0,0-1 0 0 0,2 0-1 0 0,0 0 1 0 0,1 0 0 0 0,13 33-1 0 0,52 182 777 0 0,-50-165-550 0 0,-19-67-274 0 0,0-1 1 0 0,1 1-1 0 0,-1 0 0 0 0,0 0 0 0 0,1 0 1 0 0,-1 0-1 0 0,0-1 0 0 0,0 1 0 0 0,0 0 1 0 0,0 0-1 0 0,0 0 0 0 0,0 0 0 0 0,0 0 1 0 0,0 0-1 0 0,0 0 0 0 0,0-1 0 0 0,-1 1 1 0 0,1 0-1 0 0,0 0 0 0 0,-1 0 0 0 0,1 0 1 0 0,0-1-1 0 0,-1 1 0 0 0,1 0 0 0 0,-1 0 1 0 0,1-1-1 0 0,-1 1 0 0 0,0 0 0 0 0,1-1 1 0 0,-1 1-1 0 0,-1 0 0 0 0,4 9 223 0 0,0 0-448 0 0,-3-10 177 0 0,1 0 0 0 0,-1 0 1 0 0,1 0-1 0 0,-1 0 0 0 0,1 0 0 0 0,-1 1 0 0 0,1-1 0 0 0,-1 0 0 0 0,1 0 1 0 0,-1 0-1 0 0,1 0 0 0 0,-1 0 0 0 0,1-1 0 0 0,-1 1 0 0 0,1 0 0 0 0,-1 0 1 0 0,1 0-1 0 0,0 0 0 0 0,-1 0 0 0 0,1-1 0 0 0,-1 1 0 0 0,1 0 0 0 0,-1 0 1 0 0,1-1-1 0 0,0 1 0 0 0,-1 0 0 0 0,0-1 0 0 0,-4-1-1315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6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258 150 1375 0 0,'6'-13'3783'0'0,"-1"0"0"0"0,7-25 0 0 0,-10 31-3397 0 0,-1 1 0 0 0,0-1 0 0 0,0 0 0 0 0,-1-10 0 0 0,0 16-330 0 0,0-1 0 0 0,0 0 0 0 0,0 1 0 0 0,0-1 0 0 0,0 0-1 0 0,-1 1 1 0 0,1-1 0 0 0,0 1 0 0 0,-1-1 0 0 0,1 0 0 0 0,-1 1 0 0 0,0-1 0 0 0,0 1 0 0 0,1-1 0 0 0,-1 1 0 0 0,0 0 0 0 0,0-1 0 0 0,0 1-1 0 0,-1 0 1 0 0,1 0 0 0 0,0 0 0 0 0,0 0 0 0 0,-1 0 0 0 0,1 0 0 0 0,0 0 0 0 0,-1 0 0 0 0,1 0 0 0 0,-1 1 0 0 0,1-1 0 0 0,-1 0 0 0 0,1 1-1 0 0,-1 0 1 0 0,0-1 0 0 0,1 1 0 0 0,-1 0 0 0 0,0 0 0 0 0,1 0 0 0 0,-1 0 0 0 0,0 0 0 0 0,1 0 0 0 0,-1 0 0 0 0,1 0 0 0 0,-1 1 0 0 0,-3 0-1 0 0,-3 2 59 0 0,-1-1 0 0 0,1 1 0 0 0,-1 1 0 0 0,1 0 0 0 0,0 0-1 0 0,-12 9 1 0 0,7-3-16 0 0,0 0 0 0 0,1 1 0 0 0,1 1 0 0 0,0 0 0 0 0,0 1 0 0 0,2 0 0 0 0,-1 0 0 0 0,1 1 0 0 0,1 0 0 0 0,1 0 0 0 0,-11 30 0 0 0,10-20 40 0 0,1-1 0 0 0,2 2 0 0 0,0-1 0 0 0,2 1 0 0 0,0-1 0 0 0,2 1 0 0 0,2 26 0 0 0,-1-43-64 0 0,1 1 0 0 0,1-1 0 0 0,-1 0-1 0 0,1 0 1 0 0,1 0 0 0 0,0 0 0 0 0,0-1-1 0 0,0 1 1 0 0,1-1 0 0 0,0 1 0 0 0,0-1 0 0 0,1-1-1 0 0,0 1 1 0 0,0 0 0 0 0,1-1 0 0 0,6 6-1 0 0,-3-4 14 0 0,1-1 0 0 0,-1 0 0 0 0,1 0-1 0 0,1-1 1 0 0,-1-1 0 0 0,1 0-1 0 0,0 0 1 0 0,0-1 0 0 0,0 0-1 0 0,21 3 1 0 0,-23-5-52 0 0,-1-1-1 0 0,1 0 0 0 0,0 0 1 0 0,0-1-1 0 0,0 0 1 0 0,-1-1-1 0 0,1 0 1 0 0,0 0-1 0 0,0-1 0 0 0,-1 0 1 0 0,1-1-1 0 0,-1 1 1 0 0,0-2-1 0 0,0 1 1 0 0,0-1-1 0 0,10-6 0 0 0,-6 2-304 0 0,38-23 7 0 0,-18 10-3263 0 0,-26 15 1680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26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48 155 13471 0 0,'-2'8'251'0'0,"1"1"0"0"0,0 0-1 0 0,1-1 1 0 0,0 1-1 0 0,1 0 1 0 0,0 0 0 0 0,2 9-1 0 0,0 14 169 0 0,16 238 3156 0 0,-19-261-3376 0 0,0-4-101 0 0,0 0 0 0 0,0-1 1 0 0,1 1-1 0 0,-1 0 1 0 0,1-1-1 0 0,0 1 0 0 0,0 0 1 0 0,1-1-1 0 0,-1 0 1 0 0,5 9-1 0 0,-6-13-93 0 0,0 0 0 0 0,0 0 0 0 0,0 1 0 0 0,1-1 0 0 0,-1 0 0 0 0,0 0-1 0 0,0 0 1 0 0,0 0 0 0 0,0 1 0 0 0,0-1 0 0 0,0 0 0 0 0,0 0 0 0 0,1 0 0 0 0,-1 0 0 0 0,0 0-1 0 0,0 0 1 0 0,0 0 0 0 0,0 1 0 0 0,1-1 0 0 0,-1 0 0 0 0,0 0 0 0 0,0 0 0 0 0,0 0 0 0 0,0 0-1 0 0,1 0 1 0 0,-1 0 0 0 0,0 0 0 0 0,0 0 0 0 0,0 0 0 0 0,1 0 0 0 0,-1 0 0 0 0,0 0-1 0 0,0 0 1 0 0,0 0 0 0 0,0 0 0 0 0,1 0 0 0 0,-1 0 0 0 0,0-1 0 0 0,0 1 0 0 0,0 0 0 0 0,0 0-1 0 0,1 0 1 0 0,-1 0 0 0 0,0 0 0 0 0,0 0 0 0 0,4-12 101 0 0,-2-13-162 0 0,-6-15-311 0 0,-2 0 0 0 0,-21-73 1 0 0,16 73 208 0 0,2-1 1 0 0,-6-60 0 0 0,15 92 159 0 0,-1 0 0 0 0,2 0 0 0 0,0 1-1 0 0,0-1 1 0 0,0 0 0 0 0,1 1 0 0 0,0-1 0 0 0,1 1 0 0 0,0 0 0 0 0,0-1 0 0 0,1 2-1 0 0,0-1 1 0 0,0 0 0 0 0,1 1 0 0 0,6-9 0 0 0,-7 11 18 0 0,1 1 0 0 0,-1-1 0 0 0,1 1 1 0 0,0 0-1 0 0,0 0 0 0 0,0 1 0 0 0,0-1 0 0 0,1 1 0 0 0,-1 1 0 0 0,1-1 1 0 0,0 1-1 0 0,0 0 0 0 0,0 0 0 0 0,0 0 0 0 0,0 1 0 0 0,0 0 0 0 0,0 0 1 0 0,0 1-1 0 0,1-1 0 0 0,-1 2 0 0 0,12 0 0 0 0,-11 1-8 0 0,0-1 1 0 0,-1 1-1 0 0,1 0 0 0 0,0 1 1 0 0,-1 0-1 0 0,0 0 0 0 0,0 0 0 0 0,0 1 1 0 0,0 0-1 0 0,0 0 0 0 0,-1 0 0 0 0,0 1 1 0 0,0-1-1 0 0,0 1 0 0 0,0 1 0 0 0,-1-1 1 0 0,5 8-1 0 0,-6-9-1 0 0,-1 0 0 0 0,0 0-1 0 0,1 0 1 0 0,-2 1 0 0 0,1-1 0 0 0,0 1-1 0 0,-1-1 1 0 0,0 1 0 0 0,0 0 0 0 0,0-1 0 0 0,0 1-1 0 0,-1 0 1 0 0,0 0 0 0 0,0 0 0 0 0,0-1 0 0 0,-1 1-1 0 0,0 0 1 0 0,1 0 0 0 0,-2-1 0 0 0,1 1 0 0 0,0-1-1 0 0,-1 1 1 0 0,0-1 0 0 0,0 0 0 0 0,-4 6 0 0 0,0-2 25 0 0,0 0 0 0 0,-1-1 1 0 0,0 0-1 0 0,0 0 1 0 0,-1-1-1 0 0,0 0 0 0 0,0 0 1 0 0,-1-1-1 0 0,1 0 1 0 0,-1 0-1 0 0,0-1 1 0 0,0 0-1 0 0,-16 4 0 0 0,11-4 5 0 0,1-1-1 0 0,-1-1 1 0 0,0 0-1 0 0,0-1 1 0 0,0 0-1 0 0,0-1 1 0 0,0 0-1 0 0,0-1 1 0 0,-16-4-1 0 0,28 5-28 0 0,-1-1 0 0 0,1 0 0 0 0,0 1 0 0 0,-1-1 0 0 0,1 0 0 0 0,-1 0 0 0 0,1 0 1 0 0,0-1-1 0 0,0 1 0 0 0,-4-4 0 0 0,5 5-11 0 0,1 0 0 0 0,0 0 0 0 0,0-1 1 0 0,0 1-1 0 0,0 0 0 0 0,-1-1 0 0 0,1 1 0 0 0,0 0 1 0 0,0 0-1 0 0,0-1 0 0 0,0 1 0 0 0,0 0 1 0 0,0-1-1 0 0,0 1 0 0 0,-1 0 0 0 0,1-1 1 0 0,0 1-1 0 0,0 0 0 0 0,0-1 0 0 0,0 1 0 0 0,1 0 1 0 0,-1-1-1 0 0,0 1 0 0 0,0 0 0 0 0,0-1 1 0 0,0 1-1 0 0,0 0 0 0 0,0 0 0 0 0,1-1 0 0 0,0 0-13 0 0,0 0 0 0 0,0 0 0 0 0,0 0 0 0 0,0 0-1 0 0,0 0 1 0 0,0 0 0 0 0,0 1 0 0 0,1-1 0 0 0,-1 0-1 0 0,0 1 1 0 0,3-1 0 0 0,57-16-3411 0 0,-46 14 551 0 0,19-5-3608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2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35 1839 0 0,'0'-2'375'0'0,"-1"0"0"0"0,0 0 0 0 0,0 0-1 0 0,1 0 1 0 0,-1 0 0 0 0,0 1-1 0 0,-1-1 1 0 0,1 0 0 0 0,0 1-1 0 0,0-1 1 0 0,-1 1 0 0 0,1-1 0 0 0,-1 1-1 0 0,1 0 1 0 0,-1 0 0 0 0,1 0-1 0 0,-1 0 1 0 0,0 0 0 0 0,0 0-1 0 0,0 0 1 0 0,-3-1 0 0 0,1 1-54 0 0,0 1 0 0 0,0-1-1 0 0,-1 1 1 0 0,1 0 0 0 0,0 0 0 0 0,0 1 0 0 0,0-1 0 0 0,0 1 0 0 0,0 0 0 0 0,-5 1-1 0 0,-4 3 41 0 0,1 0-1 0 0,0 0 1 0 0,1 1-1 0 0,-1 1 0 0 0,1 0 1 0 0,-10 8-1 0 0,8-4 85 0 0,0 1 0 0 0,1 0-1 0 0,1 0 1 0 0,0 2 0 0 0,-14 21-1 0 0,21-29-302 0 0,1-1-1 0 0,0 1 0 0 0,0 0 0 0 0,0 0 1 0 0,1 0-1 0 0,-1 0 0 0 0,1 1 0 0 0,1-1 1 0 0,0 1-1 0 0,-1-1 0 0 0,2 1 0 0 0,-1-1 1 0 0,1 1-1 0 0,0 0 0 0 0,1-1 0 0 0,-1 1 1 0 0,3 7-1 0 0,-2-11-93 0 0,0 0-1 0 0,0 1 1 0 0,1-1 0 0 0,0 0 0 0 0,0 1 0 0 0,0-1 0 0 0,0 0-1 0 0,0 0 1 0 0,0-1 0 0 0,1 1 0 0 0,-1 0 0 0 0,1-1 0 0 0,0 1-1 0 0,4 1 1 0 0,-2-1 7 0 0,1 1 1 0 0,-1-2-1 0 0,1 1 0 0 0,0-1 1 0 0,0 0-1 0 0,1 0 0 0 0,9 1 0 0 0,2-1 81 0 0,1-1-1 0 0,-1 0 0 0 0,1-2 1 0 0,30-4-1 0 0,-23 0 17 0 0,50-16 0 0 0,-26 5-2489 0 0,-42 15 363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2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9671 0 0,'0'0'748'0'0,"-3"17"1614"0"0,-8 42 557 0 0,-1-2-1367 0 0,3 0-1 0 0,-4 110 1 0 0,13-161-1458 0 0,1 0 0 0 0,-1 1 0 0 0,1-1 0 0 0,0 0 0 0 0,1 0-1 0 0,-1 0 1 0 0,1-1 0 0 0,1 1 0 0 0,-1 0 0 0 0,1-1 0 0 0,0 1 0 0 0,3 5-1 0 0,-4-9-7 0 0,0 0-1 0 0,0 0 0 0 0,0 0 0 0 0,0 0 1 0 0,0-1-1 0 0,0 1 0 0 0,1 0 0 0 0,-1-1 0 0 0,1 0 1 0 0,-1 1-1 0 0,1-1 0 0 0,-1 0 0 0 0,1 0 1 0 0,0-1-1 0 0,-1 1 0 0 0,1 0 0 0 0,0-1 1 0 0,0 0-1 0 0,-1 0 0 0 0,1 0 0 0 0,0 0 1 0 0,0 0-1 0 0,-1 0 0 0 0,1-1 0 0 0,0 1 0 0 0,0-1 1 0 0,-1 0-1 0 0,5-1 0 0 0,19-8-423 0 0,0-2 1 0 0,31-18-1 0 0,-6 3-1419 0 0,-48 25 921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2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8287 0 0,'1'1'74'0'0,"-1"-1"1"0"0,1 0-1 0 0,-1 1 0 0 0,1-1 0 0 0,-1 0 0 0 0,1 1 0 0 0,-1-1 0 0 0,0 1 0 0 0,1-1 1 0 0,-1 1-1 0 0,0-1 0 0 0,1 1 0 0 0,-1-1 0 0 0,0 1 0 0 0,0-1 0 0 0,1 1 0 0 0,-1-1 1 0 0,0 1-1 0 0,0-1 0 0 0,0 1 0 0 0,0 0 0 0 0,0-1 0 0 0,0 1 0 0 0,0 0 0 0 0,3 21 3216 0 0,-2-15-2070 0 0,2 39 717 0 0,-1 1 1 0 0,-8 74-1 0 0,1-29-705 0 0,4-82-1259 0 0,1-5-84 0 0,-1-1-1 0 0,1 1 1 0 0,0 0-1 0 0,0-1 1 0 0,0 1 0 0 0,1-1-1 0 0,-1 1 1 0 0,1-1-1 0 0,0 1 1 0 0,1-1-1 0 0,2 7 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3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1375 0 0,'17'-15'9120'0'0,"-13"14"-8291"0"0,27-10 5366 0 0,34 2-2727 0 0,-51 8-3294 0 0,1 1-1 0 0,0 0 0 0 0,0 0 1 0 0,0 2-1 0 0,-1 0 0 0 0,1 0 0 0 0,-1 1 1 0 0,1 1-1 0 0,16 7 0 0 0,-30-11-286 0 0,-1 0-1 0 0,0 1 0 0 0,1-1 0 0 0,-1 0 1 0 0,1 0-1 0 0,-1 0 0 0 0,0 0 0 0 0,1 1 0 0 0,-1-1 1 0 0,0 0-1 0 0,0 0 0 0 0,1 1 0 0 0,-1-1 0 0 0,0 0 1 0 0,0 0-1 0 0,1 1 0 0 0,-1-1 0 0 0,0 0 1 0 0,0 1-1 0 0,0-1 0 0 0,1 0 0 0 0,-1 1 0 0 0,0-1 1 0 0,0 0-1 0 0,0 1 0 0 0,0-1 0 0 0,0 1 0 0 0,0-1 1 0 0,0 0-1 0 0,0 1 0 0 0,0-1 0 0 0,0 0 1 0 0,0 1-1 0 0,0-1 0 0 0,0 1 0 0 0,0-1 0 0 0,0 0 1 0 0,0 1-1 0 0,0-1 0 0 0,0 0 0 0 0,-1 1 0 0 0,1-1 1 0 0,0 0-1 0 0,0 1 0 0 0,0-1 0 0 0,-1 1 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3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0 5063 0 0,'-3'2'553'0'0,"0"0"-1"0"0,0 1 0 0 0,0-1 0 0 0,0 1 0 0 0,1-1 1 0 0,-1 1-1 0 0,1 0 0 0 0,0 0 0 0 0,0 0 0 0 0,0 0 1 0 0,-1 3-1 0 0,-2 2 145 0 0,-12 18 862 0 0,1 0 0 0 0,1 2 0 0 0,-22 56-1 0 0,34-73-1306 0 0,0 0 0 0 0,0 1-1 0 0,1-1 1 0 0,1 1-1 0 0,-1 23 1 0 0,2-28-107 0 0,1 0 0 0 0,0-1-1 0 0,0 1 1 0 0,0 0 0 0 0,1-1 0 0 0,0 1 0 0 0,1-1 0 0 0,-1 1-1 0 0,1-1 1 0 0,0 0 0 0 0,5 7 0 0 0,-4-8-55 0 0,-1-1 0 0 0,1 0 0 0 0,0 0 0 0 0,0-1 0 0 0,0 1 0 0 0,1-1 0 0 0,-1 0 0 0 0,1 0 0 0 0,0 0 0 0 0,0-1 0 0 0,0 1 0 0 0,0-1 0 0 0,0-1 0 0 0,0 1 1 0 0,1-1-1 0 0,-1 1 0 0 0,1-2 0 0 0,-1 1 0 0 0,1 0 0 0 0,-1-1 0 0 0,1 0 0 0 0,6-1 0 0 0,-6 0-109 0 0,1 0 1 0 0,0 0-1 0 0,-1 0 0 0 0,1-1 1 0 0,-1 0-1 0 0,0-1 1 0 0,1 1-1 0 0,-1-1 0 0 0,0 0 1 0 0,0 0-1 0 0,-1-1 0 0 0,1 0 1 0 0,-1 0-1 0 0,0 0 1 0 0,0-1-1 0 0,0 0 0 0 0,-1 0 1 0 0,5-6-1 0 0,-8 10-147 0 0,-1 1 1 0 0,1-1-1 0 0,-1 0 0 0 0,1 1 1 0 0,-1-1-1 0 0,0 0 0 0 0,1 0 1 0 0,-1 0-1 0 0,0 1 0 0 0,1-1 0 0 0,-1 0 1 0 0,0 0-1 0 0,0 0 0 0 0,0 0 1 0 0,0 0-1 0 0,0 1 0 0 0,0-3 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3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25 13823 0 0,'-1'-1'84'0'0,"1"1"0"0"0,0-1-1 0 0,0 0 1 0 0,-1 0-1 0 0,1 1 1 0 0,0-1 0 0 0,0 0-1 0 0,0 0 1 0 0,0 0 0 0 0,0 1-1 0 0,0-1 1 0 0,0 0 0 0 0,0 0-1 0 0,0 1 1 0 0,1-1-1 0 0,-1 0 1 0 0,0 0 0 0 0,0 1-1 0 0,1-1 1 0 0,-1 0 0 0 0,0 1-1 0 0,1-1 1 0 0,-1 0 0 0 0,1 1-1 0 0,-1-1 1 0 0,1 0-1 0 0,-1 1 1 0 0,1-1 0 0 0,-1 1-1 0 0,1-1 1 0 0,0 1 0 0 0,-1-1-1 0 0,1 1 1 0 0,1-1 0 0 0,1 1 400 0 0,0 0 1 0 0,0 0-1 0 0,0 0 1 0 0,0 0 0 0 0,0 0-1 0 0,0 1 1 0 0,5 1-1 0 0,-1 0-216 0 0,25 5 620 0 0,-8-1-1207 0 0,45 4 1 0 0,-57-10-557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3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1 370 14399 0 0,'7'46'1971'0'0,"-5"-30"-936"0"0,1 1 1 0 0,0-1-1 0 0,8 24 0 0 0,-11-40-1005 0 0,0 0 0 0 0,0 0 0 0 0,0 0 0 0 0,0 0 0 0 0,0 0-1 0 0,0 1 1 0 0,0-1 0 0 0,0 0 0 0 0,0 0 0 0 0,0 0 0 0 0,0 0 0 0 0,0 1 0 0 0,0-1-1 0 0,0 0 1 0 0,1 0 0 0 0,-1 0 0 0 0,0 0 0 0 0,0 0 0 0 0,0 0 0 0 0,0 1 0 0 0,0-1 0 0 0,0 0-1 0 0,0 0 1 0 0,0 0 0 0 0,1 0 0 0 0,-1 0 0 0 0,0 0 0 0 0,0 0 0 0 0,0 0 0 0 0,0 0-1 0 0,0 1 1 0 0,1-1 0 0 0,-1 0 0 0 0,0 0 0 0 0,0 0 0 0 0,0 0 0 0 0,0 0 0 0 0,0 0-1 0 0,1 0 1 0 0,-1 0 0 0 0,0 0 0 0 0,0 0 0 0 0,0 0 0 0 0,0 0 0 0 0,1 0 0 0 0,-1 0-1 0 0,0-1 1 0 0,4-8 632 0 0,2-22-418 0 0,-5 25-153 0 0,16-143 163 0 0,-14 96-252 0 0,14-61-1 0 0,-17 113-1 0 0,12-39 0 0 0,-12 39 0 0 0,1 0 0 0 0,-1-1 0 0 0,1 1 0 0 0,-1 0 0 0 0,1-1 0 0 0,0 1 0 0 0,0 0 0 0 0,0 0 0 0 0,0-1 0 0 0,0 1 0 0 0,0 0 0 0 0,0 0 0 0 0,0 0 0 0 0,0 0 0 0 0,0 0 0 0 0,1 1 0 0 0,-1-1 0 0 0,0 0 0 0 0,1 1 0 0 0,-1-1 0 0 0,0 0 0 0 0,1 1 0 0 0,-1 0 0 0 0,3-1 0 0 0,-3 1 0 0 0,1 1 0 0 0,-1-1 0 0 0,0 0 0 0 0,0 1 0 0 0,0-1 0 0 0,0 1 0 0 0,1-1 0 0 0,-1 1 0 0 0,0 0 0 0 0,0 0-1 0 0,0-1 1 0 0,0 1 0 0 0,0 0 0 0 0,-1 0 0 0 0,1 0 0 0 0,0 0 0 0 0,0 0 0 0 0,-1 0 0 0 0,1 0 0 0 0,0 0 0 0 0,-1 1 0 0 0,1-1 0 0 0,0 2 0 0 0,10 31-46 0 0,-10-31 33 0 0,14 68 8 0 0,-11-42 14 0 0,17 50 1 0 0,-18-70 38 0 0,0-1 0 0 0,1 0 0 0 0,0 0 0 0 0,0 0 0 0 0,1-1 0 0 0,0 0 0 0 0,0 0 0 0 0,1 0 0 0 0,-1 0 0 0 0,11 8-1 0 0,-14-13-21 0 0,0-1 0 0 0,0 1-1 0 0,1-1 1 0 0,-1 1-1 0 0,1-1 1 0 0,0 1 0 0 0,-1-1-1 0 0,1 0 1 0 0,0-1-1 0 0,-1 1 1 0 0,1 0 0 0 0,0-1-1 0 0,0 1 1 0 0,0-1-1 0 0,0 0 1 0 0,0 0 0 0 0,-1 0-1 0 0,4-1 1 0 0,-1 0 108 0 0,0 0 0 0 0,0 0 1 0 0,0-1-1 0 0,0 0 0 0 0,-1 0 0 0 0,1-1 1 0 0,-1 1-1 0 0,1-1 0 0 0,5-5 1 0 0,0 1-16 0 0,-1-2 0 0 0,-1 1 1 0 0,1-2-1 0 0,-1 1 0 0 0,-1-1 1 0 0,0 0-1 0 0,11-21 0 0 0,-11 15-160 0 0,-1-1-1 0 0,0 0 0 0 0,-2-1 1 0 0,0 1-1 0 0,0-1 0 0 0,-2 0 0 0 0,0 0 1 0 0,-1 0-1 0 0,-1 0 0 0 0,-1 0 1 0 0,-1 0-1 0 0,0 1 0 0 0,-7-28 0 0 0,9 45 46 0 0,-6-19 128 0 0,6 18-127 0 0,-1 1 0 0 0,1-1 0 0 0,0 0 0 0 0,0 1 0 0 0,-1-1 0 0 0,1 0 0 0 0,-1 0-1 0 0,1 1 1 0 0,0-1 0 0 0,-1 1 0 0 0,1-1 0 0 0,-1 0 0 0 0,0 1 0 0 0,1-1 0 0 0,-1 1 0 0 0,1-1 0 0 0,-1 1-1 0 0,0 0 1 0 0,1-1 0 0 0,-2 0 0 0 0,17 14-2731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4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13823 0 0,'-6'60'7472'0'0,"1"-24"-6211"0"0,0 3-484 0 0,3 1 0 0 0,0-1-1 0 0,3 1 1 0 0,7 46-1 0 0,1-55-236 0 0,0-17-1764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4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59 18719 0 0,'-3'-5'383'0'0,"-8"-18"809"0"0,11 23-1165 0 0,0-1-1 0 0,0 1 1 0 0,-1-1-1 0 0,1 1 1 0 0,0 0-1 0 0,0-1 1 0 0,0 1-1 0 0,0-1 1 0 0,0 1-1 0 0,0-1 1 0 0,0 1-1 0 0,0 0 1 0 0,0-1-1 0 0,0 1 1 0 0,0-1-1 0 0,0 1 1 0 0,0 0-1 0 0,0-1 1 0 0,1 1-1 0 0,-1-1 0 0 0,0 1 1 0 0,0 0-1 0 0,0-1 1 0 0,1 1-1 0 0,-1-1 1 0 0,0 1-1 0 0,0 0 1 0 0,1 0-1 0 0,-1-1 1 0 0,0 1-1 0 0,1 0 1 0 0,-1-1-1 0 0,0 1 1 0 0,1 0-1 0 0,-1 0 1 0 0,0 0-1 0 0,1-1 1 0 0,-1 1-1 0 0,1 0 1 0 0,-1 0-1 0 0,0 0 1 0 0,1 0-1 0 0,-1 0 1 0 0,1 0-1 0 0,-1 0 1 0 0,1 0-1 0 0,272-9 3640 0 0,-59 5-1440 0 0,-148 2-3869 0 0,-37 1-202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6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72 2759 0 0,'-11'-30'67'0'0,"1"-12"10474"0"0,10 42-10462 0 0,7 6 937 0 0,25 69-248 0 0,-3 1 1 0 0,-3 2-1 0 0,29 158 0 0 0,7 292 1081 0 0,-55-383-1528 0 0,-20 242 0 0 0,-12-205-178 0 0,17-145-58 0 0,-1 1 0 0 0,-25 61-1 0 0,30-90-57 0 0,0 1 0 0 0,-1-1 0 0 0,0 0 0 0 0,-1 0 1 0 0,0-1-1 0 0,0 1 0 0 0,-1-1 0 0 0,0-1 0 0 0,0 1 0 0 0,-1-1 0 0 0,0 0 0 0 0,0-1 0 0 0,-15 9 0 0 0,14-11 9 0 0,0 0-1 0 0,0 0 1 0 0,0-1-1 0 0,0 0 1 0 0,0-1-1 0 0,-1 0 1 0 0,1-1-1 0 0,-1 0 1 0 0,1 0-1 0 0,-1-1 1 0 0,0 0 0 0 0,1-1-1 0 0,-1 0 1 0 0,-17-4-1 0 0,13 1 8 0 0,1 1-1 0 0,-1-2 1 0 0,-18-9-1 0 0,28 12-33 0 0,0 0 0 0 0,1 0 0 0 0,-1 0 0 0 0,0-1 0 0 0,0 1 0 0 0,1-1 0 0 0,0 0 0 0 0,0 0 0 0 0,0-1 0 0 0,0 1-1 0 0,0-1 1 0 0,0 1 0 0 0,1-1 0 0 0,-4-7 0 0 0,5 9-5 0 0,1 1-1 0 0,0-1 0 0 0,0 1 1 0 0,0-1-1 0 0,0 0 1 0 0,0 1-1 0 0,0-1 0 0 0,0 1 1 0 0,0-1-1 0 0,1 1 1 0 0,-1-1-1 0 0,0 1 0 0 0,1-1 1 0 0,-1 1-1 0 0,1-1 0 0 0,0 1 1 0 0,0 0-1 0 0,-1-1 1 0 0,1 1-1 0 0,0 0 0 0 0,0 0 1 0 0,0 0-1 0 0,0-1 1 0 0,0 1-1 0 0,1 0 0 0 0,-1 0 1 0 0,0 0-1 0 0,0 1 1 0 0,1-1-1 0 0,-1 0 0 0 0,0 0 1 0 0,3 0-1 0 0,2-2 13 0 0,0 0 0 0 0,0 1 0 0 0,1 0 0 0 0,-1 0 0 0 0,1 0 0 0 0,7-1 0 0 0,-1 2-19 0 0,-1 1-1 0 0,0 0 0 0 0,1 1 1 0 0,-1 0-1 0 0,0 1 1 0 0,0 0-1 0 0,0 1 1 0 0,0 0-1 0 0,0 1 0 0 0,0 0 1 0 0,-1 1-1 0 0,0 0 1 0 0,0 1-1 0 0,0 0 0 0 0,-1 1 1 0 0,0 0-1 0 0,0 0 1 0 0,17 18-1 0 0,-9-5-4 0 0,0 1-1 0 0,-2 0 1 0 0,0 2-1 0 0,-1-1 1 0 0,-1 2-1 0 0,-2 0 1 0 0,16 41-1 0 0,-3 4 189 0 0,-4 2 0 0 0,-2 1 0 0 0,-4 0 0 0 0,-3 1 0 0 0,4 99 0 0 0,-14-37 217 0 0,-5 0 1 0 0,-22 135-1 0 0,15-188-108 0 0,-17 198 982 0 0,26-261-1153 0 0,2 0 1 0 0,0 0-1 0 0,5 23 0 0 0,-5-36-286 0 0,0 0 0 0 0,1 0 0 0 0,0-1 0 0 0,0 1 0 0 0,0-1 0 0 0,0 0 0 0 0,1 1 0 0 0,0-1 0 0 0,0 0-1 0 0,1 0 1 0 0,-1-1 0 0 0,1 1 0 0 0,0-1 0 0 0,8 7 0 0 0,8 2-1184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7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25 5527 0 0,'-22'10'12815'0'0,"25"-4"-11847"0"0,0-5-761 0 0,0-1 1 0 0,-1 1-1 0 0,1-1 0 0 0,0 0 1 0 0,0 0-1 0 0,0 0 0 0 0,0-1 1 0 0,0 1-1 0 0,0-1 1 0 0,0 1-1 0 0,-1-1 0 0 0,1 0 1 0 0,4-2-1 0 0,0 1-5 0 0,137-27 228 0 0,-80 25-7436 0 0,-47 5 182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9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81 3679 0 0,'0'-4'546'0'0,"1"0"-1"0"0,-1 0 1 0 0,0 0-1 0 0,0 0 1 0 0,0 0-1 0 0,-1 0 1 0 0,1 0-1 0 0,-1 0 1 0 0,0 0-1 0 0,0 0 1 0 0,0 0-1 0 0,-4-6 1 0 0,5 9-428 0 0,-1-1 0 0 0,0 1 0 0 0,0-1 0 0 0,1 1 0 0 0,-1 0 0 0 0,0 0 0 0 0,0-1 1 0 0,-1 1-1 0 0,1 0 0 0 0,0 0 0 0 0,0 0 0 0 0,0 0 0 0 0,-1 0 0 0 0,1 1 0 0 0,0-1 0 0 0,-1 0 0 0 0,1 1 0 0 0,-1-1 1 0 0,1 1-1 0 0,-1-1 0 0 0,1 1 0 0 0,-1-1 0 0 0,1 1 0 0 0,-1 0 0 0 0,1 0 0 0 0,-1 0 0 0 0,1 0 0 0 0,-1 0 0 0 0,1 0 0 0 0,-1 0 1 0 0,0 1-1 0 0,1-1 0 0 0,-1 1 0 0 0,1-1 0 0 0,-2 1 0 0 0,-6 4 23 0 0,0 0 1 0 0,1 0-1 0 0,0 0 1 0 0,0 1-1 0 0,0 0 1 0 0,1 1-1 0 0,0 0 1 0 0,0 0-1 0 0,0 1 1 0 0,1-1-1 0 0,-8 14 1 0 0,-6 13 76 0 0,-24 53 1 0 0,39-77-153 0 0,-12 25 167 0 0,2 1 0 0 0,1 0 0 0 0,2 1 0 0 0,-11 55 0 0 0,21-79-65 0 0,0 1 0 0 0,0 0-1 0 0,2 0 1 0 0,0 0 0 0 0,0-1-1 0 0,1 1 1 0 0,1 0 0 0 0,1-1-1 0 0,-1 1 1 0 0,2-1 0 0 0,0 0-1 0 0,1 0 1 0 0,0 0 0 0 0,1 0-1 0 0,14 22 1 0 0,-15-29-88 0 0,-1-1 0 0 0,1 0 0 0 0,0 0 0 0 0,1 0 0 0 0,-1 0-1 0 0,1-1 1 0 0,0 0 0 0 0,0 0 0 0 0,0-1 0 0 0,1 0 0 0 0,-1 0 0 0 0,1 0-1 0 0,0-1 1 0 0,0 0 0 0 0,10 2 0 0 0,0-2-10 0 0,0 1-1 0 0,0-2 1 0 0,1-1 0 0 0,-1 0-1 0 0,22-3 1 0 0,-28 1-11 0 0,1-1-1 0 0,-1 0 1 0 0,1 0-1 0 0,-1-2 1 0 0,0 1-1 0 0,0-1 1 0 0,13-9-1 0 0,-4 1-9 0 0,0-1-1 0 0,27-24 0 0 0,-42 33-37 0 0,0 1 0 0 0,-1-1 0 0 0,0 0-1 0 0,0-1 1 0 0,0 1 0 0 0,0-1-1 0 0,-1 1 1 0 0,0-1 0 0 0,0 0-1 0 0,-1 0 1 0 0,0 0 0 0 0,0-1-1 0 0,0 1 1 0 0,-1-1 0 0 0,2-10-1 0 0,-3 13-2 0 0,0 0-1 0 0,0-1 0 0 0,-1 1 1 0 0,1 0-1 0 0,-1 0 0 0 0,0-1 1 0 0,0 1-1 0 0,0 0 1 0 0,-1 0-1 0 0,0 0 0 0 0,1 0 1 0 0,-1 0-1 0 0,-1 1 0 0 0,1-1 1 0 0,0 0-1 0 0,-1 1 0 0 0,0 0 1 0 0,0 0-1 0 0,0-1 0 0 0,0 2 1 0 0,0-1-1 0 0,-1 0 0 0 0,1 1 1 0 0,-8-4-1 0 0,-4-1-37 0 0,0 1-1 0 0,0 0 1 0 0,0 2 0 0 0,-1 0 0 0 0,0 0-1 0 0,0 1 1 0 0,-19 0 0 0 0,-38-8-1118 0 0,98 17-4506 0 0,-6-4 3858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9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8287 0 0,'2'-7'4187'0'0,"3"22"-2153"0"0,3 25-1029 0 0,1 58 890 0 0,-6-56-1374 0 0,1 1 1 0 0,17 67 0 0 0,-19-106-543 0 0,-1 1 0 0 0,0 0 0 0 0,1-1 0 0 0,0 1 1 0 0,0-1-1 0 0,5 6 0 0 0,5 2-5352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39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10735 0 0,'16'112'5136'0'0,"-16"-99"-4910"0"0,3 47 601 0 0,2 0 0 0 0,17 84 0 0 0,-15-131-873 0 0,-3-10-682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0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 9671 0 0,'-1'-1'126'0'0,"1"0"0"0"0,0 1 0 0 0,0-1 0 0 0,0 0-1 0 0,-1 1 1 0 0,1-1 0 0 0,0 1 0 0 0,0-1 0 0 0,0 0-1 0 0,0 1 1 0 0,0-1 0 0 0,0 0 0 0 0,0 1 0 0 0,0-1-1 0 0,0 0 1 0 0,1 1 0 0 0,-1-1 0 0 0,0 0 0 0 0,0 1 0 0 0,1-1-1 0 0,-1 0 1 0 0,0 1 0 0 0,1-1 0 0 0,-1 0 0 0 0,16 1 3131 0 0,-5 2-3701 0 0,73 13 1414 0 0,-7 0-1361 0 0,-26-11-4000 0 0,-37-4-692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1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7831 0 0,'-2'60'5385'0'0,"-8"30"-3324"0"0,2-8-948 0 0,4-40-553 0 0,-4 67 386 0 0,9-98-900 0 0,-1 0 0 0 0,1 0 0 0 0,1 0 0 0 0,0 0 0 0 0,0 0-1 0 0,1 0 1 0 0,6 15 0 0 0,-9-26-73 0 0,1 1 0 0 0,-1 0 0 0 0,0 0 0 0 0,0 0 0 0 0,1-1 1 0 0,-1 1-1 0 0,0 0 0 0 0,1-1 0 0 0,-1 1 0 0 0,1 0 0 0 0,-1-1 0 0 0,1 1 0 0 0,-1-1 0 0 0,1 1 0 0 0,-1 0 0 0 0,1-1 0 0 0,0 1 0 0 0,-1-1 0 0 0,1 0 0 0 0,0 1 0 0 0,-1-1 0 0 0,1 0 0 0 0,0 1 0 0 0,0-1 0 0 0,-1 0 1 0 0,1 0-1 0 0,0 1 0 0 0,0-1 0 0 0,0 0 0 0 0,-1 0 0 0 0,1 0 0 0 0,0 0 0 0 0,0 0 0 0 0,0 0 0 0 0,1-1 0 0 0,-1 1-53 0 0,0-1 0 0 0,0 0 0 0 0,-1 0 0 0 0,1 1 1 0 0,0-1-1 0 0,0 0 0 0 0,0 0 0 0 0,-1 0 0 0 0,1 0 0 0 0,0 0 0 0 0,-1 0 0 0 0,1 0 0 0 0,-1 0 0 0 0,1-1 0 0 0,-1 1 1 0 0,1 0-1 0 0,-1 0 0 0 0,0 0 0 0 0,0-1 0 0 0,0 1 0 0 0,0 0 0 0 0,0 0 0 0 0,0-2 0 0 0,-11-137-2408 0 0,11 139 2604 0 0,0 0-1 0 0,0 0 1 0 0,0 0 0 0 0,0 0-1 0 0,0 0 1 0 0,0 0-1 0 0,0 0 1 0 0,1 0-1 0 0,-1 0 1 0 0,0 0-1 0 0,1 0 1 0 0,-1 0 0 0 0,1 0-1 0 0,-1 0 1 0 0,1 1-1 0 0,-1-1 1 0 0,1 0-1 0 0,0 0 1 0 0,-1 0 0 0 0,1 1-1 0 0,0-1 1 0 0,0 0-1 0 0,-1 1 1 0 0,1-1-1 0 0,0 1 1 0 0,0-1-1 0 0,0 1 1 0 0,2-1 0 0 0,1-1 239 0 0,1 2 1 0 0,-1-1-1 0 0,1 0 1 0 0,0 1-1 0 0,6 0 1 0 0,13-2 255 0 0,-10-2-525 0 0,1 0-1 0 0,-1-1 1 0 0,0-1 0 0 0,-1 0-1 0 0,1 0 1 0 0,-1-2 0 0 0,0 0-1 0 0,-1 0 1 0 0,0-1 0 0 0,0-1-1 0 0,-1 0 1 0 0,-1 0 0 0 0,1-1-1 0 0,-2 0 1 0 0,1-1 0 0 0,13-24-1 0 0,-20 30-84 0 0,0 1 0 0 0,-1-1 1 0 0,0 0-1 0 0,0 1 0 0 0,-1-1 0 0 0,1 0 0 0 0,-1 0 0 0 0,-1 0 0 0 0,1 0 0 0 0,-1-1 1 0 0,0 1-1 0 0,-2-11 0 0 0,2 16 2 0 0,0 1 0 0 0,0 0 1 0 0,0-1-1 0 0,0 1 0 0 0,0 0 1 0 0,0 0-1 0 0,0-1 0 0 0,0 1 1 0 0,0 0-1 0 0,0-1 0 0 0,0 1 0 0 0,-1 0 1 0 0,1 0-1 0 0,0-1 0 0 0,0 1 1 0 0,0 0-1 0 0,0 0 0 0 0,-1 0 1 0 0,1-1-1 0 0,0 1 0 0 0,0 0 1 0 0,-1 0-1 0 0,1 0 0 0 0,0-1 0 0 0,0 1 1 0 0,-1 0-1 0 0,1 0 0 0 0,0 0 1 0 0,-1 0-1 0 0,1 0 0 0 0,0 0 1 0 0,0 0-1 0 0,-1 0 0 0 0,1 0 0 0 0,0 0 1 0 0,-1 0-1 0 0,1 0 0 0 0,0 0 1 0 0,-1 0-1 0 0,1 0 0 0 0,0 0 1 0 0,-1 0-1 0 0,-12 12 137 0 0,-5 18 75 0 0,9-12-134 0 0,2 2-1 0 0,0-1 0 0 0,1 1 1 0 0,1 0-1 0 0,1 0 0 0 0,1 0 1 0 0,0 1-1 0 0,2-1 0 0 0,0 1 0 0 0,2-1 1 0 0,0 1-1 0 0,1-1 0 0 0,1 1 1 0 0,1-1-1 0 0,6 20 0 0 0,-7-34-29 0 0,-1-1-1 0 0,1 0 0 0 0,-1 1 0 0 0,2-1 0 0 0,-1 0 0 0 0,0-1 0 0 0,1 1 0 0 0,0 0 0 0 0,5 4 0 0 0,-7-8-118 0 0,0 1-1 0 0,0 0 1 0 0,0-1-1 0 0,1 0 1 0 0,-1 0-1 0 0,0 1 1 0 0,0-1-1 0 0,1-1 0 0 0,-1 1 1 0 0,5 1-1 0 0,-5-2-213 0 0,-1 0-1 0 0,1 0 1 0 0,0 0 0 0 0,0 0-1 0 0,0 0 1 0 0,0 0-1 0 0,0-1 1 0 0,0 1 0 0 0,0-1-1 0 0,0 1 1 0 0,-1-1-1 0 0,1 0 1 0 0,0 0-1 0 0,0 0 1 0 0,2-1 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1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99 13591 0 0,'-4'14'533'0'0,"0"-1"0"0"0,0 1-1 0 0,1 0 1 0 0,1 0 0 0 0,-1 23-1 0 0,6 71 985 0 0,-3-102-1422 0 0,1 12 395 0 0,1-1 0 0 0,6 31-1 0 0,-7-44-348 0 0,0 0-1 0 0,0 0 1 0 0,1 0-1 0 0,-1 0 1 0 0,1-1-1 0 0,0 1 0 0 0,0 0 1 0 0,0-1-1 0 0,1 1 1 0 0,-1-1-1 0 0,1 0 1 0 0,-1 0-1 0 0,1 0 1 0 0,0 0-1 0 0,0 0 1 0 0,1-1-1 0 0,5 4 0 0 0,-6-4-92 0 0,0-1-1 0 0,1-1 0 0 0,-1 1 0 0 0,1 0 0 0 0,-1-1 0 0 0,1 0 0 0 0,-1 0 0 0 0,1 0 0 0 0,-1 0 0 0 0,1 0 0 0 0,-1-1 0 0 0,1 1 0 0 0,-1-1 0 0 0,0 0 0 0 0,1 0 0 0 0,-1-1 0 0 0,0 1 0 0 0,0-1 0 0 0,1 1 0 0 0,3-4 0 0 0,0 0-14 0 0,1 0 0 0 0,-1-1 0 0 0,0 1 0 0 0,0-2 0 0 0,-1 1 0 0 0,10-13 0 0 0,-6 5-51 0 0,-1 0 1 0 0,-1-1-1 0 0,0 0 0 0 0,-1 0 0 0 0,-1 0 1 0 0,-1-1-1 0 0,5-21 0 0 0,-7 24-2 0 0,0 0 0 0 0,-2-1-1 0 0,1 1 1 0 0,-2 0 0 0 0,0-1 0 0 0,0 1 0 0 0,-2-1 0 0 0,1 1-1 0 0,-6-20 1 0 0,5 27 4 0 0,0 1 1 0 0,0-1-1 0 0,-1 1 0 0 0,-5-10 0 0 0,7 14 10 0 0,1-1 0 0 0,-1 1 1 0 0,0 0-1 0 0,0 0 0 0 0,1 0 0 0 0,-1 0 0 0 0,0 0 0 0 0,0 1 0 0 0,0-1 0 0 0,0 0 0 0 0,0 0 0 0 0,0 1 0 0 0,-1-1 0 0 0,1 0 0 0 0,0 1 0 0 0,0-1 0 0 0,0 1 0 0 0,-1-1 0 0 0,1 1 0 0 0,0 0 0 0 0,0 0 1 0 0,-1-1-1 0 0,1 1 0 0 0,0 0 0 0 0,-1 0 0 0 0,1 0 0 0 0,-3 1 0 0 0,4-1-14 0 0,-1 1 1 0 0,0-1-1 0 0,0 1 1 0 0,1-1-1 0 0,-1 1 1 0 0,0 0-1 0 0,1-1 1 0 0,-1 1-1 0 0,1-1 1 0 0,-1 1-1 0 0,1 0 1 0 0,-1 0-1 0 0,1-1 1 0 0,-1 1-1 0 0,1 0 1 0 0,0 0-1 0 0,-1 0 1 0 0,1-1-1 0 0,0 1 1 0 0,0 0-1 0 0,0 0 1 0 0,-1 0-1 0 0,1 0 1 0 0,0 0-1 0 0,0 0 1 0 0,0-1-1 0 0,0 1 1 0 0,1 0-1 0 0,-1 0 1 0 0,0 0-1 0 0,0 0 1 0 0,0 0-1 0 0,1-1 1 0 0,-1 1-1 0 0,1 1 1 0 0,1 3-157 0 0,-1-1 0 0 0,1 0 0 0 0,0 0 0 0 0,0 0 0 0 0,4 6 1 0 0,8 5-536 0 0,0 0 0 0 0,1-1-1 0 0,1-1 1 0 0,19 12 0 0 0,-17-12 233 0 0,-1 0-1 0 0,0 2 1 0 0,19 20-1 0 0,-1 9 631 0 0,34 58 0 0 0,-36-52 1952 0 0,-26-39 451 0 0,-13-19-775 0 0,-11-19-556 0 0,4-1-1109 0 0,1-2 1 0 0,1 1 0 0 0,2-1-1 0 0,0-1 1 0 0,3 1 0 0 0,-6-62-1 0 0,11 83-118 0 0,1 0 1 0 0,0-1-1 0 0,1 1 0 0 0,0 0 0 0 0,0 0 1 0 0,1 0-1 0 0,0 0 0 0 0,1 0 0 0 0,0 0 1 0 0,8-16-1 0 0,-8 20-15 0 0,0 1 1 0 0,0 0-1 0 0,0 0 1 0 0,0 0-1 0 0,1 1 1 0 0,-1-1-1 0 0,1 1 1 0 0,0 0-1 0 0,0 0 1 0 0,1 0-1 0 0,-1 0 1 0 0,0 1-1 0 0,1 0 0 0 0,0-1 1 0 0,-1 2-1 0 0,1-1 1 0 0,0 1-1 0 0,0-1 1 0 0,0 1-1 0 0,0 1 1 0 0,8-1-1 0 0,-5 0-24 0 0,1 1 0 0 0,0 0 1 0 0,-1 1-1 0 0,1 0 0 0 0,0 0 0 0 0,-1 1 0 0 0,0 0 0 0 0,1 1 1 0 0,12 5-1 0 0,-17-6 20 0 0,1 0 0 0 0,-1 1 1 0 0,0 0-1 0 0,0 0 1 0 0,0 0-1 0 0,0 0 0 0 0,0 0 1 0 0,-1 1-1 0 0,1 0 0 0 0,-1 0 1 0 0,0 0-1 0 0,0 0 0 0 0,-1 0 1 0 0,1 1-1 0 0,-1-1 0 0 0,0 1 1 0 0,3 8-1 0 0,-3-4 2 0 0,0 1-1 0 0,-1-1 1 0 0,0 1-1 0 0,0 0 1 0 0,-1-1 0 0 0,0 1-1 0 0,-1 0 1 0 0,0 0-1 0 0,-1-1 1 0 0,0 1-1 0 0,0-1 1 0 0,-1 0 0 0 0,0 1-1 0 0,-9 15 1 0 0,6-14 17 0 0,0 0 0 0 0,-1 0 0 0 0,0 0 0 0 0,-1-1 0 0 0,0 0 0 0 0,0-1 0 0 0,-1 0 0 0 0,-1 0 0 0 0,0-1 0 0 0,-20 14 0 0 0,11-15 157 0 0,18-8 56 0 0,11-5-110 0 0,3 1-85 0 0,0 1 0 0 0,0 1 0 0 0,0 0-1 0 0,1 0 1 0 0,-1 2 0 0 0,1-1-1 0 0,-1 2 1 0 0,1 0 0 0 0,13 1-1 0 0,-16 0-26 0 0,0 1 0 0 0,-1 0 0 0 0,1 0 0 0 0,-1 1 0 0 0,1 0 0 0 0,-1 1 0 0 0,0 0 0 0 0,-1 1 0 0 0,1 0 0 0 0,-1 0 0 0 0,16 13 0 0 0,-22-16 8 0 0,-1 0-1 0 0,1 0 1 0 0,-1 0-1 0 0,0 1 1 0 0,0-1-1 0 0,0 0 1 0 0,0 1-1 0 0,0 0 1 0 0,-1-1-1 0 0,1 1 1 0 0,-1 0-1 0 0,0 0 1 0 0,0 0-1 0 0,0 0 1 0 0,0 0-1 0 0,0 0 1 0 0,-1 0-1 0 0,1 0 0 0 0,-1 5 1 0 0,0-5 14 0 0,-1 1 1 0 0,1 0 0 0 0,-1-1-1 0 0,-1 1 1 0 0,1 0-1 0 0,0-1 1 0 0,-1 0-1 0 0,0 1 1 0 0,0-1-1 0 0,0 0 1 0 0,0 0-1 0 0,0 0 1 0 0,0 0-1 0 0,-4 3 1 0 0,-4 3 110 0 0,-1 1-1 0 0,0-2 1 0 0,-1 1 0 0 0,0-1-1 0 0,-1-1 1 0 0,1 0 0 0 0,-18 6-1 0 0,1-3 211 0 0,-1 0 0 0 0,-33 6 0 0 0,48-13-208 0 0,-1 0-1 0 0,0-2 0 0 0,0 0 1 0 0,0 0-1 0 0,-31-4 0 0 0,44 2-109 0 0,2 1-87 0 0,0 0 0 0 0,-1 0 1 0 0,1 0-1 0 0,0 0 0 0 0,0-1 0 0 0,0 1 1 0 0,-1 0-1 0 0,1-1 0 0 0,0 1 0 0 0,0-1 1 0 0,0 1-1 0 0,0-1 0 0 0,0 0 1 0 0,-2 0-1 0 0,3-2-593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2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366 134 6991 0 0,'10'-9'582'0'0,"0"0"0"0"0,-1-1 0 0 0,8-10 0 0 0,-14 16-357 0 0,0 1-1 0 0,-1 0 1 0 0,0-1-1 0 0,0 0 1 0 0,0 1 0 0 0,0-1-1 0 0,-1 0 1 0 0,1 0-1 0 0,-1 0 1 0 0,0 0 0 0 0,0 0-1 0 0,-1-1 1 0 0,1-6-1 0 0,-1 10-155 0 0,0 0 0 0 0,0 0 0 0 0,0 0 0 0 0,0 0 0 0 0,-1 0-1 0 0,1 0 1 0 0,0 0 0 0 0,-1 0 0 0 0,1 0 0 0 0,0 1 0 0 0,-1-1-1 0 0,1 0 1 0 0,-1 0 0 0 0,1 0 0 0 0,-1 1 0 0 0,0-1 0 0 0,1 0-1 0 0,-1 0 1 0 0,0 1 0 0 0,1-1 0 0 0,-1 1 0 0 0,0-1 0 0 0,-1 0 0 0 0,0 0 47 0 0,-1 0 1 0 0,1 1 0 0 0,0-1 0 0 0,0 1-1 0 0,-1-1 1 0 0,1 1 0 0 0,0 0 0 0 0,0 0-1 0 0,-5 0 1 0 0,-1 1 135 0 0,-1 1 0 0 0,1 0 0 0 0,0 0 0 0 0,-12 5 0 0 0,2 1 79 0 0,1 1 0 0 0,0 1 0 0 0,1 0 0 0 0,0 2 0 0 0,0-1-1 0 0,-13 15 1 0 0,-3 5 547 0 0,-41 54 0 0 0,58-67-585 0 0,2 1 0 0 0,0 0 0 0 0,1 1 0 0 0,1 0 1 0 0,1 1-1 0 0,-12 35 0 0 0,18-46-191 0 0,2 1 0 0 0,0-1 0 0 0,0 1 0 0 0,1-1 0 0 0,0 1 1 0 0,0 0-1 0 0,1 0 0 0 0,1-1 0 0 0,0 1 0 0 0,1 0 0 0 0,0-1 0 0 0,0 1 1 0 0,1-1-1 0 0,0 0 0 0 0,1 0 0 0 0,7 14 0 0 0,-5-14-38 0 0,0 0 0 0 0,0 0-1 0 0,1 0 1 0 0,1-1 0 0 0,0 0 0 0 0,0 0-1 0 0,1-1 1 0 0,-1 0 0 0 0,2-1 0 0 0,-1 0 0 0 0,1 0-1 0 0,0-1 1 0 0,1 0 0 0 0,-1-1 0 0 0,1 0-1 0 0,22 6 1 0 0,-25-8-29 0 0,1 0-9 0 0,0 0-1 0 0,0 0 0 0 0,0 0 1 0 0,1-1-1 0 0,-1-1 1 0 0,0 0-1 0 0,1 0 0 0 0,-1-1 1 0 0,1 0-1 0 0,-1 0 1 0 0,1-1-1 0 0,11-2 0 0 0,32-10-370 0 0,49-12-3699 0 0,-81 19 2124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2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70 258 8287 0 0,'5'16'5259'0'0,"-1"-10"-4599"0"0,1-1-1 0 0,-1 1 1 0 0,1-1 0 0 0,1-1 0 0 0,-1 1-1 0 0,1-1 1 0 0,-1 0 0 0 0,1 0 0 0 0,8 4-1 0 0,-8-6-381 0 0,1 1 1 0 0,0-1-1 0 0,-1 0 0 0 0,1 0 0 0 0,0-1 0 0 0,0 0 1 0 0,0 0-1 0 0,9 0 0 0 0,-4-2-124 0 0,0 0 0 0 0,-1-1 0 0 0,1 0 0 0 0,0-1 0 0 0,-1 0 0 0 0,0-1 0 0 0,0 0 1 0 0,0-1-1 0 0,0 0 0 0 0,19-13 0 0 0,-18 11-76 0 0,0-2 1 0 0,0 0 0 0 0,-1 0 0 0 0,0-1-1 0 0,-1 0 1 0 0,0-1 0 0 0,15-23-1 0 0,-22 31-96 0 0,-1-1-1 0 0,0 1 1 0 0,0-1-1 0 0,-1 0 1 0 0,1 0-1 0 0,-1 1 1 0 0,0-1-1 0 0,0 0 1 0 0,0 0-1 0 0,0-1 1 0 0,-1 1-1 0 0,1 0 1 0 0,-1 0-1 0 0,0 0 1 0 0,-1 0-1 0 0,1 0 1 0 0,-1 0-1 0 0,1 0 1 0 0,-1 0-1 0 0,-1 0 1 0 0,1 0-1 0 0,0 0 1 0 0,-1 0-1 0 0,0 0 1 0 0,0 1-1 0 0,0-1 1 0 0,0 1-1 0 0,0-1 1 0 0,-1 1-1 0 0,0 0 0 0 0,0 0 1 0 0,-3-3-1 0 0,-3-1-61 0 0,1 0-1 0 0,-1 0 0 0 0,-1 1 1 0 0,1 1-1 0 0,-1-1 0 0 0,0 2 1 0 0,0-1-1 0 0,-1 1 0 0 0,1 1 1 0 0,-1 0-1 0 0,0 0 0 0 0,0 1 1 0 0,0 1-1 0 0,0 0 0 0 0,0 0 1 0 0,-16 1-1 0 0,11 1 52 0 0,0 1 0 0 0,1 0 0 0 0,-1 1-1 0 0,1 1 1 0 0,0 0 0 0 0,0 1 0 0 0,0 1 0 0 0,1 0 0 0 0,-1 1-1 0 0,1 0 1 0 0,-13 11 0 0 0,22-15 29 0 0,1 0 0 0 0,0 1 0 0 0,0-1 0 0 0,0 1 0 0 0,1 0 0 0 0,-1 0 0 0 0,1 0 0 0 0,0 0 0 0 0,0 1 0 0 0,1-1 0 0 0,-1 1 0 0 0,1 0-1 0 0,0 0 1 0 0,0 0 0 0 0,1 0 0 0 0,-3 10 0 0 0,4-11-9 0 0,0 0 0 0 0,0 0-1 0 0,0 0 1 0 0,0 0 0 0 0,1-1-1 0 0,0 1 1 0 0,0 0-1 0 0,0 0 1 0 0,0 0 0 0 0,0-1-1 0 0,1 1 1 0 0,-1 0 0 0 0,1-1-1 0 0,0 1 1 0 0,1-1 0 0 0,-1 0-1 0 0,0 0 1 0 0,1 0 0 0 0,0 0-1 0 0,-1 0 1 0 0,1 0 0 0 0,7 4-1 0 0,0-1-509 0 0,0 0 0 0 0,0 0 0 0 0,1-1 0 0 0,0-1 0 0 0,0 1 0 0 0,0-2 0 0 0,22 5 0 0 0,-1-4-6217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3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10591 0 0,'4'80'7364'0'0,"3"-25"-6226"0"0,19 76 0 0 0,-24-124-896 0 0,7 29 447 0 0,-8-35-639 0 0,-1 0 0 0 0,0 0 0 0 0,1 0 0 0 0,-1 1 0 0 0,1-1 0 0 0,-1 0 0 0 0,1 0 0 0 0,-1 0 0 0 0,1 0 0 0 0,0 0 0 0 0,-1 0 0 0 0,1-1 0 0 0,0 1 0 0 0,0 0 0 0 0,0 0 0 0 0,-1 0 0 0 0,1-1 0 0 0,0 1 0 0 0,0 0 0 0 0,0-1 0 0 0,0 1 0 0 0,1-1 0 0 0,0 1 0 0 0,-1-1-31 0 0,0 0 0 0 0,0-1 0 0 0,0 1 0 0 0,0 0 0 0 0,-1-1 0 0 0,1 1 0 0 0,0-1 0 0 0,0 1 0 0 0,0-1 0 0 0,-1 0 0 0 0,1 1-1 0 0,0-1 1 0 0,-1 0 0 0 0,1 1 0 0 0,-1-1 0 0 0,1 0 0 0 0,0 0 0 0 0,-1 1 0 0 0,0-1 0 0 0,1 0 0 0 0,-1 0 0 0 0,1 0 0 0 0,-1 0 0 0 0,0-1 0 0 0,7-25 36 0 0,-7 26-40 0 0,13-89-157 0 0,6-29-401 0 0,-15 102 478 0 0,0 1 0 0 0,2 0 0 0 0,-1 0-1 0 0,2 1 1 0 0,8-16 0 0 0,-13 28 62 0 0,0 0 1 0 0,0 0-1 0 0,0 1 1 0 0,0-1-1 0 0,0 0 1 0 0,0 1-1 0 0,0 0 1 0 0,1 0-1 0 0,0-1 1 0 0,-1 1-1 0 0,1 1 0 0 0,0-1 1 0 0,0 0-1 0 0,0 1 1 0 0,0-1-1 0 0,0 1 1 0 0,0 0-1 0 0,0 0 1 0 0,0 0-1 0 0,1 1 1 0 0,-1-1-1 0 0,0 1 1 0 0,0 0-1 0 0,1 0 1 0 0,-1 0-1 0 0,0 0 1 0 0,1 0-1 0 0,-1 1 0 0 0,0-1 1 0 0,0 1-1 0 0,1 0 1 0 0,-1 0-1 0 0,0 0 1 0 0,3 2-1 0 0,0 0 45 0 0,-1-1-1 0 0,0 1 1 0 0,0 0-1 0 0,0 1 1 0 0,0-1-1 0 0,-1 1 1 0 0,1 0-1 0 0,-1 0 1 0 0,0 1-1 0 0,0-1 1 0 0,0 1-1 0 0,-1 0 1 0 0,0 0-1 0 0,0 0 1 0 0,0 0-1 0 0,0 1 1 0 0,-1-1-1 0 0,3 9 1 0 0,-4-10 4 0 0,0 0 0 0 0,-1 0 0 0 0,1 0 0 0 0,-1-1 0 0 0,0 1 0 0 0,0 0 0 0 0,0 0 0 0 0,0 0 0 0 0,-1 0 0 0 0,1 0 0 0 0,-1 0 0 0 0,0 0-1 0 0,0 0 1 0 0,-1-1 0 0 0,1 1 0 0 0,-1 0 0 0 0,0-1 0 0 0,0 0 0 0 0,-2 4 0 0 0,1-4 3 0 0,1-1-1 0 0,-1 0 0 0 0,0 1 1 0 0,1-1-1 0 0,-1 0 1 0 0,0 0-1 0 0,-1-1 0 0 0,1 1 1 0 0,0-1-1 0 0,0 1 1 0 0,-1-1-1 0 0,1 0 0 0 0,0 0 1 0 0,-1 0-1 0 0,1-1 0 0 0,-1 0 1 0 0,0 1-1 0 0,1-1 1 0 0,-1 0-1 0 0,1 0 0 0 0,-6-2 1 0 0,7 2-50 0 0,0 0-1 0 0,-1 0 1 0 0,1-1 0 0 0,0 1-1 0 0,0-1 1 0 0,0 1 0 0 0,0-1-1 0 0,0 0 1 0 0,0 0 0 0 0,0 0 0 0 0,0 0-1 0 0,0 0 1 0 0,1 0 0 0 0,-1-1-1 0 0,0 1 1 0 0,1 0 0 0 0,-1-1 0 0 0,1 0-1 0 0,-1 1 1 0 0,1-1 0 0 0,0 0-1 0 0,-1 0 1 0 0,1 1 0 0 0,-1-5-1 0 0,1 4-133 0 0,1 0-1 0 0,0 0 1 0 0,0 1-1 0 0,0-1 1 0 0,0 0-1 0 0,0 0 0 0 0,0 0 1 0 0,1 0-1 0 0,-1 1 1 0 0,1-1-1 0 0,-1 0 0 0 0,1 0 1 0 0,0 1-1 0 0,-1-1 1 0 0,1 0-1 0 0,0 1 0 0 0,0-1 1 0 0,0 1-1 0 0,0-1 1 0 0,1 1-1 0 0,-1-1 1 0 0,0 1-1 0 0,0 0 0 0 0,1 0 1 0 0,-1-1-1 0 0,1 1 1 0 0,-1 0-1 0 0,1 1 0 0 0,2-2 1 0 0,32-16-3229 0 0,-12 8 1273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3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0 5527 0 0,'-2'19'8692'0'0,"-4"36"-3375"0"0,3-23-3309 0 0,-14 60-1 0 0,16-86-1826 0 0,-22 90 2038 0 0,21-84-2077 0 0,0 1-1 0 0,1 0 1 0 0,1-1-1 0 0,0 1 1 0 0,3 21-1 0 0,-3-32-315 0 0,0 0 0 0 0,1 0 0 0 0,-1 0 1 0 0,1-1-1 0 0,-1 1 0 0 0,1 0 0 0 0,0-1 0 0 0,-1 1 0 0 0,1 0 0 0 0,0-1 0 0 0,0 1 0 0 0,0-1 0 0 0,0 1 0 0 0,1-1 0 0 0,-1 0 0 0 0,0 1 0 0 0,0-1 0 0 0,1 0 0 0 0,-1 0 0 0 0,1 0 0 0 0,-1 0 0 0 0,1 0 0 0 0,-1 0 0 0 0,1 0 0 0 0,0-1 0 0 0,0 1 0 0 0,-1-1 0 0 0,1 1 0 0 0,0-1 0 0 0,0 1 0 0 0,-1-1 0 0 0,1 0 0 0 0,0 0 0 0 0,0 0 0 0 0,0 0 0 0 0,3-1 0 0 0,7-1-1534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14 8287 0 0,'0'-1'305'0'0,"1"0"0"0"0,-1 0-1 0 0,1 0 1 0 0,-1 0-1 0 0,1 1 1 0 0,0-1-1 0 0,-1 0 1 0 0,1 0 0 0 0,0 1-1 0 0,0-1 1 0 0,-1 0-1 0 0,1 1 1 0 0,0-1 0 0 0,0 1-1 0 0,0-1 1 0 0,0 1-1 0 0,0 0 1 0 0,-1-1 0 0 0,1 1-1 0 0,0 0 1 0 0,0-1-1 0 0,0 1 1 0 0,0 0-1 0 0,0 0 1 0 0,0 0 0 0 0,0 0-1 0 0,2 0 1 0 0,-2 1-192 0 0,0-1 0 0 0,-1 1 0 0 0,1 0 0 0 0,0-1 0 0 0,-1 1 0 0 0,1 0 0 0 0,0-1 0 0 0,-1 1 0 0 0,1 0 0 0 0,-1 0 0 0 0,0 0 0 0 0,1-1 0 0 0,-1 1 0 0 0,0 0 0 0 0,1 0-1 0 0,-1 0 1 0 0,0 0 0 0 0,0 0 0 0 0,0 0 0 0 0,1 0 0 0 0,-1 0 0 0 0,0 0 0 0 0,-1-1 0 0 0,1 1 0 0 0,0 0 0 0 0,0 0 0 0 0,0 0 0 0 0,0 0 0 0 0,-1 0 0 0 0,1 0 0 0 0,-1 0 0 0 0,-6 23 537 0 0,-1-1-1 0 0,-1-1 1 0 0,-17 30-1 0 0,-13 32 200 0 0,34-72-717 0 0,1-1 1 0 0,1 1-1 0 0,0 0 1 0 0,0 1-1 0 0,1-1 1 0 0,0 14 0 0 0,2-24-102 0 0,0 1 0 0 0,0 0 1 0 0,0-1-1 0 0,0 1 0 0 0,1 0 1 0 0,-1-1-1 0 0,1 1 0 0 0,-1-1 1 0 0,1 1-1 0 0,0-1 0 0 0,0 1 1 0 0,1-1-1 0 0,-1 1 1 0 0,0-1-1 0 0,1 0 0 0 0,-1 0 1 0 0,1 0-1 0 0,0 0 0 0 0,0 0 1 0 0,0 0-1 0 0,0 0 0 0 0,0 0 1 0 0,0-1-1 0 0,0 1 1 0 0,0-1-1 0 0,1 0 0 0 0,-1 0 1 0 0,1 1-1 0 0,-1-2 0 0 0,1 1 1 0 0,-1 0-1 0 0,1 0 0 0 0,0-1 1 0 0,3 1-1 0 0,24 1 98 0 0,0-2 1 0 0,0 0-1 0 0,-1-2 0 0 0,1-2 1 0 0,40-9-1 0 0,-62 11-157 0 0,7 0-429 0 0,0-1-1 0 0,-1 0 1 0 0,1-1 0 0 0,-1-1-1 0 0,0 0 1 0 0,0-1 0 0 0,14-9-1 0 0,-21 9-1995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11 7831 0 0,'-3'1'163'0'0,"0"0"0"0"0,0 1-1 0 0,0 0 1 0 0,0 0 0 0 0,0 0-1 0 0,1 0 1 0 0,-1 0 0 0 0,1 0-1 0 0,-1 1 1 0 0,1-1 0 0 0,0 1-1 0 0,0 0 1 0 0,0 0 0 0 0,0-1-1 0 0,-1 5 1 0 0,-4 7 1402 0 0,1 0 0 0 0,-4 16 0 0 0,4-13-788 0 0,1-2-365 0 0,0 0 0 0 0,1 0-1 0 0,1 1 1 0 0,1 0 0 0 0,0-1 0 0 0,1 1 0 0 0,0 0-1 0 0,3 24 1 0 0,-2-35-274 0 0,1 0 0 0 0,0 0 0 0 0,0 1 0 0 0,0-1 0 0 0,1 0 0 0 0,0 0 0 0 0,0 0 0 0 0,0-1 0 0 0,1 1 0 0 0,-1 0 0 0 0,1-1 0 0 0,0 0 0 0 0,0 1 0 0 0,1-1 0 0 0,-1-1 0 0 0,1 1 0 0 0,0 0 0 0 0,0-1 0 0 0,0 0 0 0 0,1 0 0 0 0,-1 0 0 0 0,1 0 0 0 0,0-1 0 0 0,-1 0 0 0 0,1 0 0 0 0,0 0 0 0 0,0 0 0 0 0,10 1 0 0 0,-5-1-86 0 0,0-1-1 0 0,-1-1 1 0 0,1 1 0 0 0,-1-2-1 0 0,1 1 1 0 0,0-1 0 0 0,-1-1-1 0 0,1 0 1 0 0,-1 0 0 0 0,0-1-1 0 0,1 0 1 0 0,-1 0 0 0 0,-1-1 0 0 0,1-1-1 0 0,-1 1 1 0 0,1-1 0 0 0,-1-1-1 0 0,0 1 1 0 0,12-13 0 0 0,-15 13-76 0 0,1-1 0 0 0,-1 0 1 0 0,-1 0-1 0 0,1 0 0 0 0,-1 0 0 0 0,0-1 1 0 0,-1 1-1 0 0,1-1 0 0 0,-1 0 1 0 0,-1 0-1 0 0,1-1 0 0 0,-1 1 0 0 0,-1 0 1 0 0,1-1-1 0 0,-1 1 0 0 0,0-1 1 0 0,-1 0-1 0 0,0 1 0 0 0,0-1 0 0 0,-1 1 1 0 0,1-1-1 0 0,-2 1 0 0 0,1-1 1 0 0,-1 1-1 0 0,-4-11 0 0 0,2 9-13 0 0,-1 0 1 0 0,0 0-1 0 0,-1 1 0 0 0,1-1 0 0 0,-1 1 0 0 0,-1 0 1 0 0,0 1-1 0 0,0 0 0 0 0,0 0 0 0 0,-1 0 0 0 0,0 1 1 0 0,-1 0-1 0 0,1 1 0 0 0,-1 0 0 0 0,0 0 0 0 0,0 0 1 0 0,-16-4-1 0 0,12 5 45 0 0,1 0 1 0 0,-1 1-1 0 0,1 0 1 0 0,-1 1-1 0 0,0 1 1 0 0,0 0-1 0 0,0 0 0 0 0,0 2 1 0 0,0-1-1 0 0,0 2 1 0 0,0 0-1 0 0,1 0 1 0 0,-18 6-1 0 0,26-7-1 0 0,1 1 1 0 0,0-1-1 0 0,0 1 1 0 0,0-1-1 0 0,0 1 0 0 0,0 0 1 0 0,0 0-1 0 0,0 1 0 0 0,1-1 1 0 0,-1 0-1 0 0,1 1 0 0 0,-3 4 1 0 0,4-6-21 0 0,0 0 1 0 0,1 0 0 0 0,-1 0-1 0 0,1 1 1 0 0,-1-1 0 0 0,1 0-1 0 0,-1 1 1 0 0,1-1 0 0 0,0 0-1 0 0,0 1 1 0 0,0-1 0 0 0,0 0-1 0 0,0 1 1 0 0,0-1 0 0 0,0 1-1 0 0,0-1 1 0 0,0 0 0 0 0,1 1-1 0 0,-1-1 1 0 0,1 0 0 0 0,-1 0-1 0 0,1 1 1 0 0,-1-1-1 0 0,1 0 1 0 0,0 0 0 0 0,-1 0-1 0 0,1 1 1 0 0,0-1 0 0 0,0 0-1 0 0,0 0 1 0 0,0 0 0 0 0,0 0-1 0 0,2 1 1 0 0,5 4-396 0 0,0-1-1 0 0,1 0 1 0 0,0 0 0 0 0,0-1 0 0 0,0 0-1 0 0,0 0 1 0 0,1-1 0 0 0,-1 0-1 0 0,1-1 1 0 0,0 0 0 0 0,18 1-1 0 0,8-1-1583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4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16439 0 0,'-1'7'393'0'0,"-1"0"-1"0"0,1 0 1 0 0,0 0-1 0 0,1 0 1 0 0,-1 0-1 0 0,2 0 0 0 0,-1 0 1 0 0,1-1-1 0 0,2 13 1 0 0,0 6 264 0 0,-1 1-194 0 0,7 72 914 0 0,-7-89-1197 0 0,0 1 1 0 0,0 0-1 0 0,1-1 1 0 0,0 1-1 0 0,1-1 0 0 0,0 0 1 0 0,9 14-1 0 0,-12-22-168 0 0,0 1 0 0 0,0-1 0 0 0,0 1 0 0 0,0-1 0 0 0,1 1 0 0 0,-1-1 0 0 0,1 0 0 0 0,-1 1 0 0 0,1-1 0 0 0,-1 0-1 0 0,1 0 1 0 0,0 0 0 0 0,-1 0 0 0 0,1-1 0 0 0,0 1 0 0 0,2 0 0 0 0,-3-1-33 0 0,-1 0 0 0 0,1 0 0 0 0,-1 0 0 0 0,1 0 0 0 0,-1 0 0 0 0,1 0 0 0 0,-1 0 0 0 0,1 0 0 0 0,-1 0 0 0 0,1 0 0 0 0,-1-1 0 0 0,1 1 0 0 0,-1 0 0 0 0,0 0 0 0 0,1 0 0 0 0,-1-1 0 0 0,1 1 0 0 0,-1 0 0 0 0,0-1 0 0 0,1 1 0 0 0,-1 0 0 0 0,0-1 0 0 0,1 0 0 0 0,0 0-54 0 0,-1 0 1 0 0,1-1 0 0 0,0 1 0 0 0,-1-1 0 0 0,1 1 0 0 0,-1 0-1 0 0,0-1 1 0 0,0 1 0 0 0,1-1 0 0 0,-1 1 0 0 0,0-3-1 0 0,-5-27-3207 0 0,-2 12 1371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4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9671 0 0,'3'-3'751'0'0,"0"1"1"0"0,0 0-1 0 0,0 0 0 0 0,0 0 0 0 0,1 0 0 0 0,-1 0 0 0 0,0 1 0 0 0,1 0 1 0 0,-1-1-1 0 0,5 1 0 0 0,-7 0-678 0 0,32-9 1031 0 0,0 2-1 0 0,1 1 0 0 0,56-4 1 0 0,-39 9-1254 0 0,93 7 1 0 0,-107-1-462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5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7 6911 0 0,'-13'-2'445'0'0,"0"0"-1"0"0,0 1 0 0 0,0 0 1 0 0,-14 1-1 0 0,-5 7 6872 0 0,31-6-7206 0 0,1-1 0 0 0,0 0 0 0 0,-1 1 0 0 0,1-1 0 0 0,0 0 0 0 0,-1 1 0 0 0,1-1 0 0 0,0 0 0 0 0,0 1 0 0 0,-1-1 1 0 0,1 0-1 0 0,0 1 0 0 0,0-1 0 0 0,0 1 0 0 0,0-1 0 0 0,0 1 0 0 0,-1-1 0 0 0,1 0 0 0 0,0 1 0 0 0,0-1 0 0 0,0 1 0 0 0,0-1 1 0 0,0 1-1 0 0,0-1 0 0 0,0 1 0 0 0,0-1 0 0 0,1 1 0 0 0,-1-1 0 0 0,0 0 0 0 0,0 1 0 0 0,0-1 0 0 0,0 1 0 0 0,0-1 0 0 0,1 0 1 0 0,-1 1-1 0 0,0-1 0 0 0,0 1 0 0 0,1-1 0 0 0,-1 0 0 0 0,1 1 0 0 0,11 14 718 0 0,-5-11-640 0 0,0 0 0 0 0,0 0 0 0 0,0-1 0 0 0,0 0 0 0 0,0-1 0 0 0,1 1 0 0 0,-1-2 0 0 0,1 1 0 0 0,-1-1 0 0 0,11 1 0 0 0,11-1 191 0 0,39-2 1 0 0,-58 0-329 0 0,18 0-94 0 0,105-4 287 0 0,-44 7-3319 0 0,-65-4-1336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5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351 195 7367 0 0,'7'-10'1807'0'0,"5"-6"-142"0"0,0 0 0 0 0,13-27 0 0 0,-23 39-1538 0 0,0 0 1 0 0,0 0-1 0 0,0 0 1 0 0,-1 0-1 0 0,1-1 1 0 0,-1 1-1 0 0,0-1 0 0 0,-1 1 1 0 0,1-1-1 0 0,-1 1 1 0 0,0-1-1 0 0,0 0 1 0 0,0 1-1 0 0,-1-1 0 0 0,1 1 1 0 0,-3-8-1 0 0,2 10-71 0 0,1 0 0 0 0,-1 1 0 0 0,0-1-1 0 0,0 1 1 0 0,0-1 0 0 0,0 1 0 0 0,-1-1-1 0 0,1 1 1 0 0,0-1 0 0 0,-1 1 0 0 0,1 0-1 0 0,0 0 1 0 0,-1 0 0 0 0,0 0 0 0 0,1 0-1 0 0,-1 0 1 0 0,1 0 0 0 0,-1 1 0 0 0,0-1-1 0 0,0 0 1 0 0,1 1 0 0 0,-1-1 0 0 0,0 1-1 0 0,0 0 1 0 0,0 0 0 0 0,0 0 0 0 0,1 0-1 0 0,-1 0 1 0 0,0 0 0 0 0,0 0 0 0 0,0 0-1 0 0,0 1 1 0 0,1-1 0 0 0,-5 2 0 0 0,-4 1 88 0 0,0 1 0 0 0,1 0 0 0 0,-1 0 0 0 0,-15 11 0 0 0,-4 3 91 0 0,0 3 1 0 0,1 0-1 0 0,1 2 0 0 0,-30 31 0 0 0,42-37-30 0 0,1 0 0 0 0,0 1 0 0 0,1 0 0 0 0,1 1 0 0 0,0 1 0 0 0,2 0 0 0 0,-14 36 0 0 0,22-48-88 0 0,-1 0 0 0 0,1 1-1 0 0,1-1 1 0 0,-1 1 0 0 0,1 0-1 0 0,1-1 1 0 0,0 1 0 0 0,0 0-1 0 0,1 0 1 0 0,0-1 0 0 0,0 1-1 0 0,1 0 1 0 0,0-1 0 0 0,0 0 0 0 0,1 1-1 0 0,5 8 1 0 0,-4-8-30 0 0,1-1 1 0 0,1 0-1 0 0,0 0 1 0 0,0 0-1 0 0,0-1 0 0 0,1 0 1 0 0,0 0-1 0 0,0 0 0 0 0,1-1 1 0 0,0 0-1 0 0,0-1 1 0 0,0 0-1 0 0,1 0 0 0 0,11 4 1 0 0,-7-4-15 0 0,1 0 0 0 0,0-1 0 0 0,1 0 0 0 0,-1-1 0 0 0,1-1 0 0 0,-1-1 0 0 0,1 0 0 0 0,-1 0 0 0 0,1-2 0 0 0,0 0-1 0 0,21-4 1 0 0,-4-2-113 0 0,0-1-1 0 0,-1-2 0 0 0,0-1 1 0 0,31-17-1 0 0,-47 19-968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6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24 16095 0 0,'3'-9'294'0'0,"6"-6"1313"0"0,-9 16-1513 0 0,1 0 1 0 0,-1 0-1 0 0,1 0 1 0 0,-1 0-1 0 0,0 0 0 0 0,1 0 1 0 0,-1 1-1 0 0,0-1 0 0 0,0 0 1 0 0,0 0-1 0 0,0 0 1 0 0,0 0-1 0 0,0 0 0 0 0,0 0 1 0 0,0 0-1 0 0,-1 2 1 0 0,-1 26 458 0 0,-1 0 0 0 0,-2-1 1 0 0,-1 0-1 0 0,-1 0 1 0 0,-17 41-1 0 0,14-40-121 0 0,0 0 0 0 0,2 0 0 0 0,1 1 0 0 0,-5 56-1 0 0,12-81-383 0 0,0-1 0 0 0,0 1 0 0 0,0 0 0 0 0,1 0-1 0 0,-1 0 1 0 0,1-1 0 0 0,1 1 0 0 0,-1 0 0 0 0,1-1-1 0 0,3 8 1 0 0,-4-10-23 0 0,0 0 1 0 0,1 0-1 0 0,-1-1 0 0 0,1 1 0 0 0,-1-1 1 0 0,1 1-1 0 0,0-1 0 0 0,-1 1 1 0 0,1-1-1 0 0,0 0 0 0 0,0 0 0 0 0,0 0 1 0 0,0 0-1 0 0,0 0 0 0 0,0 0 0 0 0,0-1 1 0 0,0 1-1 0 0,1-1 0 0 0,-1 1 0 0 0,0-1 1 0 0,0 0-1 0 0,0 0 0 0 0,1 0 1 0 0,-1 0-1 0 0,3 0 0 0 0,17-4 161 0 0,0 0 0 0 0,-1-1 0 0 0,32-13 0 0 0,-29 10-123 0 0,1 0 0 0 0,29-5 0 0 0,-51 13-655 0 0,16-1 738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6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18 326 15575 0 0,'-2'5'312'0'0,"0"1"1"0"0,0-1-1 0 0,0 1 0 0 0,1 0 0 0 0,0 0 0 0 0,0 0 0 0 0,0 0 0 0 0,1 0 1 0 0,1 11-1 0 0,-2 3 234 0 0,0-1-46 0 0,-1-9-105 0 0,1 0 1 0 0,1 0-1 0 0,0 0 1 0 0,0 0 0 0 0,1 0-1 0 0,0 0 1 0 0,0-1 0 0 0,6 19-1 0 0,-7-28-370 0 0,0 0-1 0 0,1 1 1 0 0,-1-1-1 0 0,0 0 1 0 0,0 1 0 0 0,0-1-1 0 0,1 0 1 0 0,-1 1-1 0 0,0-1 1 0 0,1 0-1 0 0,-1 1 1 0 0,0-1-1 0 0,1 0 1 0 0,-1 0 0 0 0,0 0-1 0 0,1 1 1 0 0,-1-1-1 0 0,0 0 1 0 0,1 0-1 0 0,-1 0 1 0 0,0 0-1 0 0,1 1 1 0 0,-1-1 0 0 0,1 0-1 0 0,-1 0 1 0 0,0 0-1 0 0,1 0 1 0 0,-1 0-1 0 0,1 0 1 0 0,-1 0 0 0 0,1 0-1 0 0,-1-1 1 0 0,0 1-1 0 0,1 0 1 0 0,-1 0-1 0 0,0 0 1 0 0,1 0-1 0 0,-1 0 1 0 0,1-1 0 0 0,-1 1-1 0 0,0 0 1 0 0,1 0-1 0 0,-1-1 1 0 0,0 1-1 0 0,0 0 1 0 0,1 0-1 0 0,-1-1 1 0 0,0 1 0 0 0,0 0-1 0 0,1-1 1 0 0,-1 1-1 0 0,0-1 1 0 0,15-20 167 0 0,-13 18-154 0 0,7-14-48 0 0,-1 0-1 0 0,0-1 1 0 0,-1 0-1 0 0,8-32 1 0 0,9-82-322 0 0,-13 69 304 0 0,-6 34 16 0 0,-3 10 12 0 0,1 0-1 0 0,1 0 1 0 0,1 0-1 0 0,1 0 0 0 0,1 1 1 0 0,8-18-1 0 0,-14 35 1 0 0,-1-1 0 0 0,1 1 0 0 0,0 0 0 0 0,-1-1 0 0 0,1 1 0 0 0,0 0 0 0 0,0 0 0 0 0,0-1 0 0 0,0 1 0 0 0,0 0 0 0 0,0 0 0 0 0,0 0 0 0 0,0 0 0 0 0,0 1 0 0 0,1-1 0 0 0,-1 0 0 0 0,0 0 0 0 0,1 1 0 0 0,-1-1 0 0 0,0 1 0 0 0,1-1 0 0 0,-1 1 0 0 0,1-1 0 0 0,-1 1 0 0 0,1 0 0 0 0,-1 0 0 0 0,1 0 0 0 0,-1 0 0 0 0,3 0 0 0 0,-1 1 0 0 0,-1 0 0 0 0,1 1 0 0 0,-1-1 0 0 0,0 1 0 0 0,1 0 0 0 0,-1-1 0 0 0,0 1 0 0 0,0 0 0 0 0,0 0 0 0 0,-1 0 0 0 0,1 1 0 0 0,0-1 0 0 0,-1 0 0 0 0,1 1 0 0 0,0 2 0 0 0,18 36-17 0 0,-1 2 0 0 0,18 64 1 0 0,15 37 307 0 0,-40-118-209 0 0,-2-5 101 0 0,13 40-1 0 0,-23-61-174 0 0,0 1-1 0 0,0-1 1 0 0,0 0 0 0 0,1 1-1 0 0,-1-1 1 0 0,0 1 0 0 0,0-1-1 0 0,0 1 1 0 0,0-1-1 0 0,0 0 1 0 0,0 1 0 0 0,-1-1-1 0 0,1 1 1 0 0,0-1 0 0 0,0 0-1 0 0,0 1 1 0 0,0-1-1 0 0,0 1 1 0 0,0-1 0 0 0,-1 0-1 0 0,1 1 1 0 0,0-1 0 0 0,0 0-1 0 0,-1 1 1 0 0,1-1-1 0 0,0 0 1 0 0,-1 1 0 0 0,1-1-1 0 0,0 0 1 0 0,-1 0 0 0 0,1 1-1 0 0,0-1 1 0 0,-1 0-1 0 0,1 0 1 0 0,0 0 0 0 0,-1 1-1 0 0,1-1 1 0 0,-1 0 0 0 0,1 0-1 0 0,0 0 1 0 0,-1 0 0 0 0,1 0-1 0 0,-1 0 1 0 0,1 0-1 0 0,-1 0 1 0 0,1 0 0 0 0,0 0-1 0 0,-1 0 1 0 0,1 0 0 0 0,-1 0-1 0 0,1 0 1 0 0,0-1-1 0 0,-1 1 1 0 0,1 0 0 0 0,-1 0-1 0 0,-30-10 253 0 0,25 8-202 0 0,-60-21 336 0 0,26 8-269 0 0,-1 1 0 0 0,-57-10 1 0 0,57 16-76 0 0,24 4 24 0 0,1 1 0 0 0,-31-2 0 0 0,100 15-2324 0 0,6-9-5524 0 0,-23-3 491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7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22 16959 0 0,'0'0'46'0'0,"-1"-1"-1"0"0,1 1 0 0 0,0 0 1 0 0,-1-1-1 0 0,1 1 0 0 0,-1 0 1 0 0,1 0-1 0 0,0-1 0 0 0,-1 1 1 0 0,1 0-1 0 0,-1 0 0 0 0,1-1 1 0 0,0 1-1 0 0,-1 0 0 0 0,1 0 1 0 0,-1 0-1 0 0,1 0 0 0 0,-1 0 1 0 0,1 0-1 0 0,-1 0 1 0 0,1 0-1 0 0,-1 0 0 0 0,1 0 1 0 0,-1 0-1 0 0,1 0 0 0 0,-1 0 1 0 0,1 0-1 0 0,0 0 0 0 0,-1 1 1 0 0,1-1-1 0 0,-1 0 0 0 0,1 0 1 0 0,-1 0-1 0 0,1 1 0 0 0,0-1 1 0 0,-1 0-1 0 0,1 1 0 0 0,0-1 1 0 0,-1 0-1 0 0,1 1 0 0 0,0-1 1 0 0,-1 0-1 0 0,1 1 0 0 0,0-1 1 0 0,0 1-1 0 0,-1-1 1 0 0,1 0-1 0 0,0 1 0 0 0,0-1 1 0 0,0 1-1 0 0,-11 29 642 0 0,9-22-303 0 0,-6 16 140 0 0,2 0 1 0 0,0 0-1 0 0,2 0 0 0 0,-3 44 1 0 0,7-58-306 0 0,1 1 0 0 0,0-1 0 0 0,0 0 0 0 0,1 0 0 0 0,0 0 0 0 0,5 12 0 0 0,-5-16-111 0 0,0-1 1 0 0,1 1-1 0 0,0-1 1 0 0,0 0-1 0 0,0 0 1 0 0,1 0-1 0 0,-1 0 0 0 0,1 0 1 0 0,1-1-1 0 0,-1 0 1 0 0,8 6-1 0 0,-8-7-62 0 0,0 0 0 0 0,0-1 0 0 0,1 1-1 0 0,-1-1 1 0 0,1 0 0 0 0,-1 0 0 0 0,1-1 0 0 0,0 1 0 0 0,-1-1-1 0 0,1 0 1 0 0,0 0 0 0 0,0-1 0 0 0,0 1 0 0 0,0-1 0 0 0,8-1-1 0 0,-6 0-20 0 0,-1 0 0 0 0,1-1 0 0 0,0 0 0 0 0,-1 0 0 0 0,1-1-1 0 0,-1 0 1 0 0,0 0 0 0 0,0 0 0 0 0,0-1 0 0 0,6-5-1 0 0,-1 0-19 0 0,-1 1-1 0 0,-1-2 0 0 0,0 1 0 0 0,0-2 0 0 0,-1 1 0 0 0,0-1 0 0 0,-1 0 1 0 0,0 0-1 0 0,-1-1 0 0 0,0 0 0 0 0,4-14 0 0 0,-5 9-6 0 0,0 0-1 0 0,-2-1 1 0 0,0 1-1 0 0,1-27 0 0 0,-3 37 14 0 0,-1 1-1 0 0,-1-1 1 0 0,1 0-1 0 0,-1 1 1 0 0,0-1-1 0 0,0 0 1 0 0,-1 1-1 0 0,0 0 0 0 0,0-1 1 0 0,-1 1-1 0 0,0 0 1 0 0,0 0-1 0 0,0 0 1 0 0,-8-10-1 0 0,4 10 46 0 0,20 13-1207 0 0,13-1-961 0 0,-1-1-1 0 0,1-2 0 0 0,1 0 0 0 0,-1-1 1 0 0,49-5-1 0 0,-38 2 64 0 0,0 1 0 0 0,49 7 0 0 0,-73-5 2210 0 0,-1 1 0 0 0,1 0 0 0 0,23 10 0 0 0,-27-8 564 0 0,0-1 0 0 0,-1 1 0 0 0,1 1-1 0 0,-1 0 1 0 0,14 12 0 0 0,-15-11-6 0 0,-1 0-1 0 0,0 0 1 0 0,0 1 0 0 0,-1 0-1 0 0,0 0 1 0 0,8 16 0 0 0,-4 0 1582 0 0,8 30 0 0 0,1 2 394 0 0,-16-52-2553 0 0,0 0 0 0 0,0 1 0 0 0,0-1 0 0 0,0 0 0 0 0,1-1 0 0 0,0 1 0 0 0,-1 0 0 0 0,6 3 0 0 0,-8-6-146 0 0,1-1-1 0 0,-1 1 1 0 0,1 0-1 0 0,0-1 1 0 0,0 1 0 0 0,-1-1-1 0 0,1 0 1 0 0,0 1 0 0 0,0-1-1 0 0,0 0 1 0 0,0 1-1 0 0,-1-1 1 0 0,1 0 0 0 0,0 0-1 0 0,0 0 1 0 0,0 0-1 0 0,0 0 1 0 0,0 0 0 0 0,1 0-1 0 0,-1 0-71 0 0,0-1-1 0 0,0 1 0 0 0,0-1 0 0 0,0 1 0 0 0,0-1 1 0 0,0 0-1 0 0,0 0 0 0 0,0 1 0 0 0,0-1 1 0 0,0 0-1 0 0,-1 0 0 0 0,1 0 0 0 0,0 0 1 0 0,-1 0-1 0 0,1 0 0 0 0,0 0 0 0 0,-1 0 1 0 0,1-2-1 0 0,1-1-392 0 0,-1 0-1 0 0,-1 1 1 0 0,1-1 0 0 0,0 0 0 0 0,-1 0 0 0 0,0 0 0 0 0,0 1-1 0 0,0-6 1 0 0,-1-7-1507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7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10135 0 0,'0'0'167'0'0,"0"-1"0"0"0,-1 1 0 0 0,1-1 0 0 0,0 1-1 0 0,0-1 1 0 0,0 1 0 0 0,0-1 0 0 0,0 1 0 0 0,0-1 0 0 0,0 1-1 0 0,0-1 1 0 0,0 1 0 0 0,0-1 0 0 0,0 1 0 0 0,1-1-1 0 0,-1 1 1 0 0,0-1 0 0 0,0 1 0 0 0,0 0 0 0 0,1-1-1 0 0,1-2 1169 0 0,-1 2-1168 0 0,18-5 2333 0 0,-12 5-2170 0 0,0 0 0 0 0,1 1 0 0 0,12 1 1 0 0,0 3-91 0 0,0 0-1 0 0,-1 2 1 0 0,0 0 0 0 0,0 1 0 0 0,-1 1 0 0 0,0 1 0 0 0,25 16 0 0 0,10 9 368 0 0,50 45-1 0 0,-83-63-307 0 0,-2 1 0 0 0,25 27-1 0 0,-38-38-185 0 0,0 0 0 0 0,0 1-1 0 0,-1-1 1 0 0,1 1-1 0 0,-1 0 1 0 0,-1 0 0 0 0,0 1-1 0 0,0-1 1 0 0,0 1 0 0 0,-1-1-1 0 0,3 15 1 0 0,-5-19-66 0 0,0 0 1 0 0,0 0-1 0 0,0 1 1 0 0,-1-1 0 0 0,1 0-1 0 0,-1 0 1 0 0,0 0-1 0 0,0 0 1 0 0,0 0-1 0 0,0 0 1 0 0,0-1 0 0 0,-1 1-1 0 0,1 0 1 0 0,-1-1-1 0 0,1 1 1 0 0,-1-1-1 0 0,0 1 1 0 0,0-1 0 0 0,-1 0-1 0 0,1 1 1 0 0,0-1-1 0 0,-1-1 1 0 0,1 1-1 0 0,-1 0 1 0 0,0-1-1 0 0,-4 3 1 0 0,-7 2 108 0 0,0 0 0 0 0,-1-1-1 0 0,0-1 1 0 0,-17 3 0 0 0,14-3-27 0 0,-26 5 53 0 0,0-1-1 0 0,0-2 1 0 0,-1-3 0 0 0,0-1-1 0 0,-65-5 1 0 0,93 2-627 0 0,29 3-1659 0 0,29 4-6362 0 0,-15-5 1261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7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43 101 18719 0 0,'1'-2'159'0'0,"-1"0"1"0"0,1-1-1 0 0,0 1 0 0 0,0 0 0 0 0,0 0 0 0 0,0-1 1 0 0,0 1-1 0 0,1 0 0 0 0,-1 0 0 0 0,1 0 0 0 0,-1 1 1 0 0,1-1-1 0 0,0 0 0 0 0,0 1 0 0 0,0-1 0 0 0,2-1 0 0 0,1 0 199 0 0,1 1-1 0 0,0 0 0 0 0,0 0 1 0 0,1 0-1 0 0,6-1 0 0 0,-12 3-300 0 0,256-42 2203 0 0,-190 33-2766 0 0,-94 13-2275 0 0,-32 10 0 0 0,34-6 1841 0 0,-38 18 1 0 0,46-18 961 0 0,1 1 0 0 0,0 1-1 0 0,0 0 1 0 0,1 1 0 0 0,0 0 0 0 0,1 2 0 0 0,0-1-1 0 0,-15 20 1 0 0,15-14 328 0 0,1 1 0 0 0,0 1 1 0 0,1 0-1 0 0,1 1 0 0 0,1 0 0 0 0,1 1 0 0 0,1 0 0 0 0,-6 24 0 0 0,12-37-107 0 0,1 1 0 0 0,-1 0-1 0 0,2-1 1 0 0,-1 1 0 0 0,1 0 0 0 0,1 0-1 0 0,0 0 1 0 0,0-1 0 0 0,4 16 0 0 0,-3-18-93 0 0,1-1 0 0 0,0 0 0 0 0,0 1 0 0 0,0-1 1 0 0,1 0-1 0 0,0 0 0 0 0,0-1 0 0 0,0 1 1 0 0,1-1-1 0 0,0 0 0 0 0,0 0 0 0 0,0-1 1 0 0,0 1-1 0 0,11 6 0 0 0,-7-7-26 0 0,-1 0 1 0 0,0-1-1 0 0,1 1 0 0 0,0-2 1 0 0,0 1-1 0 0,0-1 0 0 0,0-1 1 0 0,0 1-1 0 0,0-1 0 0 0,0-1 0 0 0,0 0 1 0 0,17-2-1 0 0,10-3 52 0 0,66-18-1 0 0,-72 16-250 0 0,-27 6 4 0 0,17-5-665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8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10 105 9671 0 0,'-3'-9'381'0'0,"2"8"-274"0"0,0-1-1 0 0,0 0 1 0 0,0 0 0 0 0,0 0-1 0 0,1 0 1 0 0,-1 0-1 0 0,1 0 1 0 0,0 0-1 0 0,-1 0 1 0 0,1 0-1 0 0,0-4 1 0 0,1 5 252 0 0,-1 0 0 0 0,1-1 1 0 0,-1 1-1 0 0,1 0 1 0 0,-1 0-1 0 0,1 0 0 0 0,0-1 1 0 0,0 1-1 0 0,0 0 0 0 0,-1 0 1 0 0,1 0-1 0 0,0 0 1 0 0,3-1-1 0 0,3-4 78 0 0,1 1 1 0 0,1 0-1 0 0,-1 0 1 0 0,1 1-1 0 0,0 0 1 0 0,0 1-1 0 0,0 0 1 0 0,0 0 0 0 0,1 1-1 0 0,9-1 1 0 0,18-1-135 0 0,46 0 0 0 0,-61 3-157 0 0,27 2-1412 0 0,-27-1-220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8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42 10879 0 0,'-25'11'13152'0'0,"25"-10"-12946"0"0,1-1-149 0 0,-1 1 0 0 0,1-1 1 0 0,-1 1-1 0 0,1-1 0 0 0,0 1 1 0 0,-1-1-1 0 0,1 1 0 0 0,0-1 1 0 0,-1 0-1 0 0,1 1 0 0 0,0-1 0 0 0,0 0 1 0 0,-1 1-1 0 0,1-1 0 0 0,0 0 1 0 0,0 0-1 0 0,0 0 0 0 0,-1 0 1 0 0,2 0-1 0 0,11 0 180 0 0,0 0 0 0 0,0-1-1 0 0,-1-1 1 0 0,1 0 0 0 0,18-6-1 0 0,6 0-200 0 0,93-10-2158 0 0,-8 2-4349 0 0,-99 12-280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49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61 9671 0 0,'0'-2'327'0'0,"0"0"-1"0"0,-1 0 0 0 0,1 0 0 0 0,0 0 0 0 0,-1 0 1 0 0,1 0-1 0 0,-1 0 0 0 0,0 0 0 0 0,1 0 0 0 0,-1 0 1 0 0,0 1-1 0 0,0-1 0 0 0,0 0 0 0 0,-2-2 0 0 0,1 2-162 0 0,-1 0-1 0 0,1 0 1 0 0,-1 0-1 0 0,1 0 1 0 0,-1 0 0 0 0,1 0-1 0 0,-1 1 1 0 0,-4-3-1 0 0,0 2-44 0 0,1 0 0 0 0,0 0-1 0 0,0 1 1 0 0,-1 0 0 0 0,1 0-1 0 0,0 0 1 0 0,-1 1 0 0 0,-10 0 0 0 0,3 2 89 0 0,-1 1 0 0 0,1 0 0 0 0,-1 2 0 0 0,1-1 0 0 0,0 2 0 0 0,1-1 0 0 0,-1 2 0 0 0,1 0 0 0 0,0 1 1 0 0,1 0-1 0 0,0 1 0 0 0,0 0 0 0 0,1 1 0 0 0,0 0 0 0 0,1 0 0 0 0,-18 25 0 0 0,17-20-10 0 0,0 0 0 0 0,1 1 0 0 0,1 0 0 0 0,1 1 1 0 0,0 0-1 0 0,1 0 0 0 0,1 1 0 0 0,1-1 0 0 0,0 1 0 0 0,1 1 0 0 0,1-1 0 0 0,1 0 0 0 0,0 22 0 0 0,2-34-129 0 0,1 0 0 0 0,-1 0 0 0 0,1 0 0 0 0,0 0 0 0 0,0 0 0 0 0,1-1 0 0 0,0 1 0 0 0,0-1 0 0 0,0 1 0 0 0,1-1 0 0 0,0 0 0 0 0,0 1 0 0 0,0-2 0 0 0,0 1 0 0 0,1 0 0 0 0,0-1 0 0 0,0 1 0 0 0,0-1 0 0 0,1 0 1 0 0,-1 0-1 0 0,10 5 0 0 0,-5-4-15 0 0,0 0 0 0 0,1-1 0 0 0,0-1 0 0 0,0 1 0 0 0,0-1 0 0 0,0-1 0 0 0,1 0 1 0 0,-1 0-1 0 0,1-1 0 0 0,-1-1 0 0 0,16 0 0 0 0,20-4-100 0 0,-1-2 0 0 0,0-1 1 0 0,-1-3-1 0 0,69-24 0 0 0,-100 30-332 0 0,34-15-522 0 0,-19 3-3695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0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27 13823 0 0,'0'0'43'0'0,"0"0"-1"0"0,0-1 1 0 0,0 1-1 0 0,1 0 1 0 0,-1 0-1 0 0,0 0 0 0 0,0 0 1 0 0,0 0-1 0 0,0-1 1 0 0,0 1-1 0 0,0 0 1 0 0,0 0-1 0 0,0 0 1 0 0,1 0-1 0 0,-1 0 0 0 0,0 0 1 0 0,0 0-1 0 0,0 0 1 0 0,0-1-1 0 0,0 1 1 0 0,1 0-1 0 0,-1 0 1 0 0,0 0-1 0 0,0 0 0 0 0,0 0 1 0 0,0 0-1 0 0,1 0 1 0 0,-1 0-1 0 0,0 0 1 0 0,0 0-1 0 0,0 0 1 0 0,0 0-1 0 0,1 0 0 0 0,-1 0 1 0 0,0 0-1 0 0,0 0 1 0 0,0 0-1 0 0,0 1 1 0 0,0-1-1 0 0,1 0 1 0 0,-1 0-1 0 0,0 0 0 0 0,0 0 1 0 0,0 0-1 0 0,0 0 1 0 0,0 0-1 0 0,1 1 1 0 0,5 10 1668 0 0,3 21-46 0 0,-8-28-1729 0 0,6 27 268 0 0,0 1 0 0 0,-2-1 1 0 0,-2 1-1 0 0,0 0 1 0 0,-3 0-1 0 0,0 0 1 0 0,-2 0-1 0 0,-2 0 1 0 0,0 0-1 0 0,-2-1 0 0 0,-20 59 1 0 0,15-66-144 0 0,10-23-69 0 0,1 0 0 0 0,-1 0 0 0 0,1 0 0 0 0,-1 0 0 0 0,0 0 0 0 0,1 0 0 0 0,-1 0 0 0 0,0 0 0 0 0,0-1 0 0 0,0 1 0 0 0,0 0 0 0 0,0 0 0 0 0,0-1 0 0 0,0 1 0 0 0,0 0 0 0 0,0-1 0 0 0,0 1 0 0 0,0-1 0 0 0,-1 1 0 0 0,2-1-1 0 0,-1 0-1 0 0,1 0 0 0 0,0 0 1 0 0,0 0-1 0 0,-1 0 1 0 0,1 0-1 0 0,0 0 0 0 0,-1 0 1 0 0,1 0-1 0 0,0 0 1 0 0,0-1-1 0 0,-1 1 0 0 0,1 0 1 0 0,0 0-1 0 0,0 0 1 0 0,-1 0-1 0 0,1 0 0 0 0,0 0 1 0 0,0-1-1 0 0,-1 1 1 0 0,1 0-1 0 0,0 0 0 0 0,0 0 1 0 0,0-1-1 0 0,0 1 1 0 0,-1 0-1 0 0,1 0 0 0 0,0-1 1 0 0,0 1-1 0 0,0 0 1 0 0,0 0-1 0 0,0-1 0 0 0,0 1 1 0 0,-1-1-1 0 0,4-11-218 0 0,10-9 160 0 0,9 3 247 0 0,1 2 1 0 0,1 0-1 0 0,0 1 0 0 0,38-15 0 0 0,32-20 185 0 0,-56 26-160 0 0,-1-2 0 0 0,48-45 1 0 0,-68 55-170 0 0,0-1 0 0 0,-2 0 0 0 0,0-1 0 0 0,-1-1 0 0 0,-1 0 1 0 0,17-33-1 0 0,-30 52-34 0 0,16-40 88 0 0,-15 37-84 0 0,0 0 0 0 0,0 1 1 0 0,-1-1-1 0 0,1 0 0 0 0,-1 1 0 0 0,0-1 1 0 0,0 0-1 0 0,0 1 0 0 0,0-1 1 0 0,0 0-1 0 0,0 0 0 0 0,-1 1 1 0 0,-1-5-1 0 0,2 7-3 0 0,0-1 1 0 0,0 1-1 0 0,0 0 1 0 0,0-1-1 0 0,0 1 1 0 0,-1 0-1 0 0,1-1 1 0 0,0 1-1 0 0,0 0 1 0 0,-1-1-1 0 0,1 1 1 0 0,0 0-1 0 0,-1-1 1 0 0,1 1-1 0 0,0 0 1 0 0,-1 0-1 0 0,1-1 1 0 0,0 1-1 0 0,-1 0 1 0 0,1 0-1 0 0,0 0 1 0 0,-1 0-1 0 0,1-1 1 0 0,-1 1-1 0 0,1 0 1 0 0,0 0-1 0 0,-1 0 1 0 0,1 0-1 0 0,-1 0 1 0 0,1 0-1 0 0,0 0 1 0 0,-1 0-1 0 0,1 0 1 0 0,-1 0-1 0 0,1 1 1 0 0,-16 9 177 0 0,-7 20 79 0 0,8-6-116 0 0,2 2-1 0 0,0-1 1 0 0,2 2-1 0 0,1 0 1 0 0,1 0 0 0 0,1 0-1 0 0,2 1 1 0 0,1 0-1 0 0,0 0 1 0 0,3 1-1 0 0,0-1 1 0 0,2 1 0 0 0,3 30-1 0 0,-3-55-136 0 0,1 0-1 0 0,-1 0 1 0 0,1 0-1 0 0,0 0 1 0 0,1 0-1 0 0,-1 0 1 0 0,1 0-1 0 0,-1 0 1 0 0,1-1-1 0 0,0 1 1 0 0,1 0 0 0 0,-1-1-1 0 0,0 0 1 0 0,1 1-1 0 0,3 2 1 0 0,-3-4-167 0 0,0 0 1 0 0,0 0-1 0 0,0-1 1 0 0,0 1-1 0 0,0-1 1 0 0,0 1 0 0 0,0-1-1 0 0,1 0 1 0 0,-1 0-1 0 0,0-1 1 0 0,1 1-1 0 0,-1-1 1 0 0,1 0-1 0 0,-1 0 1 0 0,0 0-1 0 0,1 0 1 0 0,-1 0 0 0 0,6-2-1 0 0,13-2-1367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0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20 441 13823 0 0,'-2'6'898'0'0,"0"0"0"0"0,0 0 0 0 0,0 0-1 0 0,1 1 1 0 0,0-1 0 0 0,0 12 0 0 0,1-10-453 0 0,-1-1 1 0 0,1 0-1 0 0,-2 0 1 0 0,-3 14-1 0 0,17-70 2747 0 0,5 1-2747 0 0,39-112-482 0 0,-39 100-85 0 0,-7 23 21 0 0,1 1-1 0 0,2 0 1 0 0,18-36-1 0 0,-29 68 85 0 0,1 0-1 0 0,-1 0 1 0 0,1 0 0 0 0,-1 1-1 0 0,1-1 1 0 0,0 1 0 0 0,0 0-1 0 0,0-1 1 0 0,1 2 0 0 0,-1-1-1 0 0,5-3 1 0 0,-6 6 8 0 0,0-1 0 0 0,-1 0 0 0 0,1 1 0 0 0,0-1 0 0 0,0 1 0 0 0,-1 0 0 0 0,1-1-1 0 0,0 1 1 0 0,0 0 0 0 0,0 0 0 0 0,-1 0 0 0 0,1 0 0 0 0,0 1 0 0 0,0-1 0 0 0,0 0 0 0 0,-1 1 0 0 0,1-1 0 0 0,0 1 0 0 0,-1 0 0 0 0,1-1 0 0 0,0 1 0 0 0,-1 0 0 0 0,1 0-1 0 0,-1 0 1 0 0,1 0 0 0 0,-1 0 0 0 0,0 1 0 0 0,1-1 0 0 0,1 2 0 0 0,5 7-20 0 0,0-1-1 0 0,-1 1 1 0 0,0 0 0 0 0,-1 1-1 0 0,0-1 1 0 0,0 1 0 0 0,-1 1 0 0 0,6 18-1 0 0,20 104 227 0 0,-20-78-18 0 0,4 6 23 0 0,12 66 452 0 0,-27-126-626 0 0,1 0 0 0 0,-1 0 1 0 0,0 0-1 0 0,0 0 0 0 0,0 0 0 0 0,0 0 0 0 0,-1 0 0 0 0,1 0 0 0 0,0 0 1 0 0,-2 2-1 0 0,2-3-8 0 0,0-1 0 0 0,0 1 0 0 0,-1-1 0 0 0,1 1 0 0 0,-1 0 0 0 0,1-1 0 0 0,-1 1 1 0 0,1-1-1 0 0,-1 1 0 0 0,1-1 0 0 0,-1 1 0 0 0,1-1 0 0 0,-1 1 0 0 0,1-1 0 0 0,-1 0 0 0 0,0 1 1 0 0,1-1-1 0 0,-1 0 0 0 0,-1 1 0 0 0,-2-1 46 0 0,0 0 1 0 0,0 0 0 0 0,0 0-1 0 0,0 0 1 0 0,1-1-1 0 0,-1 1 1 0 0,0-1-1 0 0,-5-2 1 0 0,-2 0-50 0 0,-120-22 570 0 0,110 23-499 0 0,0 0 0 0 0,0 1 0 0 0,0 1 0 0 0,-27 3 0 0 0,48-3-89 0 0,1 0-1 0 0,-1 0 1 0 0,0 0 0 0 0,0 0 0 0 0,0 1 0 0 0,0-1 0 0 0,0 0-1 0 0,0 0 1 0 0,0 0 0 0 0,0 0 0 0 0,0 0 0 0 0,0 0 0 0 0,0 0-1 0 0,1 1 1 0 0,-1-1 0 0 0,0 0 0 0 0,0 0 0 0 0,0 0 0 0 0,0 0 0 0 0,0 0-1 0 0,0 1 1 0 0,0-1 0 0 0,0 0 0 0 0,0 0 0 0 0,0 0 0 0 0,0 0-1 0 0,0 0 1 0 0,0 0 0 0 0,0 1 0 0 0,0-1 0 0 0,-1 0 0 0 0,1 0-1 0 0,0 0 1 0 0,0 0 0 0 0,0 0 0 0 0,0 0 0 0 0,0 1 0 0 0,0-1-1 0 0,0 0 1 0 0,0 0 0 0 0,0 0 0 0 0,0 0 0 0 0,-1 0 0 0 0,1 0 0 0 0,0 0-1 0 0,0 0 1 0 0,0 0 0 0 0,0 0 0 0 0,0 1 0 0 0,13 3-480 0 0,9-4-883 0 0,0-1-1 0 0,0-1 1 0 0,34-7 0 0 0,-20 2-771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0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 17911 0 0,'4'-6'492'0'0,"13"-9"680"0"0,-17 15-1132 0 0,1 0 0 0 0,-1 0 0 0 0,1-1 0 0 0,-1 1 0 0 0,1 0 0 0 0,-1 0 0 0 0,1 0 0 0 0,0 0 0 0 0,-1 0 0 0 0,1 0 0 0 0,-1 0 0 0 0,1 1 0 0 0,-1-1 0 0 0,1 0 0 0 0,0 0 1 0 0,-1 0-1 0 0,1 1 0 0 0,-1-1 0 0 0,1 0 0 0 0,-1 0 0 0 0,1 1 0 0 0,-1-1 0 0 0,1 0 0 0 0,-1 1 0 0 0,0-1 0 0 0,1 1 0 0 0,-1-1 0 0 0,1 1 0 0 0,-1-1 0 0 0,0 1 0 0 0,0-1 0 0 0,1 1 0 0 0,-1-1 0 0 0,0 1 0 0 0,0-1 0 0 0,1 1 0 0 0,-1 0 1 0 0,9 17 432 0 0,-1 0 1 0 0,-1 1 0 0 0,-1 0 0 0 0,0 0-1 0 0,4 26 1 0 0,5 102 1060 0 0,-4-29-456 0 0,-5-102-938 0 0,-2-12-753 0 0,-2-11-1882 0 0,-3-1 1079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19351 0 0,'4'-3'277'0'0,"0"0"0"0"0,0 1 0 0 0,1-1 0 0 0,-1 1 0 0 0,0 0 0 0 0,1 0 0 0 0,-1 0 0 0 0,1 1 0 0 0,0-1 0 0 0,-1 1 0 0 0,1 0-1 0 0,5 0 1 0 0,15-4 540 0 0,562-104 830 0 0,-585 108-1644 0 0,19-1-1763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98 5983 0 0,'26'-33'3212'0'0,"-21"28"-2284"0"0,-1 0 1 0 0,0 0 0 0 0,0-1-1 0 0,0 1 1 0 0,0-1 0 0 0,-1 0-1 0 0,0 0 1 0 0,3-7 0 0 0,-6 13-893 0 0,0 0 1 0 0,0-1 0 0 0,0 1 0 0 0,0 0 0 0 0,0 0 0 0 0,0 0 0 0 0,0-1 0 0 0,0 1 0 0 0,0 0-1 0 0,0 0 1 0 0,0 0 0 0 0,0 0 0 0 0,0-1 0 0 0,0 1 0 0 0,0 0 0 0 0,0 0 0 0 0,0 0-1 0 0,0-1 1 0 0,0 1 0 0 0,0 0 0 0 0,0 0 0 0 0,0 0 0 0 0,0 0 0 0 0,0-1 0 0 0,0 1 0 0 0,0 0-1 0 0,0 0 1 0 0,0 0 0 0 0,0 0 0 0 0,-1-1 0 0 0,1 1 0 0 0,0 0 0 0 0,0 0 0 0 0,0 0-1 0 0,0 0 1 0 0,0 0 0 0 0,-1 0 0 0 0,1-1 0 0 0,0 1 0 0 0,0 0 0 0 0,0 0 0 0 0,0 0 0 0 0,-1 0-1 0 0,1 0 1 0 0,0 0 0 0 0,0 0 0 0 0,0 0 0 0 0,-1 0 0 0 0,1 0 0 0 0,0 0 0 0 0,-14 5 776 0 0,-12 13-173 0 0,-4 8-517 0 0,1 2-1 0 0,2 1 1 0 0,1 1-1 0 0,1 2 1 0 0,2 0-1 0 0,1 1 1 0 0,-32 67-1 0 0,48-87-32 0 0,0 1-1 0 0,1-1 1 0 0,1 1-1 0 0,0 1 1 0 0,1-1-1 0 0,1 0 1 0 0,0 1-1 0 0,1-1 1 0 0,1 19-1 0 0,0-28-32 0 0,0 0 0 0 0,1 0 0 0 0,0 1 0 0 0,0-1 0 0 0,1 0 0 0 0,-1 0 0 0 0,1 0 0 0 0,0 0 0 0 0,0 0 0 0 0,1-1 0 0 0,-1 1 0 0 0,1 0 0 0 0,0-1 0 0 0,0 0 0 0 0,1 0 0 0 0,-1 0 0 0 0,1 0 0 0 0,0-1 0 0 0,0 1 0 0 0,0-1 0 0 0,1 0 0 0 0,-1 0 0 0 0,1 0 0 0 0,-1-1 0 0 0,1 0 0 0 0,0 0 0 0 0,0 0 0 0 0,7 2 0 0 0,3-1 25 0 0,1 0 0 0 0,0-2 1 0 0,-1 1-1 0 0,1-2 0 0 0,0 0 0 0 0,0-1 0 0 0,-1 0 0 0 0,1-2 0 0 0,21-5 1 0 0,-18 3-61 0 0,1-1 0 0 0,-1-1 0 0 0,0-1 0 0 0,-1 0 0 0 0,0-1 0 0 0,32-23 0 0 0,-44 28-16 0 0,-1-1-1 0 0,1 0 0 0 0,-1 0 1 0 0,0 0-1 0 0,0-1 1 0 0,0 0-1 0 0,-1 0 0 0 0,0 0 1 0 0,0 0-1 0 0,4-11 1 0 0,-7 14-3 0 0,0 1 1 0 0,0-1 0 0 0,-1 1 0 0 0,1-1-1 0 0,-1 1 1 0 0,1-1 0 0 0,-1 0-1 0 0,0 1 1 0 0,0-1 0 0 0,-1 1-1 0 0,1-1 1 0 0,0 0 0 0 0,-1 1-1 0 0,1-1 1 0 0,-1 1 0 0 0,0-1-1 0 0,0 1 1 0 0,0 0 0 0 0,0-1 0 0 0,0 1-1 0 0,-1 0 1 0 0,1 0 0 0 0,-1-1-1 0 0,1 1 1 0 0,-1 0 0 0 0,0 1-1 0 0,0-1 1 0 0,0 0 0 0 0,0 0-1 0 0,0 1 1 0 0,0-1 0 0 0,-4-1-1 0 0,-1-1-18 0 0,-1 0 1 0 0,1 1-1 0 0,-1-1 0 0 0,1 2 0 0 0,-1-1 0 0 0,0 1 0 0 0,0 0 0 0 0,0 1 0 0 0,0-1 0 0 0,0 2 0 0 0,-1-1 0 0 0,1 1 0 0 0,0 1 0 0 0,0-1 0 0 0,0 1 0 0 0,0 1 0 0 0,-9 2 0 0 0,17-4-15 0 0,0 0 0 0 0,-1 0-1 0 0,1 0 1 0 0,0 0 0 0 0,-1 0-1 0 0,1 0 1 0 0,0 0 0 0 0,-1 0 0 0 0,1 0-1 0 0,0 0 1 0 0,0 1 0 0 0,-1-1-1 0 0,1 0 1 0 0,0 0 0 0 0,-1 0 0 0 0,1 0-1 0 0,0 1 1 0 0,0-1 0 0 0,-1 0-1 0 0,1 0 1 0 0,0 1 0 0 0,0-1 0 0 0,0 0-1 0 0,0 1 1 0 0,-1-1 0 0 0,1 0-1 0 0,0 0 1 0 0,0 1 0 0 0,0-1 0 0 0,0 0-1 0 0,0 1 1 0 0,0-1 0 0 0,0 0-1 0 0,0 1 1 0 0,9 7-1300 0 0,20 2-1697 0 0,-5-6 1092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2 193 11975 0 0,'13'106'6568'0'0,"-10"-70"-6040"0"0,11 230 4871 0 0,-37-416-4750 0 0,18 101-1300 0 0,1-90 0 0 0,5 118 563 0 0,1 1 0 0 0,1 0 1 0 0,0 0-1 0 0,2 0 0 0 0,0 1 1 0 0,1-1-1 0 0,11-21 0 0 0,-15 36 73 0 0,1-1 0 0 0,0 1-1 0 0,1 0 1 0 0,0 0 0 0 0,-1 0-1 0 0,2 0 1 0 0,-1 1 0 0 0,0-1-1 0 0,1 1 1 0 0,0 0 0 0 0,0 1 0 0 0,0-1-1 0 0,0 1 1 0 0,1 0 0 0 0,-1 0-1 0 0,1 1 1 0 0,0-1 0 0 0,8-1-1 0 0,-9 3 11 0 0,0 0 0 0 0,1 0-1 0 0,-1 1 1 0 0,0 0-1 0 0,1 0 1 0 0,-1 0 0 0 0,0 1-1 0 0,0 0 1 0 0,1 0 0 0 0,-1 0-1 0 0,0 0 1 0 0,0 1-1 0 0,0 0 1 0 0,0 0 0 0 0,0 0-1 0 0,-1 1 1 0 0,1 0-1 0 0,-1 0 1 0 0,1 0 0 0 0,-1 0-1 0 0,7 7 1 0 0,-8-6 39 0 0,0-1 0 0 0,0 1 1 0 0,0-1-1 0 0,-1 1 0 0 0,1 0 0 0 0,-1 0 1 0 0,0 0-1 0 0,0 0 0 0 0,0 1 0 0 0,0-1 1 0 0,-1 1-1 0 0,0-1 0 0 0,0 1 0 0 0,1 8 1 0 0,-2-9 13 0 0,0-1 0 0 0,0 1 0 0 0,-1-1 0 0 0,1 1 0 0 0,-1-1 0 0 0,0 0 0 0 0,0 1 0 0 0,0-1 1 0 0,0 0-1 0 0,0 0 0 0 0,-1 0 0 0 0,0 1 0 0 0,1-1 0 0 0,-1-1 0 0 0,0 1 0 0 0,-1 0 0 0 0,1 0 0 0 0,0-1 1 0 0,-1 0-1 0 0,-3 4 0 0 0,-4 0 127 0 0,0 0 1 0 0,0-1-1 0 0,-1 0 1 0 0,0-1-1 0 0,1 0 1 0 0,-1 0-1 0 0,-1-1 0 0 0,-18 2 1 0 0,16-2-693 0 0,-1-2-1 0 0,1 0 1 0 0,-1 0-1 0 0,-26-4 1 0 0,74 7-2480 0 0,-11-3 899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17735 0 0,'0'-1'45'0'0,"0"1"0"0"0,1 0-1 0 0,-1 0 1 0 0,0-1 0 0 0,0 1 0 0 0,0 0-1 0 0,1 0 1 0 0,-1 0 0 0 0,0 0 0 0 0,0-1-1 0 0,1 1 1 0 0,-1 0 0 0 0,0 0 0 0 0,0 0-1 0 0,1 0 1 0 0,-1 0 0 0 0,0 0 0 0 0,1 0-1 0 0,-1 0 1 0 0,0 0 0 0 0,0 0 0 0 0,1 0-1 0 0,-1 0 1 0 0,0 0 0 0 0,1 0 0 0 0,-1 0-1 0 0,0 0 1 0 0,0 0 0 0 0,1 0 0 0 0,-1 0-1 0 0,0 0 1 0 0,1 0 0 0 0,-1 0 0 0 0,0 1-1 0 0,0-1 1 0 0,1 0 0 0 0,-1 0 0 0 0,0 0-1 0 0,0 0 1 0 0,1 1 0 0 0,7 15 1203 0 0,1 29 126 0 0,-8-39-1168 0 0,10 88 2139 0 0,0 174 0 0 0,-11-268-2344 0 0,2 30 280 0 0,-2-29-284 0 0,0 0 0 0 0,0 0 0 0 0,0-1 1 0 0,0 1-1 0 0,0 0 0 0 0,0 0 0 0 0,0 0 0 0 0,0-1 0 0 0,0 1 0 0 0,1 0 0 0 0,-1 0 0 0 0,0 0 0 0 0,1-1 0 0 0,-1 1 0 0 0,0 0 0 0 0,1 0 0 0 0,-1-1 0 0 0,1 1 0 0 0,-1 0 0 0 0,1-1 0 0 0,0 1 0 0 0,-1-1 0 0 0,1 1 0 0 0,-1-1 0 0 0,1 1 0 0 0,0-1 0 0 0,0 1 0 0 0,-1-1 0 0 0,1 1 0 0 0,0-1 0 0 0,0 0 0 0 0,0 1 0 0 0,0-2-78 0 0,0 1 0 0 0,0-1-1 0 0,0 1 1 0 0,0-1-1 0 0,-1 0 1 0 0,1 1-1 0 0,0-1 1 0 0,0 0-1 0 0,-1 0 1 0 0,1 1 0 0 0,-1-1-1 0 0,1 0 1 0 0,-1 0-1 0 0,1 0 1 0 0,-1 0-1 0 0,1 0 1 0 0,-1 0-1 0 0,0 0 1 0 0,1-1 0 0 0,4-14-3865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09:52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0 106 20647 0 0,'1'-2'117'0'0,"-1"0"-1"0"0,1 1 0 0 0,-1-1 1 0 0,1 1-1 0 0,-1-1 1 0 0,1 0-1 0 0,0 1 1 0 0,0 0-1 0 0,0-1 1 0 0,0 1-1 0 0,0-1 0 0 0,0 1 1 0 0,0 0-1 0 0,0 0 1 0 0,0 0-1 0 0,1 0 1 0 0,0-1-1 0 0,1 0 37 0 0,1 2-1 0 0,-1-1 1 0 0,0 0-1 0 0,0 1 1 0 0,0-1 0 0 0,0 1-1 0 0,6 0 1 0 0,-1 0 189 0 0,243-19 3391 0 0,0-23-3632 0 0,-219 35-2301 0 0,0 1-7149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0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4224 424 919 0 0,'1'-1'183'0'0,"0"0"-1"0"0,-1 0 1 0 0,1 0-1 0 0,-1 0 0 0 0,1 0 1 0 0,0 0-1 0 0,-1 0 0 0 0,0 0 1 0 0,1 0-1 0 0,-1 0 0 0 0,0 0 1 0 0,1-1-1 0 0,-1 1 0 0 0,0 0 1 0 0,0 0-1 0 0,0 0 0 0 0,0 0 1 0 0,0 0-1 0 0,0-1 0 0 0,0 1 1 0 0,-1 0-1 0 0,1 0 0 0 0,0 0 1 0 0,-1 0-1 0 0,1 0 0 0 0,0 0 1 0 0,-1 0-1 0 0,0-1 0 0 0,-15-33 5442 0 0,10 26-5205 0 0,1 1-1 0 0,-2 1 1 0 0,1-1-1 0 0,-1 1 0 0 0,0 0 1 0 0,-1 1-1 0 0,-11-9 0 0 0,-65-34-148 0 0,44 26 313 0 0,-1 2-151 0 0,-2 2 0 0 0,1 1 0 0 0,-2 3 0 0 0,-71-16 0 0 0,20 10 65 0 0,-1 4 0 0 0,-128-5 0 0 0,-273 8 1020 0 0,100 15-589 0 0,331 1-612 0 0,-95 15-1 0 0,-64 24-139 0 0,155-27-151 0 0,-43 13 63 0 0,1 4 0 0 0,-170 72 0 0 0,191-66-39 0 0,-107 47 103 0 0,152-62-101 0 0,1 3 1 0 0,-50 35-1 0 0,-5 14 101 0 0,-131 128 1 0 0,67-35-4 0 0,132-129-115 0 0,1 0-1 0 0,-44 75 0 0 0,-83 198 227 0 0,134-251-256 0 0,2 1 0 0 0,3 1-1 0 0,-16 90 1 0 0,21-54 16 0 0,-4 128-1 0 0,17-171 1 0 0,4 0-1 0 0,1 1 1 0 0,22 101-1 0 0,7-39 96 0 0,4-2-1 0 0,68 145 0 0 0,-5-68 225 0 0,-50-100-2 0 0,-2-8-81 0 0,4-3 0 0 0,3-1 0 0 0,4-3 0 0 0,88 90 0 0 0,-46-70 443 0 0,123 91-1 0 0,-161-142-604 0 0,2-3 0 0 0,3-3 0 0 0,1-3 0 0 0,136 54 0 0 0,25-26 150 0 0,-111-36-62 0 0,-8-2-80 0 0,152 19-1 0 0,-151-32-89 0 0,149 15 51 0 0,242-18 54 0 0,-31-18-53 0 0,-169-25-47 0 0,-65 3 30 0 0,-60 11-15 0 0,288-66 0 0 0,-94-35-32 0 0,-325 101 0 0 0,128-52 0 0 0,-142 54 0 0 0,1-2 0 0 0,-2-2 0 0 0,31-22 0 0 0,152-132 32 0 0,-169 132-21 0 0,-3-2-1 0 0,57-74 1 0 0,54-98 18 0 0,22-28 6 0 0,-146 201-25 0 0,-1-2-1 0 0,-2-1 1 0 0,-3-1 0 0 0,-1 0 0 0 0,-3-2-1 0 0,-1-1 1 0 0,-3 0 0 0 0,11-56-1 0 0,-9 10 4 0 0,-5-1 0 0 0,-3 0 0 0 0,-5-139 0 0 0,-8 123 37 0 0,-21-130 1 0 0,14 182-117 0 0,-3 0 0 0 0,-2 1 0 0 0,-42-103 0 0 0,17 74 79 0 0,-4 2 0 0 0,-3 2-1 0 0,-4 2 1 0 0,-76-92 0 0 0,83 119-13 0 0,-61-57 0 0 0,69 78 3 0 0,-29-30-82 0 0,-3 4 0 0 0,-99-68-1 0 0,148 115 60 0 0,-283-177-376 0 0,-13 23 88 0 0,249 137 198 0 0,-1 4 0 0 0,-2 2 0 0 0,0 3-1 0 0,-1 4 1 0 0,-1 2 0 0 0,-98-7-1 0 0,86 18 14 0 0,0 4 0 0 0,-137 17 0 0 0,30 21-1636 0 0,132-21-1915 0 0,-67 29 1 0 0,30-2-4455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2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19 8751 0 0,'-36'-15'9281'0'0,"36"15"-9228"0"0,14-2 1757 0 0,60 1-469 0 0,86 9 0 0 0,-26 1-7909 0 0,-90-8-314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5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33 214 12695 0 0,'-14'-14'1045'0'0,"-4"-7"897"0"0,18 20-1929 0 0,0 1 0 0 0,0 0 0 0 0,0-1 0 0 0,0 1 0 0 0,0 0 0 0 0,1-1 0 0 0,-1 1 0 0 0,0 0 0 0 0,0 0 0 0 0,0-1 0 0 0,0 1 0 0 0,1 0 0 0 0,-1-1 0 0 0,0 1 0 0 0,0 0 0 0 0,0 0 0 0 0,1-1 0 0 0,-1 1 0 0 0,0 0 0 0 0,0 0 0 0 0,1 0 0 0 0,-1 0 1 0 0,0-1-1 0 0,1 1 0 0 0,-1 0 0 0 0,0 0 0 0 0,1 0 0 0 0,-1 0 0 0 0,0 0 0 0 0,1 0 0 0 0,-1 0 0 0 0,0 0 0 0 0,1 0 0 0 0,-1 0 0 0 0,16-4 5 0 0,-15 4-7 0 0,225-55 472 0 0,14-3 136 0 0,142 9-99 0 0,-336 45-486 0 0,1 3 1 0 0,74 6-1 0 0,-95-2-4 0 0,-1 1 0 0 0,0 1 1 0 0,0 2-1 0 0,0 0 0 0 0,-1 1 0 0 0,31 16 0 0 0,-48-20 13 0 0,0 1-1 0 0,-1-1 0 0 0,1 2 1 0 0,-1-1-1 0 0,0 1 1 0 0,-1-1-1 0 0,1 2 0 0 0,-1-1 1 0 0,0 0-1 0 0,-1 1 0 0 0,1 0 1 0 0,-1 0-1 0 0,-1 1 1 0 0,0-1-1 0 0,0 1 0 0 0,0-1 1 0 0,-1 1-1 0 0,2 9 0 0 0,2 16 102 0 0,-1 0-1 0 0,-2 1 0 0 0,-2 35 1 0 0,-1-59-105 0 0,-38 776 1167 0 0,-32-224-688 0 0,2-34 340 0 0,62-452-689 0 0,-43 309 371 0 0,42-359-568 0 0,-2 0 0 0 0,0 0 0 0 0,-2-1 0 0 0,-1 0 0 0 0,-21 33 0 0 0,27-48-73 0 0,1-2-505 0 0,1 1 1 0 0,0-1-1 0 0,-5 18 1 0 0,3-4-669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54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 13591 0 0,'0'-1'134'0'0,"0"0"0"0"0,-1 0 0 0 0,1 0 0 0 0,0 0 0 0 0,0 0 1 0 0,0 0-1 0 0,0 0 0 0 0,0 0 0 0 0,0 0 0 0 0,0 0 0 0 0,0 0 0 0 0,0 0 0 0 0,0 0 0 0 0,1 0 0 0 0,-1 0 0 0 0,0 0 0 0 0,1 1 0 0 0,-1-1 0 0 0,0 0 0 0 0,1 0 0 0 0,-1 0 0 0 0,1 0 0 0 0,0-1 0 0 0,1 1-68 0 0,0 1 0 0 0,-1-1 0 0 0,1 0-1 0 0,0 1 1 0 0,0-1 0 0 0,0 1 0 0 0,-1-1-1 0 0,1 1 1 0 0,0 0 0 0 0,0 0 0 0 0,0 0-1 0 0,3 0 1 0 0,15 0 1 0 0,4-1 460 0 0,-1 2 0 0 0,30 4 0 0 0,-45-3-330 0 0,-1-1 1 0 0,0 1-1 0 0,0 0 0 0 0,0 1 1 0 0,0 0-1 0 0,0 0 0 0 0,-1 0 1 0 0,1 1-1 0 0,-1 0 0 0 0,0 0 1 0 0,9 8-1 0 0,-4 0-96 0 0,0 0-1 0 0,-1 1 0 0 0,0 0 1 0 0,-1 0-1 0 0,-1 1 0 0 0,12 25 1 0 0,30 96 961 0 0,-36-92-752 0 0,27 58-1 0 0,-16-38-1330 0 0,-12-26 343 0 0,-5-29-2265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55.6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28 12095 0 0,'-5'-4'478'0'0,"1"1"0"0"0,0 0 1 0 0,-1 0-1 0 0,0 1 0 0 0,0-1 0 0 0,-5-1 0 0 0,12 2 16 0 0,9-1-298 0 0,15 2 246 0 0,-22 2-250 0 0,0 1 0 0 0,0-1 0 0 0,-1 1 0 0 0,1-1 0 0 0,-1 1 0 0 0,1 1-1 0 0,-1-1 1 0 0,1 0 0 0 0,-1 1 0 0 0,0-1 0 0 0,0 1 0 0 0,0 0 0 0 0,-1 0 0 0 0,1 0 0 0 0,-1 1 0 0 0,1-1 0 0 0,2 7 0 0 0,3 7 315 0 0,0-1 1 0 0,8 30 0 0 0,-10-29-350 0 0,27 102 602 0 0,-25-84-697 0 0,1-1-1 0 0,2-1 1 0 0,1 0 0 0 0,23 45-1 0 0,-19-58-30 0 0,-8-15 92 0 0,-8-12 224 0 0,-1 6-307 0 0,0 0 1 0 0,1 0-1 0 0,-1-1 0 0 0,0 1 1 0 0,0 0-1 0 0,0 0 0 0 0,0 0 1 0 0,0 0-1 0 0,0 0 0 0 0,0 1 0 0 0,0-1 1 0 0,0 0-1 0 0,-1 0 0 0 0,1 1 1 0 0,0-1-1 0 0,0 1 0 0 0,-1-1 0 0 0,1 1 1 0 0,0-1-1 0 0,-1 1 0 0 0,-2 0 1 0 0,-31-3 1145 0 0,33 3-1039 0 0,31-22 409 0 0,-16 12-510 0 0,20-16-83 0 0,-1-1-1 0 0,51-57 1 0 0,43-71-114 0 0,-87 105 137 0 0,-29 37 29 0 0,0 0 0 0 0,1 1 0 0 0,23-19 0 0 0,-30 28-13 0 0,-1 0 0 0 0,0 1 0 0 0,1 0 0 0 0,-1 0 0 0 0,1 0 0 0 0,-1 0-1 0 0,1 1 1 0 0,0-1 0 0 0,0 1 0 0 0,0 0 0 0 0,0 0 0 0 0,0 1 0 0 0,0-1 0 0 0,0 1 0 0 0,0-1 0 0 0,0 1 0 0 0,0 1-1 0 0,0-1 1 0 0,0 1 0 0 0,0-1 0 0 0,4 2 0 0 0,6 2-12 0 0,-8-4 81 0 0,-7-4 196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5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59 10223 0 0,'-42'-27'2477'0'0,"34"23"-1633"0"0,0-1-1 0 0,1 1 1 0 0,-1-2-1 0 0,-8-6 1 0 0,23 15-579 0 0,-1 0-1 0 0,1-1 1 0 0,0 1 0 0 0,0-1-1 0 0,-1 0 1 0 0,1-1 0 0 0,10 1 0 0 0,-5 0-52 0 0,29 5 71 0 0,0-2 0 0 0,55-1 0 0 0,83-11-242 0 0,48 1 6 0 0,-200 6-48 0 0,-18-1 0 0 0,-1 1 0 0 0,1 1 0 0 0,0-1 0 0 0,8 3 0 0 0,-22-3 4 0 0,-1 0-1 0 0,0 0 0 0 0,0 0 1 0 0,0 1-1 0 0,-5 1 1 0 0,-25 2-57 0 0,15-3-27 0 0,0 1-1 0 0,0 1 1 0 0,0 1-1 0 0,0 0 1 0 0,-21 9-1 0 0,5 0 253 0 0,-65 33 1 0 0,96-43-174 0 0,-1 1 0 0 0,1 0 0 0 0,0 0 0 0 0,1 0 0 0 0,-1 1 0 0 0,1-1 1 0 0,0 1-1 0 0,0 1 0 0 0,0-1 0 0 0,-7 12 0 0 0,12-17-5 0 0,0 0 0 0 0,0 1-1 0 0,0-1 1 0 0,-1 0 0 0 0,1 0 0 0 0,0 0-1 0 0,0 1 1 0 0,0-1 0 0 0,0 0 0 0 0,0 0-1 0 0,0 0 1 0 0,0 0 0 0 0,0 1 0 0 0,1-1-1 0 0,-1 0 1 0 0,0 0 0 0 0,0 0 0 0 0,0 0-1 0 0,0 1 1 0 0,0-1 0 0 0,0 0 0 0 0,0 0-1 0 0,0 0 1 0 0,0 0 0 0 0,0 1 0 0 0,1-1-1 0 0,-1 0 1 0 0,0 0 0 0 0,0 0 0 0 0,0 0-1 0 0,0 0 1 0 0,0 0 0 0 0,1 0 0 0 0,-1 0-1 0 0,0 1 1 0 0,0-1 0 0 0,0 0 0 0 0,0 0-1 0 0,1 0 1 0 0,-1 0 0 0 0,0 0 0 0 0,0 0-1 0 0,0 0 1 0 0,0 0 0 0 0,1 0 0 0 0,-1 0-1 0 0,0 0 1 0 0,0 0 0 0 0,0 0 0 0 0,1 0-1 0 0,-1 0 1 0 0,0 0 0 0 0,0 0 0 0 0,0 0-1 0 0,0-1 1 0 0,1 1 0 0 0,-1 0 0 0 0,12-2-158 0 0,-11 2 121 0 0,8-2-227 0 0,34-5-468 0 0,-41 7 741 0 0,0 0 1 0 0,-1-1-1 0 0,1 1 1 0 0,0 1 0 0 0,0-1-1 0 0,0 0 1 0 0,-1 0-1 0 0,1 1 1 0 0,0-1-1 0 0,0 1 1 0 0,-1-1-1 0 0,1 1 1 0 0,0 0-1 0 0,-1 0 1 0 0,1-1-1 0 0,-1 1 1 0 0,1 0-1 0 0,-1 1 1 0 0,3 1 0 0 0,-4-3 22 0 0,0 1 1 0 0,1-1-1 0 0,-1 0 1 0 0,0 1-1 0 0,0-1 1 0 0,0 0-1 0 0,1 1 1 0 0,-1-1-1 0 0,0 1 1 0 0,0-1-1 0 0,0 0 1 0 0,0 1-1 0 0,0-1 1 0 0,0 1-1 0 0,0-1 1 0 0,0 0-1 0 0,0 1 1 0 0,0-1-1 0 0,0 1 1 0 0,0-1-1 0 0,0 0 1 0 0,-1 1-1 0 0,1-1 1 0 0,0 0-1 0 0,0 1 1 0 0,0-1-1 0 0,0 1 1 0 0,-1-1-1 0 0,1 0 1 0 0,0 1 0 0 0,-1-1-1 0 0,-13 11 552 0 0,-19 1 238 0 0,33-12-811 0 0,0 0 0 0 0,-1 0 0 0 0,1 0 0 0 0,0 1 0 0 0,-1-1 0 0 0,1 0 0 0 0,0 0 0 0 0,-1 0 0 0 0,1 0 0 0 0,-1 0 0 0 0,1 0 0 0 0,0 0-1 0 0,-1 0 1 0 0,1 0 0 0 0,0 0 0 0 0,-1 0 0 0 0,1 0 0 0 0,0 0 0 0 0,-1 0 0 0 0,1 0 0 0 0,0 0 0 0 0,-1 0 0 0 0,1-1 0 0 0,0 1 0 0 0,-1 0 0 0 0,1 0 0 0 0,0 0 0 0 0,-1 0 0 0 0,1-1 0 0 0,0 1 0 0 0,-1 0-1 0 0,1 0 1 0 0,0-1 0 0 0,0 1 0 0 0,0 0 0 0 0,-1-1 0 0 0,1 1 0 0 0,8-14-69 0 0,20-10-472 0 0,-19 19 302 0 0,-1-1 1 0 0,0 0-1 0 0,0-1 0 0 0,-1 1 0 0 0,0-2 1 0 0,0 1-1 0 0,0-1 0 0 0,8-13 0 0 0,-42 48-72 0 0,21-16 116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09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54 143 4607 0 0,'0'-8'-487'0'0,"-1"-33"1794"0"0,1 18 2694 0 0,-2 0-1 0 0,-4-25 1 0 0,-5 106-996 0 0,8-30-2760 0 0,-24 203 1412 0 0,25-183-1387 0 0,1-1 0 0 0,10 90 0 0 0,-8-127-260 0 0,7 34 5 0 0,-7-41-62 0 0,-1 0 0 0 0,1-1 0 0 0,0 1 0 0 0,0 0 0 0 0,0-1 0 0 0,1 1 0 0 0,-1 0 0 0 0,0-1-1 0 0,1 0 1 0 0,0 1 0 0 0,0-1 0 0 0,2 3 0 0 0,-3-5-92 0 0,-1 0-1 0 0,1 0 1 0 0,-1 1-1 0 0,1-1 1 0 0,-1 0 0 0 0,1 0-1 0 0,0 0 1 0 0,-1 0-1 0 0,1 0 1 0 0,0 0-1 0 0,-1 0 1 0 0,1 0-1 0 0,-1 0 1 0 0,1 0 0 0 0,0 0-1 0 0,-1 0 1 0 0,1 0-1 0 0,-1 0 1 0 0,1 0-1 0 0,0-1 1 0 0,-1 1-1 0 0,1 0 1 0 0,-1-1 0 0 0,1 1-1 0 0,-1 0 1 0 0,1-1-1 0 0,-1 1 1 0 0,1 0-1 0 0,-1-1 1 0 0,0 1-1 0 0,1-1 1 0 0,-1 1 0 0 0,1-1-1 0 0,-1 1 1 0 0,1-2-1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09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27 5983 0 0,'0'-1'103'0'0,"-1"1"0"0"0,1 0-1 0 0,0 0 1 0 0,-1 0 0 0 0,1 0-1 0 0,0-1 1 0 0,-1 1-1 0 0,1 0 1 0 0,0 0 0 0 0,-1 0-1 0 0,1 0 1 0 0,0 0 0 0 0,-1 0-1 0 0,1 0 1 0 0,0 0 0 0 0,-1 0-1 0 0,1 0 1 0 0,-1 0-1 0 0,1 0 1 0 0,0 0 0 0 0,-1 0-1 0 0,1 0 1 0 0,0 1 0 0 0,-1-1-1 0 0,1 0 1 0 0,0 0-1 0 0,0 0 1 0 0,-1 0 0 0 0,1 1-1 0 0,0-1 1 0 0,-1 0 0 0 0,1 0-1 0 0,0 1 1 0 0,0-1 0 0 0,-1 0-1 0 0,1 0 1 0 0,0 1-1 0 0,0-1 1 0 0,0 0 0 0 0,0 1-1 0 0,-1-1 1 0 0,-2 22 2588 0 0,10 24-285 0 0,-3-35-2014 0 0,-1 0-1 0 0,2-1 1 0 0,-1 0 0 0 0,1 0-1 0 0,1 0 1 0 0,0 0-1 0 0,0-1 1 0 0,1 0-1 0 0,0 0 1 0 0,1-1-1 0 0,11 11 1 0 0,-14-15-305 0 0,0-1 1 0 0,0 1-1 0 0,1-1 0 0 0,0 0 0 0 0,-1 0 1 0 0,1 0-1 0 0,0-1 0 0 0,0 0 0 0 0,0 0 1 0 0,1 0-1 0 0,-1-1 0 0 0,0 0 0 0 0,1-1 1 0 0,-1 1-1 0 0,1-1 0 0 0,-1 0 1 0 0,0-1-1 0 0,1 1 0 0 0,-1-1 0 0 0,0 0 1 0 0,9-3-1 0 0,-7 1-74 0 0,0-1 1 0 0,0 0-1 0 0,-1 0 1 0 0,1 0-1 0 0,-1-1 1 0 0,0 0-1 0 0,0 0 0 0 0,-1-1 1 0 0,1 0-1 0 0,-1 0 1 0 0,0 0-1 0 0,-1-1 1 0 0,0 0-1 0 0,9-14 1 0 0,-10 13-35 0 0,0 0 1 0 0,0 0-1 0 0,-1 0 0 0 0,1-1 1 0 0,-2 1-1 0 0,1-1 1 0 0,-2 1-1 0 0,1-1 1 0 0,-1 0-1 0 0,0 0 0 0 0,-1 0 1 0 0,0 0-1 0 0,0 1 1 0 0,-3-14-1 0 0,3 22 21 0 0,0-1-1 0 0,0 0 0 0 0,0 0 1 0 0,0 0-1 0 0,0 0 0 0 0,0 1 1 0 0,-1-1-1 0 0,1 0 1 0 0,0 0-1 0 0,-1 1 0 0 0,1-1 1 0 0,0 0-1 0 0,-1 0 0 0 0,1 1 1 0 0,-1-1-1 0 0,1 0 1 0 0,-1 1-1 0 0,0-1 0 0 0,1 1 1 0 0,-1-1-1 0 0,0 1 0 0 0,0-1 1 0 0,0 1 5 0 0,0 0 0 0 0,1 0 0 0 0,-1 0 1 0 0,0 0-1 0 0,1 0 0 0 0,-1 0 1 0 0,0 1-1 0 0,1-1 0 0 0,-1 0 0 0 0,1 0 1 0 0,-1 1-1 0 0,0-1 0 0 0,1 0 0 0 0,-1 1 1 0 0,1-1-1 0 0,-1 1 0 0 0,1-1 0 0 0,-1 1 1 0 0,1-1-1 0 0,-1 2 0 0 0,-4 3 81 0 0,2 1 1 0 0,-1 0-1 0 0,-5 11 0 0 0,0 5 102 0 0,1 0-1 0 0,1 1 0 0 0,1 0 0 0 0,1 0 0 0 0,-3 28 0 0 0,4 5 207 0 0,2 59 0 0 0,3-85-297 0 0,1-1 1 0 0,11 54-1 0 0,-11-71-90 0 0,1-1 1 0 0,1 1 0 0 0,0-1-1 0 0,1 1 1 0 0,0-1 0 0 0,0-1-1 0 0,2 1 1 0 0,-1-1 0 0 0,13 16-1 0 0,-17-24-54 0 0,0 0 0 0 0,0 0 0 0 0,1 0-1 0 0,-1-1 1 0 0,0 1 0 0 0,0-1 0 0 0,1 1 0 0 0,-1-1 0 0 0,1 0 0 0 0,-1 0-1 0 0,5 2 1 0 0,-5-3-259 0 0,-1 0 0 0 0,1 0-1 0 0,-1 1 1 0 0,1-1 0 0 0,0 0 0 0 0,-1 0-1 0 0,1-1 1 0 0,-1 1 0 0 0,1 0 0 0 0,-1 0-1 0 0,1-1 1 0 0,0 1 0 0 0,-1-1 0 0 0,1 0-1 0 0,-1 1 1 0 0,0-1 0 0 0,1 0 0 0 0,-1 0-1 0 0,0 0 1 0 0,3-2 0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0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11055 0 0,'-3'2'3268'0'0,"3"-2"-3218"0"0,-2 13 2716 0 0,0 15-951 0 0,3-20-1568 0 0,-1 0 0 0 0,1-1 0 0 0,1 1 0 0 0,-1 0 0 0 0,1-1 0 0 0,1 1 0 0 0,-1-1 0 0 0,1 0 0 0 0,0 0 0 0 0,1 0-1 0 0,0 0 1 0 0,0-1 0 0 0,0 1 0 0 0,7 5 0 0 0,-7-7-174 0 0,0-1 0 0 0,1 0-1 0 0,0 0 1 0 0,0-1 0 0 0,0 1-1 0 0,0-1 1 0 0,1 0 0 0 0,-1-1-1 0 0,1 1 1 0 0,0-1 0 0 0,0 0-1 0 0,0-1 1 0 0,0 1 0 0 0,0-1-1 0 0,0 0 1 0 0,0-1 0 0 0,0 1-1 0 0,7-1 1 0 0,0-1-111 0 0,-1-1 0 0 0,1 0 0 0 0,-1-1 0 0 0,0 0 0 0 0,0-1 0 0 0,0 0 0 0 0,0-1 0 0 0,0 0 0 0 0,12-8 0 0 0,-17 9-55 0 0,0-1 0 0 0,-1 1 0 0 0,1-1-1 0 0,-1 0 1 0 0,0 0 0 0 0,0-1 0 0 0,-1 0-1 0 0,0 0 1 0 0,0 0 0 0 0,0 0-1 0 0,-1-1 1 0 0,0 0 0 0 0,0 0 0 0 0,0 0-1 0 0,3-13 1 0 0,-7 20 92 0 0,1-1 0 0 0,-1 1 0 0 0,0 0 0 0 0,0-1 0 0 0,0 1 0 0 0,0 0 0 0 0,0 0 0 0 0,0-1 0 0 0,0 1 0 0 0,0 0 0 0 0,0-1 0 0 0,0 1 0 0 0,0 0 0 0 0,0-1 0 0 0,0 1 0 0 0,0 0 0 0 0,0-1 0 0 0,0 1 0 0 0,0 0-1 0 0,0 0 1 0 0,0-1 0 0 0,0 1 0 0 0,0 0 0 0 0,0-1 0 0 0,-1 1 0 0 0,1 0 0 0 0,0 0 0 0 0,0-1 0 0 0,0 1 0 0 0,-1 0 0 0 0,1 0 0 0 0,0-1 0 0 0,0 1 0 0 0,-1 0 0 0 0,-11 3 88 0 0,-12 13 231 0 0,-10 14 262 0 0,1 1 0 0 0,-57 69-1 0 0,75-79-355 0 0,-23 38 0 0 0,33-49-210 0 0,0-1 0 0 0,1 1 0 0 0,0 0 0 0 0,1 0 0 0 0,0 0 0 0 0,0 0 0 0 0,-1 12 0 0 0,4-20-64 0 0,0 1 0 0 0,0-1 0 0 0,0 0-1 0 0,0 1 1 0 0,1-1 0 0 0,-1 1 0 0 0,1-1 0 0 0,-1 0-1 0 0,1 1 1 0 0,0-1 0 0 0,0 0 0 0 0,0 0 0 0 0,1 3 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1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1 8287 0 0,'-2'0'83'0'0,"1"1"0"0"0,-1-1-1 0 0,0 1 1 0 0,0-1-1 0 0,1 1 1 0 0,-1 0-1 0 0,0-1 1 0 0,0 1 0 0 0,1 0-1 0 0,-1 0 1 0 0,1 0-1 0 0,-1 1 1 0 0,1-1-1 0 0,0 0 1 0 0,-1 0 0 0 0,1 1-1 0 0,0-1 1 0 0,0 1-1 0 0,0-1 1 0 0,0 1-1 0 0,-1 2 1 0 0,-20 44 3144 0 0,15-30-2084 0 0,-145 375 4995 0 0,148-382-5900 0 0,-1 2-62 0 0,2-5 14 0 0,0 0-1 0 0,0 0 0 0 0,1 0 0 0 0,0 1 1 0 0,-2 14-1 0 0,4-22-182 0 0,1-1 1 0 0,-1 0-1 0 0,0 0 1 0 0,1 0-1 0 0,-1 0 1 0 0,0 0-1 0 0,0 0 0 0 0,1 0 1 0 0,-1 0-1 0 0,0 0 1 0 0,1 0-1 0 0,-1 0 1 0 0,0 0-1 0 0,0 0 1 0 0,1 0-1 0 0,-1 0 0 0 0,0 0 1 0 0,1 0-1 0 0,-1 0 1 0 0,0 0-1 0 0,0-1 1 0 0,1 1-1 0 0,-1 0 1 0 0,0 0-1 0 0,0 0 0 0 0,0 0 1 0 0,1-1-1 0 0,-1 1 1 0 0,0 0-1 0 0,0 0 1 0 0,0 0-1 0 0,1-1 1 0 0,-1 1-1 0 0,0 0 0 0 0,0 0 1 0 0,0-1-1 0 0,0 1 1 0 0,1-1-1 0 0,10-11-8 0 0,1-8-76 0 0,0 0 0 0 0,-1-1 0 0 0,-2-1 0 0 0,10-28 0 0 0,18-94-574 0 0,9-22 142 0 0,-41 151 478 0 0,1 1 0 0 0,11-18 0 0 0,-15 28 31 0 0,-1 1 1 0 0,2-1-1 0 0,-1 1 1 0 0,0 0 0 0 0,1 0-1 0 0,-1 0 1 0 0,1 0-1 0 0,0 1 1 0 0,0-1 0 0 0,0 1-1 0 0,0-1 1 0 0,1 1 0 0 0,-1 0-1 0 0,7-2 1 0 0,-8 3 12 0 0,0 1 0 0 0,0 0-1 0 0,0 0 1 0 0,0 1 0 0 0,0-1 0 0 0,0 0 0 0 0,0 1 0 0 0,-1-1 0 0 0,1 1-1 0 0,0-1 1 0 0,0 1 0 0 0,0 0 0 0 0,0 0 0 0 0,-1 0 0 0 0,1 0 0 0 0,0 0 0 0 0,-1 0-1 0 0,1 1 1 0 0,-1-1 0 0 0,1 0 0 0 0,-1 1 0 0 0,1-1 0 0 0,-1 1 0 0 0,0-1-1 0 0,0 1 1 0 0,0 0 0 0 0,0 0 0 0 0,1 2 0 0 0,4 7 103 0 0,-1 0 0 0 0,0 1 0 0 0,4 14 0 0 0,25 119 988 0 0,-3-6-295 0 0,-24-118-642 0 0,0 0 0 0 0,2 0 0 0 0,0-1 0 0 0,16 26 0 0 0,-6-21-4 0 0,-18-25-156 0 0,-1 1 1 0 0,1 0-1 0 0,0 0 0 0 0,-1-1 1 0 0,1 1-1 0 0,0 0 0 0 0,0-1 1 0 0,-1 1-1 0 0,1 0 0 0 0,0-1 1 0 0,0 1-1 0 0,0-1 0 0 0,0 0 1 0 0,0 1-1 0 0,0-1 0 0 0,-1 0 1 0 0,1 1-1 0 0,0-1 0 0 0,0 0 1 0 0,0 0-1 0 0,0 0 0 0 0,0 0 1 0 0,0 0-1 0 0,0 0 0 0 0,0 0 0 0 0,0 0 1 0 0,2-1-1 0 0,-3 1 1 0 0,0-1 0 0 0,1 1-1 0 0,-1 0 1 0 0,0-1 0 0 0,1 1 0 0 0,-1-1-1 0 0,0 1 1 0 0,0-1 0 0 0,1 1-1 0 0,-1-1 1 0 0,0 0 0 0 0,0 1 0 0 0,0-1-1 0 0,0 1 1 0 0,0-1 0 0 0,0 1 0 0 0,0-1-1 0 0,0 1 1 0 0,0-1 0 0 0,0 0 0 0 0,0 1-1 0 0,0-1 1 0 0,0 1 0 0 0,0-1-1 0 0,0 1 1 0 0,-1-1 0 0 0,1 1 0 0 0,0-1-1 0 0,0 1 1 0 0,-1-1 0 0 0,1 1 0 0 0,0-1-1 0 0,-1 1 1 0 0,1-1 0 0 0,-1 1 0 0 0,1 0-1 0 0,0-1 1 0 0,-1 1 0 0 0,-17-17 87 0 0,7 11-58 0 0,0-1-1 0 0,0 2 0 0 0,-1 0 0 0 0,0 0 0 0 0,0 1 0 0 0,0 1 0 0 0,0 0 0 0 0,-1 0 0 0 0,1 1 0 0 0,-1 1 0 0 0,-20 0 1 0 0,8 2 140 0 0,-1 0 1 0 0,1 2-1 0 0,0 1 1 0 0,-44 13 0 0 0,65-16-161 0 0,1 0-9 0 0,0 0-1 0 0,0 0 0 0 0,0 0 0 0 0,0 0 0 0 0,0 0 0 0 0,0 0 1 0 0,1 1-1 0 0,-1 0 0 0 0,-3 2 0 0 0,33-7-616 0 0,44-13-4386 0 0,-41 7-2777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45 5063 0 0,'0'-1'221'0'0,"1"0"0"0"0,-1 0 0 0 0,1 0 0 0 0,-1 0 0 0 0,1 0 0 0 0,-1 1 0 0 0,0-1 0 0 0,1 0 0 0 0,-1 0 0 0 0,0 0-1 0 0,0 0 1 0 0,0 0 0 0 0,0 0 0 0 0,0 0 0 0 0,0 0 0 0 0,0 0 0 0 0,0 0 0 0 0,0 0 0 0 0,0 0 0 0 0,0 0 0 0 0,-1 0-1 0 0,1 0 1 0 0,0 0 0 0 0,-1 0 0 0 0,1 1 0 0 0,-1-1 0 0 0,1 0 0 0 0,-1 0 0 0 0,1 0 0 0 0,-1 0 0 0 0,0 1 0 0 0,1-1-1 0 0,-1 0 1 0 0,0 1 0 0 0,0-1 0 0 0,1 1 0 0 0,-1-1 0 0 0,0 0 0 0 0,0 1 0 0 0,-1-1 0 0 0,0 0-30 0 0,-1-1 0 0 0,0 1 0 0 0,1 0 0 0 0,-1 0 1 0 0,0 0-1 0 0,1 1 0 0 0,-1-1 0 0 0,0 1 0 0 0,0-1 0 0 0,0 1 1 0 0,0 0-1 0 0,-5 0 0 0 0,-2 3 82 0 0,1 0-1 0 0,-1 0 1 0 0,1 1 0 0 0,0 0-1 0 0,0 1 1 0 0,1 0 0 0 0,-1 0 0 0 0,1 0-1 0 0,0 1 1 0 0,0 1 0 0 0,1-1-1 0 0,0 1 1 0 0,-9 12 0 0 0,1 0 124 0 0,1 0-1 0 0,2 1 1 0 0,0 0 0 0 0,-15 33-1 0 0,21-38-138 0 0,0-1 1 0 0,1 1-1 0 0,1-1 0 0 0,0 1 1 0 0,1 1-1 0 0,0-1 0 0 0,0 28 1 0 0,3-38-207 0 0,0 0 0 0 0,0 0 0 0 0,1 0 0 0 0,0 0 1 0 0,0 0-1 0 0,0 0 0 0 0,1 0 0 0 0,0 0 0 0 0,0 0 1 0 0,0-1-1 0 0,0 1 0 0 0,1-1 0 0 0,0 1 0 0 0,0-1 1 0 0,0 0-1 0 0,0 0 0 0 0,1 0 0 0 0,-1-1 0 0 0,1 1 1 0 0,0-1-1 0 0,0 0 0 0 0,0 0 0 0 0,1 0 0 0 0,-1 0 1 0 0,1-1-1 0 0,-1 0 0 0 0,6 2 0 0 0,1-1 0 0 0,0 0-1 0 0,0 0 0 0 0,0-1 1 0 0,1-1-1 0 0,-1 0 1 0 0,0 0-1 0 0,1-1 1 0 0,-1-1-1 0 0,1 0 0 0 0,-1 0 1 0 0,0-1-1 0 0,18-5 1 0 0,-18 3-60 0 0,0 1 1 0 0,0-2 0 0 0,0 1-1 0 0,-1-1 1 0 0,0-1 0 0 0,0 0-1 0 0,0-1 1 0 0,-1 1 0 0 0,1-2-1 0 0,-2 1 1 0 0,1-1 0 0 0,8-12-1 0 0,-14 16-13 0 0,0 0-1 0 0,-1 0 0 0 0,1 0 0 0 0,-1 0 0 0 0,0-1 0 0 0,0 1 0 0 0,-1-1 0 0 0,1 0 0 0 0,-1 1 1 0 0,0-1-1 0 0,0 0 0 0 0,0-8 0 0 0,-1 11 5 0 0,0 0 0 0 0,-1 1 0 0 0,1-1 0 0 0,0 0 0 0 0,-1 0 0 0 0,1 0 0 0 0,-1 0 0 0 0,0 0 0 0 0,1 1 0 0 0,-1-1 0 0 0,0 0 0 0 0,0 1 0 0 0,0-1 0 0 0,0 0 0 0 0,0 1 0 0 0,-1 0 0 0 0,1-1 0 0 0,0 1 0 0 0,-1 0 0 0 0,1-1 0 0 0,-1 1 0 0 0,1 0 1 0 0,-1 0-1 0 0,0 0 0 0 0,1 0 0 0 0,-1 0 0 0 0,0 1 0 0 0,0-1 0 0 0,1 1 0 0 0,-1-1 0 0 0,0 1 0 0 0,0-1 0 0 0,0 1 0 0 0,-3 0 0 0 0,-25-1-591 0 0,29 0 523 0 0,-1 1 0 0 0,0 0 1 0 0,1 0-1 0 0,-1 1 0 0 0,0-1 0 0 0,1 0 0 0 0,-1 0 1 0 0,0 1-1 0 0,1-1 0 0 0,-1 1 0 0 0,0-1 0 0 0,1 1 0 0 0,-1 0 1 0 0,-1 1-1 0 0,26 2-3672 0 0,-8-4 1126 0 0,2-1-3900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2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25 12895 0 0,'3'-23'7269'0'0,"7"33"-3023"0"0,-7-7-4132 0 0,1 0 1 0 0,-1-1-1 0 0,1 1 1 0 0,0-1-1 0 0,0 0 1 0 0,0 0 0 0 0,0 0-1 0 0,0 0 1 0 0,0-1-1 0 0,0 1 1 0 0,1-1-1 0 0,-1 0 1 0 0,1-1-1 0 0,4 1 1 0 0,-4 0-283 0 0,1-1 1 0 0,-1 1-1 0 0,0-1 1 0 0,0-1-1 0 0,1 1 1 0 0,-1-1-1 0 0,0 0 1 0 0,1 0-1 0 0,-1 0 1 0 0,0-1-1 0 0,7-3 1 0 0,-11 5 46 0 0,0-1-1 0 0,0 1 1 0 0,0-1 0 0 0,0 1 0 0 0,-1-1-1 0 0,1 0 1 0 0,0 1 0 0 0,0-1 0 0 0,0 0-1 0 0,-1 0 1 0 0,1 0 0 0 0,0 1 0 0 0,-1-1-1 0 0,1 0 1 0 0,-1 0 0 0 0,1-1 0 0 0,-1 1 27 0 0,0 1 0 0 0,0 0-1 0 0,0-1 1 0 0,0 1 0 0 0,0-1 0 0 0,0 1 0 0 0,0-1 0 0 0,0 1 0 0 0,0 0 0 0 0,-1-1 0 0 0,1 1 0 0 0,0 0 0 0 0,0-1 0 0 0,0 1-1 0 0,-1 0 1 0 0,1-1 0 0 0,0 1 0 0 0,0 0 0 0 0,-1-1 0 0 0,1 1 0 0 0,0 0 0 0 0,-1-1 0 0 0,1 1 0 0 0,0 0 0 0 0,-1 0 0 0 0,1 0-1 0 0,-1-1 1 0 0,-1 0-223 0 0,-1 0-1 0 0,0 0 0 0 0,1 0 0 0 0,-1 1 1 0 0,0-1-1 0 0,0 1 0 0 0,0-1 0 0 0,1 1 1 0 0,-1 0-1 0 0,-5 1 0 0 0,-5 1-98 0 0,0 1 0 0 0,0 0 0 0 0,0 2-1 0 0,0-1 1 0 0,1 2 0 0 0,-20 10 0 0 0,13-5 638 0 0,0 1 1 0 0,2 1 0 0 0,-23 21 0 0 0,27-22 193 0 0,1 0 1 0 0,1 2 0 0 0,0-1-1 0 0,1 1 1 0 0,1 1 0 0 0,0 0 0 0 0,1 0-1 0 0,0 1 1 0 0,1 0 0 0 0,1 0-1 0 0,-6 24 1 0 0,11-33-227 0 0,-1 1 0 0 0,1-1 1 0 0,0 1-1 0 0,1 0 0 0 0,-1-1 0 0 0,2 1 1 0 0,-1 0-1 0 0,1-1 0 0 0,0 1 0 0 0,1-1 0 0 0,-1 1 1 0 0,1-1-1 0 0,1 0 0 0 0,0 0 0 0 0,0 0 1 0 0,0 0-1 0 0,1 0 0 0 0,0 0 0 0 0,0-1 0 0 0,0 0 1 0 0,1 0-1 0 0,0 0 0 0 0,1-1 0 0 0,-1 1 0 0 0,1-1 1 0 0,0-1-1 0 0,12 9 0 0 0,-9-8-57 0 0,1-1 0 0 0,-1 0 0 0 0,1 0 0 0 0,-1-1 0 0 0,1 0 0 0 0,0-1 0 0 0,0 0 0 0 0,0 0 0 0 0,1-1 0 0 0,-1-1 0 0 0,0 0-1 0 0,20-2 1 0 0,-14 0-189 0 0,0-1 0 0 0,-1 0 0 0 0,1-1 0 0 0,-1-1-1 0 0,0 0 1 0 0,0-1 0 0 0,23-14 0 0 0,-35 19-155 0 0,-1 0 0 0 0,0 0-1 0 0,-1 0 1 0 0,1 0 0 0 0,0-1 0 0 0,0 1 0 0 0,0-1 0 0 0,-1 1 0 0 0,1-1 0 0 0,-1 0 0 0 0,1 1-1 0 0,-1-1 1 0 0,0 0 0 0 0,1 0 0 0 0,-1 0 0 0 0,0 0 0 0 0,0-2 0 0 0,0-7-1732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2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11975 0 0,'0'-1'90'0'0,"0"0"0"0"0,0 0-1 0 0,0 0 1 0 0,0 0 0 0 0,0 0-1 0 0,1 0 1 0 0,-1 0-1 0 0,0 0 1 0 0,1 0 0 0 0,-1 0-1 0 0,1 0 1 0 0,-1 0 0 0 0,1 1-1 0 0,-1-1 1 0 0,1 0 0 0 0,1-1-1 0 0,14 2 3512 0 0,-8 1-2419 0 0,57 11 1368 0 0,30 3-1337 0 0,-63-11-2451 0 0,33 0 0 0 0,-45-5-140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2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1 218 11975 0 0,'1'80'6293'0'0,"13"104"-3207"0"0,-14-180-2915 0 0,0 0 1 0 0,1 0 0 0 0,0 0-1 0 0,0-1 1 0 0,0 1-1 0 0,1 0 1 0 0,2 4-1 0 0,-4-7-148 0 0,0-1 0 0 0,0 0 0 0 0,0 0 0 0 0,1 1-1 0 0,-1-1 1 0 0,0 0 0 0 0,0 0 0 0 0,0 1 0 0 0,1-1-1 0 0,-1 0 1 0 0,0 0 0 0 0,0 0 0 0 0,1 1 0 0 0,-1-1-1 0 0,0 0 1 0 0,0 0 0 0 0,1 0 0 0 0,-1 0 0 0 0,0 0-1 0 0,1 0 1 0 0,-1 1 0 0 0,0-1 0 0 0,1 0-1 0 0,-1 0 1 0 0,0 0 0 0 0,1 0 0 0 0,-1 0 0 0 0,0 0-1 0 0,0 0 1 0 0,1 0 0 0 0,-1 0 0 0 0,1-1 0 0 0,0 0 0 0 0,0 1 0 0 0,0-1 1 0 0,0 0-1 0 0,0 0 1 0 0,0 0-1 0 0,-1 0 1 0 0,1 0-1 0 0,0-1 1 0 0,0 1-1 0 0,-1 0 1 0 0,1 0-1 0 0,-1 0 1 0 0,1-2-1 0 0,8-23-185 0 0,-2 0-1 0 0,-1-1 0 0 0,0 0 1 0 0,2-50-1 0 0,-7 51 21 0 0,2 0-1 0 0,1 1 1 0 0,1-1-1 0 0,1 1 1 0 0,11-31-1 0 0,-15 52 148 0 0,-1 1 1 0 0,1-1-1 0 0,0 1 0 0 0,0 0 0 0 0,0-1 0 0 0,1 1 1 0 0,-1 0-1 0 0,1 0 0 0 0,-1 1 0 0 0,1-1 0 0 0,0 0 0 0 0,0 1 1 0 0,0 0-1 0 0,0 0 0 0 0,1 0 0 0 0,4-3 0 0 0,-5 5 14 0 0,0-1 0 0 0,-1 0 0 0 0,1 1 0 0 0,0 0 0 0 0,-1-1 0 0 0,1 1 0 0 0,0 0 0 0 0,-1 1 0 0 0,1-1 0 0 0,0 0 0 0 0,-1 1 0 0 0,1-1 0 0 0,0 1 0 0 0,-1 0 0 0 0,1 0 0 0 0,-1 0 0 0 0,1 0 0 0 0,-1 0 0 0 0,0 1 0 0 0,1-1 0 0 0,-1 1 0 0 0,0 0 0 0 0,4 3 0 0 0,9 12 89 0 0,0 0 0 0 0,-1 1-1 0 0,-1 0 1 0 0,-1 1 0 0 0,16 33 0 0 0,26 38 240 0 0,-47-81-313 0 0,0 1-1 0 0,0-1 1 0 0,1 0 0 0 0,1-1 0 0 0,-1 0 0 0 0,1 0 0 0 0,16 10 0 0 0,-22-16-14 0 0,0 0 1 0 0,0-1 0 0 0,0 1-1 0 0,1-1 1 0 0,-1 0 0 0 0,0 0 0 0 0,1 0-1 0 0,-1-1 1 0 0,1 1 0 0 0,-1-1-1 0 0,0 1 1 0 0,1-1 0 0 0,-1 0 0 0 0,1-1-1 0 0,-1 1 1 0 0,1-1 0 0 0,-1 1-1 0 0,1-1 1 0 0,-1 0 0 0 0,0 0 0 0 0,0 0-1 0 0,1-1 1 0 0,-1 1 0 0 0,0-1 0 0 0,0 0-1 0 0,0 0 1 0 0,-1 0 0 0 0,1 0-1 0 0,0 0 1 0 0,2-3 0 0 0,0 0 2 0 0,-1 0 1 0 0,1 0 0 0 0,-1-1-1 0 0,0 1 1 0 0,0-1-1 0 0,-1 0 1 0 0,0 0 0 0 0,0 0-1 0 0,0-1 1 0 0,0 1-1 0 0,-1-1 1 0 0,-1 1 0 0 0,1-1-1 0 0,1-13 1 0 0,-2-2 24 0 0,-1-1 0 0 0,-1 1 0 0 0,-5-28 0 0 0,3 27 7 0 0,1 1-1 0 0,1-42 1 0 0,1 61 8 0 0,1 1 1 0 0,-1-1 0 0 0,1 1-1 0 0,-1 0 1 0 0,1-1 0 0 0,0 1-1 0 0,0 0 1 0 0,0-1 0 0 0,0 1-1 0 0,1 0 1 0 0,-1 0 0 0 0,1 0-1 0 0,-1 0 1 0 0,1 0-1 0 0,0 1 1 0 0,2-3 0 0 0,0 1-265 0 0,0 0 0 0 0,0 0 0 0 0,1 1 1 0 0,0-1-1 0 0,-1 1 0 0 0,1 0 0 0 0,7-2 1 0 0,2 1-663 0 0,0 0 0 0 0,0 1 0 0 0,0 0 0 0 0,26 1 0 0 0,-26 2 540 0 0,1 0 1 0 0,0 1 0 0 0,0 1-1 0 0,0 0 1 0 0,-1 1 0 0 0,0 0 0 0 0,0 1-1 0 0,0 1 1 0 0,0 0 0 0 0,-1 1-1 0 0,24 17 1 0 0,-27-17 594 0 0,-1 1-1 0 0,0 0 1 0 0,0 1-1 0 0,-1 0 1 0 0,0 0-1 0 0,0 1 1 0 0,-1 0 0 0 0,-1 0-1 0 0,0 1 1 0 0,0 0-1 0 0,-1 0 1 0 0,0 0-1 0 0,-1 1 1 0 0,0-1-1 0 0,2 13 1 0 0,0 19 2109 0 0,2 51 0 0 0,-6-61-1653 0 0,4-15-164 0 0,0-11-1372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3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17047 0 0,'2'-12'629'0'0,"6"-13"336"0"0,-7 24-888 0 0,-1 0-1 0 0,1 0 0 0 0,0 1 1 0 0,0-1-1 0 0,0 0 1 0 0,0 0-1 0 0,0 0 0 0 0,0 1 1 0 0,0-1-1 0 0,0 0 1 0 0,0 1-1 0 0,0-1 1 0 0,1 1-1 0 0,-1 0 0 0 0,0-1 1 0 0,0 1-1 0 0,0 0 1 0 0,1 0-1 0 0,-1-1 0 0 0,2 1 1 0 0,177-2 4984 0 0,240 35-5137 0 0,-394-30 99 0 0,25 3 392 0 0,100 23 0 0 0,-144-27-355 0 0,0 1 0 0 0,0-1-1 0 0,0 1 1 0 0,0 1 0 0 0,-1-1-1 0 0,0 1 1 0 0,0 0 0 0 0,8 7-1 0 0,-11-9-128 0 0,-1 1-1 0 0,1 0 1 0 0,-1 0 0 0 0,0 0-1 0 0,1 0 1 0 0,-2 0 0 0 0,1 0-1 0 0,0 1 1 0 0,-1-1-1 0 0,1 0 1 0 0,-1 1 0 0 0,0 0-1 0 0,0-1 1 0 0,0 1 0 0 0,-1-1-1 0 0,1 1 1 0 0,-1 0-1 0 0,0 5 1 0 0,-2 6 170 0 0,0 1 0 0 0,-2 0 0 0 0,0-1-1 0 0,0 1 1 0 0,-2-1 0 0 0,0-1 0 0 0,0 1 0 0 0,-14 20 0 0 0,9-14 234 0 0,1-1 0 0 0,-14 44 0 0 0,23-62-355 0 0,0 0-1 0 0,1 1 1 0 0,-1-1-1 0 0,1 0 1 0 0,0 0-1 0 0,0 0 1 0 0,0 1-1 0 0,0-1 0 0 0,0 0 1 0 0,0 0-1 0 0,0 0 1 0 0,1 0-1 0 0,-1 1 1 0 0,1-1-1 0 0,0 0 1 0 0,-1 0-1 0 0,1 0 0 0 0,0 0 1 0 0,0 0-1 0 0,0 0 1 0 0,3 2-1 0 0,-2-2-172 0 0,0 0 0 0 0,0-1 0 0 0,0 1 0 0 0,0-1 0 0 0,0 0 0 0 0,0 0-1 0 0,1 0 1 0 0,-1 0 0 0 0,0 0 0 0 0,1 0 0 0 0,-1 0 0 0 0,1-1 0 0 0,-1 0 0 0 0,1 1-1 0 0,-1-1 1 0 0,1 0 0 0 0,-1 0 0 0 0,1 0 0 0 0,2-1 0 0 0,13-2-1766 0 0,1-3-289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3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56 13823 0 0,'19'-21'732'0'0,"8"-13"6645"0"0,-36 37-6727 0 0,-10 7-256 0 0,-13 9 717 0 0,1 2-1 0 0,-43 35 0 0 0,62-45-1123 0 0,0 1-1 0 0,0 0 1 0 0,1 0-1 0 0,1 1 1 0 0,0 1-1 0 0,1-1 1 0 0,1 2-1 0 0,-8 15 1 0 0,14-27 58 0 0,1 0 0 0 0,0 0 0 0 0,0 0 0 0 0,0 0 0 0 0,1 0 0 0 0,-1 0 0 0 0,0 0 0 0 0,1 0 0 0 0,0 0-1 0 0,0 1 1 0 0,0-1 0 0 0,0 0 0 0 0,1 0 0 0 0,-1 0 0 0 0,1 0 0 0 0,0 0 0 0 0,0 1 0 0 0,0-1 0 0 0,0-1 0 0 0,0 1 0 0 0,2 4 0 0 0,0-3 16 0 0,1-1 0 0 0,-1 1-1 0 0,1 0 1 0 0,-1-1 0 0 0,1 0-1 0 0,0 1 1 0 0,0-2 0 0 0,0 1 0 0 0,1 0-1 0 0,-1-1 1 0 0,1 0 0 0 0,8 3-1 0 0,8 2 74 0 0,0-1-1 0 0,1-1 0 0 0,-1-1 0 0 0,30 1 0 0 0,87-3-986 0 0,-39-2-7802 0 0,-74 1 412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4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70 11599 0 0,'2'-2'278'0'0,"0"-1"0"0"0,-1 0 0 0 0,1 0-1 0 0,-1 1 1 0 0,0-1 0 0 0,0 0 0 0 0,0 0-1 0 0,0-1 1 0 0,0 1 0 0 0,-1 0 0 0 0,1 0-1 0 0,-1 0 1 0 0,0-5 0 0 0,0 7-183 0 0,0 0 0 0 0,-1-1 0 0 0,1 1 0 0 0,-1 0 0 0 0,1 0 0 0 0,-1 0 0 0 0,1 0 0 0 0,-1-1 0 0 0,0 1 0 0 0,1 0 0 0 0,-1 0 0 0 0,0 0 0 0 0,0 1 0 0 0,0-1 0 0 0,0 0 0 0 0,0 0 0 0 0,0 0 0 0 0,0 1 0 0 0,0-1 0 0 0,0 0 0 0 0,0 1 0 0 0,-1-1 0 0 0,1 1 0 0 0,0-1 0 0 0,0 1 0 0 0,-1 0 0 0 0,1-1 0 0 0,0 1 0 0 0,0 0 0 0 0,-1 0 0 0 0,1 0 0 0 0,0 0 0 0 0,-1 0 0 0 0,1 0 0 0 0,0 1 0 0 0,-2-1 0 0 0,-5 1 153 0 0,-1 1-1 0 0,0-1 0 0 0,1 2 0 0 0,-1-1 1 0 0,1 1-1 0 0,0 0 0 0 0,-9 6 1 0 0,-1 0 198 0 0,-33 25 0 0 0,45-30-354 0 0,0 1-1 0 0,1 0 1 0 0,-1 0 0 0 0,1 0-1 0 0,0 1 1 0 0,0 0 0 0 0,1 0-1 0 0,-1 0 1 0 0,1 1 0 0 0,1-1-1 0 0,-5 13 1 0 0,6-16-61 0 0,1 1 0 0 0,1 0 0 0 0,-1 0 0 0 0,1-1 0 0 0,-1 1 1 0 0,1 0-1 0 0,0 0 0 0 0,0-1 0 0 0,1 1 0 0 0,-1 0 0 0 0,1 0 0 0 0,0-1 0 0 0,0 1 0 0 0,0 0 0 0 0,0-1 0 0 0,1 1 0 0 0,-1-1 1 0 0,1 0-1 0 0,0 1 0 0 0,0-1 0 0 0,0 0 0 0 0,0 0 0 0 0,1 0 0 0 0,4 5 0 0 0,3 1 8 0 0,1 0 0 0 0,0-1-1 0 0,0 0 1 0 0,0-1 0 0 0,21 10 0 0 0,69 23 91 0 0,-67-27-93 0 0,47 22 0 0 0,-73-30-55 0 0,1-1 0 0 0,-1 2 0 0 0,0-1 0 0 0,-1 1 0 0 0,12 10 0 0 0,-18-15 10 0 0,0 1 0 0 0,1-1 0 0 0,-1 0-1 0 0,0 1 1 0 0,0-1 0 0 0,0 1 0 0 0,-1-1 0 0 0,1 1 0 0 0,0-1-1 0 0,0 1 1 0 0,-1 0 0 0 0,1-1 0 0 0,-1 1 0 0 0,0 0 0 0 0,1 0-1 0 0,-1-1 1 0 0,0 1 0 0 0,0 0 0 0 0,0 0 0 0 0,0-1 0 0 0,0 1-1 0 0,-1 0 1 0 0,1 0 0 0 0,0-1 0 0 0,-1 1 0 0 0,0 0 0 0 0,1-1-1 0 0,-1 1 1 0 0,0-1 0 0 0,1 1 0 0 0,-1-1 0 0 0,0 1 0 0 0,0-1 0 0 0,-1 1-1 0 0,1-1 1 0 0,0 0 0 0 0,-3 3 0 0 0,-5 4 26 0 0,-1 0 0 0 0,0-1 0 0 0,0 0 0 0 0,-1-1 0 0 0,0 0 0 0 0,0 0 0 0 0,0-1 0 0 0,-19 5 0 0 0,-7 1 488 0 0,-53 8 0 0 0,81-18-393 0 0,1 1 0 0 0,0-1 0 0 0,-1 0-1 0 0,1-1 1 0 0,0 0 0 0 0,-1 0 0 0 0,1-1-1 0 0,-11-2 1 0 0,19 3-116 0 0,-1 0 0 0 0,1 0 0 0 0,-1 0-1 0 0,1-1 1 0 0,-1 1 0 0 0,1 0 0 0 0,0 0 0 0 0,-1 0-1 0 0,1-1 1 0 0,-1 1 0 0 0,1 0 0 0 0,0-1 0 0 0,-1 1-1 0 0,1 0 1 0 0,0-1 0 0 0,-1 1 0 0 0,1 0 0 0 0,0-1-1 0 0,0 1 1 0 0,0-1 0 0 0,-1 1 0 0 0,1 0 0 0 0,0-1-1 0 0,0 1 1 0 0,0-1 0 0 0,0 1 0 0 0,0-1 0 0 0,-1 1-1 0 0,1-1 1 0 0,0 1 0 0 0,0 0 0 0 0,0-1 0 0 0,0 1-1 0 0,0-1 1 0 0,1 1 0 0 0,-1-1 0 0 0,0 1 0 0 0,0-1-1 0 0,0 1 1 0 0,0-1 0 0 0,0 1 0 0 0,1 0 0 0 0,-1-1 0 0 0,0 1-1 0 0,0-1 1 0 0,1 1 0 0 0,-1 0 0 0 0,0-1 0 0 0,1 1-1 0 0,-1 0 1 0 0,0-1 0 0 0,1 1 0 0 0,-1 0 0 0 0,0 0-1 0 0,1-1 1 0 0,0 1 0 0 0,24-20-1057 0 0,-23 18 790 0 0,51-27-4924 0 0,-36 20 1610 0 0,14-7-3190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4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14743 0 0,'4'0'6118'0'0,"-8"18"-4792"0"0,3 2-1193 0 0,-1-1 304 0 0,2 1 0 0 0,0 0 1 0 0,4 29-1 0 0,-4-45-364 0 0,1 0 0 0 0,0 0 0 0 0,0 0 0 0 0,0 0 0 0 0,0 0 0 0 0,1 0 0 0 0,-1-1 0 0 0,1 1 0 0 0,0 0 0 0 0,0-1 0 0 0,1 1 0 0 0,-1-1-1 0 0,1 0 1 0 0,-1 0 0 0 0,1 0 0 0 0,0 0 0 0 0,0 0 0 0 0,1-1 0 0 0,-1 1 0 0 0,0-1 0 0 0,1 0 0 0 0,5 3 0 0 0,-4-3-82 0 0,0-1 0 0 0,0 0 0 0 0,0-1 0 0 0,-1 1 0 0 0,1-1 0 0 0,0 0 0 0 0,0 0 0 0 0,0-1 0 0 0,0 1 0 0 0,0-1 0 0 0,-1 0 0 0 0,1 0 0 0 0,0-1 0 0 0,-1 1 0 0 0,8-5 0 0 0,5-2-242 0 0,-1-1-1 0 0,25-18 0 0 0,-19 10-508 0 0,-1 0 0 0 0,-1-2-1 0 0,27-30 1 0 0,-92 88 1096 0 0,-17 29 619 0 0,-52 59 643 0 0,87-95-810 0 0,-43 72 0 0 0,67-98-744 0 0,0 0-1 0 0,0 0 1 0 0,0 0-1 0 0,1 0 1 0 0,0 1-1 0 0,-1 6 0 0 0,3-12-44 0 0,0 0-1 0 0,-1 0 0 0 0,1 0 0 0 0,0 0 0 0 0,0 0 0 0 0,0 0 0 0 0,0 0 0 0 0,0 0 1 0 0,0 0-1 0 0,0 0 0 0 0,0 0 0 0 0,1 0 0 0 0,-1 0 0 0 0,0 0 0 0 0,0 0 0 0 0,1 0 1 0 0,-1 0-1 0 0,1 0 0 0 0,-1 0 0 0 0,1 0 0 0 0,-1 0 0 0 0,1 0 0 0 0,0 0 0 0 0,-1-1 1 0 0,1 1-1 0 0,0 0 0 0 0,0-1 0 0 0,-1 1 0 0 0,1 0 0 0 0,0-1 0 0 0,0 1 0 0 0,0-1 1 0 0,0 1-1 0 0,0-1 0 0 0,0 1 0 0 0,0-1 0 0 0,0 0 0 0 0,0 0 0 0 0,0 1 0 0 0,0-1 1 0 0,0 0-1 0 0,0 0 0 0 0,0 0 0 0 0,0 0 0 0 0,0 0 0 0 0,1-1 0 0 0,7 1-509 0 0,-1-2-1 0 0,0 1 0 0 0,0-1 0 0 0,9-3 1 0 0,16-7-6006 0 0,-33 11 6358 0 0,28-10-7288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5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17 9671 0 0,'-6'-11'6368'0'0,"5"10"-6163"0"0,-22-3 3200 0 0,16 3-2932 0 0,0 1 0 0 0,-1 1 1 0 0,1-1-1 0 0,-12 4 0 0 0,13-2-329 0 0,0 0 0 0 0,0 0 0 0 0,1 1 0 0 0,0-1 0 0 0,-1 2 0 0 0,1-1 0 0 0,0 0 0 0 0,0 1 0 0 0,1 0 0 0 0,-1 0 0 0 0,1 0 0 0 0,0 1 0 0 0,-7 9 0 0 0,9-11-83 0 0,0 0 0 0 0,1 0-1 0 0,-1 0 1 0 0,1 1 0 0 0,0-1 0 0 0,-1 0-1 0 0,2 0 1 0 0,-1 1 0 0 0,0-1 0 0 0,1 1-1 0 0,-1-1 1 0 0,1 1 0 0 0,0-1 0 0 0,0 0-1 0 0,1 1 1 0 0,-1-1 0 0 0,1 1-1 0 0,-1-1 1 0 0,1 0 0 0 0,0 1 0 0 0,1-1-1 0 0,-1 0 1 0 0,0 0 0 0 0,1 0 0 0 0,0 0-1 0 0,2 4 1 0 0,9 9-85 0 0,0-1 0 0 0,1-1 0 0 0,0 0-1 0 0,30 21 1 0 0,-27-22-4 0 0,0 0 1 0 0,-1 2-1 0 0,28 32 0 0 0,-42-45 28 0 0,0 1 0 0 0,0 0 0 0 0,-1-1 0 0 0,1 1 0 0 0,-1 0 0 0 0,1 0 0 0 0,-1 0 1 0 0,0 0-1 0 0,0 0 0 0 0,0 1 0 0 0,-1-1 0 0 0,1 0 0 0 0,-1 0 0 0 0,1 1 0 0 0,-1-1 0 0 0,0 0 0 0 0,-1 0 0 0 0,1 1 0 0 0,0-1 0 0 0,-1 0 0 0 0,0 0 0 0 0,0 0 0 0 0,0 0 0 0 0,0 1 0 0 0,0-1 0 0 0,-1 0 0 0 0,1-1 1 0 0,-1 1-1 0 0,0 0 0 0 0,0 0 0 0 0,0-1 0 0 0,0 1 0 0 0,0-1 0 0 0,0 0 0 0 0,-5 4 0 0 0,-2 1 68 0 0,0 0 0 0 0,-1 0 1 0 0,0-1-1 0 0,0 0 0 0 0,-1 0 0 0 0,1-1 1 0 0,-1-1-1 0 0,-19 6 0 0 0,11-5 133 0 0,0 0 0 0 0,0-2 0 0 0,0 0 0 0 0,-1-1 0 0 0,1-1 0 0 0,-1 0 0 0 0,-37-5 0 0 0,56 4-187 0 0,-1-1-1 0 0,0 1 0 0 0,1 0 1 0 0,-1-1-1 0 0,0 1 1 0 0,1-1-1 0 0,-1 1 1 0 0,1-1-1 0 0,-1 0 1 0 0,0 0-1 0 0,1 0 1 0 0,0 0-1 0 0,-1 0 0 0 0,1 0 1 0 0,0 0-1 0 0,-1 0 1 0 0,1-1-1 0 0,0 1 1 0 0,-2-3-1 0 0,3 3-34 0 0,0-1 0 0 0,0 1 1 0 0,0-1-1 0 0,0 1 0 0 0,0-1 0 0 0,0 1 0 0 0,0-1 0 0 0,0 1 0 0 0,0 0 0 0 0,1-1 0 0 0,-1 1 0 0 0,1-1 1 0 0,-1 1-1 0 0,1 0 0 0 0,0-1 0 0 0,-1 1 0 0 0,1 0 0 0 0,0 0 0 0 0,0 0 0 0 0,0-1 0 0 0,0 1 0 0 0,0 0 1 0 0,0 0-1 0 0,1-1 0 0 0,40-33-2998 0 0,-14 14 1219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5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21223 0 0,'-2'1'147'0'0,"0"0"1"0"0,-1 0-1 0 0,1 1 0 0 0,0-1 1 0 0,0 1-1 0 0,0-1 0 0 0,1 1 1 0 0,-1-1-1 0 0,0 1 0 0 0,1 0 1 0 0,-1 0-1 0 0,1 0 0 0 0,-1 0 0 0 0,1 0 1 0 0,0 0-1 0 0,0 1 0 0 0,0-1 1 0 0,-1 4-1 0 0,-2 6-35 0 0,1 1 1 0 0,-3 17-1 0 0,2-7 149 0 0,-14 72 377 0 0,16-81-1076 0 0,1-1 0 0 0,1 1 0 0 0,0 0 0 0 0,1-1 0 0 0,2 16 0 0 0,0-20-2803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14 126 18343 0 0,'-2'-4'221'0'0,"0"-1"-1"0"0,0 1 1 0 0,0-1-1 0 0,1 1 0 0 0,-1-1 1 0 0,1 0-1 0 0,0 0 1 0 0,0-5-1 0 0,3 8-80 0 0,0 0 0 0 0,-1 1 0 0 0,1-1-1 0 0,0 1 1 0 0,0-1 0 0 0,0 1 0 0 0,1 0 0 0 0,-1-1 0 0 0,0 1-1 0 0,3 0 1 0 0,3-3 355 0 0,12-6-310 0 0,0 1 0 0 0,0 1 0 0 0,1 1 0 0 0,0 1 0 0 0,0 1 0 0 0,1 1 0 0 0,-1 0-1 0 0,30 0 1 0 0,25 3 13 0 0,80 8 0 0 0,-75-1 37 0 0,30 1-16 0 0,138 2 562 0 0,-176-17 59 0 0,-95 8-554 0 0,0 1-1 0 0,0 0 1 0 0,0 2-1 0 0,0 0 1 0 0,-30 9-1 0 0,18 0-191 0 0,-61 30-1 0 0,79-34-66 0 0,1 1-1 0 0,0 0 1 0 0,1 1 0 0 0,0 1 0 0 0,1 0 0 0 0,-13 14 0 0 0,23-22-21 0 0,0 0-1 0 0,1 1 1 0 0,-1-1-1 0 0,1 0 1 0 0,0 1-1 0 0,0 0 1 0 0,0-1 0 0 0,0 1-1 0 0,1 0 1 0 0,-1 0-1 0 0,1 0 1 0 0,0 0-1 0 0,0 0 1 0 0,1 1 0 0 0,-1-1-1 0 0,1 0 1 0 0,0 0-1 0 0,0 0 1 0 0,1 0-1 0 0,-1 1 1 0 0,1-1-1 0 0,0 0 1 0 0,2 7 0 0 0,-1-5-5 0 0,1-1 1 0 0,0 1 0 0 0,0-1-1 0 0,1 0 1 0 0,-1 0 0 0 0,1 0-1 0 0,0 0 1 0 0,0 0-1 0 0,1-1 1 0 0,-1 0 0 0 0,1 0-1 0 0,0 0 1 0 0,0-1 0 0 0,1 0-1 0 0,8 5 1 0 0,9 1 99 0 0,1 0-1 0 0,0-1 0 0 0,0-1 1 0 0,1-2-1 0 0,46 5 1 0 0,50-4-573 0 0,-41-6-2900 0 0,-31 0-629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5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66 3223 0 0,'-15'-7'5565'0'0,"12"7"-4849"0"0,0-1-1 0 0,1 0 0 0 0,-1 0 0 0 0,1 0 0 0 0,-1-1 0 0 0,1 1 0 0 0,-1-1 0 0 0,1 1 0 0 0,0-1 0 0 0,-1 0 0 0 0,1 1 0 0 0,0-1 0 0 0,0 0 0 0 0,1-1 0 0 0,-4-3 0 0 0,5 6-610 0 0,1-1 0 0 0,-1 1 0 0 0,0-1 0 0 0,0 1 0 0 0,1-1 0 0 0,-1 1 0 0 0,0 0 0 0 0,1-1 0 0 0,-1 1 0 0 0,0-1 0 0 0,1 1 1 0 0,-1 0-1 0 0,1-1 0 0 0,-1 1 0 0 0,1 0 0 0 0,-1-1 0 0 0,1 1 0 0 0,-1 0 0 0 0,1 0 0 0 0,-1-1 0 0 0,1 1 0 0 0,-1 0 1 0 0,1 0-1 0 0,-1 0 0 0 0,1 0 0 0 0,0 0 0 0 0,-1 0 0 0 0,1 0 0 0 0,-1 0 0 0 0,1 0 0 0 0,-1 0 0 0 0,2 0 0 0 0,22-1 795 0 0,-23 1-734 0 0,31 0 130 0 0,107-3 716 0 0,-113 1-3085 0 0,38-9 0 0 0,-43 5-5956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16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30 14279 0 0,'1'20'3043'0'0,"1"4"-1206"0"0,-1 1 1 0 0,-1 0-1 0 0,-7 46 0 0 0,-22 72-944 0 0,16-90 358 0 0,13-32-996 0 0,3-18-455 0 0,4-13-470 0 0,-2-4 20 0 0,0 1-1 0 0,-1-1 0 0 0,-1 1 0 0 0,0-1 0 0 0,0 0 0 0 0,0-25 0 0 0,-7-91-2125 0 0,1 84 2085 0 0,3 30 622 0 0,-2 0 171 0 0,2 0 1 0 0,0 0 0 0 0,3-20 0 0 0,-3 35-43 0 0,1 1 0 0 0,-1 0 0 0 0,0-1-1 0 0,0 1 1 0 0,0 0 0 0 0,0 0 0 0 0,0-1 0 0 0,0 1 0 0 0,0 0-1 0 0,0-1 1 0 0,1 1 0 0 0,-1 0 0 0 0,0 0 0 0 0,0-1-1 0 0,0 1 1 0 0,1 0 0 0 0,-1 0 0 0 0,0-1 0 0 0,0 1 0 0 0,1 0-1 0 0,-1 0 1 0 0,0 0 0 0 0,1-1 0 0 0,-1 1 0 0 0,0 0-1 0 0,0 0 1 0 0,1 0 0 0 0,-1 0 0 0 0,0 0 0 0 0,1 0 0 0 0,-1 0-1 0 0,1 0 1 0 0,14 4 1290 0 0,16 17 87 0 0,-25-16-1166 0 0,16 10 223 0 0,1-1-1 0 0,0-1 1 0 0,27 11 0 0 0,-37-19-414 0 0,0-1 0 0 0,0 0 0 0 0,0-1 0 0 0,0-1 1 0 0,1 0-1 0 0,-1 0 0 0 0,28-2 0 0 0,-8-4-65 0 0,-1-1 0 0 0,1-2 0 0 0,-1-1 0 0 0,0-1 0 0 0,33-16-1 0 0,-13 6-207 0 0,-29 16 81 0 0,-23 3 119 0 0,0 0 1 0 0,1 0-1 0 0,-1 0 1 0 0,1 0 0 0 0,-1 0-1 0 0,0 1 1 0 0,1-1-1 0 0,-1 0 1 0 0,1 0-1 0 0,-1 1 1 0 0,0-1 0 0 0,1 0-1 0 0,-1 0 1 0 0,0 1-1 0 0,1-1 1 0 0,-1 0-1 0 0,0 1 1 0 0,0-1 0 0 0,1 0-1 0 0,-1 1 1 0 0,0-1-1 0 0,0 0 1 0 0,0 1 0 0 0,1-1-1 0 0,-1 1 1 0 0,0 0-1 0 0,0 3 67 0 0,0-1 1 0 0,0 1-1 0 0,-1 0 0 0 0,1-1 0 0 0,-1 1 0 0 0,0 0 1 0 0,0-1-1 0 0,-2 5 0 0 0,-20 62 1225 0 0,-18 65 572 0 0,37-117-1635 0 0,0 0-1 0 0,2 0 1 0 0,0 1 0 0 0,1-1-1 0 0,2 29 1 0 0,0-43-232 0 0,-1 0 1 0 0,1 0-1 0 0,0 0 1 0 0,0 0-1 0 0,0 0 0 0 0,1-1 1 0 0,-1 1-1 0 0,1 0 0 0 0,2 3 1 0 0,-3-5-211 0 0,0-1 0 0 0,0 1 0 0 0,1-1 0 0 0,-1 0 0 0 0,0 1 0 0 0,1-1 1 0 0,-1 0-1 0 0,1 0 0 0 0,-1 0 0 0 0,1 0 0 0 0,0 0 0 0 0,-1 0 0 0 0,4 1 0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2:04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3447 4607 0 0,'0'-23'1315'0'0,"2"1"1"0"0,1-1-1 0 0,1 0 0 0 0,0 1 0 0 0,9-23 0 0 0,0 6-1414 0 0,-13 38 131 0 0,0 0-1 0 0,0 0 0 0 0,0 1 1 0 0,0-1-1 0 0,1 0 0 0 0,-1 0 1 0 0,0 1-1 0 0,0-1 0 0 0,1 0 0 0 0,-1 0 1 0 0,1 1-1 0 0,-1-1 0 0 0,1 1 1 0 0,-1-1-1 0 0,1 0 0 0 0,-1 1 1 0 0,1-1-1 0 0,-1 1 0 0 0,1-1 1 0 0,1 0-1 0 0,1 15 335 0 0,-5 30-204 0 0,2-43-164 0 0,-11 125 934 0 0,-3 85 393 0 0,14-172-1193 0 0,1 1 1 0 0,3-1-1 0 0,11 55 1 0 0,-6-51-73 0 0,2-1 1 0 0,2-1 0 0 0,1 0-1 0 0,22 43 1 0 0,-27-69-38 0 0,0 1 1 0 0,1-1-1 0 0,0-1 1 0 0,1 0-1 0 0,1 0 1 0 0,0-1-1 0 0,0 0 0 0 0,2-1 1 0 0,-1-1-1 0 0,2 0 1 0 0,-1-1-1 0 0,30 15 1 0 0,-11-11 23 0 0,0-1 0 0 0,1-1 0 0 0,1-2 0 0 0,-1-1 1 0 0,40 4-1 0 0,180 7 261 0 0,-82-9-190 0 0,-133-7-86 0 0,503 41 141 0 0,1-29-84 0 0,223-32 167 0 0,-277-7-182 0 0,-98 12-70 0 0,114-3 56 0 0,654-47 462 0 0,-686 23 378 0 0,-311 27-622 0 0,326 1-76 0 0,-27 2-56 0 0,-367 0-102 0 0,-2-4-1 0 0,156-41 1 0 0,-215 42 73 0 0,0-2 1 0 0,0-1-1 0 0,-1-2 1 0 0,-1-1-1 0 0,-1-1 1 0 0,52-42 0 0 0,-58 40 33 0 0,0-2 1 0 0,-2 0-1 0 0,0-1 1 0 0,-1-2-1 0 0,18-29 1 0 0,-14 16 58 0 0,-3-2-1 0 0,-1 0 1 0 0,16-44 0 0 0,-6-6 14 0 0,-4-2 0 0 0,28-167-1 0 0,-9-155-12 0 0,7-35 597 0 0,-26 315-594 0 0,6 0 1 0 0,54-139-1 0 0,-31 121-163 0 0,109-282-49 0 0,-101 269-2 0 0,74-170 0 0 0,-56 149 0 0 0,70-233 0 0 0,-145 397 12 0 0,-4 9 23 0 0,2 0 1 0 0,9-21-1 0 0,-12 30-30 0 0,0 1 1 0 0,0-1-1 0 0,0 1 0 0 0,0 0 0 0 0,1 0 1 0 0,-1 0-1 0 0,1 0 0 0 0,0 1 1 0 0,0-1-1 0 0,0 1 0 0 0,1-1 1 0 0,-1 1-1 0 0,7-3 0 0 0,-9 5-128 0 0,0-1 0 0 0,0 1 0 0 0,0 0 0 0 0,0 0-1 0 0,0 0 1 0 0,0 1 0 0 0,0-1 0 0 0,0 0 0 0 0,0 0 0 0 0,0 1 0 0 0,0-1-1 0 0,0 0 1 0 0,0 1 0 0 0,0-1 0 0 0,0 1 0 0 0,0-1 0 0 0,0 1-1 0 0,0-1 1 0 0,0 1 0 0 0,-1 0 0 0 0,1-1 0 0 0,0 1 0 0 0,-1 0 0 0 0,1 0-1 0 0,0 0 1 0 0,-1-1 0 0 0,1 1 0 0 0,-1 0 0 0 0,1 0 0 0 0,-1 0 0 0 0,1 0-1 0 0,-1 0 1 0 0,0 0 0 0 0,0 0 0 0 0,1 1 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2:05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488 10 9183 0 0,'4'-10'1039'0'0,"-10"13"470"0"0,-12 12 362 0 0,-131 166 130 0 0,17-20-1381 0 0,79-98-453 0 0,-80 86 218 0 0,133-149-377 0 0,0 0 1 0 0,0 0-1 0 0,0 0 0 0 0,0 0 0 0 0,0 0 1 0 0,0 0-1 0 0,0 0 0 0 0,0 0 0 0 0,0 0 1 0 0,0 0-1 0 0,0 0 0 0 0,0 0 0 0 0,0 0 1 0 0,0 0-1 0 0,0 0 0 0 0,0 0 0 0 0,0 0 1 0 0,0-1-1 0 0,0 1 0 0 0,0 0 0 0 0,0 0 1 0 0,0 0-1 0 0,0 0 0 0 0,0 0 0 0 0,0 0 1 0 0,0 0-1 0 0,0 0 0 0 0,0 0 0 0 0,0 0 1 0 0,-1 0-1 0 0,1 0 0 0 0,0 0 0 0 0,0 0 1 0 0,0 0-1 0 0,0 0 0 0 0,0 0 0 0 0,0 0 1 0 0,5-11 160 0 0,11-14-76 0 0,15-8-182 0 0,50-54-762 0 0,77-107-1 0 0,-152 186 808 0 0,33-48-517 0 0,53-57 1 0 0,-91 112 595 0 0,-1 0-1 0 0,1 0 1 0 0,0 0 0 0 0,-1 1-1 0 0,1-1 1 0 0,0 0 0 0 0,-1 1 0 0 0,1-1-1 0 0,0 1 1 0 0,0-1 0 0 0,-1 1-1 0 0,1-1 1 0 0,0 1 0 0 0,0-1 0 0 0,0 1-1 0 0,0 0 1 0 0,0-1 0 0 0,0 1-1 0 0,-1 0 1 0 0,1 0 0 0 0,0 0 0 0 0,0 0-1 0 0,0 0 1 0 0,0 0 0 0 0,0 0-1 0 0,2 0 1 0 0,-2 1 19 0 0,0 0 1 0 0,0 0-1 0 0,0 0 0 0 0,0 0 1 0 0,0 0-1 0 0,0 0 0 0 0,0 0 1 0 0,-1 0-1 0 0,1 0 0 0 0,0 0 1 0 0,-1 0-1 0 0,1 1 0 0 0,-1-1 1 0 0,1 0-1 0 0,-1 1 0 0 0,1 1 1 0 0,1 10 329 0 0,0 0 0 0 0,1 26 1 0 0,-3-34-355 0 0,-9 316 2336 0 0,-2-106-1887 0 0,10-167-1054 0 0,-1 0-1 0 0,-17 92 1 0 0,13-117-1031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6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85 1839 0 0,'-2'-26'1596'0'0,"2"19"-117"0"0,-2 0 1 0 0,1-1 0 0 0,-1 1 0 0 0,0 0-1 0 0,0 0 1 0 0,-5-8 0 0 0,25 55 143 0 0,-3 1-1 0 0,14 56 1 0 0,11 34-669 0 0,-21-83-460 0 0,1-1 0 0 0,3-1-1 0 0,34 53 1 0 0,-53-93-438 0 0,17 22 131 0 0,-20-26-169 0 0,0 0 1 0 0,1-1-1 0 0,-1 1 1 0 0,1-1-1 0 0,-1 0 1 0 0,1 0-1 0 0,0 1 0 0 0,-1-1 1 0 0,1 0-1 0 0,0 0 1 0 0,0 0-1 0 0,0-1 1 0 0,2 2-1 0 0,-3-2-2 0 0,0 0 0 0 0,0 0 0 0 0,0-1 0 0 0,0 1 0 0 0,0 0 0 0 0,0 0 1 0 0,0-1-1 0 0,0 1 0 0 0,-1 0 0 0 0,1-1 0 0 0,0 1 0 0 0,0-1 0 0 0,0 1 0 0 0,0-1 0 0 0,0 0 0 0 0,-1 1 0 0 0,1-1 0 0 0,0 0 0 0 0,-1 1 0 0 0,1-1 0 0 0,0 0 0 0 0,-1 0 0 0 0,1 0 0 0 0,-1 0 1 0 0,1 0-1 0 0,-1 0 0 0 0,0 1 0 0 0,1-1 0 0 0,-1-2 0 0 0,10-32 250 0 0,-9 27-202 0 0,8-44 84 0 0,-3 0 0 0 0,-2-1 0 0 0,-4-58-1 0 0,6-77-114 0 0,0 160-49 0 0,-3 25-24 0 0,-2 19 13 0 0,2 34 35 0 0,1-1 0 0 0,2 0 0 0 0,3 0-1 0 0,16 52 1 0 0,-19-81 30 0 0,1 0-1 0 0,1-1 1 0 0,0 0-1 0 0,16 27 1 0 0,-19-38-15 0 0,0-1 1 0 0,0 0-1 0 0,1 0 1 0 0,-1 0-1 0 0,1-1 0 0 0,1 1 1 0 0,-1-1-1 0 0,1-1 1 0 0,0 1-1 0 0,1-1 0 0 0,-1-1 1 0 0,17 8-1 0 0,-20-10-6 0 0,0-1 0 0 0,-1 0 0 0 0,1 0 0 0 0,0 0-1 0 0,0-1 1 0 0,0 1 0 0 0,0-1 0 0 0,-1 0 0 0 0,1 0 0 0 0,0 0 0 0 0,0-1-1 0 0,0 1 1 0 0,0-1 0 0 0,0 0 0 0 0,-1 0 0 0 0,1 0 0 0 0,0-1 0 0 0,-1 1 0 0 0,1-1-1 0 0,-1 0 1 0 0,0 0 0 0 0,1 0 0 0 0,-1 0 0 0 0,0-1 0 0 0,0 1 0 0 0,0-1-1 0 0,-1 0 1 0 0,1 0 0 0 0,-1 0 0 0 0,4-5 0 0 0,-1 0 13 0 0,-1 0 0 0 0,1 0 1 0 0,-2-1-1 0 0,1 1 0 0 0,-1-1 0 0 0,0 0 0 0 0,-1 0 1 0 0,0 0-1 0 0,-1 0 0 0 0,1 0 0 0 0,-1-18 0 0 0,-2 10-5 0 0,-1 1 0 0 0,-1 0 0 0 0,0 0 0 0 0,-1 0 0 0 0,-10-29 0 0 0,-3 8 6 0 0,-23-41-1 0 0,37 74-78 0 0,-13-31 159 0 0,16 35-128 0 0,0-1 0 0 0,-1 0-1 0 0,1 1 1 0 0,0-1 0 0 0,0 0 0 0 0,-1 1 0 0 0,1-1-1 0 0,0 0 1 0 0,0 1 0 0 0,0-1 0 0 0,0 0-1 0 0,0 0 1 0 0,0 1 0 0 0,0-1 0 0 0,0 0 0 0 0,0 1-1 0 0,0-1 1 0 0,1 0 0 0 0,-1 1 0 0 0,0-1 0 0 0,0 0-1 0 0,1 1 1 0 0,-1-1 0 0 0,0 0 0 0 0,1 1-1 0 0,-1-1 1 0 0,1 1 0 0 0,-1-1 0 0 0,0 1 0 0 0,1-1-1 0 0,0 1 1 0 0,-1-1 0 0 0,1 1 0 0 0,-1-1 0 0 0,1 1-1 0 0,-1 0 1 0 0,1-1 0 0 0,0 1 0 0 0,-1 0-1 0 0,1 0 1 0 0,0-1 0 0 0,1 1 0 0 0,15-2-2753 0 0,34 0 0 0 0,-33 2 739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7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59 6911 0 0,'-5'-6'2784'0'0,"4"5"-2227"0"0,0 0 0 0 0,0-1-1 0 0,0 1 1 0 0,1-1 0 0 0,-1 1 0 0 0,0 0-1 0 0,1-1 1 0 0,0 0 0 0 0,-1 1 0 0 0,1-1-1 0 0,0 1 1 0 0,0-1 0 0 0,-1-2 0 0 0,2 3-409 0 0,-1 0 0 0 0,1-1 1 0 0,-1 1-1 0 0,1 0 0 0 0,-1-1 0 0 0,1 1 1 0 0,-1 0-1 0 0,1 0 0 0 0,0-1 0 0 0,0 1 1 0 0,0 0-1 0 0,0 0 0 0 0,0 0 1 0 0,0 0-1 0 0,0 0 0 0 0,0 0 0 0 0,0 1 1 0 0,0-1-1 0 0,1 0 0 0 0,-1 0 0 0 0,0 1 1 0 0,0-1-1 0 0,1 1 0 0 0,-1-1 0 0 0,1 1 1 0 0,-1 0-1 0 0,0-1 0 0 0,1 1 1 0 0,2 0-1 0 0,40-3 253 0 0,80 5 0 0 0,-92-1-493 0 0,10 4-1165 0 0,-25 0-5391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7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12895 0 0,'-1'0'92'0'0,"-1"1"-1"0"0,0-1 0 0 0,0 1 1 0 0,1-1-1 0 0,-1 1 0 0 0,0-1 1 0 0,1 1-1 0 0,-1 0 0 0 0,1 0 1 0 0,-1 0-1 0 0,1 0 0 0 0,-1 0 1 0 0,1 0-1 0 0,-2 3 0 0 0,1-2 37 0 0,1 1 0 0 0,0 0 1 0 0,-1 0-1 0 0,1 0 0 0 0,0 0 0 0 0,1 1 0 0 0,-2 5 0 0 0,-4 29 693 0 0,2-1 1 0 0,1 70-1 0 0,4-86-523 0 0,1 0-1 0 0,1 0 1 0 0,0 0-1 0 0,2 0 1 0 0,0-1-1 0 0,14 34 1 0 0,-16-47-247 0 0,0-1 0 0 0,0 0 0 0 0,1 0 1 0 0,0 0-1 0 0,0 0 0 0 0,0-1 0 0 0,0 0 0 0 0,1 1 1 0 0,0-2-1 0 0,0 1 0 0 0,1 0 0 0 0,-1-1 1 0 0,1 0-1 0 0,0-1 0 0 0,0 1 0 0 0,0-1 1 0 0,0 0-1 0 0,1-1 0 0 0,-1 1 0 0 0,1-1 1 0 0,0 0-1 0 0,-1-1 0 0 0,1 0 0 0 0,0 0 1 0 0,0 0-1 0 0,0-1 0 0 0,0 0 0 0 0,0-1 1 0 0,0 1-1 0 0,0-1 0 0 0,0 0 0 0 0,-1-1 1 0 0,1 0-1 0 0,0 0 0 0 0,-1 0 0 0 0,10-5 1 0 0,-9 3-280 0 0,-4 3-69 0 0,0-1 1 0 0,-1 1-1 0 0,1 0 0 0 0,0-1 1 0 0,-1 0-1 0 0,1 0 0 0 0,-1 0 0 0 0,1 0 1 0 0,-1 0-1 0 0,0 0 0 0 0,3-5 1 0 0,-3 2-1298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7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46 3679 0 0,'-4'-32'13286'0'0,"15"28"-11960"0"0,12 0-1005 0 0,0 1-1 0 0,1 1 1 0 0,26 1-1 0 0,30 5-2599 0 0,-76-4 2064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8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8 106 7831 0 0,'-1'1'351'0'0,"0"1"0"0"0,0 0 0 0 0,0-1 0 0 0,1 1 0 0 0,-1 0 0 0 0,1 0-1 0 0,-1-1 1 0 0,1 1 0 0 0,0 0 0 0 0,-1 0 0 0 0,1 0 0 0 0,0 0-1 0 0,0-1 1 0 0,1 4 0 0 0,-1 1-22 0 0,-2 47 1052 0 0,3 1-1 0 0,2 0 1 0 0,2-1-1 0 0,14 61 1 0 0,-18-107-1197 0 0,10 31 182 0 0,-11-36-349 0 0,1-1-1 0 0,-1 1 1 0 0,1-1-1 0 0,0 1 1 0 0,-1-1-1 0 0,1 0 1 0 0,0 1 0 0 0,0-1-1 0 0,0 0 1 0 0,0 1-1 0 0,0-1 1 0 0,0 0-1 0 0,0 0 1 0 0,1 0-1 0 0,-1 0 1 0 0,0 0 0 0 0,0 0-1 0 0,1 0 1 0 0,1 0-1 0 0,-2-1-10 0 0,-1 0-1 0 0,0-1 1 0 0,1 1-1 0 0,-1 0 1 0 0,1 0 0 0 0,-1-1-1 0 0,0 1 1 0 0,1-1-1 0 0,-1 1 1 0 0,0 0-1 0 0,0-1 1 0 0,1 1 0 0 0,-1-1-1 0 0,0 1 1 0 0,0-1-1 0 0,1 1 1 0 0,-1 0-1 0 0,0-1 1 0 0,0 1 0 0 0,0-1-1 0 0,0 1 1 0 0,0-1-1 0 0,0 1 1 0 0,0-1-1 0 0,0 1 1 0 0,0-1-1 0 0,0 1 1 0 0,0-1 0 0 0,0 1-1 0 0,0-1 1 0 0,0 1-1 0 0,-1-1 1 0 0,1 1-1 0 0,0-1 1 0 0,-1 0 0 0 0,-4-22 46 0 0,5 22-43 0 0,-39-174-454 0 0,35 149 400 0 0,1 0 0 0 0,1 0 0 0 0,2 1 0 0 0,5-52 0 0 0,-4 68 24 0 0,1 1 0 0 0,1 0 0 0 0,-1 0 0 0 0,1 0 0 0 0,1 0 0 0 0,-1 0 0 0 0,2 0 0 0 0,-1 1-1 0 0,1 0 1 0 0,0 0 0 0 0,0 0 0 0 0,0 1 0 0 0,11-10 0 0 0,-12 13 10 0 0,-1 0-1 0 0,0 0 1 0 0,1 1-1 0 0,0-1 1 0 0,0 1-1 0 0,0 0 1 0 0,0 0-1 0 0,0 0 1 0 0,0 1-1 0 0,0 0 1 0 0,1-1 0 0 0,-1 2-1 0 0,0-1 1 0 0,1 0-1 0 0,-1 1 1 0 0,1 0-1 0 0,-1 0 1 0 0,1 0-1 0 0,-1 0 1 0 0,0 1-1 0 0,1 0 1 0 0,-1-1-1 0 0,0 2 1 0 0,1-1 0 0 0,-1 0-1 0 0,0 1 1 0 0,6 4-1 0 0,-4-3-10 0 0,-1 1 0 0 0,0 0 0 0 0,0 0 0 0 0,-1 0-1 0 0,1 1 1 0 0,-1 0 0 0 0,0-1 0 0 0,0 2 0 0 0,0-1 0 0 0,-1 0-1 0 0,0 1 1 0 0,0 0 0 0 0,0-1 0 0 0,-1 1 0 0 0,0 0 0 0 0,0 0-1 0 0,-1 1 1 0 0,1-1 0 0 0,-1 0 0 0 0,0 1 0 0 0,-1-1 0 0 0,0 7 0 0 0,0-1-29 0 0,0 0 1 0 0,-1 0-1 0 0,-1 0 1 0 0,0-1-1 0 0,0 1 1 0 0,-1 0 0 0 0,-1-1-1 0 0,0 0 1 0 0,0 0-1 0 0,-1 0 1 0 0,-7 11 0 0 0,9-18 48 0 0,0 0 1 0 0,0 0 0 0 0,0-1 0 0 0,0 1-1 0 0,-1-1 1 0 0,-4 4 0 0 0,7-6 46 0 0,-1 1-1 0 0,0-1 1 0 0,1 0 0 0 0,-1 0-1 0 0,0 0 1 0 0,0-1 0 0 0,0 1-1 0 0,0 0 1 0 0,0-1 0 0 0,0 1-1 0 0,0-1 1 0 0,0 1 0 0 0,0-1-1 0 0,0 0 1 0 0,0 0 0 0 0,-3 0-1 0 0,5 0-30 0 0,0-1-1 0 0,0 1 1 0 0,0 0 0 0 0,0 0-1 0 0,1 0 1 0 0,-1 0 0 0 0,0 0-1 0 0,0 0 1 0 0,0 0 0 0 0,0 0-1 0 0,0 0 1 0 0,0 0-1 0 0,1-1 1 0 0,-1 1 0 0 0,0 0-1 0 0,0 0 1 0 0,0 0 0 0 0,0 0-1 0 0,0 0 1 0 0,0-1-1 0 0,0 1 1 0 0,0 0 0 0 0,0 0-1 0 0,0 0 1 0 0,0 0 0 0 0,0-1-1 0 0,1 1 1 0 0,-1 0 0 0 0,0 0-1 0 0,0 0 1 0 0,0 0-1 0 0,0-1 1 0 0,-1 1 0 0 0,1 0-1 0 0,0 0 1 0 0,0 0 0 0 0,0 0-1 0 0,0 0 1 0 0,0-1-1 0 0,0 1 1 0 0,0 0 0 0 0,0 0-1 0 0,0 0 1 0 0,0 0 0 0 0,0-1-1 0 0,0 1 1 0 0,-1 0 0 0 0,1 0-1 0 0,0 0 1 0 0,0 0-1 0 0,0 0 1 0 0,0 0 0 0 0,0 0-1 0 0,0 0 1 0 0,-1-1 0 0 0,1 1-1 0 0,0 0 1 0 0,0 0 0 0 0,0 0-1 0 0,0 0 1 0 0,-1 0-1 0 0,1 0 1 0 0,0 0 0 0 0,0 0-1 0 0,0 0 1 0 0,0 0 0 0 0,-1 0-1 0 0,1 0 1 0 0,12-7 297 0 0,-5 5-304 0 0,0 0 1 0 0,0 1-1 0 0,0-1 0 0 0,0 1 0 0 0,0 1 0 0 0,0 0 0 0 0,0 0 1 0 0,0 0-1 0 0,0 0 0 0 0,0 1 0 0 0,0 1 0 0 0,0-1 0 0 0,0 1 1 0 0,0 0-1 0 0,-1 1 0 0 0,1-1 0 0 0,-1 1 0 0 0,1 1 1 0 0,-1-1-1 0 0,0 1 0 0 0,-1 0 0 0 0,1 0 0 0 0,9 10 0 0 0,-7-6-15 0 0,-1-1-1 0 0,-1 1 0 0 0,1 0 0 0 0,-1 1 0 0 0,-1-1 0 0 0,0 1 0 0 0,0 0 0 0 0,0 0 1 0 0,-1 1-1 0 0,-1-1 0 0 0,1 1 0 0 0,-2 0 0 0 0,1 0 0 0 0,-2 0 0 0 0,1 0 0 0 0,-1 11 1 0 0,-1-16 42 0 0,0 0 1 0 0,-1 0-1 0 0,1 0 1 0 0,-1-1-1 0 0,0 1 1 0 0,-1 0-1 0 0,1-1 1 0 0,-1 1-1 0 0,0-1 1 0 0,0 1-1 0 0,0-1 1 0 0,-1 0-1 0 0,-3 5 1 0 0,1-3 76 0 0,0 0 0 0 0,-1-1 0 0 0,0 0 1 0 0,1 0-1 0 0,-2 0 0 0 0,1-1 0 0 0,-12 7 0 0 0,5-5 76 0 0,1 0-1 0 0,-1-2 0 0 0,1 1 0 0 0,-1-2 0 0 0,-1 1 0 0 0,1-2 1 0 0,0 0-1 0 0,-1 0 0 0 0,-15-1 0 0 0,19-2-51 0 0,0 0-1 0 0,1-1 1 0 0,-14-3 0 0 0,19 4-116 0 0,1 1 1 0 0,0-2 0 0 0,0 1 0 0 0,0 0 0 0 0,0 0-1 0 0,0-1 1 0 0,0 0 0 0 0,0 0 0 0 0,0 1 0 0 0,1-2 0 0 0,-1 1-1 0 0,1 0 1 0 0,-4-4 0 0 0,6 5-46 0 0,-1 1-1 0 0,1-1 1 0 0,0 0-1 0 0,0 1 1 0 0,0-1-1 0 0,0 0 0 0 0,0 1 1 0 0,-1-1-1 0 0,1 0 1 0 0,0 1-1 0 0,0-1 1 0 0,1 0-1 0 0,-1 1 1 0 0,0-1-1 0 0,0 0 1 0 0,0 1-1 0 0,0-1 1 0 0,1 1-1 0 0,-1-1 1 0 0,0 0-1 0 0,0 1 1 0 0,1-1-1 0 0,-1 1 1 0 0,0-1-1 0 0,1 0 1 0 0,-1 1-1 0 0,1-1 1 0 0,-1 1-1 0 0,1 0 1 0 0,-1-1-1 0 0,1 1 1 0 0,0-1-1 0 0,21-12-3372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9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49 132 5063 0 0,'1'33'8890'0'0,"0"82"-7146"0"0,-4-70-563 0 0,-2 1 0 0 0,-1-2 1 0 0,-16 58-1 0 0,21-102-1127 0 0,1 1 0 0 0,0 0 0 0 0,0 0 0 0 0,0 0 0 0 0,-1 0 0 0 0,1 0 0 0 0,0 0 0 0 0,-1 0 0 0 0,1 0 0 0 0,-1-1 0 0 0,1 1 0 0 0,-1 0 0 0 0,1 0 0 0 0,-1-1 0 0 0,0 1 1 0 0,0 1-1 0 0,-4-12 568 0 0,3-25-186 0 0,15-64-295 0 0,-1 15-498 0 0,-8 31 128 0 0,17-131-1036 0 0,-20 177 1206 0 0,0 0 1 0 0,1 1 0 0 0,0-1 0 0 0,1 0 0 0 0,-1 1 0 0 0,5-7 0 0 0,-6 12 49 0 0,-1 0 0 0 0,1 0 0 0 0,0 0 0 0 0,-1 0-1 0 0,1 0 1 0 0,0 0 0 0 0,0 0 0 0 0,0 1 0 0 0,0-1-1 0 0,0 0 1 0 0,0 1 0 0 0,0-1 0 0 0,0 1 0 0 0,0-1-1 0 0,0 1 1 0 0,0-1 0 0 0,2 1 0 0 0,-2 0 4 0 0,1 0 1 0 0,-1 0-1 0 0,1 0 1 0 0,-1 0-1 0 0,1 1 1 0 0,-1-1 0 0 0,1 0-1 0 0,-1 1 1 0 0,0-1-1 0 0,1 1 1 0 0,-1 0-1 0 0,0-1 1 0 0,1 1-1 0 0,-1 0 1 0 0,0 0-1 0 0,0 0 1 0 0,2 2 0 0 0,6 6 24 0 0,-1 1 0 0 0,0 1 0 0 0,-1 0 0 0 0,0 0 1 0 0,0 0-1 0 0,-1 1 0 0 0,-1 0 0 0 0,5 13 0 0 0,3 6 193 0 0,16 34 794 0 0,-7-11-542 0 0,4-1 0 0 0,56 89 1 0 0,-79-138-363 0 0,0 0 1 0 0,1 0-1 0 0,-1 0 1 0 0,1 0 0 0 0,5 3-1 0 0,-62-51 1160 0 0,30 29-1164 0 0,0 1 1 0 0,-1 1 0 0 0,0 1 0 0 0,-1 2-1 0 0,0 0 1 0 0,-1 2 0 0 0,0 0-1 0 0,-53-7 1 0 0,72 15-163 0 0,6 2-112 0 0,12 3-443 0 0,22 5-1166 0 0,-11-8-177 0 0,3-2-86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29.7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52 244 10135 0 0,'3'43'9303'0'0,"27"224"-4953"0"0,-29-261-4232 0 0,-1-1-6 0 0,0 0-1 0 0,0 1 1 0 0,1-1 0 0 0,0 0-1 0 0,0 0 1 0 0,0 0-1 0 0,0 1 1 0 0,1-1 0 0 0,0-1-1 0 0,4 9 1 0 0,-6-13-99 0 0,1 1 0 0 0,-1-1 0 0 0,0 0 0 0 0,0 0 0 0 0,0 0 0 0 0,0 0 0 0 0,0 0 0 0 0,0 0 0 0 0,0 0 0 0 0,0 0 0 0 0,0 0 0 0 0,0 0 0 0 0,0 0 0 0 0,0 0 0 0 0,0 0 0 0 0,1 0 0 0 0,-1 0 0 0 0,0 0 0 0 0,0 0 0 0 0,0 0 0 0 0,0 1 0 0 0,0-1 0 0 0,0 0 0 0 0,0 0 0 0 0,0 0 0 0 0,0 0 0 0 0,1-1 0 0 0,-1 1 0 0 0,0 0 0 0 0,0 0 1 0 0,0 0-1 0 0,0 0 0 0 0,0 0 0 0 0,0 0 0 0 0,0 0 0 0 0,0 0 0 0 0,0 0 0 0 0,0 0 0 0 0,1 0 0 0 0,-1 0 0 0 0,0 0 0 0 0,0 0 0 0 0,0 0 0 0 0,0 0 0 0 0,0 0 0 0 0,0 0 0 0 0,0 0 0 0 0,0-1 0 0 0,0 1 0 0 0,0 0 0 0 0,0 0 0 0 0,0 0 0 0 0,0 0 0 0 0,0 0 0 0 0,2-8 567 0 0,-2-9 94 0 0,-4-16-1316 0 0,-2 0-1 0 0,-1 1 1 0 0,-21-57-1 0 0,6 18-77 0 0,20 62 666 0 0,-7-21-81 0 0,1 0 1 0 0,1-1 0 0 0,-3-46 0 0 0,10 67 109 0 0,0 1-1 0 0,1-1 1 0 0,-1 1-1 0 0,2 0 1 0 0,0-1-1 0 0,5-16 1 0 0,-5 20 7 0 0,0 1-1 0 0,1 0 1 0 0,0 0 0 0 0,0 0-1 0 0,0 0 1 0 0,1 0 0 0 0,-1 1 0 0 0,1-1-1 0 0,0 1 1 0 0,0 0 0 0 0,1 0-1 0 0,6-4 1 0 0,-9 6 8 0 0,1 0 1 0 0,0 1-1 0 0,0-1 0 0 0,1 1 0 0 0,-1-1 0 0 0,0 1 1 0 0,0 0-1 0 0,1 0 0 0 0,-1 0 0 0 0,1 1 1 0 0,-1-1-1 0 0,0 1 0 0 0,1 0 0 0 0,-1 0 0 0 0,1 0 1 0 0,-1 0-1 0 0,1 1 0 0 0,4 0 0 0 0,-3 1 12 0 0,0 0-1 0 0,0 0 1 0 0,0 0-1 0 0,0 1 1 0 0,0 0-1 0 0,-1 0 1 0 0,1 0-1 0 0,-1 0 1 0 0,0 1-1 0 0,7 7 1 0 0,-5-4 43 0 0,0 0 1 0 0,-1 0-1 0 0,1 1 0 0 0,-2-1 1 0 0,1 1-1 0 0,-1 0 0 0 0,-1 0 1 0 0,1 1-1 0 0,-1-1 0 0 0,-1 1 0 0 0,1 0 1 0 0,-2-1-1 0 0,1 1 0 0 0,0 10 1 0 0,-3-11 7 0 0,0-1 1 0 0,-1 0-1 0 0,0 0 0 0 0,0 1 1 0 0,0-2-1 0 0,-1 1 1 0 0,0 0-1 0 0,0 0 0 0 0,-1-1 1 0 0,0 0-1 0 0,0 1 1 0 0,0-2-1 0 0,-1 1 1 0 0,0 0-1 0 0,0-1 0 0 0,0 0 1 0 0,-10 7-1 0 0,10-8 4 0 0,-1 0-1 0 0,1 0 1 0 0,-1 0-1 0 0,0-1 1 0 0,0 0-1 0 0,0 0 1 0 0,0-1-1 0 0,0 0 1 0 0,-1 0-1 0 0,1 0 1 0 0,-1-1 0 0 0,0 0-1 0 0,1 0 1 0 0,-1 0-1 0 0,0-1 1 0 0,1 0-1 0 0,-1-1 1 0 0,0 1-1 0 0,-10-3 1 0 0,15 2-55 0 0,-1 0 0 0 0,1 1 1 0 0,0-1-1 0 0,-1 0 0 0 0,1 0 0 0 0,0-1 1 0 0,0 1-1 0 0,0 0 0 0 0,0-1 1 0 0,0 1-1 0 0,0-1 0 0 0,0 1 1 0 0,0-1-1 0 0,1 0 0 0 0,-1 0 0 0 0,1 0 1 0 0,-1 0-1 0 0,1 0 0 0 0,0 0 1 0 0,-2-4-1 0 0,3 4-47 0 0,0 0 0 0 0,-1 0 0 0 0,1 0 0 0 0,0 0 0 0 0,0 0 0 0 0,1 0 0 0 0,-1 0 1 0 0,0 0-1 0 0,1 0 0 0 0,-1 0 0 0 0,1 0 0 0 0,0 0 0 0 0,-1 0 0 0 0,1 0 0 0 0,0 0 0 0 0,0 1 0 0 0,0-1 0 0 0,1 0 1 0 0,-1 0-1 0 0,0 1 0 0 0,1-1 0 0 0,-1 1 0 0 0,1-1 0 0 0,2-1 0 0 0,17-13-1800 0 0,4 1-550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30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1 441 15343 0 0,'9'21'1625'0'0,"0"0"0"0"0,-2 0 1 0 0,0 1-1 0 0,-1 0 0 0 0,4 32 0 0 0,-17-67 9 0 0,-2-15-1435 0 0,-1-26-492 0 0,3 0 0 0 0,2-1 0 0 0,3 0 0 0 0,5-67 0 0 0,-2 106 154 0 0,2 1-1 0 0,-1 0 1 0 0,2 0 0 0 0,0 1 0 0 0,1-1 0 0 0,0 1 0 0 0,1 0 0 0 0,14-22-1 0 0,-18 31 100 0 0,1 1 0 0 0,0-1-1 0 0,1 1 1 0 0,-1-1 0 0 0,1 1-1 0 0,0 0 1 0 0,0 0-1 0 0,0 1 1 0 0,1-1 0 0 0,-1 1-1 0 0,1 0 1 0 0,0 0 0 0 0,-1 1-1 0 0,1-1 1 0 0,1 1-1 0 0,-1 0 1 0 0,0 1 0 0 0,0-1-1 0 0,1 1 1 0 0,-1 0-1 0 0,1 0 1 0 0,-1 1 0 0 0,1-1-1 0 0,-1 1 1 0 0,1 0 0 0 0,9 2-1 0 0,-10-1 77 0 0,0 1 0 0 0,0 0 1 0 0,0 0-1 0 0,0 0 0 0 0,0 0 0 0 0,0 1 0 0 0,0 0 1 0 0,-1 0-1 0 0,1 0 0 0 0,-1 0 0 0 0,0 1 0 0 0,0 0 0 0 0,0-1 1 0 0,0 2-1 0 0,-1-1 0 0 0,0 0 0 0 0,0 1 0 0 0,0-1 0 0 0,0 1 1 0 0,2 6-1 0 0,-3-6 4 0 0,0 0 0 0 0,0-1 0 0 0,-1 1 0 0 0,0 0 0 0 0,0 0 0 0 0,0 0 0 0 0,0 0 0 0 0,-1 0 0 0 0,0 1 1 0 0,0-1-1 0 0,0 0 0 0 0,-1 0 0 0 0,1 0 0 0 0,-1 0 0 0 0,-1 0 0 0 0,1 0 0 0 0,-1-1 0 0 0,1 1 0 0 0,-1 0 0 0 0,-1-1 0 0 0,-4 8 0 0 0,-1-2 73 0 0,0 0 0 0 0,-1-1-1 0 0,-1 0 1 0 0,1 0-1 0 0,-2-1 1 0 0,1 0 0 0 0,-1-1-1 0 0,-13 6 1 0 0,10-5-67 0 0,0-2 0 0 0,-1 1 0 0 0,0-2-1 0 0,0 0 1 0 0,-1-1 0 0 0,-18 3 0 0 0,14-5-1136 0 0,2-3-5065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37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34 11519 0 0,'-12'-14'904'0'0,"10"11"-837"0"0,-1 0 1 0 0,1 0 0 0 0,-1 1 0 0 0,0-1 0 0 0,0 0 0 0 0,0 1 0 0 0,-10 1 4449 0 0,6 17-3201 0 0,7-15-1164 0 0,-5 15 151 0 0,1 0 0 0 0,0 1-1 0 0,1 0 1 0 0,1 0 0 0 0,0 33 0 0 0,11 90 692 0 0,-6-113-762 0 0,2 22 199 0 0,2 0-1 0 0,2 0 0 0 0,27 81 0 0 0,-30-112-316 0 0,0-1-1 0 0,2 0 1 0 0,0 0 0 0 0,1-1 0 0 0,1 0 0 0 0,0-1 0 0 0,1 0 0 0 0,0 0 0 0 0,2-2 0 0 0,0 1 0 0 0,0-1 0 0 0,1-1 0 0 0,18 12 0 0 0,-25-19-81 0 0,0-1 1 0 0,0 0-1 0 0,0-1 0 0 0,1 0 1 0 0,0 0-1 0 0,-1 0 1 0 0,1-1-1 0 0,0 0 1 0 0,0-1-1 0 0,1 0 0 0 0,-1 0 1 0 0,0 0-1 0 0,0-1 1 0 0,0-1-1 0 0,1 1 0 0 0,13-4 1 0 0,-13 1-9 0 0,0 0-1 0 0,1-1 1 0 0,-1 0 0 0 0,-1 0 0 0 0,1-1-1 0 0,-1 0 1 0 0,0 0 0 0 0,0-1-1 0 0,0 0 1 0 0,-1-1 0 0 0,0 0 0 0 0,0 0-1 0 0,9-12 1 0 0,-2 0-25 0 0,-1 0-1 0 0,-1 0 0 0 0,0-1 1 0 0,-2-1-1 0 0,0 0 1 0 0,-2 0-1 0 0,0-1 0 0 0,-1 0 1 0 0,5-30-1 0 0,-9 32-51 0 0,-1 1-1 0 0,-1 0 1 0 0,-1-1-1 0 0,-1 1 0 0 0,0-1 1 0 0,-1 1-1 0 0,-1 0 1 0 0,-1 0-1 0 0,-1 0 1 0 0,-1 0-1 0 0,-10-24 0 0 0,8 28-15 0 0,0 1 0 0 0,-10-15 0 0 0,10 18-174 0 0,0 0 1 0 0,1-1 0 0 0,-6-16 0 0 0,12 27 11 0 0,1-1 0 0 0,-1 1 1 0 0,1 0-1 0 0,-1-1 0 0 0,1 1 1 0 0,0-1-1 0 0,-1 1 0 0 0,1-1 0 0 0,0 1 1 0 0,0-1-1 0 0,0 1 0 0 0,0-1 1 0 0,1 1-1 0 0,-1-3 0 0 0,4-3-1491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37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 16151 0 0,'7'151'2504'0'0,"-10"-72"-2175"0"0,-21 132 0 0 0,15-160-339 0 0,-3-2-1 0 0,-2 1 1 0 0,-35 81-1 0 0,47-127-37 0 0,0 1 1 0 0,0-1-1 0 0,-1 0 0 0 0,0 0 1 0 0,0 0-1 0 0,0 0 0 0 0,0-1 0 0 0,-6 5 1 0 0,9-7 30 0 0,-1 0 0 0 0,0-1 0 0 0,0 1 0 0 0,0-1 0 0 0,0 1 0 0 0,1-1 0 0 0,-1 1 0 0 0,0-1 0 0 0,0 0 1 0 0,0 0-1 0 0,0 1 0 0 0,0-1 0 0 0,0 0 0 0 0,0 0 0 0 0,0 0 0 0 0,0 0 0 0 0,0 0 0 0 0,0 0 0 0 0,0 0 1 0 0,0 0-1 0 0,0 0 0 0 0,0-1 0 0 0,0 1 0 0 0,0 0 0 0 0,0-1 0 0 0,0 1 0 0 0,0-1 0 0 0,0 1 0 0 0,0-1 1 0 0,0 1-1 0 0,1-1 0 0 0,-1 1 0 0 0,0-1 0 0 0,0 0 0 0 0,1 0 0 0 0,-1 1 0 0 0,0-1 0 0 0,1 0 0 0 0,-1 0 1 0 0,1 0-1 0 0,-1 0 0 0 0,1 1 0 0 0,-1-1 0 0 0,1 0 0 0 0,0 0 0 0 0,-1-2 0 0 0,0 2 12 0 0,1 0 0 0 0,-1 0-1 0 0,0 0 1 0 0,1-1-1 0 0,-1 1 1 0 0,1 0 0 0 0,-1-1-1 0 0,1 1 1 0 0,0 0 0 0 0,0-1-1 0 0,-1 1 1 0 0,1-1 0 0 0,0 1-1 0 0,0 0 1 0 0,0-1 0 0 0,1 1-1 0 0,-1 0 1 0 0,0-1 0 0 0,0 1-1 0 0,1-1 1 0 0,-1 1 0 0 0,1 0-1 0 0,-1 0 1 0 0,1-1 0 0 0,-1 1-1 0 0,1 0 1 0 0,0 0 0 0 0,0 0-1 0 0,0 0 1 0 0,-1-1-1 0 0,1 1 1 0 0,0 0 0 0 0,0 1-1 0 0,1-1 1 0 0,-1 0 0 0 0,0 0-1 0 0,0 0 1 0 0,0 1 0 0 0,0-1-1 0 0,1 0 1 0 0,-1 1 0 0 0,0-1-1 0 0,3 1 1 0 0,2-2 93 0 0,0 0 0 0 0,0 1 0 0 0,0 0 0 0 0,0 0 0 0 0,0 1 0 0 0,0 0 0 0 0,0 0 0 0 0,9 1 1 0 0,42 9 832 0 0,-31-5-503 0 0,-1 0 0 0 0,1-2 1 0 0,0-1-1 0 0,0 0 0 0 0,49-6 0 0 0,-69 3-506 0 0,0 0 0 0 0,0-1 0 0 0,0 0 0 0 0,0-1 0 0 0,0 1 0 0 0,-1-1 0 0 0,1 0 0 0 0,-1 0 0 0 0,9-8 0 0 0,-4 2-636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38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35 18887 0 0,'-2'-7'445'0'0,"1"5"-331"0"0,0 0 1 0 0,0 1-1 0 0,1-1 1 0 0,-1 0-1 0 0,1 0 1 0 0,-1 1-1 0 0,1-1 1 0 0,0 0 0 0 0,-1 0-1 0 0,1 0 1 0 0,0 1-1 0 0,0-1 1 0 0,1-2-1 0 0,20 5 1855 0 0,-16 0-1363 0 0,65 10 2156 0 0,93 19-4055 0 0,-156-29 1246 0 0,36 9-186 0 0,0-1-1 0 0,1-3 1 0 0,0-2 0 0 0,46 0 0 0 0,-38-9-1006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42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37 7487 0 0,'-2'-36'1466'0'0,"3"38"-1145"0"0,0 0 1 0 0,0 0-1 0 0,-1 0 0 0 0,1 0 1 0 0,0 1-1 0 0,-1-1 1 0 0,0 0-1 0 0,1 4 0 0 0,-1-3-47 0 0,25 198 1651 0 0,-3 208 0 0 0,-15-229-1287 0 0,22 630 1459 0 0,1 26-947 0 0,37-21-676 0 0,38-4-120 0 0,-55-434-85 0 0,-2 29 29 0 0,-12-92-116 0 0,-14-65 29 0 0,-21-203-61 0 0,-2 1-1 0 0,-2-1 0 0 0,-12 63 0 0 0,13-98-91 0 0,-1 0 0 0 0,0 0 0 0 0,-1 0 0 0 0,0 0 0 0 0,-1-1 0 0 0,-8 15-1 0 0,19-57-3050 0 0,1 12 1077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44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14 275 8495 0 0,'-13'-46'920'0'0,"13"46"-816"0"0,0-1 0 0 0,0 1 0 0 0,0-1 1 0 0,1 1-1 0 0,-1-1 0 0 0,0 1 0 0 0,0-1 0 0 0,1 1 0 0 0,-1-1 0 0 0,0 1 0 0 0,1 0 0 0 0,-1-1 0 0 0,1 1 0 0 0,-1 0 0 0 0,0-1 0 0 0,1 1 0 0 0,-1 0 0 0 0,1-1 0 0 0,-1 1 0 0 0,1 0 0 0 0,-1 0 0 0 0,1-1 0 0 0,-1 1 0 0 0,1 0 0 0 0,-1 0 0 0 0,2 0 1 0 0,13-4 97 0 0,4 2-106 0 0,1 1 0 0 0,29 1 0 0 0,-1 1-6 0 0,662-45 1665 0 0,-629 37-1500 0 0,304-16 379 0 0,65 1 190 0 0,-247 16-418 0 0,-46 2-140 0 0,162-11 127 0 0,208-26-56 0 0,-319 27 701 0 0,140 3-1047 0 0,-207 9-557 0 0,122 6 587 0 0,-23 0 11 0 0,407-24 235 0 0,-121 15-89 0 0,-481 6-175 0 0,299 9 36 0 0,-86-2-14 0 0,-54-2-25 0 0,199 1 0 0 0,-219-8 0 0 0,92-5 0 0 0,99 2 128 0 0,-343 5-14 0 0,1-2 0 0 0,-1-1 0 0 0,59-12 0 0 0,-73 10-34 0 0,-1 1 0 0 0,1 0 1 0 0,18 1-1 0 0,-28 1-116 0 0,-1 1 0 0 0,1 1 1 0 0,0 0-1 0 0,-1 0 0 0 0,1 0 1 0 0,-1 1-1 0 0,1 0 1 0 0,-1 0-1 0 0,12 6 0 0 0,-6 3-1313 0 0,-7 0-2986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44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13359 0 0,'1'0'26'0'0,"-1"0"-1"0"0,0 0 1 0 0,0 0 0 0 0,0-1-1 0 0,0 1 1 0 0,0 0-1 0 0,0 0 1 0 0,0 0-1 0 0,0 0 1 0 0,1 0-1 0 0,-1 0 1 0 0,0 0 0 0 0,0 0-1 0 0,0 0 1 0 0,0 0-1 0 0,0 0 1 0 0,0 0-1 0 0,0 0 1 0 0,1 0-1 0 0,-1 0 1 0 0,0 0 0 0 0,0 0-1 0 0,0 0 1 0 0,0 0-1 0 0,0 0 1 0 0,0 0-1 0 0,0 0 1 0 0,1 0-1 0 0,-1 0 1 0 0,0 1 0 0 0,0-1-1 0 0,0 0 1 0 0,0 0-1 0 0,0 0 1 0 0,0 0-1 0 0,0 0 1 0 0,0 0-1 0 0,0 0 1 0 0,1 0 0 0 0,-1 0-1 0 0,0 0 1 0 0,0 1-1 0 0,0-1 1 0 0,0 0-1 0 0,0 0 1 0 0,0 0-1 0 0,0 0 1 0 0,0 0 0 0 0,0 0-1 0 0,0 0 1 0 0,0 1-1 0 0,7 11 95 0 0,4 17-353 0 0,2 19 438 0 0,-1 1-1 0 0,-3 0 0 0 0,5 85 1 0 0,-10 154 573 0 0,-4-259-703 0 0,-47 1476 2112 0 0,13-606-825 0 0,44-1-94 0 0,108 274-4 0 0,7-205-304 0 0,-111-816-811 0 0,105 1081 838 0 0,-116-1205-923 0 0,1 15-24 0 0,3 11-69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45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3 11055 0 0,'-4'-1'214'0'0,"-1"0"0"0"0,1 1 0 0 0,0 0 0 0 0,0 0-1 0 0,-1 0 1 0 0,1 1 0 0 0,0-1 0 0 0,0 1-1 0 0,0 0 1 0 0,0 0 0 0 0,0 1 0 0 0,0-1 0 0 0,0 1-1 0 0,0 0 1 0 0,0 0 0 0 0,0 0 0 0 0,1 0 0 0 0,-1 1-1 0 0,1-1 1 0 0,0 1 0 0 0,0 0 0 0 0,-4 5 0 0 0,2-3-37 0 0,0 1 0 0 0,1 0 1 0 0,-1 0-1 0 0,2 0 1 0 0,-1 0-1 0 0,1 1 0 0 0,0-1 1 0 0,0 1-1 0 0,0 0 1 0 0,1 0-1 0 0,0 0 0 0 0,1 0 1 0 0,-1 0-1 0 0,2 1 1 0 0,-1-1-1 0 0,1 0 1 0 0,0 0-1 0 0,0 1 0 0 0,1-1 1 0 0,0 0-1 0 0,3 14 1 0 0,1-6-23 0 0,0 1 1 0 0,1-1 0 0 0,1 0 0 0 0,0 0 0 0 0,1 0-1 0 0,1-1 1 0 0,0-1 0 0 0,13 16 0 0 0,-4-11-8 0 0,34 29-48 0 0,-22-23-11 0 0,60 33-2 0 0,36 9-6 0 0,-41-32-37 0 0,0-3-1 0 0,2-4 0 0 0,114 19 0 0 0,-4-15 71 0 0,233 5-1 0 0,202-34 66 0 0,413-73 860 0 0,-5-54-1440 0 0,-918 109-96 0 0,1416-117 481 0 0,-442 107 728 0 0,-963 25-694 0 0,232-4-1762 0 0,-294 1 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47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 8695 0 0,'-2'-8'1807'0'0,"5"21"-1182"0"0,24 283 1829 0 0,8 71-1037 0 0,50 213-170 0 0,4 33 1617 0 0,-20-69-3305 0 0,9 94 1348 0 0,-13-105-156 0 0,29 324 650 0 0,4-42 495 0 0,-65-579-1608 0 0,-8 20-76 0 0,-8 291 0 0 0,-16-481-320 0 0,3 0 1 0 0,3-1-1 0 0,29 120 0 0 0,3-37-3750 0 0,-36-124-1986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1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12 6559 0 0,'-1'-12'920'0'0,"-1"17"702"0"0,-1 20 532 0 0,4 18-638 0 0,2-1 0 0 0,16 72-1 0 0,31 82 689 0 0,10 53-203 0 0,38 465 1409 0 0,-38 1-2287 0 0,-34-172-259 0 0,55 272-22 0 0,-49-591-3045 0 0,5 385 1 0 0,-37-600 2140 0 0,0 12-1372 0 0,2-1-3326 0 0,3-4-1946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1.9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10 140 12639 0 0,'-9'-14'1062'0'0,"9"14"-1011"0"0,0 0 0 0 0,0-1-1 0 0,0 1 1 0 0,0 0-1 0 0,0-1 1 0 0,-1 1 0 0 0,1 0-1 0 0,0 0 1 0 0,0-1-1 0 0,1 1 1 0 0,-1 0 0 0 0,0-1-1 0 0,0 1 1 0 0,0 0-1 0 0,0 0 1 0 0,0-1 0 0 0,0 1-1 0 0,0 0 1 0 0,0-1-1 0 0,0 1 1 0 0,1 0 0 0 0,-1 0-1 0 0,0 0 1 0 0,0-1-1 0 0,0 1 1 0 0,1 0 0 0 0,-1-1-1 0 0,3 0 187 0 0,-1 0-1 0 0,1 0 0 0 0,0 1 1 0 0,0-1-1 0 0,-1 1 0 0 0,1-1 1 0 0,0 1-1 0 0,3 0 1 0 0,-3 0-193 0 0,208-6 3276 0 0,2 0-1507 0 0,287-43 711 0 0,-386 36-2289 0 0,-44 5-438 0 0,143-13 601 0 0,-71 12-3784 0 0,-126 9 1714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2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4 11975 0 0,'0'0'33'0'0,"-1"-1"0"0"0,1 1-1 0 0,0 0 1 0 0,0 0 0 0 0,0 0-1 0 0,0-1 1 0 0,-1 1 0 0 0,1 0-1 0 0,0 0 1 0 0,0 0 0 0 0,0-1-1 0 0,-1 1 1 0 0,1 0-1 0 0,0 0 1 0 0,0 0 0 0 0,-1 0-1 0 0,1 0 1 0 0,0-1 0 0 0,0 1-1 0 0,-1 0 1 0 0,1 0 0 0 0,0 0-1 0 0,0 0 1 0 0,-1 0 0 0 0,1 0-1 0 0,0 0 1 0 0,0 0 0 0 0,-1 0-1 0 0,1 0 1 0 0,0 0 0 0 0,0 0-1 0 0,-1 0 1 0 0,1 1 0 0 0,-2 9 234 0 0,7 20-167 0 0,-4-25 226 0 0,26 143 1308 0 0,80 559 1952 0 0,-91-372-2310 0 0,-14 1 0 0 0,-15-1 0 0 0,-92 547 0 0 0,82-754-989 0 0,-28 182 306 0 0,42-228-386 0 0,1 146-1 0 0,8-216-278 0 0,5 45 101 0 0,-5-54-256 0 0,1 1-1 0 0,-1 0 1 0 0,1 0 0 0 0,1-1 0 0 0,-1 1-1 0 0,0-1 1 0 0,1 1 0 0 0,0-1 0 0 0,-1 0-1 0 0,2 1 1 0 0,3 4 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3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14 247 12895 0 0,'-14'-11'7242'0'0,"24"4"-3164"0"0,1 2-5077 0 0,200-46 2394 0 0,-46 14-959 0 0,-125 26-401 0 0,371-88 522 0 0,-347 84-5227 0 0,-51 12 2274 0 0,21-4-5578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3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11975 0 0,'0'0'117'0'0,"-1"0"-1"0"0,0 0 0 0 0,0 0 0 0 0,1 1 0 0 0,-1-1 1 0 0,0 0-1 0 0,0 0 0 0 0,1 1 0 0 0,-1-1 0 0 0,0 0 1 0 0,1 1-1 0 0,-1-1 0 0 0,1 0 0 0 0,-1 1 0 0 0,0-1 1 0 0,1 1-1 0 0,-1 0 0 0 0,1-1 0 0 0,-1 1 0 0 0,1-1 1 0 0,-1 1-1 0 0,1 0 0 0 0,0-1 0 0 0,-1 1 1 0 0,1 0-1 0 0,0-1 0 0 0,-1 1 0 0 0,1 0 0 0 0,0-1 1 0 0,0 1-1 0 0,0 0 0 0 0,0 0 0 0 0,0-1 0 0 0,0 2 1 0 0,1 33 3622 0 0,0-22-4020 0 0,56 399 1717 0 0,-51-378-1350 0 0,-1-1-15 0 0,-3-17-32 0 0,0 1-1 0 0,2-1 0 0 0,0 0 1 0 0,0 0-1 0 0,2 0 1 0 0,0-1-1 0 0,9 18 1 0 0,-15-32-175 0 0,1 0 0 0 0,0 1 0 0 0,0-1 0 0 0,0 0 0 0 0,0 1 1 0 0,0-1-1 0 0,0 0 0 0 0,0 0 0 0 0,0 0 0 0 0,1 0 0 0 0,-1 0 0 0 0,0 0 0 0 0,1 0 0 0 0,-1 0 1 0 0,1 0-1 0 0,-1-1 0 0 0,1 1 0 0 0,-1-1 0 0 0,1 1 0 0 0,-1-1 0 0 0,1 1 0 0 0,2-1 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4.3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9 270 17047 0 0,'-1'0'80'0'0,"1"0"-1"0"0,0 0 0 0 0,-1 0 1 0 0,1 0-1 0 0,0 0 0 0 0,-1 0 1 0 0,1 0-1 0 0,0-1 1 0 0,-1 1-1 0 0,1 0 0 0 0,0 0 1 0 0,-1 0-1 0 0,1-1 0 0 0,0 1 1 0 0,-1 0-1 0 0,1 0 1 0 0,0-1-1 0 0,0 1 0 0 0,0 0 1 0 0,-1 0-1 0 0,1-1 0 0 0,0 1 1 0 0,0 0-1 0 0,0-1 1 0 0,-1 1-1 0 0,1 0 0 0 0,0-1 1 0 0,0 1-1 0 0,0-1 0 0 0,0 1 1 0 0,0 0-1 0 0,0-1 0 0 0,0 1 1 0 0,0 0-1 0 0,0-1 1 0 0,0 1-1 0 0,0 0 0 0 0,0-1 1 0 0,0 1-1 0 0,0-1 0 0 0,0 1 1 0 0,18-10 2855 0 0,-15 9-2832 0 0,33-11 55 0 0,68-15 0 0 0,-29 9-166 0 0,313-87-56 0 0,-296 76 64 0 0,59-14 0 0 0,-129 38 0 0 0,-1 1 0 0 0,1 2 0 0 0,0 0 0 0 0,44 2 0 0 0,-62 0 9 0 0,0 1 0 0 0,0-1 0 0 0,0 0-1 0 0,0 1 1 0 0,0 0 0 0 0,0 0 0 0 0,-1 0 0 0 0,1 1 0 0 0,0-1-1 0 0,-1 1 1 0 0,1 0 0 0 0,-1 0 0 0 0,1 0 0 0 0,-1 0-1 0 0,0 0 1 0 0,0 1 0 0 0,0 0 0 0 0,0-1 0 0 0,0 1 0 0 0,-1 0-1 0 0,1 1 1 0 0,-1-1 0 0 0,0 0 0 0 0,0 1 0 0 0,0-1-1 0 0,0 1 1 0 0,-1-1 0 0 0,1 1 0 0 0,-1 0 0 0 0,0 0 0 0 0,0 0-1 0 0,-1 0 1 0 0,1-1 0 0 0,-1 1 0 0 0,0 0 0 0 0,0 0-1 0 0,0 0 1 0 0,-1 5 0 0 0,-4 40 906 0 0,-20 85 0 0 0,1-13 375 0 0,18-82-927 0 0,2-1 1 0 0,2 1-1 0 0,4 68 0 0 0,0-88-342 0 0,2 1-1 0 0,-1-1 1 0 0,2 0-1 0 0,1 0 1 0 0,0 0 0 0 0,2-1-1 0 0,0 0 1 0 0,0 0-1 0 0,15 20 1 0 0,-17-29-109 0 0,-1 0 0 0 0,1 0 0 0 0,-2 1 0 0 0,1-1 0 0 0,-1 1 0 0 0,-1 0 0 0 0,0 0 0 0 0,0 1 0 0 0,1 15 0 0 0,-3-20 78 0 0,-1 1 0 0 0,0-1-1 0 0,-1 0 1 0 0,1 0 0 0 0,-1 0 0 0 0,0 0 0 0 0,-1 0 0 0 0,0-1-1 0 0,0 1 1 0 0,0 0 0 0 0,0-1 0 0 0,-1 1 0 0 0,0-1 0 0 0,0 0 0 0 0,0 0-1 0 0,-1 0 1 0 0,-8 9 0 0 0,3-5 131 0 0,-1 0 0 0 0,-1 0 0 0 0,0-1 0 0 0,0 0 0 0 0,0-1 0 0 0,-1 0 0 0 0,-25 10 0 0 0,17-10 51 0 0,0-1 0 0 0,0 0 0 0 0,-1-2 0 0 0,-31 3 0 0 0,-3-4-31 0 0,0-4 0 0 0,1-1 0 0 0,-57-11 0 0 0,-25-8-144 0 0,63 8-389 0 0,-139-6-1 0 0,213 19 277 0 0,-1 0-1 0 0,0 0 1 0 0,1 0 0 0 0,2 6-2093 0 0,-3-6 2092 0 0,0 0 1 0 0,0 1 0 0 0,0-1 0 0 0,0 0-1 0 0,0 0 1 0 0,0 1 0 0 0,0-1-1 0 0,0 0 1 0 0,-1 1 0 0 0,1-1 0 0 0,0 0-1 0 0,0 1 1 0 0,0-1 0 0 0,0 0-1 0 0,0 0 1 0 0,-1 1 0 0 0,-4 2-2093 0 0,5-3 2092 0 0,0 0 1 0 0,-1 0 0 0 0,8 2-2523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5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4 153 2303 0 0,'-4'11'9513'0'0,"5"-10"-9134"0"0,7 12 2809 0 0,13 6-1348 0 0,-19-19-1769 0 0,0 1-1 0 0,0 0 0 0 0,0 0 1 0 0,0 0-1 0 0,0-1 1 0 0,0 1-1 0 0,0-1 0 0 0,0 0 1 0 0,0 1-1 0 0,1-1 1 0 0,-1 0-1 0 0,0 0 0 0 0,0-1 1 0 0,0 1-1 0 0,0 0 0 0 0,0-1 1 0 0,0 1-1 0 0,0-1 1 0 0,0 0-1 0 0,0 0 0 0 0,0 1 1 0 0,0-1-1 0 0,0 0 1 0 0,0-1-1 0 0,0 1 0 0 0,0 0 1 0 0,1-3-1 0 0,6-4-124 0 0,0 0-1 0 0,-1-1 1 0 0,13-19-1 0 0,-5 7-418 0 0,-11 15 410 0 0,0 1 0 0 0,0-1 1 0 0,0 1-1 0 0,1 1 0 0 0,-1-1 0 0 0,1 1 0 0 0,0 0 0 0 0,0 0 0 0 0,1 1 0 0 0,-1 0 0 0 0,11-4 0 0 0,-11 6 81 0 0,0 0 0 0 0,0 0 0 0 0,0 0 0 0 0,0 1-1 0 0,1 0 1 0 0,-1 0 0 0 0,0 1 0 0 0,0-1-1 0 0,0 1 1 0 0,0 1 0 0 0,-1-1 0 0 0,1 1 0 0 0,0 0-1 0 0,6 3 1 0 0,2 2 178 0 0,1-2 1 0 0,-1 0-1 0 0,23 5 0 0 0,-30-9-170 0 0,0 0-1 0 0,0 0 0 0 0,0-1 1 0 0,0 0-1 0 0,0-1 0 0 0,0 1 1 0 0,0-1-1 0 0,-1-1 1 0 0,1 1-1 0 0,7-3 0 0 0,4-4-130 0 0,0 0 1 0 0,23-15-1 0 0,-30 15 57 0 0,0 2 0 0 0,0 0-1 0 0,0 0 1 0 0,1 1 0 0 0,0 0 0 0 0,0 1 0 0 0,1 0-1 0 0,16-2 1 0 0,-26 6 100 0 0,0 1 0 0 0,0-1 0 0 0,0 0 0 0 0,0 1-1 0 0,0 0 1 0 0,0 0 0 0 0,0 0 0 0 0,-1 0 0 0 0,1 0-1 0 0,0 0 1 0 0,-1 1 0 0 0,1-1 0 0 0,0 1 0 0 0,-1 0 0 0 0,0 0-1 0 0,1 0 1 0 0,-1 0 0 0 0,3 4 0 0 0,17 12-1907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6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3 171 12751 0 0,'0'0'182'0'0,"0"0"-152"0"0,0 0 0 0 0,0 0 1 0 0,0 0-1 0 0,1 0 0 0 0,-1-1 0 0 0,0 1 1 0 0,0 0-1 0 0,0 0 0 0 0,0 0 0 0 0,0 0 1 0 0,0 0-1 0 0,0 0 0 0 0,0 0 1 0 0,0 0-1 0 0,0 0 0 0 0,0-1 0 0 0,0 1 1 0 0,0 0-1 0 0,0 0 0 0 0,0 0 0 0 0,0 0 1 0 0,0 0-1 0 0,0 0 0 0 0,0 0 0 0 0,0 0 1 0 0,0 0-1 0 0,0 0 0 0 0,-1-1 243 0 0,1 1-243 0 0,0 0 0 0 0,0 0 0 0 0,0 0 1 0 0,0 0-1 0 0,0 0 0 0 0,-1 0 0 0 0,1 0 1 0 0,0-1-1 0 0,0 1 0 0 0,0 0 0 0 0,0 0 1 0 0,0 0-1 0 0,0 0 0 0 0,0 0 0 0 0,0 0 1 0 0,0 0-1 0 0,-1 0 0 0 0,1 0 1 0 0,0 0-1 0 0,0 0 0 0 0,0 0 0 0 0,0 1 1 0 0,0-1-1 0 0,0 0 0 0 0,10-9 940 0 0,14-5-326 0 0,90-31 429 0 0,-30 13-978 0 0,-67 25-50 0 0,0-1-203 0 0,0 1 0 0 0,29-7 0 0 0,-40 13 131 0 0,0 0 1 0 0,0 0 0 0 0,0 1 0 0 0,1 0 0 0 0,-1 0-1 0 0,0 0 1 0 0,0 1 0 0 0,0 0 0 0 0,0 0 0 0 0,0 0-1 0 0,11 5 1 0 0,-9-3 221 0 0,1 1-1 0 0,0-1 1 0 0,0-1-1 0 0,1 0 1 0 0,-1 0-1 0 0,0-1 1 0 0,19 1-1 0 0,-21-3-66 0 0,0 0 0 0 0,0 0-1 0 0,0-1 1 0 0,0 0 0 0 0,0 0-1 0 0,0 0 1 0 0,-1-1 0 0 0,1 0-1 0 0,-1 0 1 0 0,0-1 0 0 0,7-5-1 0 0,-8 6-320 0 0,0 0 1 0 0,-1 0-1 0 0,1 1 0 0 0,1-1 0 0 0,-1 1 0 0 0,0 0 1 0 0,1 1-1 0 0,-1-1 0 0 0,11-1 0 0 0,-11 3-1359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7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17 104 11055 0 0,'-1'0'99'0'0,"0"0"-1"0"0,1 0 0 0 0,-1 0 0 0 0,0 1 0 0 0,0-1 1 0 0,1 0-1 0 0,-1 0 0 0 0,0 1 0 0 0,1-1 0 0 0,-1 0 1 0 0,0 1-1 0 0,1-1 0 0 0,-1 1 0 0 0,0-1 0 0 0,1 1 1 0 0,-1-1-1 0 0,1 1 0 0 0,-1-1 0 0 0,1 1 0 0 0,-1-1 1 0 0,1 1-1 0 0,0 0 0 0 0,-1-1 0 0 0,1 1 0 0 0,0 0 1 0 0,-1-1-1 0 0,1 1 0 0 0,0 0 0 0 0,0 0 0 0 0,0-1 1 0 0,-1 1-1 0 0,1 0 0 0 0,0 0 0 0 0,0-1 0 0 0,0 1 1 0 0,0 0-1 0 0,0 0 0 0 0,1-1 0 0 0,-1 1 0 0 0,0 1 1 0 0,9 35 3162 0 0,-8-33-3633 0 0,2 4 537 0 0,-1-1-1 0 0,1 1 1 0 0,0-1-1 0 0,1 0 0 0 0,-1-1 1 0 0,1 1-1 0 0,1 0 1 0 0,8 10-1 0 0,-10-15-125 0 0,-1 0 0 0 0,0 0 0 0 0,1 0-1 0 0,-1 0 1 0 0,1-1 0 0 0,-1 1 0 0 0,1-1 0 0 0,0 1 0 0 0,0-1-1 0 0,-1 0 1 0 0,1 0 0 0 0,0 0 0 0 0,0-1 0 0 0,0 1-1 0 0,0-1 1 0 0,0 1 0 0 0,0-1 0 0 0,0 0 0 0 0,1 0 0 0 0,-1-1-1 0 0,0 1 1 0 0,0 0 0 0 0,0-1 0 0 0,0 0 0 0 0,3-1 0 0 0,26-12-218 0 0,-1-1 1 0 0,-1-1 0 0 0,0-2 0 0 0,39-31 0 0 0,-57 41-2 0 0,1-1-33 0 0,0-1-20 0 0,1 1-1 0 0,0 0 0 0 0,24-11 1 0 0,-33 18 226 0 0,-1 1 0 0 0,1-1 0 0 0,0 1 0 0 0,1 0 0 0 0,-1 0 0 0 0,0 0 0 0 0,0 1 1 0 0,0 0-1 0 0,1 0 0 0 0,-1 0 0 0 0,0 0 0 0 0,0 1 0 0 0,0 0 0 0 0,0 0 0 0 0,9 4 1 0 0,37 16 679 0 0,-34-13-422 0 0,1-1-1 0 0,-1 0 0 0 0,1-1 0 0 0,0-1 0 0 0,0-1 1 0 0,30 3-1 0 0,-27-7-158 0 0,-1 0 1 0 0,1-2-1 0 0,0 0 1 0 0,-1-2-1 0 0,0 0 1 0 0,0-1-1 0 0,25-10 0 0 0,131-67 187 0 0,-116 51-310 0 0,-55 31-1257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7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1 144 9671 0 0,'13'1'6383'0'0,"4"2"-4421"0"0,17 2-1064 0 0,29-3 482 0 0,95-10 0 0 0,-125 4-1325 0 0,-1-2 1 0 0,1-1-1 0 0,-2-1 1 0 0,54-22-1 0 0,-23 1 5 0 0,-34 15-132 0 0,0 1 0 0 0,48-14 0 0 0,-67 25 58 0 0,1 0-1 0 0,0 0 0 0 0,0 1 1 0 0,-1 0-1 0 0,1 1 0 0 0,0 0 1 0 0,0 0-1 0 0,0 1 0 0 0,0 1 1 0 0,0 0-1 0 0,0 0 0 0 0,11 4 1 0 0,-2 2 19 0 0,-1 0 1 0 0,29 17-1 0 0,-38-19-204 0 0,-1-1 0 0 0,0 1-1 0 0,-1 0 1 0 0,1 1 0 0 0,-1 0 0 0 0,0 0-1 0 0,7 11 1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8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74 8287 0 0,'-1'0'73'0'0,"1"-1"0"0"0,0 1-1 0 0,0 0 1 0 0,-1-1 0 0 0,1 1-1 0 0,0 0 1 0 0,0-1 0 0 0,0 1-1 0 0,0 0 1 0 0,-1-1 0 0 0,1 1-1 0 0,0 0 1 0 0,0-1-1 0 0,0 1 1 0 0,0 0 0 0 0,0-1-1 0 0,0 1 1 0 0,0 0 0 0 0,0-1-1 0 0,0 1 1 0 0,0-1 0 0 0,0 1-1 0 0,0 0 1 0 0,0-1 0 0 0,0 1-1 0 0,0 0 1 0 0,1-1 0 0 0,-1 1-1 0 0,0 0 1 0 0,0-1-1 0 0,0 1 1 0 0,13-1 3568 0 0,-6 1-3341 0 0,107 9 2782 0 0,49 1-870 0 0,-132-10-1938 0 0,1-1 0 0 0,-1-2 0 0 0,41-9 0 0 0,19-15 165 0 0,-68 18-472 0 0,1 1 1 0 0,0 2-1 0 0,0 0 0 0 0,27-2 0 0 0,-50 8-69 0 0,1 0 0 0 0,0 0 0 0 0,-1 0 0 0 0,1 0 0 0 0,-1 0 0 0 0,1 0-1 0 0,-1 0 1 0 0,1 1 0 0 0,0-1 0 0 0,-1 0 0 0 0,1 1 0 0 0,-1 0 0 0 0,1-1 0 0 0,-1 1 0 0 0,0 0 0 0 0,1-1 0 0 0,-1 1 0 0 0,0 0 0 0 0,2 2 0 0 0,2 11-5970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8.2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0 114 17911 0 0,'15'-7'256'0'0,"0"1"0"0"0,0 1 0 0 0,1 0 0 0 0,0 1-1 0 0,-1 1 1 0 0,1 0 0 0 0,24 0 0 0 0,8-3-31 0 0,48-8-99 0 0,186-26 869 0 0,4 22-1302 0 0,-282 18 215 0 0,11 1-1705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9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300 104 6911 0 0,'1'-5'645'0'0,"1"0"-1"0"0,-1-1 1 0 0,0 1-1 0 0,0 0 1 0 0,-1-1-1 0 0,1 1 1 0 0,-1 0-1 0 0,0-1 1 0 0,-1 1-1 0 0,0-1 1 0 0,-1-5-1 0 0,2 9-576 0 0,-1 0-1 0 0,1 0 0 0 0,-1 0 0 0 0,0 1 0 0 0,0-1 0 0 0,0 0 0 0 0,0 1 0 0 0,0-1 0 0 0,0 1 1 0 0,-1-1-1 0 0,1 1 0 0 0,0-1 0 0 0,-1 1 0 0 0,1 0 0 0 0,-1 0 0 0 0,1 0 0 0 0,-1-1 0 0 0,0 2 1 0 0,1-1-1 0 0,-1 0 0 0 0,0 0 0 0 0,0 0 0 0 0,0 1 0 0 0,1-1 0 0 0,-1 1 0 0 0,0 0 0 0 0,0-1 1 0 0,0 1-1 0 0,0 0 0 0 0,0 0 0 0 0,0 0 0 0 0,0 0 0 0 0,-3 1 0 0 0,-3 1 92 0 0,0 0 0 0 0,0 0 0 0 0,0 1-1 0 0,0 0 1 0 0,1 1 0 0 0,-1-1 0 0 0,1 1 0 0 0,0 1 0 0 0,0-1-1 0 0,1 1 1 0 0,-1 0 0 0 0,1 1 0 0 0,0 0 0 0 0,-9 11-1 0 0,2 0 185 0 0,0 1-1 0 0,1 0 1 0 0,1 0-1 0 0,-13 29 1 0 0,13-21 24 0 0,0 0 1 0 0,2 0-1 0 0,1 1 1 0 0,1 0-1 0 0,-5 46 1 0 0,11-60-262 0 0,0 0 0 0 0,1 0 1 0 0,0-1-1 0 0,1 1 0 0 0,1 0 1 0 0,0-1-1 0 0,0 1 0 0 0,1-1 1 0 0,1 1-1 0 0,0-1 0 0 0,1 0 1 0 0,0-1-1 0 0,1 1 0 0 0,12 17 1 0 0,-14-24-93 0 0,0 0 1 0 0,1 0-1 0 0,0-1 1 0 0,0 1-1 0 0,0-1 1 0 0,0-1-1 0 0,1 1 1 0 0,-1-1-1 0 0,1 0 1 0 0,0 0-1 0 0,0-1 1 0 0,0 1-1 0 0,0-1 0 0 0,1-1 1 0 0,-1 1-1 0 0,1-1 1 0 0,-1 0-1 0 0,1-1 1 0 0,-1 1-1 0 0,1-1 1 0 0,-1-1-1 0 0,1 1 1 0 0,10-3-1 0 0,-7 1-375 0 0,1 0-1 0 0,-1-1 1 0 0,0 0-1 0 0,1-1 1 0 0,-1 0-1 0 0,-1 0 1 0 0,1-1-1 0 0,-1-1 1 0 0,0 0-1 0 0,0 0 1 0 0,0 0-1 0 0,-1-1 1 0 0,14-15 0 0 0,-10 5-1669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0:59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12895 0 0,'0'-1'101'0'0,"0"1"0"0"0,0-1-1 0 0,0 1 1 0 0,0-1 0 0 0,0 1-1 0 0,1-1 1 0 0,-1 1-1 0 0,0 0 1 0 0,0-1 0 0 0,0 1-1 0 0,0-1 1 0 0,0 1 0 0 0,1-1-1 0 0,-1 1 1 0 0,0 0 0 0 0,0-1-1 0 0,1 1 1 0 0,-1 0 0 0 0,0-1-1 0 0,1 1 1 0 0,-1 0-1 0 0,0-1 1 0 0,1 1 0 0 0,-1 0-1 0 0,0-1 1 0 0,1 1 0 0 0,-1 0-1 0 0,1 0 1 0 0,-1 0 0 0 0,0-1-1 0 0,1 1 1 0 0,-1 0 0 0 0,1 0-1 0 0,0 0 1 0 0,0 1 52 0 0,0-1 0 0 0,0 1 0 0 0,0 0 0 0 0,-1 0 0 0 0,1-1 0 0 0,0 1 0 0 0,0 0 0 0 0,-1 0 0 0 0,1 0 0 0 0,0 0 0 0 0,-1 0 0 0 0,1 0 0 0 0,0 2 0 0 0,15 45 1235 0 0,-15-44-1394 0 0,5 21 339 0 0,0 1 1 0 0,-2 0-1 0 0,1 48 0 0 0,-9 81 216 0 0,-1-30-379 0 0,7-141-385 0 0,0 0 0 0 0,2 0 0 0 0,0 0 0 0 0,0 0 0 0 0,8-16 1 0 0,-9 25 207 0 0,0 0 0 0 0,1 0 0 0 0,0 0 0 0 0,0 0 0 0 0,0 1 0 0 0,1 0 0 0 0,0 0 0 0 0,0 0 0 0 0,1 1 0 0 0,6-6 1 0 0,9-5 445 0 0,39-22 1 0 0,-39 26-204 0 0,37-29-1 0 0,-49 33-216 0 0,-1 0-1 0 0,0 0 1 0 0,0-1-1 0 0,0 0 0 0 0,-1 0 1 0 0,-1 0-1 0 0,9-16 1 0 0,-13 21-16 0 0,0-1 0 0 0,-1 0 0 0 0,1 0 1 0 0,-1 1-1 0 0,1-1 0 0 0,-2 0 0 0 0,1 0 1 0 0,0 0-1 0 0,-1 0 0 0 0,0 0 0 0 0,0 0 0 0 0,-1 0 1 0 0,1 0-1 0 0,-1 0 0 0 0,0 0 0 0 0,0 0 1 0 0,-1 0-1 0 0,1 0 0 0 0,-5-6 0 0 0,6 10-2 0 0,0 1 1 0 0,0 0-1 0 0,0 0 0 0 0,0-1 0 0 0,0 1 1 0 0,0 0-1 0 0,0 0 0 0 0,0 0 1 0 0,-1-1-1 0 0,1 1 0 0 0,0 0 0 0 0,0 0 1 0 0,0 0-1 0 0,0-1 0 0 0,-1 1 0 0 0,1 0 1 0 0,0 0-1 0 0,0 0 0 0 0,0 0 0 0 0,-1-1 1 0 0,1 1-1 0 0,0 0 0 0 0,0 0 1 0 0,-1 0-1 0 0,1 0 0 0 0,0 0 0 0 0,0 0 1 0 0,-1 0-1 0 0,1 0 0 0 0,0 0 0 0 0,0 0 1 0 0,-1 0-1 0 0,1 0 0 0 0,0 0 0 0 0,0 0 1 0 0,-1 0-1 0 0,-7 9 109 0 0,-4 16 121 0 0,12-24-218 0 0,-8 22 160 0 0,1 1-1 0 0,2-1 0 0 0,0 1 0 0 0,2 0 1 0 0,0 0-1 0 0,2 0 0 0 0,0 0 0 0 0,2 1 1 0 0,1-1-1 0 0,4 26 0 0 0,-3-37-114 0 0,1 0 0 0 0,0 0 0 0 0,7 15 0 0 0,-10-24-49 0 0,1 0 0 0 0,0 0 0 0 0,0-1 0 0 0,0 1 0 0 0,1-1 1 0 0,-1 1-1 0 0,1-1 0 0 0,0 0 0 0 0,0 0 0 0 0,0 0 0 0 0,0 0 0 0 0,1 0 0 0 0,-1-1 0 0 0,5 3 0 0 0,-6-4-239 0 0,1-1 0 0 0,-1 1 0 0 0,1-1-1 0 0,-1 0 1 0 0,1 1 0 0 0,-1-1 0 0 0,1 0 0 0 0,-1-1-1 0 0,1 1 1 0 0,-1 0 0 0 0,1-1 0 0 0,-1 1 0 0 0,1-1-1 0 0,-1 0 1 0 0,0 0 0 0 0,1 0 0 0 0,-1 0 0 0 0,0 0-1 0 0,0 0 1 0 0,0 0 0 0 0,1-1 0 0 0,2-3 0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0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18 166 13359 0 0,'1'67'5738'0'0,"0"-22"-4506"0"0,-1 0 1 0 0,-2-1-1 0 0,-9 47 0 0 0,9-84-796 0 0,0-7-147 0 0,0-17-51 0 0,2-27-359 0 0,4-28-336 0 0,-2 13-398 0 0,3 0-1 0 0,23-103 1 0 0,-27 158 818 0 0,0-1 0 0 0,1 1 1 0 0,-1 0-1 0 0,1 0 1 0 0,0-1-1 0 0,1 1 1 0 0,-1 1-1 0 0,4-5 1 0 0,-5 7 29 0 0,0 0 1 0 0,-1 0 0 0 0,1 0-1 0 0,0 0 1 0 0,0 1-1 0 0,0-1 1 0 0,0 0 0 0 0,0 1-1 0 0,0-1 1 0 0,0 1-1 0 0,0-1 1 0 0,0 1 0 0 0,0-1-1 0 0,1 1 1 0 0,-1 0-1 0 0,0 0 1 0 0,0 0 0 0 0,0-1-1 0 0,0 1 1 0 0,1 0 0 0 0,-1 0-1 0 0,0 0 1 0 0,0 1-1 0 0,0-1 1 0 0,0 0 0 0 0,1 0-1 0 0,-1 1 1 0 0,0-1-1 0 0,0 1 1 0 0,0-1 0 0 0,0 1-1 0 0,0-1 1 0 0,0 1-1 0 0,0-1 1 0 0,0 1 0 0 0,1 1-1 0 0,6 5 55 0 0,-1 0 0 0 0,0 0 0 0 0,0 0 0 0 0,0 1 0 0 0,-1 0 0 0 0,5 10 0 0 0,30 56 490 0 0,-29-51-436 0 0,111 195 1957 0 0,-117-200-1698 0 0,-6-18-347 0 0,0 0 0 0 0,0 1-1 0 0,0-1 1 0 0,0 0 0 0 0,0 1 0 0 0,0-1 0 0 0,0 0-1 0 0,0 1 1 0 0,-1-1 0 0 0,1 0 0 0 0,0 0 0 0 0,0 1 0 0 0,0-1-1 0 0,0 0 1 0 0,-1 1 0 0 0,1-1 0 0 0,0 0 0 0 0,0 0-1 0 0,-1 0 1 0 0,1 1 0 0 0,0-1 0 0 0,0 0 0 0 0,-1 0 0 0 0,1 0-1 0 0,0 0 1 0 0,-1 0 0 0 0,1 1 0 0 0,0-1 0 0 0,-1 0-1 0 0,-3 0 61 0 0,0 0-1 0 0,1 0 1 0 0,-1-1-1 0 0,0 1 1 0 0,1-1-1 0 0,-7-1 1 0 0,4 1-82 0 0,-127-23 872 0 0,116 22-723 0 0,-1 1 1 0 0,0 0 0 0 0,1 2 0 0 0,-1 0 0 0 0,-28 6 0 0 0,45-7-133 0 0,0 0-1 0 0,0 0 1 0 0,0 0 0 0 0,-1 1-1 0 0,1-1 1 0 0,0 0 0 0 0,0 1-1 0 0,0-1 1 0 0,0 1-1 0 0,0-1 1 0 0,0 1 0 0 0,0-1-1 0 0,0 1 1 0 0,0 0 0 0 0,0 0-1 0 0,-1 1 1 0 0,2-2-9 0 0,0 1 0 0 0,0-1 0 0 0,0 0 0 0 0,0 1 0 0 0,1-1 0 0 0,-1 1 0 0 0,0-1 0 0 0,0 0 0 0 0,0 1 0 0 0,0-1 0 0 0,1 0 0 0 0,-1 1 0 0 0,0-1 0 0 0,0 1 0 0 0,0-1 0 0 0,1 0 0 0 0,-1 0 0 0 0,0 1 0 0 0,1-1 0 0 0,-1 0 0 0 0,0 0 0 0 0,1 1 0 0 0,-1-1 0 0 0,0 0 0 0 0,1 0 0 0 0,-1 0 0 0 0,0 1 0 0 0,1-1 0 0 0,0 0 0 0 0,4 2-70 0 0,0 0 0 0 0,1 0 1 0 0,-1-1-1 0 0,1 1 0 0 0,8 0 0 0 0,4-2-1019 0 0,0 0-1 0 0,0-1 0 0 0,-1-1 1 0 0,1 0-1 0 0,32-10 1 0 0,-20 3-1054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0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15863 0 0,'9'-11'784'0'0,"-3"11"467"0"0,-4 3-927 0 0,0-1 0 0 0,-1 0 0 0 0,0 1-1 0 0,0-1 1 0 0,1 1 0 0 0,-2-1 0 0 0,3 5 0 0 0,10 43 1318 0 0,-1 1 0 0 0,5 56 1 0 0,-9-47-1404 0 0,19 63 1 0 0,-19-101-305 0 0,-8-21 17 0 0,1 0 0 0 0,-1-1 0 0 0,0 1 1 0 0,1 0-1 0 0,-1-1 0 0 0,0 1 0 0 0,1 0 0 0 0,-1-1 0 0 0,1 1 0 0 0,-1 0 1 0 0,1-1-1 0 0,-1 1 0 0 0,1-1 0 0 0,0 1 0 0 0,-1-1 0 0 0,1 1 0 0 0,0-1 1 0 0,-1 0-1 0 0,1 1 0 0 0,0-1 0 0 0,-1 0 0 0 0,1 1 0 0 0,0-1 1 0 0,0 0-1 0 0,1 0 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0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10135 0 0,'0'-4'334'0'0,"-1"1"-315"0"0,1 1-1 0 0,0-1 1 0 0,0 1-1 0 0,0-1 1 0 0,1 1-1 0 0,-1 0 1 0 0,1-1-1 0 0,-1 1 1 0 0,3-5-1 0 0,6-1 1167 0 0,9 3 3558 0 0,107-11 3378 0 0,-84 13-8254 0 0,-1-2 0 0 0,0-2 0 0 0,77-23 0 0 0,-80 16-1319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85 455 0 0,'1'-4'565'0'0,"1"0"0"0"0,-1 0-1 0 0,0 0 1 0 0,0 0 0 0 0,0 0-1 0 0,-1-1 1 0 0,1 1-1 0 0,-1 0 1 0 0,0-1 0 0 0,0 1-1 0 0,-1 0 1 0 0,0-6 0 0 0,1 8-544 0 0,-1 1 0 0 0,1 0 0 0 0,0 0 0 0 0,-1 0 0 0 0,1 0 0 0 0,0-1 0 0 0,-1 1 0 0 0,0 0 0 0 0,1 0 0 0 0,-1 0 0 0 0,1 0 0 0 0,-1 0 0 0 0,0 1 0 0 0,0-1 0 0 0,0 0 0 0 0,1 0 1 0 0,-1 0-1 0 0,0 0 0 0 0,0 1 0 0 0,0-1 0 0 0,0 1 0 0 0,0-1 0 0 0,0 1 0 0 0,-1-1 0 0 0,1 1 0 0 0,0-1 0 0 0,0 1 0 0 0,0 0 0 0 0,0 0 0 0 0,-1-1 0 0 0,1 1 0 0 0,0 0 0 0 0,0 0 1 0 0,0 0-1 0 0,0 0 0 0 0,-1 1 0 0 0,1-1 0 0 0,0 0 0 0 0,0 0 0 0 0,0 1 0 0 0,0-1 0 0 0,0 1 0 0 0,-1-1 0 0 0,1 1 0 0 0,0-1 0 0 0,0 1 0 0 0,0 0 0 0 0,-1 0 0 0 0,-9 7 133 0 0,0 1 0 0 0,1 0-1 0 0,0 0 1 0 0,1 1 0 0 0,-1 0-1 0 0,2 1 1 0 0,-11 16 0 0 0,-3 2 227 0 0,-11 10 242 0 0,21-26-163 0 0,0 1 0 0 0,1 0 1 0 0,0 0-1 0 0,1 1 0 0 0,1 1 0 0 0,0 0 0 0 0,-7 20 0 0 0,15-33-352 0 0,0-1-1 0 0,1 0 1 0 0,-1 1 0 0 0,1-1-1 0 0,0 0 1 0 0,-1 1 0 0 0,1-1 0 0 0,0 1-1 0 0,0-1 1 0 0,1 0 0 0 0,-1 1-1 0 0,0-1 1 0 0,1 0 0 0 0,0 1 0 0 0,-1-1-1 0 0,1 0 1 0 0,0 0 0 0 0,0 1-1 0 0,2 2 1 0 0,-1-2-31 0 0,1-1 1 0 0,-1 1-1 0 0,1 0 0 0 0,0-1 1 0 0,0 0-1 0 0,0 0 0 0 0,0 1 1 0 0,0-2-1 0 0,0 1 0 0 0,1 0 1 0 0,4 1-1 0 0,5 1 7 0 0,0 0-1 0 0,0-1 1 0 0,1-1 0 0 0,-1 0-1 0 0,26 0 1 0 0,-16-3 124 0 0,35-7 0 0 0,8 0-813 0 0,-24 9-2709 0 0,-37-1 1738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24 5063 0 0,'-1'1'185'0'0,"0"0"-1"0"0,0 0 0 0 0,0 0 1 0 0,0 1-1 0 0,0-1 0 0 0,0 0 1 0 0,1 0-1 0 0,-1 1 0 0 0,0-1 1 0 0,0 0-1 0 0,1 1 0 0 0,-1-1 0 0 0,1 0 1 0 0,0 1-1 0 0,-1-1 0 0 0,1 1 1 0 0,0 1-1 0 0,-1-1-67 0 0,-1 10 469 0 0,-1 0 0 0 0,2-1 0 0 0,0 1 0 0 0,0 0 0 0 0,1 0 0 0 0,0 0-1 0 0,1 0 1 0 0,1 0 0 0 0,3 17 0 0 0,-4-24-438 0 0,1-1-1 0 0,-1 0 0 0 0,1 1 0 0 0,0-1 1 0 0,-1 0-1 0 0,2 0 0 0 0,-1 0 1 0 0,1 0-1 0 0,-1 0 0 0 0,1 0 1 0 0,0-1-1 0 0,0 0 0 0 0,0 1 1 0 0,1-1-1 0 0,-1 0 0 0 0,1 0 0 0 0,0-1 1 0 0,0 1-1 0 0,0-1 0 0 0,0 0 1 0 0,0 0-1 0 0,1 0 0 0 0,-1-1 1 0 0,0 1-1 0 0,1-1 0 0 0,-1 0 1 0 0,8 0-1 0 0,-5-1-110 0 0,0 0 0 0 0,0-1 0 0 0,0 0 0 0 0,0 0 0 0 0,0-1 1 0 0,0 0-1 0 0,0 0 0 0 0,-1-1 0 0 0,1 0 0 0 0,-1 0 0 0 0,0 0 0 0 0,0-1 0 0 0,0 0 0 0 0,0 0 1 0 0,-1 0-1 0 0,1-1 0 0 0,6-8 0 0 0,-7 9-111 0 0,0-1 1 0 0,-1 0-1 0 0,0-1 1 0 0,0 1-1 0 0,0-1 1 0 0,0 0 0 0 0,-1 0-1 0 0,0 0 1 0 0,-1 0-1 0 0,1 0 1 0 0,-1-1-1 0 0,0 1 1 0 0,-1-1-1 0 0,1 0 1 0 0,-1 1-1 0 0,-1-1 1 0 0,1 0-1 0 0,-2-10 1 0 0,1 13 35 0 0,-1 0 1 0 0,0 0 0 0 0,0 0-1 0 0,0 0 1 0 0,-1 0-1 0 0,1 0 1 0 0,-1 0 0 0 0,0 1-1 0 0,0-1 1 0 0,-1 1-1 0 0,1-1 1 0 0,-1 1 0 0 0,1 0-1 0 0,-1 0 1 0 0,-6-5-1 0 0,4 4 30 0 0,0 1-1 0 0,0 0 1 0 0,-1 0-1 0 0,1 1 1 0 0,-1-1-1 0 0,1 1 1 0 0,-1 1-1 0 0,0-1 1 0 0,0 1-1 0 0,-6-1 1 0 0,-2 1-21 0 0,-1 0 1 0 0,1 1 0 0 0,-1 1 0 0 0,1 0-1 0 0,0 1 1 0 0,-1 1 0 0 0,1 0 0 0 0,-18 7-1 0 0,29-9-119 0 0,-20 8 174 0 0,22-9-100 0 0,1 0-1 0 0,-1 1 0 0 0,1-1 1 0 0,-1 0-1 0 0,1 0 1 0 0,-1 1-1 0 0,1-1 0 0 0,-1 0 1 0 0,1 0-1 0 0,0 1 1 0 0,-1-1-1 0 0,1 0 0 0 0,-1 1 1 0 0,1-1-1 0 0,0 1 1 0 0,-1-1-1 0 0,1 1 0 0 0,0-1 1 0 0,-1 1-1 0 0,1-1 0 0 0,0 1 1 0 0,0-1-1 0 0,0 1 1 0 0,-1-1-1 0 0,1 1 0 0 0,0-1 1 0 0,0 1-1 0 0,0-1 1 0 0,0 1-1 0 0,0-1 0 0 0,0 1 1 0 0,0-1-1 0 0,0 2 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8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97 5983 0 0,'0'2'458'0'0,"1"57"6433"0"0,2 29-3717 0 0,0-64-2868 0 0,0 0 1 0 0,1-1-1 0 0,1 0 1 0 0,10 26-1 0 0,-15-47-286 0 0,1 0-1 0 0,0 0 1 0 0,-1 0 0 0 0,1-1 0 0 0,0 1 0 0 0,0 0-1 0 0,1-1 1 0 0,-1 1 0 0 0,0 0 0 0 0,0-1-1 0 0,1 1 1 0 0,-1-1 0 0 0,1 0 0 0 0,-1 0-1 0 0,3 2 1 0 0,-3-3-25 0 0,0 0-1 0 0,-1 0 1 0 0,1 0-1 0 0,0 0 0 0 0,0 0 1 0 0,0 0-1 0 0,0 0 1 0 0,0 0-1 0 0,0 0 1 0 0,-1 0-1 0 0,1 0 0 0 0,0-1 1 0 0,0 1-1 0 0,0 0 1 0 0,-1 0-1 0 0,1-1 1 0 0,0 1-1 0 0,0-1 1 0 0,-1 1-1 0 0,1-1 0 0 0,0 1 1 0 0,-1-1-1 0 0,1 1 1 0 0,0-1-1 0 0,-1 0 1 0 0,1 1-1 0 0,-1-1 1 0 0,1 0-1 0 0,-1 0 0 0 0,1 1 1 0 0,-1-1-1 0 0,0 0 1 0 0,1 0-1 0 0,-1 0 1 0 0,0 1-1 0 0,1-3 1 0 0,3-6-202 0 0,-1-1 0 0 0,0 0 0 0 0,0 0 1 0 0,-1-1-1 0 0,0 1 0 0 0,0 0 1 0 0,-1-14-1 0 0,-6-75-900 0 0,0 39 945 0 0,5 58 217 0 0,0 0 1 0 0,0 0-1 0 0,0-1 0 0 0,0 1 1 0 0,0 0-1 0 0,0-1 0 0 0,1 1 1 0 0,-1 0-1 0 0,1 0 0 0 0,0-1 1 0 0,-1 1-1 0 0,1 0 0 0 0,2-3 1 0 0,-2 5 38 0 0,0 1 1 0 0,0 0-1 0 0,0 0 1 0 0,0 0 0 0 0,0 0-1 0 0,0 0 1 0 0,0 0-1 0 0,0 0 1 0 0,0 0 0 0 0,-1 1-1 0 0,1-1 1 0 0,-1 0-1 0 0,1 0 1 0 0,-1 1 0 0 0,1 1-1 0 0,0-2-17 0 0,9 20 229 0 0,0 0-1 0 0,2-1 1 0 0,0 0-1 0 0,1-1 1 0 0,1 0-1 0 0,1-1 1 0 0,26 24-1 0 0,-37-38-276 0 0,0-1-1 0 0,1 0 0 0 0,-1 0 1 0 0,1 0-1 0 0,0 0 0 0 0,0-1 1 0 0,0 1-1 0 0,0-1 0 0 0,0-1 1 0 0,0 1-1 0 0,1-1 0 0 0,-1 0 1 0 0,1 0-1 0 0,6 0 1 0 0,-7-1-16 0 0,-1 0 0 0 0,1-1 0 0 0,-1 0 1 0 0,0 0-1 0 0,1 0 0 0 0,-1 0 0 0 0,0 0 1 0 0,0-1-1 0 0,0 0 0 0 0,0 0 0 0 0,0 0 1 0 0,0 0-1 0 0,-1-1 0 0 0,1 0 0 0 0,-1 1 1 0 0,1-1-1 0 0,-1 0 0 0 0,3-4 1 0 0,1-2-85 0 0,0-1 0 0 0,0 1 1 0 0,-1-1-1 0 0,-1 0 0 0 0,0 0 1 0 0,0-1-1 0 0,-1 0 1 0 0,0 0-1 0 0,-1 0 0 0 0,0 0 1 0 0,2-21-1 0 0,-4 23 57 0 0,-1 0-1 0 0,0 1 0 0 0,0-1 1 0 0,-1 0-1 0 0,0 1 0 0 0,0-1 1 0 0,-1 0-1 0 0,0 1 1 0 0,0 0-1 0 0,-1-1 0 0 0,0 1 1 0 0,-1 0-1 0 0,0 1 0 0 0,0-1 1 0 0,0 0-1 0 0,-8-8 1 0 0,11 15 35 0 0,1 0 1 0 0,-1 0-1 0 0,0 0 1 0 0,0 0 0 0 0,0 1-1 0 0,0-1 1 0 0,0 0 0 0 0,0 0-1 0 0,0 1 1 0 0,0-1-1 0 0,0 0 1 0 0,0 1 0 0 0,0-1-1 0 0,0 1 1 0 0,0 0-1 0 0,0-1 1 0 0,-1 1 0 0 0,-1-1-1 0 0,3 1 1 0 0,-1 1-1 0 0,0-1 1 0 0,0 0-1 0 0,1 0 1 0 0,-1 1-1 0 0,0-1 0 0 0,0 0 1 0 0,1 1-1 0 0,-1-1 1 0 0,0 0-1 0 0,1 1 1 0 0,-1-1-1 0 0,1 1 1 0 0,-1-1-1 0 0,1 1 0 0 0,-1 0 1 0 0,1-1-1 0 0,-1 1 1 0 0,1-1-1 0 0,-1 1 1 0 0,0 1-1 0 0,0 0-6 0 0,0 1 0 0 0,0 0 0 0 0,0-1 0 0 0,1 1 0 0 0,-1 0 0 0 0,1 0 0 0 0,-1-1 0 0 0,1 1 0 0 0,0 0-1 0 0,0 0 1 0 0,0-1 0 0 0,0 1 0 0 0,1 0 0 0 0,0 4 0 0 0,1-3-123 0 0,-1 1 0 0 0,1-1 0 0 0,0 0 0 0 0,1-1 0 0 0,-1 1 0 0 0,1 0 0 0 0,-1-1 0 0 0,1 1 0 0 0,0-1 0 0 0,0 0 0 0 0,1 0-1 0 0,-1 0 1 0 0,5 3 0 0 0,-2-2-758 0 0,0-1 0 0 0,0 0 0 0 0,0 0-1 0 0,12 3 1 0 0,1-1-4750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8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10591 0 0,'3'76'7553'0'0,"3"-30"-6194"0"0,19 82 1 0 0,-21-115-1138 0 0,0-1 0 0 0,8 19 1 0 0,-10-28-232 0 0,-1 0 0 0 0,0 0 1 0 0,1-1-1 0 0,0 1 0 0 0,0 0 1 0 0,0-1-1 0 0,0 1 0 0 0,0-1 1 0 0,0 1-1 0 0,1-1 0 0 0,-1 0 1 0 0,1 0-1 0 0,0 0 0 0 0,-1-1 1 0 0,5 3-1 0 0,-6-4-97 0 0,0 1 0 0 0,0-1 0 0 0,-1 0 0 0 0,1 0 0 0 0,0 0-1 0 0,-1 0 1 0 0,1 0 0 0 0,0 0 0 0 0,-1 0 0 0 0,1 0 0 0 0,0-1 0 0 0,0 1 0 0 0,-1 0 0 0 0,1 0-1 0 0,0 0 1 0 0,0-1 0 0 0,4-4-1786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61 17567 0 0,'-1'-1'81'0'0,"1"0"0"0"0,0-1 0 0 0,0 1 0 0 0,-1 0 0 0 0,1 0 0 0 0,0-1 0 0 0,0 1 0 0 0,0 0 0 0 0,1 0 0 0 0,-1-1 0 0 0,0 1 0 0 0,0 0-1 0 0,1 0 1 0 0,-1 0 0 0 0,1 0 0 0 0,-1-1 0 0 0,1 1 0 0 0,-1 0 0 0 0,1 0 0 0 0,0 0 0 0 0,-1 0 0 0 0,1 0 0 0 0,2-1 0 0 0,-1 0-48 0 0,1 1 1 0 0,-1 0-1 0 0,1 0 1 0 0,0 1-1 0 0,-1-1 1 0 0,1 1-1 0 0,0-1 1 0 0,5 1-1 0 0,6-2 179 0 0,72-5 361 0 0,0 4-1 0 0,87 8 0 0 0,-74-1-766 0 0,104-9-1 0 0,-196 5 164 0 0,-5 0 27 0 0,0 1 1 0 0,0-1-1 0 0,0 0 1 0 0,0 0-1 0 0,0-1 1 0 0,0 1-1 0 0,0 0 1 0 0,0-1-1 0 0,0 1 1 0 0,0-1-1 0 0,-1 1 0 0 0,1-1 1 0 0,0 0-1 0 0,0 0 1 0 0,3-2-1 0 0,-5 3 5 0 0,0-1-1 0 0,0 1 1 0 0,-1 0-1 0 0,1-1 1 0 0,0 1 0 0 0,0 0-1 0 0,0-1 1 0 0,0 1-1 0 0,-1 0 1 0 0,1 0 0 0 0,0-1-1 0 0,0 1 1 0 0,0 0-1 0 0,-1 0 1 0 0,1-1-1 0 0,0 1 1 0 0,-1 0 0 0 0,1 0-1 0 0,0 0 1 0 0,0-1-1 0 0,-1 1 1 0 0,1 0-1 0 0,0 0 1 0 0,-1 0 0 0 0,1 0-1 0 0,0 0 1 0 0,-1 0-1 0 0,1 0 1 0 0,0 0-1 0 0,-1 0 1 0 0,1 0 0 0 0,0 0-1 0 0,-1 0 1 0 0,0 0-1 0 0,-15-2 55 0 0,14 2-38 0 0,-10 0 6 0 0,0 0 1 0 0,0 1-1 0 0,0 0 0 0 0,0 1 0 0 0,0 0 0 0 0,0 1 0 0 0,1 0 1 0 0,-1 1-1 0 0,1 1 0 0 0,0-1 0 0 0,0 2 0 0 0,1-1 0 0 0,-1 2 1 0 0,1-1-1 0 0,-10 9 0 0 0,14-9-12 0 0,0-1 1 0 0,0 1-1 0 0,1 0 0 0 0,0 0 1 0 0,0 0-1 0 0,0 1 1 0 0,1-1-1 0 0,0 1 0 0 0,0 0 1 0 0,0 1-1 0 0,1-1 1 0 0,0 1-1 0 0,1-1 0 0 0,0 1 1 0 0,0 0-1 0 0,1 0 0 0 0,-1 0 1 0 0,2 0-1 0 0,-1 0 1 0 0,1 0-1 0 0,1 0 0 0 0,-1 0 1 0 0,3 10-1 0 0,0-7 13 0 0,0-1-1 0 0,1-1 0 0 0,0 1 1 0 0,0 0-1 0 0,1-1 0 0 0,0 0 1 0 0,1 0-1 0 0,0-1 0 0 0,0 1 1 0 0,1-1-1 0 0,0 0 0 0 0,1-1 1 0 0,0 0-1 0 0,0 0 0 0 0,0-1 1 0 0,1 0-1 0 0,0 0 0 0 0,16 7 1 0 0,-11-6-58 0 0,1-1-1 0 0,0 0 1 0 0,1-1 0 0 0,-1 0 0 0 0,1-2 0 0 0,0 0-1 0 0,0 0 1 0 0,0-2 0 0 0,1 0 0 0 0,-1-1 0 0 0,26-2-1 0 0,-41 1-113 0 0,2 1-297 0 0,-1 0 1 0 0,1 0 0 0 0,-1-1-1 0 0,1 0 1 0 0,0 1 0 0 0,-1-1-1 0 0,0 0 1 0 0,1 0 0 0 0,3-2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9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49 13823 0 0,'0'-2'127'0'0,"0"1"0"0"0,-1 0 0 0 0,1 0 0 0 0,0 0 0 0 0,0 0 0 0 0,0 0 0 0 0,0 0 0 0 0,0 0-1 0 0,0 0 1 0 0,0 0 0 0 0,0 0 0 0 0,1 0 0 0 0,-1 0 0 0 0,0-1 0 0 0,1 1 0 0 0,-1 0 0 0 0,0 0 0 0 0,1 0 0 0 0,0-1-1 0 0,1 1 184 0 0,0 0 0 0 0,-1 0-1 0 0,1 1 1 0 0,0-1 0 0 0,0 0-1 0 0,0 1 1 0 0,0-1-1 0 0,-1 1 1 0 0,1 0 0 0 0,3-1-1 0 0,-3 1-177 0 0,122-15 434 0 0,-70 13-6261 0 0,-28 0-652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9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1 217 15287 0 0,'4'23'1292'0'0,"9"36"613"0"0,-12-54-1672 0 0,0 0 1 0 0,1 0-1 0 0,0 0 0 0 0,0-1 0 0 0,1 1 0 0 0,-1-1 0 0 0,1 0 0 0 0,0 1 0 0 0,3 3 0 0 0,-6-8-217 0 0,1 0 0 0 0,-1 1 0 0 0,0-1 0 0 0,0 0 0 0 0,0 0 0 0 0,1 0 1 0 0,-1 0-1 0 0,0 1 0 0 0,0-1 0 0 0,0 0 0 0 0,1 0 0 0 0,-1 0 0 0 0,0 0 0 0 0,1 0 0 0 0,-1 0 0 0 0,0 1 0 0 0,0-1 0 0 0,1 0 0 0 0,-1 0 0 0 0,0 0 0 0 0,0 0 0 0 0,1 0 0 0 0,-1 0 0 0 0,0 0 0 0 0,1 0 0 0 0,-1 0 0 0 0,0-1 1 0 0,0 1-1 0 0,1 0 0 0 0,-1 0 0 0 0,0 0 0 0 0,0 0 0 0 0,1 0 0 0 0,-1 0 0 0 0,1-1 0 0 0,6-10 146 0 0,-1-15-199 0 0,-6 25 41 0 0,4-26-323 0 0,-2-1 0 0 0,-3-54 0 0 0,0 56 232 0 0,1-1 0 0 0,0 0 1 0 0,7-34-1 0 0,-7 60 87 0 0,0-1 0 0 0,0 0-1 0 0,1 1 1 0 0,-1-1 0 0 0,0 0 0 0 0,1 1 0 0 0,-1-1 0 0 0,1 0 0 0 0,0 1-1 0 0,0-1 1 0 0,-1 1 0 0 0,1 0 0 0 0,0-1 0 0 0,0 1 0 0 0,0 0 0 0 0,0-1-1 0 0,1 1 1 0 0,-1 0 0 0 0,0 0 0 0 0,0 0 0 0 0,1 0 0 0 0,-1 0 0 0 0,2-1 0 0 0,-1 2 10 0 0,-1 1 0 0 0,1-1 0 0 0,-1 0 0 0 0,1 0 1 0 0,-1 1-1 0 0,1-1 0 0 0,-1 1 0 0 0,1-1 1 0 0,-1 1-1 0 0,0 0 0 0 0,1-1 0 0 0,-1 1 1 0 0,0 0-1 0 0,1 0 0 0 0,-1 0 0 0 0,0 0 0 0 0,0 0 1 0 0,0 0-1 0 0,0 0 0 0 0,0 1 0 0 0,0-1 1 0 0,0 0-1 0 0,-1 1 0 0 0,1-1 0 0 0,1 2 1 0 0,14 27 201 0 0,-1 0 1 0 0,-2 1 0 0 0,13 41 0 0 0,10 22 253 0 0,-26-71-377 0 0,27 58 193 0 0,-32-72-238 0 0,1 0-1 0 0,-1-1 0 0 0,1 1 1 0 0,1-1-1 0 0,0-1 0 0 0,10 10 0 0 0,-16-15-29 0 0,1-1 0 0 0,-1 0-1 0 0,0 0 1 0 0,1 0-1 0 0,-1 0 1 0 0,1 0 0 0 0,0 0-1 0 0,-1 0 1 0 0,1 0-1 0 0,-1-1 1 0 0,1 1-1 0 0,0 0 1 0 0,0-1 0 0 0,-1 0-1 0 0,1 1 1 0 0,0-1-1 0 0,0 0 1 0 0,0 0 0 0 0,3 0-1 0 0,-4-1-1 0 0,0 1 0 0 0,1-1 0 0 0,-1 0-1 0 0,0 0 1 0 0,0 1 0 0 0,0-1 0 0 0,1 0 0 0 0,-1 0-1 0 0,0 0 1 0 0,0 0 0 0 0,0 0 0 0 0,0 0 0 0 0,-1-1-1 0 0,1 1 1 0 0,0 0 0 0 0,0 0 0 0 0,-1-1 0 0 0,2-2-1 0 0,1-4-18 0 0,-1-1 0 0 0,0 0 0 0 0,0 1-1 0 0,-1-1 1 0 0,0 0 0 0 0,-1-11 0 0 0,-2-18-107 0 0,-3 1 0 0 0,0 1 0 0 0,-3-1 0 0 0,-17-54 0 0 0,1 5 133 0 0,23 85-14 0 0,1 0-1 0 0,0 1 0 0 0,-1-1 1 0 0,1 0-1 0 0,0 0 1 0 0,0 0-1 0 0,0 0 1 0 0,-1 0-1 0 0,1 0 1 0 0,0 0-1 0 0,0 0 0 0 0,1 0 1 0 0,-1 1-1 0 0,0-1 1 0 0,0 0-1 0 0,0 0 1 0 0,1 0-1 0 0,-1 0 0 0 0,0 0 1 0 0,1 0-1 0 0,-1 1 1 0 0,1-1-1 0 0,-1 0 1 0 0,1 0-1 0 0,-1 1 0 0 0,1-1 1 0 0,-1 0-1 0 0,1 1 1 0 0,0-1-1 0 0,-1 0 1 0 0,1 1-1 0 0,0-1 1 0 0,0 1-1 0 0,-1-1 0 0 0,1 1 1 0 0,0 0-1 0 0,0-1 1 0 0,0 1-1 0 0,0 0 1 0 0,0-1-1 0 0,-1 1 0 0 0,1 0 1 0 0,0 0-1 0 0,2 0 1 0 0,5 0-133 0 0,-1 0 1 0 0,1 0 0 0 0,0 1-1 0 0,12 2 1 0 0,-3 0-325 0 0,82 4-2819 0 0,-55-5-84 0 0,51 8 0 0 0,-90-9 3275 0 0,0 0 0 0 0,-1 1 0 0 0,1-1 0 0 0,0 1 0 0 0,-1 0 0 0 0,0 0 0 0 0,1 1 0 0 0,-1-1 1 0 0,0 1-1 0 0,0 0 0 0 0,0 0 0 0 0,-1 0 0 0 0,5 4 0 0 0,-4-1 483 0 0,1-1 0 0 0,-1 2 1 0 0,0-1-1 0 0,0 0 0 0 0,-1 1 0 0 0,0 0 0 0 0,5 12 1 0 0,-2 8 1922 0 0,0-1 0 0 0,-2 1 0 0 0,2 48 0 0 0,-4-43-1284 0 0,-2-21-672 0 0,1 0 1 0 0,0 0 0 0 0,1 0-1 0 0,1 0 1 0 0,0 0 0 0 0,7 19-1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09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55 17567 0 0,'-5'-18'776'0'0,"4"8"160"0"0,2 3-744 0 0,2 1-192 0 0,0 3 0 0 0,2 3 0 0 0,2 0 536 0 0,4-3 72 0 0,8 0 8 0 0,9 0 8 0 0,8 2-528 0 0,10 1-96 0 0,-3 1 0 0 0,1 2-8800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1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11663 0 0,'0'0'30'0'0,"0"0"0"0"0,0 0-1 0 0,0 0 1 0 0,-1 0-1 0 0,1 0 1 0 0,0 0-1 0 0,0 0 1 0 0,0 0 0 0 0,0 0-1 0 0,0 0 1 0 0,-1 0-1 0 0,1 0 1 0 0,0 0 0 0 0,0 0-1 0 0,0 0 1 0 0,0 0-1 0 0,0 0 1 0 0,-1 0 0 0 0,1 0-1 0 0,0 0 1 0 0,0 0-1 0 0,0 0 1 0 0,0 0 0 0 0,0 0-1 0 0,-1 0 1 0 0,1 0-1 0 0,0 0 1 0 0,0 0 0 0 0,0 0-1 0 0,0 0 1 0 0,0 1-1 0 0,0-1 1 0 0,0 0 0 0 0,-1 0-1 0 0,1 0 1 0 0,0 0-1 0 0,0 0 1 0 0,0 0 0 0 0,0 0-1 0 0,0 1 1 0 0,0-1-1 0 0,0 0 1 0 0,0 0 0 0 0,-1 11 824 0 0,4 16 79 0 0,-2-22-763 0 0,24 123 2972 0 0,-19-107-2743 0 0,0-1 0 0 0,2 0 0 0 0,0 0 0 0 0,13 21 1 0 0,-18-36-342 0 0,1 0 1 0 0,-1 0 0 0 0,1 0 0 0 0,0-1-1 0 0,0 1 1 0 0,1-1 0 0 0,-1 0 0 0 0,1-1-1 0 0,0 1 1 0 0,0-1 0 0 0,10 5 0 0 0,-13-7-53 0 0,-1-1-1 0 0,1 1 1 0 0,0 0 0 0 0,0-1 0 0 0,0 1-1 0 0,0-1 1 0 0,-1 0 0 0 0,1 0 0 0 0,0 0 0 0 0,0 0-1 0 0,0 0 1 0 0,0 0 0 0 0,0 0 0 0 0,0 0 0 0 0,0-1-1 0 0,-1 1 1 0 0,1-1 0 0 0,0 0 0 0 0,0 1 0 0 0,-1-1-1 0 0,1 0 1 0 0,0 0 0 0 0,-1 0 0 0 0,1 0-1 0 0,-1 0 1 0 0,1-1 0 0 0,-1 1 0 0 0,1 0 0 0 0,-1-1-1 0 0,0 1 1 0 0,0-1 0 0 0,0 1 0 0 0,0-1 0 0 0,0 1-1 0 0,0-1 1 0 0,0 0 0 0 0,0 1 0 0 0,-1-1 0 0 0,1 0-1 0 0,0-2 1 0 0,3-13-155 0 0,0-1 0 0 0,-1 1-1 0 0,-1-1 1 0 0,-1 1 0 0 0,0-1-1 0 0,-1 1 1 0 0,-1-1 0 0 0,-6-30-1 0 0,7 48 101 0 0,0 0-1 0 0,0 0 1 0 0,0 0 0 0 0,0-1-1 0 0,0 1 1 0 0,0 0-1 0 0,-1 0 1 0 0,1 0-1 0 0,0 0 1 0 0,0-1 0 0 0,0 1-1 0 0,0 0 1 0 0,0 0-1 0 0,0 0 1 0 0,0-1-1 0 0,0 1 1 0 0,0 0 0 0 0,0 0-1 0 0,0 0 1 0 0,0-1-1 0 0,0 1 1 0 0,0 0-1 0 0,1 0 1 0 0,-1 0 0 0 0,0 0-1 0 0,0-1 1 0 0,0 1-1 0 0,0 0 1 0 0,0 0 0 0 0,0 0-1 0 0,0 0 1 0 0,0 0-1 0 0,1-1 1 0 0,-1 1-1 0 0,0 0 1 0 0,0 0 0 0 0,0 0-1 0 0,0 0 1 0 0,0 0-1 0 0,1 0 1 0 0,-1 0-1 0 0,0-1 1 0 0,0 1 0 0 0,0 0-1 0 0,0 0 1 0 0,1 0-1 0 0,-1 0 1 0 0,0 0 0 0 0,0 0-1 0 0,0 0 1 0 0,1 0-1 0 0,-1 0 1 0 0,0 0-1 0 0,0 0 1 0 0,0 0 0 0 0,1 0-1 0 0,-1 0 1 0 0,0 0-1 0 0,0 0 1 0 0,0 1-1 0 0,0-1 1 0 0,1 0 0 0 0,-1 0-1 0 0,0 0 1 0 0,0 0-1 0 0,0 0 1 0 0,1 0 0 0 0,4 2-2068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2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2303 0 0,'8'4'16903'0'0,"-8"2"-17412"0"0,3 31 1961 0 0,-2-7-1114 0 0,1 0 1 0 0,2 0 0 0 0,1-1-1 0 0,1 1 1 0 0,11 28 0 0 0,-5-35-1031 0 0,1-12-2551 0 0,-6-9 1260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2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23 3679 0 0,'-1'-2'477'0'0,"1"1"0"0"0,-1 0 0 0 0,0-1 0 0 0,0 1 0 0 0,0 0 0 0 0,0 0 0 0 0,0-1 0 0 0,0 1 0 0 0,0 0 0 0 0,-1 0 0 0 0,1 0 0 0 0,0 0 0 0 0,0 1 0 0 0,-1-1 0 0 0,1 0 0 0 0,-1 0 0 0 0,1 1 0 0 0,0-1-1 0 0,-3 0 1 0 0,0 1 2 0 0,1-1 0 0 0,0 1 0 0 0,-1-1-1 0 0,1 1 1 0 0,0 0 0 0 0,-1 0 0 0 0,1 1-1 0 0,-1-1 1 0 0,-4 2 0 0 0,6-2-397 0 0,0 0 1 0 0,0 1 0 0 0,0-1-1 0 0,0 1 1 0 0,1-1 0 0 0,-1 1-1 0 0,0 0 1 0 0,0 0 0 0 0,0 0-1 0 0,1 0 1 0 0,-1 0 0 0 0,0 0-1 0 0,1 0 1 0 0,-1 1 0 0 0,1-1-1 0 0,0 1 1 0 0,-1-1 0 0 0,1 1-1 0 0,0-1 1 0 0,0 1 0 0 0,0 0-1 0 0,0-1 1 0 0,0 1 0 0 0,0 0-1 0 0,0 0 1 0 0,1 0 0 0 0,-1 0 0 0 0,1 0-1 0 0,-1 0 1 0 0,1 0 0 0 0,0 0-1 0 0,0 0 1 0 0,0 0 0 0 0,0 0-1 0 0,0 2 1 0 0,2 2-64 0 0,0 0 1 0 0,1-1 0 0 0,-1 1-1 0 0,1-1 1 0 0,0 0-1 0 0,0 1 1 0 0,1-1-1 0 0,0-1 1 0 0,0 1 0 0 0,0-1-1 0 0,6 6 1 0 0,9 6-62 0 0,31 20 0 0 0,-9-7 60 0 0,-37-25-18 0 0,1-1-1 0 0,-1 0 1 0 0,-1 1 0 0 0,1 0-1 0 0,0 0 1 0 0,-1 0-1 0 0,0 0 1 0 0,4 8 0 0 0,-6-11 4 0 0,-1 1 1 0 0,1-1 0 0 0,-1 0-1 0 0,0 1 1 0 0,0-1 0 0 0,1 1 0 0 0,-1-1-1 0 0,0 0 1 0 0,0 1 0 0 0,0-1-1 0 0,0 1 1 0 0,-1-1 0 0 0,1 1 0 0 0,0-1-1 0 0,-1 0 1 0 0,1 1 0 0 0,0-1-1 0 0,-1 0 1 0 0,0 1 0 0 0,1-1-1 0 0,-1 0 1 0 0,0 0 0 0 0,0 0 0 0 0,1 1-1 0 0,-1-1 1 0 0,0 0 0 0 0,0 0-1 0 0,0 0 1 0 0,-1 0 0 0 0,1-1 0 0 0,0 1-1 0 0,0 0 1 0 0,0 0 0 0 0,-1-1-1 0 0,1 1 1 0 0,-2 0 0 0 0,-8 5 58 0 0,0 0 0 0 0,-1-1 0 0 0,-14 5 0 0 0,21-9-45 0 0,1 0-1 0 0,-1 0 0 0 0,1 0 1 0 0,-1 0-1 0 0,1 0 0 0 0,-1-1 0 0 0,0 0 1 0 0,1 0-1 0 0,-1 0 0 0 0,1-1 1 0 0,-1 0-1 0 0,-5-1 0 0 0,9 2-41 0 0,1 0 0 0 0,-1-1 0 0 0,1 1 0 0 0,-1 0 0 0 0,1 0-1 0 0,0 0 1 0 0,-1-1 0 0 0,1 1 0 0 0,-1 0 0 0 0,1 0 0 0 0,0-1 0 0 0,-1 1 0 0 0,1 0-1 0 0,0-1 1 0 0,-1 1 0 0 0,1 0 0 0 0,0-1 0 0 0,0 1 0 0 0,-1-1 0 0 0,1 1 0 0 0,0-1-1 0 0,0 1 1 0 0,0 0 0 0 0,-1-1 0 0 0,1 1 0 0 0,0-1 0 0 0,0 1 0 0 0,0-1 0 0 0,0 1-1 0 0,0-1 1 0 0,0 1 0 0 0,0-1 0 0 0,0 1 0 0 0,0-1 0 0 0,0 1 0 0 0,0-1 0 0 0,0 1 0 0 0,1-1-1 0 0,-1 1 1 0 0,0-1 0 0 0,13-17-1874 0 0,-13 17 1773 0 0,9-9-1791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2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31 17623 0 0,'-1'0'82'0'0,"0"0"-1"0"0,0 0 0 0 0,0 0 0 0 0,0 0 1 0 0,0 1-1 0 0,0-1 0 0 0,0 0 1 0 0,0 1-1 0 0,0-1 0 0 0,1 0 1 0 0,-1 1-1 0 0,0-1 0 0 0,0 1 0 0 0,0-1 1 0 0,1 1-1 0 0,-1 0 0 0 0,0-1 1 0 0,1 1-1 0 0,-1 0 0 0 0,0 0 1 0 0,1-1-1 0 0,-2 3 0 0 0,1-1 23 0 0,0 1 0 0 0,-1 0 0 0 0,1 0 0 0 0,0 0-1 0 0,1 1 1 0 0,-1-1 0 0 0,0 3 0 0 0,0 7 316 0 0,0-1 1 0 0,2 21 0 0 0,-1-28-358 0 0,1-1-1 0 0,-1 0 1 0 0,1 1 0 0 0,0-1 0 0 0,0 0-1 0 0,0 0 1 0 0,1 0 0 0 0,-1 0-1 0 0,1 0 1 0 0,0 0 0 0 0,0 0 0 0 0,0-1-1 0 0,1 1 1 0 0,-1-1 0 0 0,1 1 0 0 0,0-1-1 0 0,0 0 1 0 0,0 0 0 0 0,1 0-1 0 0,-1-1 1 0 0,1 1 0 0 0,-1-1 0 0 0,1 1-1 0 0,0-1 1 0 0,0-1 0 0 0,0 1 0 0 0,0 0-1 0 0,0-1 1 0 0,0 0 0 0 0,0 0 0 0 0,0 0-1 0 0,1-1 1 0 0,-1 1 0 0 0,0-1-1 0 0,1 0 1 0 0,-1 0 0 0 0,0 0 0 0 0,1-1-1 0 0,6-1 1 0 0,-4 0-139 0 0,0 0 0 0 0,0 0-1 0 0,0-1 1 0 0,0 0 0 0 0,-1 0 0 0 0,1 0-1 0 0,-1-1 1 0 0,0 0 0 0 0,0 0 0 0 0,0-1-1 0 0,0 0 1 0 0,-1 0 0 0 0,0 0 0 0 0,0 0-1 0 0,6-10 1 0 0,-7 10 12 0 0,-1 0 0 0 0,0-1 0 0 0,0 1-1 0 0,0-1 1 0 0,0 0 0 0 0,-1 0 0 0 0,0 0-1 0 0,0 0 1 0 0,-1-1 0 0 0,0 1 0 0 0,0 0 0 0 0,0-1-1 0 0,-1 1 1 0 0,0-1 0 0 0,0 1 0 0 0,-1 0 0 0 0,0-1-1 0 0,-1-6 1 0 0,-8-6 276 0 0,10 18-204 0 0,0 1 0 0 0,-1-1 0 0 0,1 0 0 0 0,0 1-1 0 0,-1-1 1 0 0,1 0 0 0 0,-1 1 0 0 0,1-1 0 0 0,-1 1 0 0 0,1-1 0 0 0,-1 1-1 0 0,1-1 1 0 0,-1 1 0 0 0,1-1 0 0 0,-1 1 0 0 0,0 0 0 0 0,1-1-1 0 0,-1 1 1 0 0,0 0 0 0 0,1-1 0 0 0,-1 1 0 0 0,0 0 0 0 0,1 0 0 0 0,-1 0-1 0 0,0 0 1 0 0,-1 0 0 0 0,31 16-4296 0 0,-16-11-293 0 0,2 1-1134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3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1 216 3679 0 0,'7'9'161'0'0,"-3"-5"-84"0"0,-1 0 0 0 0,0 0 0 0 0,0 1 0 0 0,0-1 0 0 0,0 1 0 0 0,1 5 0 0 0,2 13 9010 0 0,-5-17-8402 0 0,-1 1-1 0 0,1-1 1 0 0,-1 1 0 0 0,0 0-1 0 0,0-1 1 0 0,-1 1 0 0 0,-1 6-1 0 0,2-12-599 0 0,0-1-1 0 0,0 1 0 0 0,0-1 1 0 0,-1 0-1 0 0,1 1 0 0 0,0-1 1 0 0,0 1-1 0 0,0-1 0 0 0,0 1 1 0 0,0-1-1 0 0,0 0 0 0 0,-1 1 1 0 0,1-1-1 0 0,0 0 0 0 0,0 1 1 0 0,-1-1-1 0 0,1 0 0 0 0,0 1 1 0 0,0-1-1 0 0,-1 0 0 0 0,1 1 1 0 0,0-1-1 0 0,-1 0 0 0 0,1 0 1 0 0,-1 1-1 0 0,1-1 1 0 0,0 0-1 0 0,-1 0 0 0 0,1 0 1 0 0,-1 0-1 0 0,1 1 0 0 0,-9-11 1288 0 0,0-21-550 0 0,9 13-861 0 0,0 1-1 0 0,1-1 0 0 0,1 1 0 0 0,1-1 0 0 0,0 1 1 0 0,1 0-1 0 0,1 0 0 0 0,0 0 0 0 0,2 1 0 0 0,0 0 0 0 0,1 0 1 0 0,0 1-1 0 0,1 0 0 0 0,19-24 0 0 0,-25 35-2 0 0,1 0 1 0 0,0 1-1 0 0,0-1 0 0 0,0 1 0 0 0,0 0 0 0 0,0 0 0 0 0,1 0 1 0 0,-1 1-1 0 0,1-1 0 0 0,7-2 0 0 0,-9 4 26 0 0,0 1-1 0 0,0-1 1 0 0,-1 1-1 0 0,1-1 0 0 0,0 1 1 0 0,0 0-1 0 0,-1 0 1 0 0,1 0-1 0 0,0 1 1 0 0,0-1-1 0 0,-1 0 1 0 0,1 1-1 0 0,0 0 1 0 0,-1 0-1 0 0,1 0 0 0 0,-1 0 1 0 0,1 0-1 0 0,-1 0 1 0 0,1 1-1 0 0,-1-1 1 0 0,4 4-1 0 0,5 5 121 0 0,0 1 0 0 0,-1 0 0 0 0,0 0 0 0 0,-1 1 0 0 0,15 25 0 0 0,-10-11 128 0 0,-2 0 0 0 0,12 32 0 0 0,-24-57-207 0 0,1 0 0 0 0,-1 1 0 0 0,1-1 0 0 0,-1 0 0 0 0,1 0-1 0 0,-1 0 1 0 0,0 1 0 0 0,0-1 0 0 0,0 0 0 0 0,0 0 0 0 0,0 1 0 0 0,0-1 0 0 0,0 0-1 0 0,0 0 1 0 0,0 1 0 0 0,-1-1 0 0 0,1 0 0 0 0,0 0 0 0 0,-1 0 0 0 0,1 1 0 0 0,-1-1 0 0 0,1 0-1 0 0,-1 0 1 0 0,0 0 0 0 0,1 0 0 0 0,-1 0 0 0 0,0 0 0 0 0,0 0 0 0 0,0 0 0 0 0,0 0-1 0 0,1-1 1 0 0,-1 1 0 0 0,-1 0 0 0 0,1 0 0 0 0,0-1 0 0 0,0 1 0 0 0,0-1 0 0 0,0 1 0 0 0,0-1-1 0 0,0 1 1 0 0,-1-1 0 0 0,1 0 0 0 0,-1 1 0 0 0,-9 0 61 0 0,1 1 0 0 0,0-1 0 0 0,0-1 0 0 0,-16-1 0 0 0,5 1-51 0 0,10 0-40 0 0,-21 1 47 0 0,31-1-55 0 0,0 0 0 0 0,0 0 0 0 0,-1 0-1 0 0,1 0 1 0 0,0 1 0 0 0,0-1 0 0 0,0 0 0 0 0,-1 1 0 0 0,1-1 0 0 0,0 1 0 0 0,0-1 0 0 0,0 1 0 0 0,0-1 0 0 0,0 1 0 0 0,0 0 0 0 0,0-1 0 0 0,-2 3-1 0 0,3-2-44 0 0,0-1 0 0 0,0 1 0 0 0,1 0 0 0 0,-1-1 0 0 0,0 1-1 0 0,0 0 1 0 0,0 0 0 0 0,1-1 0 0 0,-1 1 0 0 0,0-1 0 0 0,0 1-1 0 0,1 0 1 0 0,-1-1 0 0 0,1 1 0 0 0,-1-1 0 0 0,0 1 0 0 0,1 0-1 0 0,-1-1 1 0 0,1 0 0 0 0,0 1 0 0 0,-1-1 0 0 0,1 1 0 0 0,-1-1-1 0 0,1 0 1 0 0,0 1 0 0 0,-1-1 0 0 0,1 0 0 0 0,0 1-1 0 0,0-1 1 0 0,24 11-2314 0 0,-23-10 1887 0 0,14 4-1866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19 13359 0 0,'0'-19'3178'0'0,"-1"29"-921"0"0,-7 143 559 0 0,8-135-2518 0 0,1 0 0 0 0,1 0 0 0 0,1-1-1 0 0,0 1 1 0 0,1 0 0 0 0,10 25 0 0 0,-13-41-255 0 0,0 0 0 0 0,0 0 0 0 0,0 0 0 0 0,0 0 0 0 0,0 0 0 0 0,1-1 0 0 0,-1 1 0 0 0,1 0 0 0 0,-1 0 1 0 0,1-1-1 0 0,-1 1 0 0 0,1-1 0 0 0,0 0 0 0 0,0 1 0 0 0,0-1 0 0 0,0 0 0 0 0,0 0 0 0 0,0 0 0 0 0,0 0 0 0 0,0-1 0 0 0,1 1 0 0 0,-1-1 0 0 0,0 1 0 0 0,0-1 0 0 0,1 0 0 0 0,-1 1 0 0 0,0-1 0 0 0,0 0 0 0 0,1-1 0 0 0,-1 1 0 0 0,4-1 0 0 0,7-2-311 0 0,0-1-1 0 0,0 0 0 0 0,-1-1 0 0 0,18-9 0 0 0,-2 1-1800 0 0,-15 7 112 0 0,-1 1-82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3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16559 0 0,'17'27'2626'0'0,"-1"7"-1437"0"0,16 49 0 0 0,1 2-2025 0 0,-27-73-338 0 0,3-2-68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3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42 17191 0 0,'0'-1'103'0'0,"-1"-1"0"0"0,1 1 0 0 0,0 0 0 0 0,0-1 0 0 0,0 1 0 0 0,0-1 0 0 0,0 1 0 0 0,0 0 0 0 0,0-1 0 0 0,0 1 0 0 0,0 0 0 0 0,1-1 0 0 0,-1 1 0 0 0,0-1 0 0 0,1 1 0 0 0,0 0 0 0 0,-1 0 0 0 0,2-3 0 0 0,0 3 48 0 0,1 0 0 0 0,-1-1 0 0 0,0 1 0 0 0,1 0 0 0 0,-1 0 0 0 0,0 1 0 0 0,1-1 0 0 0,-1 1 0 0 0,5-1-1 0 0,-5 0-56 0 0,6 0 33 0 0,1 0-1 0 0,-1 0 0 0 0,0 1 1 0 0,1 0-1 0 0,-1 0 1 0 0,0 1-1 0 0,0 0 1 0 0,1 1-1 0 0,-1 0 0 0 0,0 0 1 0 0,0 1-1 0 0,-1 0 1 0 0,13 6-1 0 0,-16-7-75 0 0,0 0 0 0 0,-1 0-1 0 0,1 1 1 0 0,-1-1 0 0 0,0 1-1 0 0,0 0 1 0 0,0 0 0 0 0,0 0-1 0 0,0 0 1 0 0,-1 1 0 0 0,0-1-1 0 0,1 1 1 0 0,-1-1 0 0 0,0 1 0 0 0,-1 0-1 0 0,1 0 1 0 0,-1 0 0 0 0,1 0-1 0 0,-1 0 1 0 0,0 0 0 0 0,-1 0-1 0 0,1 0 1 0 0,-1 0 0 0 0,0 0-1 0 0,0 1 1 0 0,0-1 0 0 0,0 0-1 0 0,-2 8 1 0 0,-2 0-73 0 0,0 0-1 0 0,-1-1 1 0 0,0 1-1 0 0,-1-1 1 0 0,0 0 0 0 0,-1-1-1 0 0,0 1 1 0 0,-1-1-1 0 0,-13 13 1 0 0,11-12-3 0 0,1 0 0 0 0,0 1-1 0 0,1 0 1 0 0,0 1 0 0 0,0-1 0 0 0,-6 19 0 0 0,13-29 32 0 0,0 1-1 0 0,0-1 0 0 0,0 1 1 0 0,0-1-1 0 0,1 1 1 0 0,0 0-1 0 0,-1-1 1 0 0,1 1-1 0 0,0-1 0 0 0,0 1 1 0 0,0 0-1 0 0,0-1 1 0 0,1 1-1 0 0,-1-1 1 0 0,1 1-1 0 0,0 0 0 0 0,0-1 1 0 0,-1 1-1 0 0,2-1 1 0 0,-1 0-1 0 0,0 1 1 0 0,0-1-1 0 0,1 0 0 0 0,-1 0 1 0 0,1 0-1 0 0,0 0 1 0 0,3 3-1 0 0,-1-2 9 0 0,1 1 0 0 0,0-1 0 0 0,0-1 0 0 0,0 1 0 0 0,1-1 0 0 0,-1 0 0 0 0,1 0 0 0 0,-1-1 0 0 0,1 1 0 0 0,0-1 0 0 0,9 0 0 0 0,1 1-2232 0 0,0-1 0 0 0,-1-1 0 0 0,22-3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4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30 16903 0 0,'-6'-8'744'0'0,"3"4"160"0"0,2 1-720 0 0,1 2-184 0 0,1-1 0 0 0,2 2 0 0 0,0-1 160 0 0,2 1 0 0 0,3-2 0 0 0,2 1 0 0 0,4-2-160 0 0,0 3 0 0 0,1-3-80 0 0,-1 2-5072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4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19 113 11519 0 0,'3'-4'414'0'0,"0"1"0"0"0,-1-1-1 0 0,2 1 1 0 0,-1 0 0 0 0,0 0 0 0 0,1 0-1 0 0,-1 0 1 0 0,1 1 0 0 0,0-1 0 0 0,0 1-1 0 0,8-3 1 0 0,53-17 2722 0 0,-37 14-3550 0 0,-8 2 356 0 0,-11 3-232 0 0,0 1-1 0 0,0-1 1 0 0,0 0 0 0 0,-1-1-1 0 0,0 0 1 0 0,15-9-1 0 0,-19 6-2284 0 0,-12 7-15 0 0,-13 7 309 0 0,-46 24 1033 0 0,49-22 2040 0 0,2 1 0 0 0,-1 0 0 0 0,-25 22 0 0 0,36-27-419 0 0,0 1 0 0 0,0 0 0 0 0,0 0 0 0 0,1 1 0 0 0,0-1 0 0 0,0 1 0 0 0,0 0 0 0 0,1 0 0 0 0,0 1 0 0 0,1-1 0 0 0,0 1 0 0 0,0 0 0 0 0,1 0 0 0 0,-1 0 0 0 0,2 0 0 0 0,-1 1 0 0 0,1-1 0 0 0,0 0 0 0 0,1 0 0 0 0,1 9 0 0 0,0-8-207 0 0,0-1 0 0 0,1 1 0 0 0,0-1-1 0 0,0 0 1 0 0,1 1 0 0 0,0-1 0 0 0,1-1 0 0 0,0 1 0 0 0,0 0 0 0 0,0-1 0 0 0,1 0-1 0 0,0 0 1 0 0,1 0 0 0 0,-1-1 0 0 0,1 0 0 0 0,1 0 0 0 0,-1 0 0 0 0,1-1 0 0 0,14 9 0 0 0,-14-10-168 0 0,-1 0 1 0 0,1 0 0 0 0,0-1 0 0 0,0 0 0 0 0,1-1 0 0 0,-1 0 0 0 0,0 0 0 0 0,1 0 0 0 0,0-1 0 0 0,-1 0 0 0 0,1 0 0 0 0,0-1 0 0 0,-1 0 0 0 0,1-1 0 0 0,0 0 0 0 0,-1 0 0 0 0,1 0-1 0 0,-1-1 1 0 0,1 0 0 0 0,-1 0 0 0 0,0-1 0 0 0,11-5 0 0 0,-3-4-2521 0 0,-10 5 1024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4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11975 0 0,'4'-7'528'0'0,"-2"3"112"0"0,-2 1-512 0 0,4 0-128 0 0,1 3 0 0 0,-1 0 0 0 0,2-2 928 0 0,2 2 160 0 0,7-1 32 0 0,4-1 8 0 0,3-1-544 0 0,3 2-104 0 0,-1 0-32 0 0,-2-1-5472 0 0,-2 1-1088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4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6 245 16039 0 0,'-1'4'249'0'0,"0"0"0"0"0,0 0 0 0 0,0 1 0 0 0,1-1 0 0 0,-1 0 0 0 0,1 0 0 0 0,0 1 0 0 0,0-1 0 0 0,1 6 0 0 0,10 41 1188 0 0,-7-35-897 0 0,0 5 116 0 0,-2-11-180 0 0,-1-1 0 0 0,2 0 1 0 0,-1 0-1 0 0,9 18 0 0 0,-11-27-466 0 0,0 0 0 0 0,0 0 1 0 0,0 1-1 0 0,0-1 0 0 0,0 0 0 0 0,0 0 0 0 0,0 0 0 0 0,0 0 1 0 0,0 1-1 0 0,0-1 0 0 0,0 0 0 0 0,1 0 0 0 0,-1 0 0 0 0,0 0 1 0 0,0 0-1 0 0,0 1 0 0 0,0-1 0 0 0,0 0 0 0 0,1 0 0 0 0,-1 0 1 0 0,0 0-1 0 0,0 0 0 0 0,0 0 0 0 0,0 0 0 0 0,1 1 0 0 0,-1-1 1 0 0,0 0-1 0 0,0 0 0 0 0,0 0 0 0 0,0 0 0 0 0,1 0 0 0 0,-1 0 1 0 0,0 0-1 0 0,0 0 0 0 0,0 0 0 0 0,1 0 0 0 0,-1 0 0 0 0,0 0 1 0 0,0 0-1 0 0,0 0 0 0 0,1 0 0 0 0,-1 0 0 0 0,0-1 0 0 0,0 1 1 0 0,0 0-1 0 0,1 0 0 0 0,4-11 14 0 0,-1-15-498 0 0,-2-44-633 0 0,-2 24 578 0 0,10-66 1 0 0,-8 99 530 0 0,1-1-1 0 0,0 1 0 0 0,1 0 1 0 0,1 0-1 0 0,0 0 0 0 0,0 1 1 0 0,1 0-1 0 0,1 0 0 0 0,11-16 1 0 0,-15 25 36 0 0,0-1 1 0 0,0 1-1 0 0,1-1 1 0 0,-1 1-1 0 0,1 0 1 0 0,0 0 0 0 0,0 1-1 0 0,0-1 1 0 0,0 1-1 0 0,1 0 1 0 0,8-4 0 0 0,-12 6-14 0 0,1 0 1 0 0,0-1 0 0 0,-1 1 0 0 0,1 0 0 0 0,-1 0-1 0 0,1 0 1 0 0,0 0 0 0 0,-1 0 0 0 0,1 0-1 0 0,0 0 1 0 0,-1 0 0 0 0,1 1 0 0 0,-1-1 0 0 0,1 1-1 0 0,-1-1 1 0 0,1 1 0 0 0,-1 0 0 0 0,1-1-1 0 0,-1 1 1 0 0,1 0 0 0 0,-1 0 0 0 0,0 0 0 0 0,1 0-1 0 0,-1 0 1 0 0,0 1 0 0 0,0-1 0 0 0,0 0-1 0 0,0 0 1 0 0,0 1 0 0 0,0-1 0 0 0,0 0 0 0 0,-1 1-1 0 0,1-1 1 0 0,0 1 0 0 0,-1 0 0 0 0,1-1-1 0 0,0 3 1 0 0,0 3 2 0 0,0 0 0 0 0,0 1-1 0 0,0-1 1 0 0,-1 0 0 0 0,0 0 0 0 0,0 0-1 0 0,-1 1 1 0 0,0-1 0 0 0,0 0-1 0 0,-1 0 1 0 0,0 0 0 0 0,0 0 0 0 0,0-1-1 0 0,-1 1 1 0 0,0-1 0 0 0,-6 10-1 0 0,-7 9-3 0 0,0 0-1 0 0,-31 34 0 0 0,44-55-15 0 0,1-2 5 0 0,1-1 0 0 0,-1 1-1 0 0,1-1 1 0 0,0 1 0 0 0,0 0-1 0 0,0-1 1 0 0,0 1 0 0 0,0 0-1 0 0,0 0 1 0 0,0 0 0 0 0,0 3-1 0 0,1-5 2 0 0,0 1 0 0 0,1 0 0 0 0,-1-1 0 0 0,1 1 0 0 0,-1 0 0 0 0,1-1 0 0 0,-1 1 0 0 0,1-1 0 0 0,0 1 0 0 0,-1-1 0 0 0,1 1 0 0 0,0-1 0 0 0,-1 1 0 0 0,1-1 0 0 0,0 0 0 0 0,0 1 0 0 0,-1-1 0 0 0,1 0 0 0 0,0 0 0 0 0,0 0 0 0 0,-1 1-1 0 0,1-1 1 0 0,0 0 0 0 0,0 0 0 0 0,0 0 0 0 0,-1 0 0 0 0,1 0 0 0 0,0-1 0 0 0,1 1 0 0 0,60 2 2790 0 0,-17-2-3272 0 0,-27 1-1628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6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5671 0 0,'1'-1'67'0'0,"0"1"-1"0"0,0 0 0 0 0,0 0 0 0 0,0-1 0 0 0,0 1 0 0 0,0 0 0 0 0,0 0 1 0 0,0 0-1 0 0,0 0 0 0 0,0 0 0 0 0,0 0 0 0 0,0 1 0 0 0,0-1 0 0 0,-1 0 1 0 0,1 0-1 0 0,0 1 0 0 0,0-1 0 0 0,0 0 0 0 0,0 1 0 0 0,0-1 0 0 0,-1 1 1 0 0,1-1-1 0 0,0 1 0 0 0,0 0 0 0 0,-1-1 0 0 0,1 1 0 0 0,0 0 0 0 0,-1-1 1 0 0,1 1-1 0 0,-1 0 0 0 0,1 0 0 0 0,-1-1 0 0 0,1 1 0 0 0,-1 0 0 0 0,1 1 1 0 0,15 38 2047 0 0,-13-33-2235 0 0,11 45 704 0 0,-2 1 0 0 0,-2 0-1 0 0,5 83 1 0 0,-8-64-489 0 0,36 587-20 0 0,-5-44 412 0 0,65 45 1598 0 0,40 279-1236 0 0,-126-438-491 0 0,-3-55 1498 0 0,-11-403-1414 0 0,2 1 0 0 0,14 49 0 0 0,-14-72-316 0 0,1-1-1 0 0,2 0 1 0 0,0-1-1 0 0,0 0 1 0 0,2 0-1 0 0,19 27 1 0 0,-20-36-80 0 0,-3-10-264 0 0,1-21-546 0 0,-5 12 540 0 0,3-13-1120 0 0,0-7-381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7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 8895 0 0,'-11'-2'381'0'0,"8"2"-308"0"0,0-1 1 0 0,-1 1-1 0 0,1-1 1 0 0,0 1-1 0 0,0 0 1 0 0,-1 0-1 0 0,-4 1 0 0 0,7-1 79 0 0,0 0 0 0 0,0 1-1 0 0,-1-1 1 0 0,1 0-1 0 0,0 1 1 0 0,0-1 0 0 0,0 1-1 0 0,0-1 1 0 0,0 1 0 0 0,0 0-1 0 0,1-1 1 0 0,-1 1 0 0 0,0 0-1 0 0,0-1 1 0 0,-1 3-1 0 0,2-3-118 0 0,0 1 0 0 0,0-1 0 0 0,0 0-1 0 0,0 1 1 0 0,0-1 0 0 0,1 0-1 0 0,-1 1 1 0 0,0-1 0 0 0,0 0 0 0 0,0 1-1 0 0,1-1 1 0 0,-1 0 0 0 0,0 1-1 0 0,0-1 1 0 0,0 0 0 0 0,1 0-1 0 0,-1 1 1 0 0,0-1 0 0 0,1 0 0 0 0,-1 0-1 0 0,0 1 1 0 0,1-1 0 0 0,-1 0-1 0 0,0 0 1 0 0,1 0 0 0 0,-1 0 0 0 0,0 0-1 0 0,1 0 1 0 0,0 1 0 0 0,39 8 372 0 0,-36-8-298 0 0,261 49 666 0 0,264 32-679 0 0,17-72 1622 0 0,-265-14 1595 0 0,375 1-5178 0 0,-386-1 2000 0 0,60 0-161 0 0,-1 22 702 0 0,-307-14-2043 0 0,0 0 1 0 0,27 9-1 0 0,-25-6-219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8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9215 0 0,'1'-7'405'0'0,"1"-4"155"0"0,1 11 144 0 0,2 9 665 0 0,24 64-401 0 0,-2 2 1 0 0,-4 1-1 0 0,-3 1 1 0 0,-3 1 0 0 0,10 125-1 0 0,-11 404-411 0 0,-17-519-211 0 0,-6 398 351 0 0,-1 100 46 0 0,22-3-23 0 0,19-302 0 0 0,22-4-48 0 0,-39-198-560 0 0,-5-33-59 0 0,37 124-594 0 0,-45-161 269 0 0,1 1-156 0 0,16 32-654 0 0,-15-32-286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8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0 517 11743 0 0,'2'-3'188'0'0,"-1"-1"0"0"0,1 1 0 0 0,0 0 0 0 0,0 0-1 0 0,0 0 1 0 0,1 1 0 0 0,-1-1 0 0 0,1 0 0 0 0,-1 1-1 0 0,1 0 1 0 0,0 0 0 0 0,0 0 0 0 0,0 0 0 0 0,0 0-1 0 0,0 0 1 0 0,7-2 0 0 0,-5 2 131 0 0,5-4 3 0 0,2 0-89 0 0,-1 1 0 0 0,1 0 0 0 0,18-4 0 0 0,-12 3-178 0 0,0-1 33 0 0,0 1 1 0 0,21-3 0 0 0,30-8 99 0 0,-32 10 17 0 0,38-7 3 0 0,-33 7 3 0 0,48-9 10 0 0,-41 8 3 0 0,169-34 215 0 0,628-117 458 0 0,-459 106-821 0 0,-286 43-17 0 0,53 0 6 0 0,31 4-4 0 0,-87 5-4 0 0,28-2-47 0 0,-5 1 1 0 0,-73 1 32 0 0,70-2-33 0 0,-3-3-24 0 0,-72 2-222 0 0,37-7-699 0 0,-41 3-302 0 0,52-15-61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19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3223 0 0,'-9'7'288'0'0,"3"-1"-288"0"0,2 0 0 0 0,1-2 0 0 0,1-1 320 0 0,1-1 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20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4 4607 0 0,'0'0'65'0'0,"0"-1"-1"0"0,0 1 1 0 0,-1-2 708 0 0,1 2-709 0 0,0 0 1 0 0,-1 0-1 0 0,1 0 1 0 0,0 0-1 0 0,0 0 1 0 0,0 0-1 0 0,0 0 1 0 0,-1 0-1 0 0,1 0 0 0 0,0 0 1 0 0,0 0-1 0 0,0 0 1 0 0,-1 0-1 0 0,1 0 1 0 0,0 0-1 0 0,0 0 1 0 0,0 0-1 0 0,-1 0 0 0 0,1 0 1 0 0,0 0-1 0 0,0 0 1 0 0,0 0-1 0 0,0 0 1 0 0,-1 0-1 0 0,-3 8 3123 0 0,-2 15-128 0 0,6-22-3191 0 0,-7 68 1441 0 0,3 0 0 0 0,8 108-1 0 0,-1-83-839 0 0,-2-63-330 0 0,8 189 280 0 0,-4-168-410 0 0,2 0 0 0 0,16 59 0 0 0,-16-89-159 0 0,14 36 0 0 0,-18-51-93 0 0,0 0-1 0 0,1-1 1 0 0,-1 1 0 0 0,2-1-1 0 0,-1 0 1 0 0,1 0 0 0 0,0 0 0 0 0,0-1-1 0 0,6 6 1 0 0,2-3-680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20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79 123 8751 0 0,'-22'-13'705'0'0,"-12"-11"-310"0"0,14 7 4693 0 0,20 17-5063 0 0,0 0 0 0 0,-1-1 0 0 0,1 1-1 0 0,0 0 1 0 0,0-1 0 0 0,-1 1 0 0 0,1 0 0 0 0,0-1-1 0 0,0 1 1 0 0,0 0 0 0 0,0-1 0 0 0,0 1 0 0 0,0-1-1 0 0,0 1 1 0 0,-1 0 0 0 0,1-1 0 0 0,0 1 0 0 0,0-1-1 0 0,0 1 1 0 0,1 0 0 0 0,-1-1 0 0 0,0 1 0 0 0,0-1-1 0 0,0 1 1 0 0,0 0 0 0 0,0-1 0 0 0,0 1 0 0 0,1 0-1 0 0,-1-1 1 0 0,0 1 0 0 0,0 0 0 0 0,0-1-1 0 0,1 1 1 0 0,-1 0 0 0 0,0-1 0 0 0,0 1 0 0 0,1 0-1 0 0,-1 0 1 0 0,0-1 0 0 0,1 1 0 0 0,-1 0 0 0 0,0 0-1 0 0,1-1 1 0 0,-1 1 0 0 0,1 0 0 0 0,-1 0 0 0 0,0 0-1 0 0,1 0 1 0 0,-1 0 0 0 0,1 0 0 0 0,-1 0 0 0 0,0 0-1 0 0,1 0 1 0 0,0 0 0 0 0,25-6 243 0 0,32 2-126 0 0,62 4 0 0 0,35-3 34 0 0,17-13-178 0 0,130-7 15 0 0,-280 22-7 0 0,0 1-1 0 0,0 1 1 0 0,0 1 0 0 0,0 1 0 0 0,23 6 0 0 0,-37-7-5 0 0,0 1 0 0 0,0-1 0 0 0,-1 1 0 0 0,1 1 0 0 0,-1 0 0 0 0,0 0 0 0 0,0 0 0 0 0,0 1 0 0 0,-1 0 1 0 0,1 0-1 0 0,-1 1 0 0 0,0-1 0 0 0,-1 1 0 0 0,1 1 0 0 0,-1-1 0 0 0,7 14 0 0 0,-2 0 77 0 0,-1 0 0 0 0,-2 1 0 0 0,0 0 0 0 0,-1 1 0 0 0,-1-1 0 0 0,4 44 0 0 0,-4 138 776 0 0,-6-132-695 0 0,-21 501 1336 0 0,11-510-1360 0 0,10-57-124 0 0,0 0-1 0 0,-1 1 1 0 0,1-1 0 0 0,-1-1-1 0 0,-1 1 1 0 0,1 0 0 0 0,-1 0 0 0 0,1-1-1 0 0,-6 7 1 0 0,5-9-16 0 0,0 0 0 0 0,0 0 0 0 0,1 0 1 0 0,-1-1-1 0 0,0 1 0 0 0,0-1 0 0 0,0 0 0 0 0,-1 0 0 0 0,1 0 0 0 0,0 0 0 0 0,-7 0 0 0 0,-41 2-94 0 0,34-2 73 0 0,-688 86 1386 0 0,621-71-785 0 0,-41 6 269 0 0,160-22-3453 0 0,-4-3 1223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22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61 5527 0 0,'-4'-13'460'0'0,"-7"-17"-461"0"0,2 12 4142 0 0,9 19-4017 0 0,-1-1-1 0 0,1 1 0 0 0,-1-1 1 0 0,1 0-1 0 0,-1 1 0 0 0,1 0 1 0 0,-1-1-1 0 0,1 1 0 0 0,0-1 1 0 0,-1 1-1 0 0,1-1 0 0 0,0 1 1 0 0,-1 0-1 0 0,1-1 1 0 0,0 1-1 0 0,0 0 0 0 0,-1-1 1 0 0,1 1-1 0 0,0 0 0 0 0,0-1 1 0 0,0 1-1 0 0,0 0 0 0 0,0 0 1 0 0,0 0-1 0 0,-4 27 297 0 0,-33 462 5094 0 0,35-385-5257 0 0,5-1 0 0 0,28 177 1 0 0,-25-244-543 0 0,2 0 0 0 0,1 0 0 0 0,2-1 0 0 0,30 67 1 0 0,-31-90-1056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22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17 170 10135 0 0,'-1'-1'219'0'0,"0"1"0"0"0,0-1-1 0 0,0 0 1 0 0,0 0 0 0 0,-1 0-1 0 0,2 0 1 0 0,-1 0 0 0 0,0 0-1 0 0,0 0 1 0 0,0 0-1 0 0,0-1 1 0 0,1 1 0 0 0,-1 0-1 0 0,0 0 1 0 0,1-1 0 0 0,-1 1-1 0 0,1 0 1 0 0,0-1 0 0 0,-1 1-1 0 0,1-1 1 0 0,0 1 0 0 0,0 0-1 0 0,0-1 1 0 0,0 1 0 0 0,0-1-1 0 0,0 1 1 0 0,0 0-1 0 0,1-1 1 0 0,-1 1 0 0 0,1-2-1 0 0,13-14-242 0 0,-6 11 34 0 0,0 0 1 0 0,0 1 0 0 0,1 0-1 0 0,0 0 1 0 0,0 1 0 0 0,0 0-1 0 0,11-2 1 0 0,70-15-61 0 0,-70 17 20 0 0,239-37-5 0 0,-209 37 106 0 0,0 2 0 0 0,0 2 0 0 0,63 8 0 0 0,-97-5 3 0 0,1-1 0 0 0,-1 2-1 0 0,1 0 1 0 0,-1 2 0 0 0,-1-1-1 0 0,1 2 1 0 0,-1 0 0 0 0,0 1 0 0 0,0 0-1 0 0,-1 1 1 0 0,0 1 0 0 0,-1 0-1 0 0,0 1 1 0 0,-1 0 0 0 0,0 1 0 0 0,-1 1-1 0 0,0-1 1 0 0,-1 2 0 0 0,0 0-1 0 0,-1 0 1 0 0,-1 0 0 0 0,0 1-1 0 0,-1 1 1 0 0,10 31 0 0 0,44 161 1277 0 0,34 220 1 0 0,-90-399-1339 0 0,11 81-16 0 0,-15-96 12 0 0,0 0 1 0 0,-1 0 0 0 0,-1 0-1 0 0,0 0 1 0 0,-5 23 0 0 0,4-31-10 0 0,-1-1 1 0 0,1 1-1 0 0,-1-1 1 0 0,0 1 0 0 0,0-1-1 0 0,0 0 1 0 0,-1 0 0 0 0,0 0-1 0 0,0-1 1 0 0,0 1 0 0 0,0-1-1 0 0,-1 0 1 0 0,0 0 0 0 0,0-1-1 0 0,0 0 1 0 0,0 1 0 0 0,0-1-1 0 0,-1-1 1 0 0,-6 3 0 0 0,-13 4-2 0 0,0 0 1 0 0,-1-2-1 0 0,-27 4 0 0 0,36-8 1 0 0,-494 57 2448 0 0,374-50-1975 0 0,111-8-166 0 0,7-1-189 0 0,-1 0 1 0 0,1 2-1 0 0,0 0 0 0 0,-22 7 0 0 0,41-10-135 0 0,0 0 1 0 0,0 0-1 0 0,0 1 0 0 0,0-1 1 0 0,0 0-1 0 0,0 0 0 0 0,0 0 1 0 0,0 0-1 0 0,0 0 0 0 0,0 0 1 0 0,0 0-1 0 0,0 0 1 0 0,0 0-1 0 0,0 0 0 0 0,1 1 1 0 0,-1-1-1 0 0,0 0 0 0 0,0 0 1 0 0,0 0-1 0 0,0 0 1 0 0,0 0-1 0 0,0 0 0 0 0,0 0 1 0 0,0 0-1 0 0,0 0 0 0 0,0 1 1 0 0,0-1-1 0 0,0 0 1 0 0,0 0-1 0 0,0 0 0 0 0,0 0 1 0 0,-1 0-1 0 0,1 0 0 0 0,0 0 1 0 0,0 0-1 0 0,0 0 1 0 0,0 1-1 0 0,0-1 0 0 0,0 0 1 0 0,0 0-1 0 0,0 0 0 0 0,0 0 1 0 0,0 0-1 0 0,0 0 1 0 0,0 0-1 0 0,0 0 0 0 0,0 0 1 0 0,-1 0-1 0 0,1 0 0 0 0,0 0 1 0 0,0 0-1 0 0,0 0 0 0 0,0 0 1 0 0,0 0-1 0 0,0 0 1 0 0,0 0-1 0 0,0 0 0 0 0,-1 0 1 0 0,1 0-1 0 0,0 0 0 0 0,0 0 1 0 0,0 0-1 0 0,0 0 1 0 0,0 0-1 0 0,0 0 0 0 0,0 0 1 0 0,7 2-2320 0 0,3 0-249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26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26 282 2759 0 0,'-1'0'311'0'0,"0"0"0"0"0,0 0 0 0 0,0 0 0 0 0,-1 0 0 0 0,1-1 0 0 0,0 1 0 0 0,0 0 0 0 0,0-1 0 0 0,0 1 0 0 0,1-1 0 0 0,-1 1 0 0 0,0-1 0 0 0,0 1 0 0 0,0-1 0 0 0,0 1 0 0 0,0-1 0 0 0,1 0 0 0 0,-1 0 0 0 0,0 0 0 0 0,1 1 0 0 0,-1-1 0 0 0,0-1 0 0 0,0 1-166 0 0,1 0 0 0 0,-1 0 1 0 0,1 0-1 0 0,-1 0 0 0 0,1 0 0 0 0,0 0 1 0 0,-1 0-1 0 0,1 0 0 0 0,0 0 0 0 0,0 0 0 0 0,0 0 1 0 0,0 0-1 0 0,0 0 0 0 0,0-1 0 0 0,0 1 1 0 0,0 0-1 0 0,0 0 0 0 0,1 0 0 0 0,-1 0 1 0 0,0 0-1 0 0,1 0 0 0 0,-1 0 0 0 0,0 0 1 0 0,1 0-1 0 0,0 0 0 0 0,-1 0 0 0 0,1 0 1 0 0,-1 1-1 0 0,1-1 0 0 0,0 0 0 0 0,0 0 0 0 0,-1 0 1 0 0,3 0-1 0 0,176-109 820 0 0,-154 93-970 0 0,43-28-34 0 0,-61 41 35 0 0,1 0 0 0 0,0 0 0 0 0,1 1 0 0 0,-1 0 0 0 0,1 0 0 0 0,15-2 0 0 0,11-5 4 0 0,-30 8 0 0 0,0 0 0 0 0,1 1 0 0 0,0 0 0 0 0,-1-1 0 0 0,9 1 0 0 0,-13 1 20 0 0,0 0-1 0 0,1 1 0 0 0,-1-1 1 0 0,0 1-1 0 0,0-1 1 0 0,0 1-1 0 0,0-1 0 0 0,0 1 1 0 0,0 0-1 0 0,0 0 0 0 0,0-1 1 0 0,0 1-1 0 0,0 0 1 0 0,0 0-1 0 0,0 0 0 0 0,-1 0 1 0 0,1 0-1 0 0,1 2 1 0 0,14 25 618 0 0,-7-11-405 0 0,6 9-101 0 0,-13-21-17 0 0,1 0 0 0 0,-1 0-1 0 0,1 0 1 0 0,1-1 0 0 0,5 8-1 0 0,2 1-86 0 0,0 0 0 0 0,-1 1 0 0 0,0 0 0 0 0,-2 1 0 0 0,1 0 0 0 0,-2 0 0 0 0,0 1 0 0 0,9 32 0 0 0,-7-30 9 0 0,-9-18-33 0 0,1 0-1 0 0,-1 1 1 0 0,0-1-1 0 0,1 0 0 0 0,-1 1 1 0 0,0-1-1 0 0,1 0 0 0 0,-1 0 1 0 0,1 1-1 0 0,-1-1 1 0 0,0 0-1 0 0,1 0 0 0 0,-1 0 1 0 0,1 0-1 0 0,-1 0 1 0 0,1 1-1 0 0,-1-1 0 0 0,0 0 1 0 0,1 0-1 0 0,-1 0 0 0 0,1 0 1 0 0,0 0-1 0 0,2-2 16 0 0,-1 1 0 0 0,0 0-1 0 0,1-1 1 0 0,-1 1 0 0 0,0-1 0 0 0,0 1-1 0 0,0-1 1 0 0,0 0 0 0 0,3-3 0 0 0,-4 3-12 0 0,9-6 20 0 0,0-1 1 0 0,19-10-1 0 0,16-14 29 0 0,110-113-272 0 0,-146 137 195 0 0,-1 1 0 0 0,1 0-1 0 0,1 0 1 0 0,-1 0 0 0 0,1 1-1 0 0,1 1 1 0 0,-1 0 0 0 0,22-9-1 0 0,-32 15 49 0 0,1 0 1 0 0,0 0-1 0 0,-1 0 0 0 0,1 0 0 0 0,0 0 0 0 0,0 1 1 0 0,-1-1-1 0 0,1 0 0 0 0,0 0 0 0 0,-1 1 1 0 0,1-1-1 0 0,0 0 0 0 0,-1 1 0 0 0,1-1 0 0 0,-1 1 1 0 0,1-1-1 0 0,0 1 0 0 0,-1-1 0 0 0,1 1 0 0 0,-1-1 1 0 0,1 1-1 0 0,-1-1 0 0 0,0 1 0 0 0,1 0 0 0 0,-1-1 1 0 0,1 2-1 0 0,4 6 158 0 0,-5-8-180 0 0,1 0 0 0 0,-1 0 0 0 0,0 0 0 0 0,0 0 0 0 0,0 0 0 0 0,0 0 0 0 0,0 1 0 0 0,0-1 0 0 0,0 0 0 0 0,0 0 0 0 0,0 0 0 0 0,0 0 0 0 0,0 0 0 0 0,0 0 0 0 0,0 1 0 0 0,0-1 0 0 0,0 0 0 0 0,0 0 0 0 0,0 0 0 0 0,0 0 0 0 0,0 0 0 0 0,0 0 0 0 0,0 1 0 0 0,0-1 0 0 0,0 0 0 0 0,0 0 0 0 0,0 0 0 0 0,0 0 0 0 0,0 0 0 0 0,-1 0 0 0 0,1 0 0 0 0,0 0 0 0 0,0 1 0 0 0,0-1 0 0 0,0 0 0 0 0,0 0 0 0 0,0 0 0 0 0,0 0 0 0 0,0 0 0 0 0,0 0 0 0 0,-1 0 0 0 0,1 0 0 0 0,0 0 0 0 0,0 0 0 0 0,0 0 0 0 0,0 0 0 0 0,0 0 0 0 0,0 0 0 0 0,-1 0 0 0 0,1 0 0 0 0,0 0 1 0 0,0 0-1 0 0,0 0 0 0 0,0 0 0 0 0,0 0 0 0 0,0 0 0 0 0,-1 0 0 0 0,1 0 0 0 0,-1 0 467 0 0,1 0-381 0 0,0-1-16 0 0,0 0 10 0 0,0 0-26 0 0,0-1-38 0 0,0 2 8 0 0,-1-1 1 0 0,0 1-1 0 0,1-1 1 0 0,-1 1-1 0 0,1-1 1 0 0,-1 0-1 0 0,1 1 1 0 0,-1-1-1 0 0,1 0 1 0 0,-1 0-1 0 0,1 1 1 0 0,0-1 0 0 0,0 0-1 0 0,-1-1 1 0 0,1 1-19 0 0,0 0 1 0 0,0 0-1 0 0,-1 0 1 0 0,1 0-1 0 0,0 0 1 0 0,0 0-1 0 0,-1 0 1 0 0,1 0-1 0 0,-1 0 1 0 0,1 0 0 0 0,-1 0-1 0 0,1 0 1 0 0,-1 0-1 0 0,1 0 1 0 0,-1 1-1 0 0,0-1 1 0 0,1 0-1 0 0,-1 0 1 0 0,-1 0 0 0 0,-1-2-46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27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35 124 919 0 0,'-24'4'6279'0'0,"24"-4"-6199"0"0,0 0 1 0 0,-1 0-1 0 0,1 0 0 0 0,0 0 0 0 0,-1 0 0 0 0,1 0 0 0 0,0 0 1 0 0,-1 0-1 0 0,1 0 0 0 0,0 0 0 0 0,-1 0 0 0 0,1 0 1 0 0,0 0-1 0 0,-1 0 0 0 0,1 0 0 0 0,0 0 0 0 0,-1 0 0 0 0,1 0 1 0 0,0-1-1 0 0,-1 1 0 0 0,1 0 0 0 0,0 0 0 0 0,-1 0 1 0 0,1-1-1 0 0,0 1 0 0 0,0 0 0 0 0,-1 0 0 0 0,1-1 0 0 0,0 1 1 0 0,0 0-1 0 0,0-1 0 0 0,0 1 0 0 0,-1 0 0 0 0,1-1 1 0 0,0 1-1 0 0,0 0 0 0 0,0-1 0 0 0,0 1 0 0 0,0 0 0 0 0,0-1 1 0 0,0 1-1 0 0,0 0 0 0 0,0-1 0 0 0,0 1 0 0 0,0 0 1 0 0,0-1-1 0 0,0 1 0 0 0,0 0 0 0 0,0-1 0 0 0,0 1 0 0 0,0 0 1 0 0,0-1-1 0 0,0 1 0 0 0,1 0 0 0 0,-1-1 0 0 0,0 1 1 0 0,0 0-1 0 0,0-1 0 0 0,1 1 0 0 0,-1 0 0 0 0,0 0 0 0 0,0-1 1 0 0,1 1-1 0 0,-1 0 0 0 0,2-2 45 0 0,0 0 0 0 0,-1 0 1 0 0,1 0-1 0 0,0 0 0 0 0,1 1 0 0 0,-1-1 0 0 0,0 1 0 0 0,0-1 1 0 0,1 1-1 0 0,-1 0 0 0 0,1 0 0 0 0,3-2 0 0 0,37-7 30 0 0,-22 6-46 0 0,27-8-99 0 0,0 3 1 0 0,0 1 0 0 0,1 2-1 0 0,0 3 1 0 0,0 2 0 0 0,57 5-1 0 0,-90-3-12 0 0,22 3-2 0 0,-35-4 6 0 0,-1 1 1 0 0,0-1-1 0 0,0 1 0 0 0,0 0 1 0 0,0-1-1 0 0,0 1 0 0 0,0 0 0 0 0,-1 0 1 0 0,1 0-1 0 0,0 0 0 0 0,0 0 0 0 0,-1 1 1 0 0,1-1-1 0 0,1 2 0 0 0,-3-2 53 0 0,1-1 0 0 0,-1 1 0 0 0,0-1 0 0 0,0 1 0 0 0,0 0 0 0 0,0-1 0 0 0,0 1 0 0 0,0-1 0 0 0,0 1 0 0 0,0 0 0 0 0,0-1 0 0 0,0 1-1 0 0,-1-1 1 0 0,1 1 0 0 0,0 0 0 0 0,0-1 0 0 0,0 1 0 0 0,-1-1 0 0 0,1 1 0 0 0,0-1 0 0 0,-1 1 0 0 0,1-1 0 0 0,0 1 0 0 0,-1-1 0 0 0,1 1 0 0 0,-1-1 0 0 0,1 0-1 0 0,-1 1 1 0 0,0 0 0 0 0,-5 8 1601 0 0,7-9-1642 0 0,-1 1 1 0 0,0-1 0 0 0,0 1-1 0 0,1-1 1 0 0,-1 0 0 0 0,1 1-1 0 0,-1-1 1 0 0,0 0 0 0 0,1 1-1 0 0,-1-1 1 0 0,1 0 0 0 0,-1 0 0 0 0,1 1-1 0 0,-1-1 1 0 0,0 0 0 0 0,1 0-1 0 0,-1 0 1 0 0,1 0 0 0 0,-1 0-1 0 0,1 1 1 0 0,-1-1 0 0 0,1 0-1 0 0,-1 0 1 0 0,1 0 0 0 0,0 0 0 0 0,0-1-1 0 0,8 2-3 0 0,1-1-1 0 0,-1-1 1 0 0,1 0 0 0 0,-1 0-1 0 0,1-1 1 0 0,12-3 0 0 0,56-23-98 0 0,-46 16 54 0 0,-8 3 15 0 0,1 0 1 0 0,0 2-1 0 0,0 1 0 0 0,0 1 1 0 0,1 1-1 0 0,0 2 1 0 0,-1 0-1 0 0,1 2 0 0 0,38 4 1 0 0,-16 4-1618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30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1046 88 1839 0 0,'-15'-15'8170'0'0,"13"11"-7427"0"0,-8-8 535 0 0,5 8-1027 0 0,0 0 1 0 0,0 1-1 0 0,0 0 0 0 0,-1 0 1 0 0,1 0-1 0 0,-1 1 0 0 0,0-1 0 0 0,0 1 1 0 0,0 1-1 0 0,0-1 0 0 0,0 1 1 0 0,0 0-1 0 0,-9 0 0 0 0,-8 1-205 0 0,-1 1-1 0 0,-29 5 1 0 0,-6 0 39 0 0,24-3 188 0 0,0 1 0 0 0,1 1 0 0 0,-1 2 0 0 0,-33 12 0 0 0,33-9 42 0 0,1 1 0 0 0,0 2 0 0 0,1 1 0 0 0,1 2 0 0 0,0 1 0 0 0,1 1 0 0 0,-29 23 0 0 0,26-14-72 0 0,1 2 0 0 0,2 1 0 0 0,1 2 0 0 0,-39 51 0 0 0,60-70-148 0 0,0 1 1 0 0,0 1-1 0 0,1-1 1 0 0,1 1 0 0 0,0 1-1 0 0,2-1 1 0 0,-1 1-1 0 0,2 0 1 0 0,0 0-1 0 0,1 0 1 0 0,0 1-1 0 0,2-1 1 0 0,0 1 0 0 0,2 31-1 0 0,10 31 67 0 0,24 93 0 0 0,-24-132-72 0 0,1-1 1 0 0,3 0 0 0 0,1-2 0 0 0,25 45-1 0 0,-30-61-48 0 0,1-2 0 0 0,1 0 0 0 0,1 0-1 0 0,0-1 1 0 0,1-1 0 0 0,1-1-1 0 0,1 0 1 0 0,0-1 0 0 0,1 0-1 0 0,23 13 1 0 0,-22-18-30 0 0,0-1-1 0 0,1 0 0 0 0,0-1 1 0 0,0-2-1 0 0,35 8 1 0 0,110 9-48 0 0,-108-17-1 0 0,-4 1 37 0 0,8 1 0 0 0,0-2 0 0 0,116-4 0 0 0,-147-6-15 0 0,-1-1-1 0 0,0-1 1 0 0,0-2-1 0 0,38-16 0 0 0,-26 7-18 0 0,-1-2-1 0 0,48-31 1 0 0,-65 34-32 0 0,-1-1 1 0 0,-1-1-1 0 0,-1-2 1 0 0,0 0-1 0 0,-1 0 1 0 0,-1-2-1 0 0,-1 0 1 0 0,26-47-1 0 0,-15 17-177 0 0,-3-1 0 0 0,-1-2 0 0 0,18-66 0 0 0,-33 92 199 0 0,-1-1-1 0 0,-2 0 0 0 0,0 0 1 0 0,2-61-1 0 0,-8 80 87 0 0,-1 0-1 0 0,1 0 1 0 0,-2 0 0 0 0,1 1-1 0 0,-1-1 1 0 0,-1 1 0 0 0,0-1-1 0 0,-1 1 1 0 0,0 0 0 0 0,0 0-1 0 0,-1 0 1 0 0,0 1 0 0 0,-1 0-1 0 0,0 0 1 0 0,0 0 0 0 0,-1 1-1 0 0,-13-13 1 0 0,-278-218 1536 0 0,223 182-1237 0 0,32 22-231 0 0,20 15-29 0 0,-1 2 0 0 0,-38-22 1 0 0,53 35-147 0 0,-1 0 0 0 0,0 1 0 0 0,0 0 0 0 0,0 1 1 0 0,0 0-1 0 0,-1 1 0 0 0,1 0 0 0 0,-1 0 1 0 0,1 1-1 0 0,-20 1 0 0 0,17 1-334 0 0,1 0 0 0 0,-1 1 0 0 0,0 0 0 0 0,1 1 1 0 0,0 1-1 0 0,0 0 0 0 0,0 0 0 0 0,0 1 0 0 0,0 1 0 0 0,1 0 0 0 0,0 1 0 0 0,1 0 0 0 0,-1 0 0 0 0,-17 17 0 0 0,8-1-1433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31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707 5 11543 0 0,'-2'-1'343'0'0,"0"1"0"0"0,0-1 0 0 0,0 0 0 0 0,0 1 0 0 0,0-1 0 0 0,0 1 0 0 0,0 0 0 0 0,0 0-1 0 0,0 0 1 0 0,0 0 0 0 0,0 0 0 0 0,0 0 0 0 0,0 0 0 0 0,1 0 0 0 0,-5 2 0 0 0,2-1-51 0 0,0 1 1 0 0,0 0-1 0 0,0 0 1 0 0,0 0-1 0 0,1 0 1 0 0,-7 6 0 0 0,-3 3-94 0 0,2 1 0 0 0,-20 24 0 0 0,27-31 13 0 0,-73 94 362 0 0,26-31-272 0 0,-3-2 0 0 0,-79 74 0 0 0,-92 59 802 0 0,211-188-994 0 0,10-9-86 0 0,1 1 0 0 0,-1 0 0 0 0,0 0 1 0 0,1 0-1 0 0,-4 5 0 0 0,7-8-124 0 0,1 0-1 0 0,-1 1 1 0 0,1-1 0 0 0,0 0 0 0 0,-1 1-1 0 0,1-1 1 0 0,-1 0 0 0 0,1 0 0 0 0,-1 0-1 0 0,1 0 1 0 0,0 0 0 0 0,-1 0 0 0 0,1 0-1 0 0,-1 0 1 0 0,1 0 0 0 0,0 0 0 0 0,-1 0-1 0 0,1 0 1 0 0,-1 0 0 0 0,1 0 0 0 0,-1 0-1 0 0,1-1 1 0 0,0 1 0 0 0,0-1 0 0 0,21-4-2875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31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28 1839 0 0,'-26'-28'14102'0'0,"25"29"-13884"0"0,0 0-158 0 0,0 1 1 0 0,0-1 0 0 0,1 0 0 0 0,-1 1-1 0 0,0-1 1 0 0,1 1 0 0 0,-1-1 0 0 0,1 1 0 0 0,-1-1-1 0 0,0 4 1 0 0,-3 23 787 0 0,1-1 0 0 0,1 1 0 0 0,1 0 0 0 0,4 38 0 0 0,2-22-283 0 0,2 0 1 0 0,12 43-1 0 0,-14-67-338 0 0,2 0-1 0 0,0-1 1 0 0,17 34-1 0 0,-20-46-455 0 0,1-1 0 0 0,-1 1 0 0 0,1-1 1 0 0,0 0-1 0 0,10 9 0 0 0,-12-12-458 0 0,1-1 0 0 0,-1 1 0 0 0,1-1 0 0 0,-1 0 0 0 0,1 0 0 0 0,0 0-1 0 0,0 0 1 0 0,0-1 0 0 0,0 0 0 0 0,0 1 0 0 0,6 0 0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3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41 445 1839 0 0,'-12'-5'7589'0'0,"-12"-6"-3794"0"0,23 11-3695 0 0,1-1-1 0 0,0 1 0 0 0,-1 0 1 0 0,1-1-1 0 0,0 1 0 0 0,0-1 0 0 0,-1 1 1 0 0,1-1-1 0 0,0 1 0 0 0,0-1 1 0 0,-1 1-1 0 0,1-1 0 0 0,0 1 0 0 0,0-1 1 0 0,0 1-1 0 0,0-1 0 0 0,0 1 1 0 0,0-1-1 0 0,0 1 0 0 0,0-1 1 0 0,0 1-1 0 0,0-1 0 0 0,0 1 0 0 0,0-1 1 0 0,0 1-1 0 0,0-1 0 0 0,1 1 1 0 0,-1-1-1 0 0,0 1 0 0 0,0 0 1 0 0,1-1-1 0 0,-1 1 0 0 0,0-1 0 0 0,0 1 1 0 0,1-1-1 0 0,-1 1 0 0 0,1 0 1 0 0,-1-1-1 0 0,0 1 0 0 0,1 0 1 0 0,-1-1-1 0 0,1 1 0 0 0,-1 0 0 0 0,1-1 1 0 0,26-20 238 0 0,-21 16-53 0 0,189-122 42 0 0,-135 91-507 0 0,98-75 1 0 0,-134 91-21 0 0,-1 0-266 0 0,0 0 0 0 0,43-24 1 0 0,-64 43 201 0 0,0 0 1 0 0,0 0-1 0 0,0 1 1 0 0,0 0-1 0 0,0-1 1 0 0,1 1-1 0 0,-1 0 0 0 0,4 0 1 0 0,-3 0-724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3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11 161 3679 0 0,'-10'-14'7182'0'0,"11"3"-4077"0"0,0 9-2939 0 0,1 0 0 0 0,0 1-1 0 0,-1-1 1 0 0,1 1 0 0 0,0-1-1 0 0,0 1 1 0 0,0-1 0 0 0,0 1-1 0 0,0 0 1 0 0,3-1 0 0 0,60-35 821 0 0,-42 23-341 0 0,2 0 0 0 0,32-12 0 0 0,-28 17-1456 0 0,41-7 0 0 0,-68 15 861 0 0,3 1-9 0 0,0-1 1 0 0,0 1 0 0 0,0-1 0 0 0,0 2 0 0 0,0-1 0 0 0,0 0 0 0 0,0 1 0 0 0,-1 0 0 0 0,1 0 0 0 0,0 0 0 0 0,0 1 0 0 0,0 0-1 0 0,-1 0 1 0 0,1 0 0 0 0,6 5 0 0 0,-5-5-3 0 0,-1 1-1 0 0,0-1 1 0 0,0 2 0 0 0,0-1-1 0 0,0 0 1 0 0,-1 1 0 0 0,1 0-1 0 0,-1 0 1 0 0,0 0-1 0 0,0 1 1 0 0,0-1 0 0 0,-1 1-1 0 0,0 0 1 0 0,0 0-1 0 0,0 0 1 0 0,0 0 0 0 0,-1 1-1 0 0,0-1 1 0 0,0 1 0 0 0,1 6-1 0 0,1 0 69 0 0,1-1 0 0 0,0 1 0 0 0,0-1 0 0 0,1 0-1 0 0,1 0 1 0 0,0-1 0 0 0,0 0 0 0 0,13 14 0 0 0,-18-23-98 0 0,1 1-1 0 0,-1-1 1 0 0,0 1 0 0 0,1-1 0 0 0,-1 0-1 0 0,1 0 1 0 0,0 0 0 0 0,-1 0-1 0 0,1 0 1 0 0,0-1 0 0 0,-1 1 0 0 0,1-1-1 0 0,0 0 1 0 0,0 0 0 0 0,-1 0 0 0 0,1 0-1 0 0,0 0 1 0 0,0-1 0 0 0,5-1 0 0 0,4 0 49 0 0,0-2 1 0 0,23-9-1 0 0,1-9-59 0 0,-31 18 0 0 0,0 0 0 0 0,1 0 0 0 0,-1 1 0 0 0,1 0 0 0 0,0 0 0 0 0,0 0 0 0 0,7-1 0 0 0,-5 2 51 0 0,1 2 1 0 0,-1-1-1 0 0,0 1 0 0 0,0 0 0 0 0,0 1 0 0 0,0 0 1 0 0,0 0-1 0 0,0 1 0 0 0,12 3 0 0 0,0 2 131 0 0,-1 1-1 0 0,28 16 0 0 0,-37-19-142 0 0,-1 0 0 0 0,1-1 0 0 0,-1 0 0 0 0,1-1 0 0 0,0 0 0 0 0,0-1 0 0 0,1 0-1 0 0,-1 0 1 0 0,0-1 0 0 0,20 0 0 0 0,0 0 600 0 0,-11-1-2133 0 0,-6 0-3657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38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10 165 2759 0 0,'-9'-3'8443'0'0,"8"3"-8231"0"0,10-7 3618 0 0,20-7-2798 0 0,-27 13-1014 0 0,131-60 111 0 0,-94 44-129 0 0,-1 1 0 0 0,2 3 0 0 0,52-12 0 0 0,-81 22 87 0 0,0 1 0 0 0,0 1 0 0 0,0 0-1 0 0,1 1 1 0 0,11 0 0 0 0,-20 0-63 0 0,0 1 0 0 0,0-1 0 0 0,0 1 1 0 0,0 0-1 0 0,0 0 0 0 0,-1 0 0 0 0,1 0 0 0 0,0 0 1 0 0,-1 1-1 0 0,1-1 0 0 0,-1 1 0 0 0,0 0 0 0 0,1-1 0 0 0,-1 1 1 0 0,0 0-1 0 0,0 0 0 0 0,0 1 0 0 0,0-1 0 0 0,0 0 0 0 0,-1 1 1 0 0,1-1-1 0 0,-1 1 0 0 0,0-1 0 0 0,1 1 0 0 0,0 2 1 0 0,-1 1 126 0 0,0-1 1 0 0,0 1-1 0 0,0 0 1 0 0,0-1-1 0 0,-1 1 1 0 0,0 7-1 0 0,-1-8-10 0 0,1 0-1 0 0,0 1 0 0 0,1-1 0 0 0,-1 0 1 0 0,1 0-1 0 0,3 10 0 0 0,-3-14-140 0 0,0 0 0 0 0,0 1 0 0 0,0-1 0 0 0,0 0 0 0 0,0 0 0 0 0,0 0 0 0 0,0 0 0 0 0,1 0 0 0 0,-1-1 0 0 0,0 1 0 0 0,0 0 0 0 0,1-1 0 0 0,-1 1 0 0 0,1-1 0 0 0,-1 1 0 0 0,1-1 0 0 0,-1 0 0 0 0,1 1 0 0 0,-1-1 0 0 0,1 0 0 0 0,-1 0 1 0 0,1 0-1 0 0,-1 0 0 0 0,3-1 0 0 0,38-4-26 0 0,-23 0-270 0 0,0-1-1 0 0,24-12 1 0 0,-24 10 222 0 0,-1 1 0 0 0,24-6 0 0 0,-34 12 181 0 0,0 1 0 0 0,0 0 0 0 0,0 0 0 0 0,0 1-1 0 0,0 0 1 0 0,0 0 0 0 0,0 1 0 0 0,-1 0 0 0 0,1 0 0 0 0,10 5-1 0 0,26 6 295 0 0,22-1-220 0 0,97 5-1 0 0,-65-15-6741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46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551 76 4143 0 0,'15'-6'1424'0'0,"0"-1"0"0"0,0 0 0 0 0,0-1 0 0 0,-1 0 0 0 0,25-20 0 0 0,-39 28-1391 0 0,0 0 0 0 0,1 0 0 0 0,-1 0 0 0 0,0 0-1 0 0,0 0 1 0 0,0-1 0 0 0,1 1 0 0 0,-1 0 0 0 0,0 0-1 0 0,0 0 1 0 0,0 0 0 0 0,1 0 0 0 0,-1 0 0 0 0,0-1-1 0 0,0 1 1 0 0,0 0 0 0 0,1 0 0 0 0,-1 0 0 0 0,0-1-1 0 0,0 1 1 0 0,0 0 0 0 0,0 0 0 0 0,0 0 0 0 0,0-1-1 0 0,0 1 1 0 0,1 0 0 0 0,-1 0 0 0 0,0 0 0 0 0,0-1-1 0 0,0 1 1 0 0,0 0 0 0 0,0 0 0 0 0,0-1 0 0 0,0 1-1 0 0,0 0 1 0 0,0 0 0 0 0,0-1 0 0 0,0 1 0 0 0,0 0-1 0 0,0 0 1 0 0,-1-1 0 0 0,1 1 0 0 0,0 0 0 0 0,0 0-1 0 0,0 0 1 0 0,0-1 0 0 0,-14-1 703 0 0,-20 4-183 0 0,-48 8 50 0 0,0-5 0 0 0,-113-5 1 0 0,183-1-534 0 0,-4 1-13 0 0,-16-1 134 0 0,-50 5 1 0 0,72-3-218 0 0,1 1 0 0 0,-1 0 1 0 0,1 0-1 0 0,0 1 0 0 0,0 0 0 0 0,0 0 1 0 0,0 1-1 0 0,0 1 0 0 0,-13 8 1 0 0,9-2-181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0:11:47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3679 0 0,'0'-7'240'0'0,"0"-1"-1"0"0,1 0 0 0 0,-1 0 0 0 0,2 1 1 0 0,-1-1-1 0 0,5-14 0 0 0,-5 20 194 0 0,0 1 1 0 0,0 0-1 0 0,-1-1 0 0 0,1 1 0 0 0,0 0 1 0 0,0-1-1 0 0,1 1 0 0 0,-1 0 1 0 0,0 0-1 0 0,0 0 0 0 0,2-2 0 0 0,-2 3-330 0 0,0 0-1 0 0,0-1 0 0 0,-1 1 0 0 0,1 0 1 0 0,0 0-1 0 0,0-1 0 0 0,-1 1 0 0 0,1 0 1 0 0,0 0-1 0 0,0 0 0 0 0,-1 0 0 0 0,1 0 0 0 0,0 0 1 0 0,0 0-1 0 0,0 0 0 0 0,-1 0 0 0 0,3 1 1 0 0,-2 0-53 0 0,1 0 0 0 0,-1 0 0 0 0,1 0 0 0 0,-1 0 0 0 0,1 0 0 0 0,-1 0 0 0 0,1 1 0 0 0,-1-1-1 0 0,0 0 1 0 0,0 1 0 0 0,0-1 0 0 0,0 1 0 0 0,0 0 0 0 0,0-1 0 0 0,0 1 0 0 0,0 0 0 0 0,-1-1 0 0 0,2 4 0 0 0,1 10 41 0 0,1 0 0 0 0,-2 0 0 0 0,0 0 0 0 0,-1 23-1 0 0,-5 64 356 0 0,1-64-394 0 0,-14 175-1040 0 0,14-173-144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5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1 268 3679 0 0,'6'-16'160'0'0,"0"-2"40"0"0,-1 1-200 0 0,1-2 0 0 0,-1 3 0 0 0,-3 4 0 0 0,0 5 464 0 0,-1 3 48 0 0,1-2 16 0 0,1-3 0 0 0,0-7-456 0 0,2-4-72 0 0,1-3 0 0 0,0-2-80 0 0,0 3-168 0 0,1 2-32 0 0,-1 2-8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6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4052 129 1839 0 0,'27'-19'1296'0'0,"-22"14"-720"0"0,0 1 0 0 0,0 0 0 0 0,1 1 0 0 0,-1-1 0 0 0,1 1 0 0 0,6-2 0 0 0,-13 6-53 0 0,-1 1 0 0 0,1-1 0 0 0,-1 0 0 0 0,0 1 0 0 0,0-1 0 0 0,0 0 0 0 0,1 0 0 0 0,-1 0-1 0 0,0 0 1 0 0,-4 1 0 0 0,-13-1 58 0 0,-1 0-1 0 0,0-1 1 0 0,0-1 0 0 0,-38-6-1 0 0,-78-27-193 0 0,9 2-234 0 0,60 21-179 0 0,0 4 0 0 0,-1 3 0 0 0,0 2 1 0 0,1 4-1 0 0,-75 11 0 0 0,-2 9-367 0 0,-182 54 1 0 0,206-41-82 0 0,1 6 1 0 0,3 5-1 0 0,-178 97 0 0 0,269-129 596 0 0,1 1-1 0 0,0 1 0 0 0,1 1 0 0 0,2 1 1 0 0,-26 26-1 0 0,36-31 70 0 0,0 0 1 0 0,1 0-1 0 0,1 1 1 0 0,0 0-1 0 0,1 1 1 0 0,0 0-1 0 0,1 0 0 0 0,1 1 1 0 0,0 0-1 0 0,-4 19 1 0 0,6-15-105 0 0,1 1 1 0 0,0-1-1 0 0,2 1 1 0 0,0 0-1 0 0,1-1 1 0 0,2 1-1 0 0,0 0 1 0 0,1-1-1 0 0,1 1 1 0 0,7 23-1 0 0,-7-32-87 0 0,1 1 0 0 0,0-2 0 0 0,1 1 0 0 0,0-1 0 0 0,1 1 0 0 0,0-2 0 0 0,1 1 0 0 0,0-1 0 0 0,0 0 0 0 0,1-1 0 0 0,0 0 0 0 0,1 0 0 0 0,0-1 0 0 0,1 0 0 0 0,-1-1 0 0 0,1 0 0 0 0,17 7 0 0 0,-15-9-71 0 0,1 0-1 0 0,0 0 1 0 0,0-1 0 0 0,0-1-1 0 0,0-1 1 0 0,0 0-1 0 0,1 0 1 0 0,24-2 0 0 0,-32 0 0 0 0,0-1 1 0 0,1 0-1 0 0,-1 0 0 0 0,0 0 1 0 0,0-1-1 0 0,0 0 1 0 0,0-1-1 0 0,0 1 1 0 0,0-1-1 0 0,-1-1 1 0 0,1 1-1 0 0,-1-1 1 0 0,0 0-1 0 0,0-1 1 0 0,-1 1-1 0 0,1-1 1 0 0,-1-1-1 0 0,9-9 1 0 0,-13 13 67 0 0,1 0 1 0 0,-1-1-1 0 0,1 1 1 0 0,-1 0 0 0 0,0-1-1 0 0,0 1 1 0 0,0-1-1 0 0,0 0 1 0 0,-1 1-1 0 0,1-1 1 0 0,-1 0 0 0 0,1 1-1 0 0,-1-1 1 0 0,0 0-1 0 0,0 1 1 0 0,0-1 0 0 0,0 0-1 0 0,-1-3 1 0 0,0 2 22 0 0,-1 0 1 0 0,1 1-1 0 0,-1-1 1 0 0,0 0-1 0 0,0 1 1 0 0,0 0-1 0 0,0-1 1 0 0,-1 1-1 0 0,1 0 0 0 0,-1 0 1 0 0,-4-3-1 0 0,-3-2 93 0 0,0 0-1 0 0,-1 0 1 0 0,0 2-1 0 0,-1-1 0 0 0,1 2 1 0 0,-22-9-1 0 0,0 4 248 0 0,-1 2-1 0 0,0 1 1 0 0,0 1 0 0 0,-1 2-1 0 0,1 1 1 0 0,-55 3-1 0 0,-1 7-726 0 0,-117 24 0 0 0,144-17 448 0 0,0 2 1 0 0,-93 39 0 0 0,-113 69-142 0 0,216-96 236 0 0,1 1 0 0 0,1 4 0 0 0,1 1 0 0 0,-87 80 0 0 0,70-49-585 0 0,-86 106-1 0 0,133-144 364 0 0,1 0-1 0 0,2 2 0 0 0,0 0 1 0 0,2 0-1 0 0,1 2 0 0 0,1 0 1 0 0,-13 52-1 0 0,21-62 79 0 0,1 1-1 0 0,1 0 0 0 0,1 0 1 0 0,1 0-1 0 0,1 0 0 0 0,1 0 1 0 0,1 0-1 0 0,1 0 1 0 0,0 0-1 0 0,2-1 0 0 0,1 0 1 0 0,0 0-1 0 0,2 0 0 0 0,0 0 1 0 0,1-1-1 0 0,2-1 0 0 0,0 0 1 0 0,0 0-1 0 0,2-1 1 0 0,15 18-1 0 0,-21-29-23 0 0,0 0 1 0 0,1 0-1 0 0,-1 0 1 0 0,15 8 0 0 0,73 41-13 0 0,-86-51-41 0 0,0 0 0 0 0,0-1 1 0 0,1 0-1 0 0,-1-1 0 0 0,1 0 1 0 0,0-1-1 0 0,0 1 0 0 0,0-2 1 0 0,0 1-1 0 0,0-2 0 0 0,0 1 1 0 0,0-1-1 0 0,14-2 0 0 0,-18 1-31 0 0,1 0 0 0 0,0-1 0 0 0,-1 1 0 0 0,1-1 0 0 0,-1 0 0 0 0,0-1 0 0 0,1 0 0 0 0,-1 0 0 0 0,0 0 0 0 0,-1 0 0 0 0,1-1 0 0 0,-1 0 0 0 0,1-1 0 0 0,-1 1 0 0 0,-1-1 0 0 0,9-9 0 0 0,-12 13 72 0 0,-1 0 0 0 0,1 0 0 0 0,-1 0-1 0 0,1 1 1 0 0,-1-1 0 0 0,1 0 0 0 0,-1 0-1 0 0,0 0 1 0 0,1 0 0 0 0,-1 0 0 0 0,0 0-1 0 0,0 0 1 0 0,0 0 0 0 0,0 1 0 0 0,0-1-1 0 0,0 0 1 0 0,0 0 0 0 0,0 0 0 0 0,0 0-1 0 0,0 0 1 0 0,0 0 0 0 0,-1 0 0 0 0,1 0-1 0 0,-1-1 1 0 0,0 1-6 0 0,0-1 1 0 0,0 1-1 0 0,0 0 0 0 0,0 0 0 0 0,0 0 1 0 0,0 0-1 0 0,-1 0 0 0 0,1 0 0 0 0,0 1 0 0 0,-1-1 1 0 0,1 0-1 0 0,0 1 0 0 0,-3-2 0 0 0,-3 0-18 0 0,1 1 0 0 0,-1 0 0 0 0,1 0 0 0 0,-1 0-1 0 0,-12 0 1 0 0,-12 4 35 0 0,0 2-1 0 0,0 0 0 0 0,1 2 0 0 0,0 2 1 0 0,0 0-1 0 0,-33 17 0 0 0,14-3 9 0 0,2 2 0 0 0,-79 56-1 0 0,100-61 44 0 0,1 1 0 0 0,1 1 0 0 0,1 1 0 0 0,1 1 0 0 0,0 1 0 0 0,2 1 0 0 0,2 0 0 0 0,0 2 0 0 0,2 0 0 0 0,0 1 0 0 0,2 1 0 0 0,2 0 0 0 0,-13 45 0 0 0,15-35 36 0 0,2 0-1 0 0,1 1 1 0 0,2 0-1 0 0,2 0 1 0 0,2 0 0 0 0,1 0-1 0 0,3 0 1 0 0,1 0-1 0 0,2-1 1 0 0,14 52 0 0 0,-9-52 127 0 0,1-1 1 0 0,2-1 0 0 0,2-1-1 0 0,2 0 1 0 0,1-1 0 0 0,40 57 0 0 0,-9-31-17 0 0,-45-56-157 0 0,1 0 1 0 0,0 0-1 0 0,14 9 0 0 0,-11-7-29 0 0,38 30 77 0 0,2-2 1 0 0,83 45-1 0 0,-50-40 4 0 0,-39-22-4 0 0,-43-19-96 0 0,134 49 80 0 0,-97-37-77 0 0,-1-2 0 0 0,1-2-1 0 0,1-1 1 0 0,-1-2 0 0 0,42 0-1 0 0,-39-6-100 0 0,-1-1-1 0 0,0-2 0 0 0,0-2 1 0 0,0-2-1 0 0,-1-1 0 0 0,0-2 1 0 0,-1-1-1 0 0,0-2 0 0 0,-1-2 1 0 0,52-30-1 0 0,-26 8-590 0 0,88-69 1 0 0,-127 87 513 0 0,-1 0 0 0 0,-1-1 1 0 0,-1-1-1 0 0,0-1 0 0 0,-2-1 1 0 0,23-39-1 0 0,-37 64 235 0 0,0 9 52 0 0,6 19 188 0 0,-8-21-189 0 0,8 22 201 0 0,2-1 1 0 0,1 0 0 0 0,25 40-1 0 0,53 63 474 0 0,-68-108-528 0 0,38 36-2 0 0,-56-55-200 0 0,0 0 0 0 0,1 0 0 0 0,11 7 0 0 0,-17-12-56 0 0,94 58 86 0 0,-67-44-78 0 0,1-1 1 0 0,39 13 0 0 0,-44-19 12 0 0,0 0-1 0 0,1-2 1 0 0,-1 0-1 0 0,1-2 1 0 0,0 0 0 0 0,30-2-1 0 0,-23-2-5 0 0,1-2 0 0 0,-1-1 0 0 0,0-2 0 0 0,-1 0-1 0 0,1-3 1 0 0,-1 0 0 0 0,29-14 0 0 0,-21 5-13 0 0,-1-2 0 0 0,-1-1 0 0 0,-1-1-1 0 0,58-50 1 0 0,116-133-6 0 0,-19-18 47 0 0,-171 201-28 0 0,-9 10-18 0 0,2-3 15 0 0,1 0-1 0 0,29-25 0 0 0,-38 36-3 0 0,1 1-1 0 0,-1 0 1 0 0,1 0-1 0 0,0 0 1 0 0,0 1-1 0 0,0-1 1 0 0,1 1-1 0 0,-1 0 1 0 0,0 1-1 0 0,1-1 1 0 0,0 1-1 0 0,-1 0 1 0 0,1 1-1 0 0,10-1 1 0 0,9 4 29 0 0,-20-2 94 0 0,17 9 15 0 0,68 32-2 0 0,-46-17 8 0 0,136 93 225 0 0,-55-37 5 0 0,-87-60-274 0 0,-17-9-91 0 0,177 83 99 0 0,-114-67-63 0 0,-60-21-47 0 0,42 6-1 0 0,-59-12-5 0 0,9 2-7 0 0,1-1-1 0 0,-1 0 1 0 0,1-2 0 0 0,-1 1-1 0 0,1-2 1 0 0,-1-1 0 0 0,0 0-1 0 0,1 0 1 0 0,19-7 0 0 0,-5-3 10 0 0,-2-1 0 0 0,0-1 1 0 0,0-1-1 0 0,45-33 0 0 0,-39 22 36 0 0,-1-2 0 0 0,58-62 0 0 0,-66 59-4 0 0,-2-1 0 0 0,-1-1 1 0 0,-2-1-1 0 0,27-55 0 0 0,50-154 90 0 0,-2 5 298 0 0,-89 223-329 0 0,2 0 0 0 0,-1 0 0 0 0,2 0 0 0 0,0 1 0 0 0,23-24 0 0 0,-24 29-15 0 0,0 1 0 0 0,0 1 0 0 0,1 0-1 0 0,0 0 1 0 0,1 1 0 0 0,-1 0 0 0 0,1 0 0 0 0,0 2-1 0 0,15-6 1 0 0,-7 4 66 0 0,-9 3-37 0 0,0 0 0 0 0,0 0 0 0 0,0 1 0 0 0,17-1 0 0 0,55-6 215 0 0,-9 3-190 0 0,25-5-106 0 0,-64 6-51 0 0,0-1-1 0 0,53-18 1 0 0,-72 19 5 0 0,0-2 0 0 0,0 1 0 0 0,0-2 1 0 0,-1 0-1 0 0,-1-1 0 0 0,1 0 0 0 0,-1-1 1 0 0,-1 0-1 0 0,0-1 0 0 0,12-14 0 0 0,-12 9 2 0 0,0 1-1 0 0,-2-1 0 0 0,0-1 0 0 0,0 0 0 0 0,-2 0 1 0 0,0-1-1 0 0,-1 0 0 0 0,6-25 0 0 0,-1-4 83 0 0,-3-1 0 0 0,-1 0 1 0 0,-3 0-1 0 0,-2-1 0 0 0,-2 0 0 0 0,-8-77 0 0 0,2 86-11 0 0,-2 0 1 0 0,-1 0-1 0 0,-3 1 0 0 0,-1 0 0 0 0,-1 1 0 0 0,-3 1 1 0 0,-1 0-1 0 0,-29-47 0 0 0,42 77-31 0 0,-1 1 0 0 0,0 0 0 0 0,-1 0 0 0 0,-11-10 0 0 0,16 15-29 0 0,0 0 0 0 0,0 0 0 0 0,0 1 0 0 0,0-1 1 0 0,0 0-1 0 0,0 1 0 0 0,0-1 0 0 0,0 1 1 0 0,-1-1-1 0 0,1 1 0 0 0,0 0 0 0 0,0-1 0 0 0,0 1 1 0 0,-1 0-1 0 0,1 0 0 0 0,0 0 0 0 0,-2 0 0 0 0,2 0-16 0 0,0 1-1 0 0,1-1 1 0 0,-1 1-1 0 0,0-1 1 0 0,0 1-1 0 0,0 0 1 0 0,1-1-1 0 0,-1 1 1 0 0,0 0-1 0 0,1 0 0 0 0,-1-1 1 0 0,0 1-1 0 0,1 0 1 0 0,-1 0-1 0 0,1 0 1 0 0,-1 0-1 0 0,1 0 1 0 0,0 0-1 0 0,-1 0 0 0 0,1 0 1 0 0,0 0-1 0 0,0 0 1 0 0,0 0-1 0 0,0 0 1 0 0,0 1-1 0 0,-2 17-869 0 0,1 0-1 0 0,1 0 1 0 0,3 21 0 0 0,-1 31-3700 0 0,-6-32 1897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7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34 11087 0 0,'-2'-12'902'0'0,"8"16"-575"0"0,10 17-265 0 0,-9-8-54 0 0,-1 1 1 0 0,0-1-1 0 0,-1 2 0 0 0,0-1 0 0 0,4 30 1 0 0,4 78-99 0 0,-12-102 78 0 0,4 86-79 0 0,-14 168 0 0 0,-39 105 1881 0 0,38-319-1413 0 0,14-81-703 0 0,-2 0 0 0 0,1-34-1 0 0,-2 7-110 0 0,14-266-570 0 0,4-60 101 0 0,-18 353 854 0 0,12-94 94 0 0,-10 99 127 0 0,1 0 0 0 0,0 0 0 0 0,1 0 0 0 0,13-28 0 0 0,-17 41-126 0 0,1 0 0 0 0,0 0 0 0 0,0 0 0 0 0,0 0 0 0 0,0 1 0 0 0,1-1 1 0 0,-1 1-1 0 0,1-1 0 0 0,0 1 0 0 0,-1 0 0 0 0,1 0 0 0 0,0 0 0 0 0,0 0 1 0 0,0 1-1 0 0,0-1 0 0 0,1 1 0 0 0,-1 0 0 0 0,0 0 0 0 0,1 0 0 0 0,-1 0 1 0 0,0 1-1 0 0,1-1 0 0 0,-1 1 0 0 0,1 0 0 0 0,-1 0 0 0 0,1 0 0 0 0,-1 1 0 0 0,1-1 1 0 0,-1 1-1 0 0,1 0 0 0 0,3 1 0 0 0,1 0 224 0 0,-1 1 0 0 0,1 0 0 0 0,0 0 0 0 0,-1 1 0 0 0,1 0 0 0 0,-1 0 0 0 0,0 1 0 0 0,-1 0 0 0 0,1 0 0 0 0,-1 1 0 0 0,0-1 1 0 0,7 10-1 0 0,12 20-88 0 0,-2 0-1 0 0,-1 2 1 0 0,18 43 0 0 0,42 123 111 0 0,-69-170-247 0 0,41 127 65 0 0,25 59-202 0 0,-71-204-22 0 0,-6-12-85 0 0,0 1 0 0 0,0-1 0 0 0,0 1 0 0 0,-1 0-1 0 0,1 0 1 0 0,-1 0 0 0 0,2 7 0 0 0,-12-15-2024 0 0,3 1 1331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1 408 10591 0 0,'0'-1'213'0'0,"0"-1"-1"0"0,0 0 0 0 0,0 1 1 0 0,0-1-1 0 0,0 1 0 0 0,1-1 0 0 0,-1 0 1 0 0,0 1-1 0 0,1-1 0 0 0,-1 1 1 0 0,1-1-1 0 0,0 1 0 0 0,0 0 1 0 0,-1-1-1 0 0,1 1 0 0 0,0 0 1 0 0,2-3-1 0 0,24-26 3446 0 0,-18 20-4000 0 0,22-23 417 0 0,1 1 1 0 0,2 2 0 0 0,60-42 0 0 0,125-61-641 0 0,-203 124 200 0 0,30-11 0 0 0,-41 18 134 0 0,0 0 1 0 0,0 1-1 0 0,0 0 1 0 0,0-1-1 0 0,1 2 1 0 0,-1-1-1 0 0,0 1 0 0 0,1 0 1 0 0,-1 0-1 0 0,8 1 1 0 0,-10 1-48 0 0,0-1 1 0 0,-1 1 0 0 0,1-1-1 0 0,-1 1 1 0 0,1 0 0 0 0,-1 0-1 0 0,0 1 1 0 0,0-1 0 0 0,0 0-1 0 0,0 1 1 0 0,0-1 0 0 0,0 1-1 0 0,-1 0 1 0 0,3 4 0 0 0,5 8-462 0 0,0-4 140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8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1 235 15551 0 0,'0'-1'86'0'0,"0"0"0"0"0,0 0-1 0 0,1 0 1 0 0,-1 0-1 0 0,1 0 1 0 0,-1 0 0 0 0,1 0-1 0 0,-1 0 1 0 0,1 1 0 0 0,-1-1-1 0 0,1 0 1 0 0,0 0 0 0 0,-1 1-1 0 0,1-1 1 0 0,0 0-1 0 0,0 1 1 0 0,0-1 0 0 0,1 0-1 0 0,21-13-29 0 0,-12 8-11 0 0,94-55 441 0 0,20-12-164 0 0,-113 64-315 0 0,1 1-1 0 0,-1 1 0 0 0,2 0 1 0 0,-1 0-1 0 0,1 2 1 0 0,0-1-1 0 0,0 2 0 0 0,0 0 1 0 0,23-3-1 0 0,-36 7-8 0 0,0 0 0 0 0,0-1 1 0 0,0 1-1 0 0,0 0 0 0 0,0 0 0 0 0,1 1 0 0 0,-1-1 0 0 0,0 0 0 0 0,0 0 1 0 0,0 1-1 0 0,0-1 0 0 0,0 0 0 0 0,0 1 0 0 0,0-1 0 0 0,0 1 0 0 0,0-1 0 0 0,0 1 1 0 0,0 0-1 0 0,0-1 0 0 0,0 1 0 0 0,0 0 0 0 0,0 0 0 0 0,-1 0 0 0 0,2 1 1 0 0,-1 0-8 0 0,0 0 0 0 0,-1 0 1 0 0,1 0-1 0 0,0 0 1 0 0,-1 0-1 0 0,0 0 1 0 0,1 0-1 0 0,-1 0 0 0 0,0 0 1 0 0,0 1-1 0 0,0-1 1 0 0,-1 3-1 0 0,-2 8-52 0 0,0 0 0 0 0,-1 0-1 0 0,-8 18 1 0 0,8-23 32 0 0,-39 89-329 0 0,-4-2 0 0 0,-81 123 0 0 0,122-209 414 0 0,-43 74-207 0 0,45-75 307 0 0,0 0 0 0 0,1 1 0 0 0,0-1 0 0 0,0 1 0 0 0,1 0 0 0 0,0 0 0 0 0,1 0 0 0 0,-1 10 0 0 0,2-18-90 0 0,0 1 0 0 0,0-1 1 0 0,0 0-1 0 0,0 0 0 0 0,1 0 0 0 0,-1 0 1 0 0,0 1-1 0 0,1-1 0 0 0,-1 0 0 0 0,1 0 0 0 0,-1 0 1 0 0,1 0-1 0 0,0 0 0 0 0,-1 0 0 0 0,1 0 1 0 0,0 0-1 0 0,0 0 0 0 0,0 0 0 0 0,0-1 1 0 0,1 2-1 0 0,1 0-39 0 0,0 0 1 0 0,0-1 0 0 0,0 0-1 0 0,0 1 1 0 0,0-1-1 0 0,0 0 1 0 0,5 1 0 0 0,2-1-259 0 0,1 1 0 0 0,0-2 0 0 0,17 0 0 0 0,9-3 30 0 0,-1-2 0 0 0,-1-2 0 0 0,1-1 1 0 0,41-15-1 0 0,133-63 673 0 0,-205 84-862 0 0,-2 1 113 0 0,0 0-1 0 0,1-1 0 0 0,-1 1 1 0 0,0-1-1 0 0,0 0 1 0 0,0 0-1 0 0,0 0 1 0 0,0 0-1 0 0,5-5 1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8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11975 0 0,'-1'1'100'0'0,"0"0"-1"0"0,1 0 1 0 0,-1 0-1 0 0,1-1 1 0 0,-1 1-1 0 0,1 0 0 0 0,-1 0 1 0 0,1 0-1 0 0,-1 0 1 0 0,1 0-1 0 0,0 0 1 0 0,0 0-1 0 0,-1 0 0 0 0,1 0 1 0 0,0 0-1 0 0,0 0 1 0 0,0 0-1 0 0,0 0 1 0 0,0 1-1 0 0,0-1 1 0 0,1 0-1 0 0,-1 1 0 0 0,9 33 1860 0 0,-4-17-1426 0 0,8 45-439 0 0,4 0-1 0 0,2-1 1 0 0,3-1 0 0 0,2-1 0 0 0,40 70 0 0 0,-53-113-69 0 0,0 1 0 0 0,1-1 0 0 0,14 15 1 0 0,-23-28-18 0 0,1 0 1 0 0,0 0 0 0 0,0-1-1 0 0,0 1 1 0 0,0-1 0 0 0,0 0-1 0 0,1 0 1 0 0,0 0 0 0 0,-1-1-1 0 0,1 1 1 0 0,0-1-1 0 0,0-1 1 0 0,0 1 0 0 0,0-1-1 0 0,1 1 1 0 0,8 0 0 0 0,-12-2-6 0 0,0 0 0 0 0,-1-1 1 0 0,1 1-1 0 0,-1 0 1 0 0,1 0-1 0 0,-1-1 1 0 0,1 1-1 0 0,-1-1 1 0 0,1 1-1 0 0,-1-1 0 0 0,1 0 1 0 0,-1 1-1 0 0,1-1 1 0 0,-1 0-1 0 0,0 0 1 0 0,0 0-1 0 0,0 0 0 0 0,1 0 1 0 0,0-2-1 0 0,0 0 30 0 0,0 0 0 0 0,-1 1 0 0 0,1-1 0 0 0,-1 0-1 0 0,0 0 1 0 0,0 0 0 0 0,0 0 0 0 0,0 0 0 0 0,0-4-1 0 0,0-4 185 0 0,0 1 0 0 0,-1-1-1 0 0,0 1 1 0 0,-3-20 0 0 0,-4 2 366 0 0,0 0 0 0 0,-2 1 0 0 0,-1 1 0 0 0,-26-51 0 0 0,-10-22-299 0 0,46 98-455 0 0,-1-1 0 0 0,1 0-1 0 0,-1 1 1 0 0,1-1 0 0 0,0 0-1 0 0,-1 1 1 0 0,1-1 0 0 0,0 0-1 0 0,0 0 1 0 0,0 1 0 0 0,1-1-1 0 0,-1 0 1 0 0,0 1 0 0 0,0-1-1 0 0,1 0 1 0 0,0 1 0 0 0,-1-1-1 0 0,1 1 1 0 0,0-1-1 0 0,-1 1 1 0 0,1-1 0 0 0,0 1-1 0 0,0-1 1 0 0,0 1 0 0 0,0 0-1 0 0,1 0 1 0 0,-1-1 0 0 0,0 1-1 0 0,0 0 1 0 0,1 0 0 0 0,-1 0-1 0 0,3-1 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9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97 413 14079 0 0,'22'120'2072'0'0,"-11"-68"-1193"0"0,7 94 1 0 0,-18-143-868 0 0,0 1 0 0 0,0-1 0 0 0,0 0 0 0 0,0 0 0 0 0,-1 0 0 0 0,1 1 0 0 0,-1-1 0 0 0,0 0 0 0 0,0 0 0 0 0,0 0 0 0 0,-2 3 0 0 0,3-6-9 0 0,-1 1-1 0 0,1-1 0 0 0,0 1 1 0 0,-1-1-1 0 0,1 1 1 0 0,-1-1-1 0 0,1 1 0 0 0,-1-1 1 0 0,1 0-1 0 0,-1 1 1 0 0,1-1-1 0 0,-1 0 0 0 0,1 1 1 0 0,-1-1-1 0 0,0 0 1 0 0,1 0-1 0 0,-1 0 0 0 0,1 1 1 0 0,-1-1-1 0 0,0 0 1 0 0,1 0-1 0 0,-2 0 0 0 0,1 0-2 0 0,-1-1 0 0 0,1 1-1 0 0,0-1 1 0 0,-1 1 0 0 0,1-1-1 0 0,-1 1 1 0 0,1-1 0 0 0,0 0-1 0 0,0 1 1 0 0,-1-1 0 0 0,1 0-1 0 0,0 0 1 0 0,-2-2 0 0 0,-3-4 23 0 0,0 0 0 0 0,0 0 0 0 0,1-1 1 0 0,-1 0-1 0 0,2 0 0 0 0,-1 0 0 0 0,-5-15 1 0 0,-19-65 268 0 0,28 85-284 0 0,-7-29 61 0 0,1-1-1 0 0,2 0 1 0 0,1 0-1 0 0,1 0 1 0 0,2 0-1 0 0,1 0 1 0 0,2-1-1 0 0,1 1 1 0 0,2 0-1 0 0,1 1 1 0 0,1-1-1 0 0,16-39 1 0 0,-18 59-70 0 0,0 1 1 0 0,1 1 0 0 0,1-1-1 0 0,0 1 1 0 0,15-19-1 0 0,-19 26-3 0 0,0 0 0 0 0,1 1 0 0 0,-1-1 0 0 0,1 1 0 0 0,0 0 0 0 0,-1 0 0 0 0,1 1 0 0 0,1-1 0 0 0,-1 1 0 0 0,0-1 0 0 0,1 2 0 0 0,-1-1 0 0 0,1 0 0 0 0,-1 1 0 0 0,1 0 0 0 0,0 0 0 0 0,0 0 0 0 0,8 0 0 0 0,-11 1-13 0 0,1 1 0 0 0,0 0-1 0 0,0-1 1 0 0,-1 1 0 0 0,1 0 0 0 0,0 1-1 0 0,-1-1 1 0 0,1 0 0 0 0,-1 1 0 0 0,1-1-1 0 0,-1 1 1 0 0,0 0 0 0 0,0 0 0 0 0,1 0-1 0 0,-2 0 1 0 0,1 0 0 0 0,0 0 0 0 0,0 1-1 0 0,-1-1 1 0 0,1 1 0 0 0,-1-1-1 0 0,1 1 1 0 0,-1-1 0 0 0,1 4 0 0 0,1 3-53 0 0,1 1 0 0 0,-2 0-1 0 0,1 0 1 0 0,-1-1 0 0 0,1 18 0 0 0,-2 0 7 0 0,-2 0-1 0 0,-1 0 0 0 0,0 0 0 0 0,-2-1 1 0 0,-11 38-1 0 0,-2-6 467 0 0,-34 73 0 0 0,49-127-436 0 0,-6 21 1202 0 0,9-24-1139 0 0,-1-1-1 0 0,0 1 1 0 0,0-1 0 0 0,0 1 0 0 0,0 0 0 0 0,0-1-1 0 0,1 1 1 0 0,-1-1 0 0 0,0 1 0 0 0,0-1 0 0 0,1 0-1 0 0,-1 1 1 0 0,0-1 0 0 0,1 1 0 0 0,-1-1 0 0 0,0 1-1 0 0,1-1 1 0 0,-1 0 0 0 0,1 1 0 0 0,-1-1 0 0 0,1 0-1 0 0,-1 1 1 0 0,1-1 0 0 0,-1 0 0 0 0,1 0 0 0 0,-1 0-1 0 0,1 1 1 0 0,-1-1 0 0 0,1 0 0 0 0,-1 0-1 0 0,1 0 1 0 0,-1 0 0 0 0,1 0 0 0 0,0 0 0 0 0,-1 0-1 0 0,1 0 1 0 0,-1 0 0 0 0,1 0 0 0 0,-1 0 0 0 0,1-1-1 0 0,-1 1 1 0 0,1 0 0 0 0,0-1 0 0 0,12 0 136 0 0,24-5-51 0 0,0 2 0 0 0,1 1-1 0 0,62 5 1 0 0,-56 4-115 0 0,69 12-82 0 0,-108-18-13 0 0,11 5-112 0 0,112 30-633 0 0,-99-33-146 0 0,-28-3 827 0 0,1 1 0 0 0,-1 0 0 0 0,0 0 0 0 0,1-1 0 0 0,-1 1 0 0 0,0 0 1 0 0,0-1-1 0 0,0 0 0 0 0,0 1 0 0 0,1-1 0 0 0,-1 0 0 0 0,0 1 0 0 0,0-1 0 0 0,0 0 0 0 0,0 0 0 0 0,0 0 0 0 0,-1 0 0 0 0,1 0 0 0 0,0 0 0 0 0,1-2 0 0 0,0-5-1925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9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1 137 9215 0 0,'8'-18'9551'0'0,"-7"18"-9279"0"0,24-12 800 0 0,0 2 1 0 0,50-15 0 0 0,-42 15-1327 0 0,37-16 1 0 0,-60 21 3 0 0,0 1 1 0 0,0 0 0 0 0,1 1 0 0 0,12-3 0 0 0,-14 3-153 0 0,-11-1-776 0 0,-15-2-2191 0 0,5 5 1614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9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0 3679 0 0,'-10'15'458'0'0,"-16"27"0"0"0,22-33 584 0 0,1 0 1 0 0,-1-1 0 0 0,1 1 0 0 0,1 0 0 0 0,-2 14-1 0 0,1 5-344 0 0,1 0 0 0 0,1 0 0 0 0,2 0-1 0 0,1 0 1 0 0,1 0 0 0 0,12 48 0 0 0,-9-52-448 0 0,2-1 1 0 0,0-1 0 0 0,1 1 0 0 0,1-1 0 0 0,1-1 0 0 0,2 0 0 0 0,27 36 0 0 0,-36-51 181 0 0,13 6-4 0 0,51 39-17 0 0,-51-39-10 0 0,1-4-1 0 0,53 20-29 0 0,-54-21-124 0 0,1-4-58 0 0,50 8-12 0 0,-50-8-18 0 0,-4-4-82 0 0,-8 0-77 0 0,8 1 18 0 0,1-2 0 0 0,-1 0 0 0 0,0-1 0 0 0,0 0 0 0 0,24-10 0 0 0,-24 7-56 0 0,45-24 91 0 0,-54 27-171 0 0,0 0-1 0 0,1 0 1 0 0,-1-1 0 0 0,-1 0-1 0 0,1 0 1 0 0,-1 0 0 0 0,8-10-1 0 0,-10 6-1355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29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17479 0 0,'39'-20'2091'0'0,"26"-7"-1793"0"0,213-98-2465 0 0,-253 111-4255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0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12959 0 0,'-1'31'288'0'0,"-1"-8"56"0"0,2 2 8 0 0,2-5 8 0 0,-1-5-288 0 0,2-3-72 0 0,2 4 0 0 0,-1 10 0 0 0,5 14 376 0 0,4 14 56 0 0,1 9 16 0 0,5 1 0 0 0,0-6-1064 0 0,-1-8-216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22 1375 0 0,'-4'-21'8991'0'0,"4"35"-6684"0"0,0 27-2155 0 0,-2-1 0 0 0,-1 1 0 0 0,-13 56 0 0 0,4-28 33 0 0,-74 416 1836 0 0,86-484-2018 0 0,0 0 0 0 0,0 0 0 0 0,-1 0 0 0 0,1 0 0 0 0,0-1 0 0 0,0 1 0 0 0,0 0 0 0 0,0 0 1 0 0,-1 0-1 0 0,1 0 0 0 0,0-1 0 0 0,-1 1 0 0 0,1 0 0 0 0,-1 0 0 0 0,1-1 0 0 0,-1 1 0 0 0,1 0 0 0 0,-1-1 0 0 0,1 1 0 0 0,-1 0 0 0 0,0-1 0 0 0,0 1 0 0 0,0-1 3 0 0,1-1-1 0 0,-1 0 1 0 0,1 0-1 0 0,-1 1 1 0 0,1-1 0 0 0,-1 0-1 0 0,1 0 1 0 0,0 0 0 0 0,0 0-1 0 0,-1 1 1 0 0,1-1 0 0 0,0 0-1 0 0,0 0 1 0 0,0 0-1 0 0,0 0 1 0 0,0 0 0 0 0,0 0-1 0 0,0 1 1 0 0,0-1 0 0 0,0-1-1 0 0,18-288 218 0 0,-16 266-254 0 0,18-98-9 0 0,-17 108 40 0 0,0 1 1 0 0,1 0 0 0 0,1 0-1 0 0,1 0 1 0 0,0 1 0 0 0,13-22-1 0 0,-17 31 12 0 0,0 0-1 0 0,0 1 1 0 0,0 0-1 0 0,0-1 1 0 0,0 1-1 0 0,1 0 1 0 0,-1 0 0 0 0,1 0-1 0 0,-1 0 1 0 0,1 1-1 0 0,0-1 1 0 0,-1 1-1 0 0,1 0 1 0 0,0-1-1 0 0,0 1 1 0 0,5-1-1 0 0,-5 2 7 0 0,-1 0 1 0 0,1 0-1 0 0,-1 0 0 0 0,1 0 0 0 0,-1 1 0 0 0,0-1 0 0 0,1 1 0 0 0,-1 0 0 0 0,0-1 0 0 0,1 1 0 0 0,-1 0 0 0 0,0 0 0 0 0,0 1 0 0 0,0-1 0 0 0,0 0 0 0 0,0 1 0 0 0,0-1 0 0 0,0 1 0 0 0,0-1 0 0 0,-1 1 1 0 0,4 4-1 0 0,4 5 68 0 0,-7-8 90 0 0,8 13-89 0 0,28 50-6 0 0,-29-49-1 0 0,-2-1 0 0 0,22 49 0 0 0,-21-49 0 0 0,-2 0 0 0 0,31 77 78 0 0,-16-41-92 0 0,12 25-132 0 0,-27-64-42 0 0,-2-3-1030 0 0,13 34 737 0 0,-17-43 321 0 0,1 0 1 0 0,-1 0-1 0 0,1 0 1 0 0,-1 0-1 0 0,0 0 1 0 0,1 0-1 0 0,-1 0 1 0 0,0 0-1 0 0,0 0 1 0 0,0 0-1 0 0,0 0 1 0 0,1 0-1 0 0,-1 0 1 0 0,-1 0-1 0 0,1 0 1 0 0,0 0-1 0 0,0 0 0 0 0,0 0 1 0 0,-1 0-1 0 0,1 0 1 0 0,0 0-1 0 0,-1 0 1 0 0,1 0-1 0 0,-1 0 1 0 0,1 0-1 0 0,-1 0 1 0 0,1 0-1 0 0,-1 0 1 0 0,0 0-1 0 0,1-1 1 0 0,-1 1-1 0 0,-1 0 1 0 0,0 0-424 0 0,0 0 1 0 0,0 0 0 0 0,0 0-1 0 0,0-1 1 0 0,0 1-1 0 0,-1-1 1 0 0,1 0 0 0 0,0 0-1 0 0,-4 0 1 0 0,-4 0-3009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6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2303 0 0,'5'-1'1264'0'0,"-1"0"-1"0"0,1 0 0 0 0,0 0 0 0 0,-1-1 0 0 0,1 1 0 0 0,6-5 0 0 0,15-4 446 0 0,27-5-589 0 0,101-45 0 0 0,-25-7-2957 0 0,-113 57-1453 0 0,-1-1-1006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6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1 127 7367 0 0,'0'-2'336'0'0,"1"0"0"0"0,0 1 0 0 0,0-1 0 0 0,0 0 0 0 0,0 0 0 0 0,0 1 0 0 0,0-1 0 0 0,0 1 0 0 0,1-1-1 0 0,-1 1 1 0 0,1 0 0 0 0,-1-1 0 0 0,1 1 0 0 0,-1 0 0 0 0,3-1 0 0 0,31-15 3357 0 0,-19 10-4107 0 0,21-11 555 0 0,57-19 0 0 0,-78 31-194 0 0,1 2-1 0 0,0 0 0 0 0,1 1 0 0 0,-1 0 1 0 0,0 2-1 0 0,21 0 0 0 0,-37 1 42 0 0,1 0-1 0 0,-1 0 0 0 0,1 0 1 0 0,0 0-1 0 0,-1 0 0 0 0,1 0 1 0 0,-1 1-1 0 0,1-1 0 0 0,-1 1 1 0 0,1-1-1 0 0,-1 1 1 0 0,1 0-1 0 0,-1 0 0 0 0,1-1 1 0 0,-1 1-1 0 0,0 0 0 0 0,0 0 1 0 0,1 0-1 0 0,0 2 0 0 0,-1-2 7 0 0,-1 0-1 0 0,1 1 1 0 0,-1-1-1 0 0,1 0 1 0 0,-1 1-1 0 0,0-1 1 0 0,1 0-1 0 0,-1 1 1 0 0,0-1-1 0 0,0 0 1 0 0,0 1-1 0 0,0-1 1 0 0,0 1-1 0 0,0-1 1 0 0,-1 0-1 0 0,1 1 1 0 0,-1 2-1 0 0,-3 6 4 0 0,-1 0 0 0 0,1-1-1 0 0,-2 1 1 0 0,-10 14 0 0 0,7-11 9 0 0,-81 141 81 0 0,77-128-73 0 0,1 1 0 0 0,2 0 0 0 0,0 0-1 0 0,-6 34 1 0 0,10-26-14 0 0,1 16 0 0 0,3-4-20 0 0,2-40-7 0 0,-1 1 0 0 0,2 0-1 0 0,-1 0 1 0 0,1 0 0 0 0,2 9-1 0 0,0-2-2 0 0,-3-11 2 0 0,0 0 0 0 0,1-1 0 0 0,0 1 0 0 0,-1 0 0 0 0,1-1 0 0 0,1 1 0 0 0,-1-1 0 0 0,0 1 0 0 0,1-1 0 0 0,0 1 0 0 0,0-1 0 0 0,0 0 0 0 0,0 0 0 0 0,0 0 0 0 0,1 0 0 0 0,-1 0 0 0 0,1-1 0 0 0,3 4 0 0 0,-3-5 37 0 0,1 1-1 0 0,-1-1 1 0 0,0 1 0 0 0,1-1 0 0 0,-1 0 0 0 0,1 0 0 0 0,-1-1 0 0 0,1 1 0 0 0,-1-1 0 0 0,1 0-1 0 0,-1 0 1 0 0,1 0 0 0 0,-1 0 0 0 0,1 0 0 0 0,5-2 0 0 0,4-2 141 0 0,1 0 1 0 0,-1-1-1 0 0,0-1 0 0 0,-1 0 1 0 0,1 0-1 0 0,-1-1 1 0 0,20-16-1 0 0,-23 16-183 0 0,-1-1-1 0 0,0 0 1 0 0,0-1 0 0 0,0 0-1 0 0,-1 0 1 0 0,10-18 0 0 0,15-34-3046 0 0,-27 51 2263 0 0,2-3-3663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7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6 398 2303 0 0,'-4'4'12828'0'0,"3"6"-14042"0"0,1 0 1517 0 0,0-2-208 0 0,0 1 0 0 0,1-1 0 0 0,0 1 0 0 0,1-1 0 0 0,2 11 0 0 0,10 39-24 0 0,-4-29 14 0 0,18 28 0 0 0,-20-43 63 0 0,0-4 32 0 0,24 26 4 0 0,-24-26 6 0 0,1-7 22 0 0,33 11 10 0 0,-37-13-204 0 0,0-1-1 0 0,0 1 0 0 0,-1-1 1 0 0,1 0-1 0 0,0 0 0 0 0,0 0 1 0 0,-1-1-1 0 0,1 1 0 0 0,0-1 1 0 0,-1 0-1 0 0,1-1 0 0 0,-1 1 1 0 0,1-1-1 0 0,-1 0 0 0 0,1 0 1 0 0,-1 0-1 0 0,7-5 0 0 0,-3 1 12 0 0,0-1-1 0 0,-1 1 1 0 0,1-1 0 0 0,-1-1-1 0 0,-1 1 1 0 0,10-15-1 0 0,-10 13-44 0 0,0-1 1 0 0,-1 0-1 0 0,-1 0 0 0 0,1-1 0 0 0,-2 0 0 0 0,1 1 1 0 0,-2-1-1 0 0,1 0 0 0 0,-2 0 0 0 0,1-1 0 0 0,-2 1 1 0 0,0-16-1 0 0,-3-9-131 0 0,-1 0 0 0 0,-14-52 0 0 0,16 81 127 0 0,1 1-271 0 0,-1 0-1 0 0,1-1 1 0 0,0 1 0 0 0,1 0 0 0 0,0 0 0 0 0,0-1 0 0 0,0 1 0 0 0,1 0 0 0 0,0 0 0 0 0,1-8 0 0 0,-1 12 214 0 0,0 0 0 0 0,0-1 0 0 0,1 1 0 0 0,-1 0 0 0 0,0 0 0 0 0,1-1 0 0 0,-1 1 0 0 0,1 0 0 0 0,0 1 0 0 0,0-1 0 0 0,0 0 0 0 0,0 0 0 0 0,0 1 0 0 0,0-1 0 0 0,0 1 0 0 0,0 0 0 0 0,1 0 0 0 0,-1 0 0 0 0,1 0 0 0 0,-1 0 0 0 0,0 0 0 0 0,1 1 0 0 0,-1-1 0 0 0,1 1 0 0 0,0-1 0 0 0,-1 1 0 0 0,5 0 0 0 0,-1 0 97 0 0,0 0-1 0 0,0 1 0 0 0,0-1 0 0 0,0 1 0 0 0,0 1 1 0 0,0-1-1 0 0,0 1 0 0 0,0 0 0 0 0,9 5 0 0 0,-12-6 205 0 0,9 8-96 0 0,34 27 0 0 0,-34-27 20 0 0,-4 1 84 0 0,25 31 38 0 0,-25-31 291 0 0,2 4-266 0 0,26 43 7 0 0,-26-43 537 0 0,-4-1-615 0 0,6 6-135 0 0,-4-6 57 0 0,0 1 0 0 0,6 18 0 0 0,-84-109 2572 0 0,61 66-2654 0 0,0 0-1 0 0,2-1 0 0 0,-1 0 0 0 0,2-1 1 0 0,-1 0-1 0 0,2 0 0 0 0,0 0 0 0 0,0 0 1 0 0,1-1-1 0 0,1 0 0 0 0,-3-25 1 0 0,5 30-76 0 0,1 1 0 0 0,0-1 0 0 0,0 1 0 0 0,1-1 0 0 0,0 1 0 0 0,1 0 0 0 0,0-1 0 0 0,0 1 0 0 0,1 0 0 0 0,-1 0 0 0 0,2 0 0 0 0,-1 0 0 0 0,1 1 0 0 0,1-1 0 0 0,-1 1 0 0 0,1 0 0 0 0,0 1 0 0 0,1-1 0 0 0,0 1 0 0 0,11-10 0 0 0,-3 5-23 0 0,0 1-1 0 0,0 0 1 0 0,1 1 0 0 0,25-10-1 0 0,-32 15 25 0 0,0 1-1 0 0,0 1 1 0 0,0-1-1 0 0,1 2 1 0 0,-1-1-1 0 0,1 1 1 0 0,-1 0-1 0 0,1 1 1 0 0,-1-1 0 0 0,1 2-1 0 0,10 1 1 0 0,-16-2-10 0 0,0 1 1 0 0,-1 0-1 0 0,1 0 1 0 0,0 0-1 0 0,0 1 1 0 0,-1-1-1 0 0,1 1 1 0 0,-1-1 0 0 0,1 1-1 0 0,-1 0 1 0 0,3 2-1 0 0,-4-2-75 0 0,0 8-153 0 0,3 32 89 0 0,-4-41 147 0 0,0 0 0 0 0,0 1 0 0 0,1-1 1 0 0,-1 0-1 0 0,0 0 0 0 0,-1 1 0 0 0,1-1 0 0 0,0 0 1 0 0,0 1-1 0 0,0-1 0 0 0,-1 0 0 0 0,0 3 0 0 0,-13 27-100 0 0,-2 1-1 0 0,-1-2 1 0 0,-35 49-1 0 0,-13 21 272 0 0,64-98-138 0 0,0-1 0 0 0,0 1 0 0 0,0 0 0 0 0,0 0 0 0 0,0 0-1 0 0,0 0 1 0 0,0 0 0 0 0,1 0 0 0 0,-1 0 0 0 0,1 0 0 0 0,-1 0-1 0 0,1 0 1 0 0,0 0 0 0 0,0 0 0 0 0,0 0 0 0 0,0 0 0 0 0,0 0 0 0 0,1 0-1 0 0,-1 0 1 0 0,0 1 0 0 0,2 2 0 0 0,0-3 2 0 0,0 0-1 0 0,-1 0 1 0 0,1 0-1 0 0,0 0 1 0 0,0 0-1 0 0,1 0 1 0 0,-1-1-1 0 0,0 1 1 0 0,0-1-1 0 0,1 1 1 0 0,-1-1-1 0 0,1 0 1 0 0,-1 0-1 0 0,1 0 1 0 0,0 0-1 0 0,3 0 1 0 0,112 22 298 0 0,-76-17-321 0 0,48 15-1 0 0,-51-7 6 0 0,27 9-81 0 0,-62-22 21 0 0,1 0 0 0 0,-1 0 0 0 0,0 0 0 0 0,1-1 0 0 0,-1 0 1 0 0,0 0-1 0 0,1 0 0 0 0,-1 0 0 0 0,0-1 0 0 0,0 1 0 0 0,1-1 0 0 0,5-2 0 0 0,7-10-1282 0 0,-8 2-2526 0 0,-1-2-1110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7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149 141 11055 0 0,'3'-4'975'0'0,"0"0"0"0"0,0 0 0 0 0,1 1 0 0 0,-1-1 1 0 0,1 1-1 0 0,4-3 0 0 0,5-3-323 0 0,-1 2 1 0 0,18-8-1 0 0,-20 11-790 0 0,-1-1-1 0 0,1 0 1 0 0,-1 0-1 0 0,0-1 1 0 0,13-12-1 0 0,-21 18 103 0 0,-1-1 0 0 0,1 1 0 0 0,0 0-1 0 0,-1-1 1 0 0,1 1 0 0 0,-1-1 0 0 0,1 0 0 0 0,-1 1 0 0 0,1-1-1 0 0,-1 1 1 0 0,1-1 0 0 0,-1 0 0 0 0,0 1 0 0 0,1-1-1 0 0,-1 0 1 0 0,0 1 0 0 0,0-1 0 0 0,1 0 0 0 0,-1 0 0 0 0,0 1-1 0 0,0-1 1 0 0,0 0 0 0 0,0 0 0 0 0,0 1 0 0 0,0-1-1 0 0,0 0 1 0 0,0 0 0 0 0,0 1 0 0 0,0-1 0 0 0,-1 0-1 0 0,1 0 1 0 0,0 1 0 0 0,0-1 0 0 0,-1 0 0 0 0,1 1 0 0 0,-1-1-1 0 0,1 0 1 0 0,0 1 0 0 0,-1-1 0 0 0,1 0 0 0 0,-1 1-1 0 0,1-1 1 0 0,-1 1 0 0 0,0-1 0 0 0,1 1 0 0 0,-1-1 0 0 0,1 1-1 0 0,-1 0 1 0 0,0-1 0 0 0,0 1 0 0 0,1 0 0 0 0,-1-1-1 0 0,0 1 1 0 0,1 0 0 0 0,-1 0 0 0 0,-1 0 0 0 0,-3-2-101 0 0,0 1-1 0 0,0 0 1 0 0,0 0 0 0 0,0 0 0 0 0,0 1 0 0 0,0-1-1 0 0,-6 1 1 0 0,-2 2-18 0 0,1 0 0 0 0,0 1 1 0 0,0 0-1 0 0,0 1 0 0 0,1 0 0 0 0,-1 1 0 0 0,1 0 0 0 0,0 1 0 0 0,0 0 0 0 0,1 1 1 0 0,0 0-1 0 0,0 0 0 0 0,1 1 0 0 0,0 1 0 0 0,0-1 0 0 0,1 1 0 0 0,0 1 0 0 0,0 0 0 0 0,1 0 1 0 0,0 0-1 0 0,1 1 0 0 0,1 0 0 0 0,-6 14 0 0 0,9-20 204 0 0,0 0 0 0 0,1-1 0 0 0,0 1 1 0 0,0 0-1 0 0,0 0 0 0 0,1 0 0 0 0,-1 6 0 0 0,1 1 21 0 0,-2-4-20 0 0,1 1 0 0 0,0-1 0 0 0,1 1 1 0 0,1 13-1 0 0,-1-8-7 0 0,0-7-7 0 0,-1 1 0 0 0,1 0 0 0 0,1 0-1 0 0,0 0 1 0 0,2 12 0 0 0,0-6 8 0 0,8 61 241 0 0,-9-63-141 0 0,2 4 16 0 0,13 50 67 0 0,-13-49 28 0 0,2-4 7 0 0,17 39 5 0 0,-17-38 10 0 0,2-6 3 0 0,22 25 0 0 0,-23-25 19 0 0,2-4 78 0 0,-2-1-250 0 0,-1-1-1 0 0,1 1 0 0 0,0-1 0 0 0,0 0 1 0 0,1-1-1 0 0,-1 0 0 0 0,0 0 0 0 0,0 0 1 0 0,1-1-1 0 0,-1 0 0 0 0,0 0 0 0 0,11-3 1 0 0,-2-2-105 0 0,0 0 0 0 0,-1-1 1 0 0,0-1-1 0 0,0-1 1 0 0,0 0-1 0 0,-1 0 0 0 0,-1-2 1 0 0,1 0-1 0 0,-2 0 1 0 0,1-1-1 0 0,-1-1 0 0 0,-1 0 1 0 0,0 0-1 0 0,10-17 1 0 0,-7 3-1174 0 0,-8 8-3513 0 0,-4 4-687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7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14399 0 0,'3'-4'640'0'0,"1"0"128"0"0,2 1-616 0 0,0-2-152 0 0,-1 2 0 0 0,0 2 0 0 0,2-1 256 0 0,3 0 16 0 0,5-4 8 0 0,7 0 0 0 0,4 0-520 0 0,4-3-104 0 0,-2 1-16 0 0,0-3-6120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8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55 6703 0 0,'-1'-3'182'0'0,"-1"0"-34"0"0,1 0 0 0 0,0 1 0 0 0,-1-1 0 0 0,1 0 0 0 0,0 0 0 0 0,1 0 0 0 0,-2-3 0 0 0,2 5-99 0 0,1-1 0 0 0,-1 1 1 0 0,0 0-1 0 0,0-1 0 0 0,1 1 0 0 0,-1 0 0 0 0,1-1 0 0 0,-1 1 1 0 0,1 0-1 0 0,-1 0 0 0 0,1-1 0 0 0,0 1 0 0 0,0 0 0 0 0,3-7 3181 0 0,-4 8-3178 0 0,-1 1 7 0 0,1-1 0 0 0,0 0 0 0 0,0 0 0 0 0,-1 1 0 0 0,1-1 0 0 0,0 0 0 0 0,-1 1 0 0 0,1-1 0 0 0,0 1 0 0 0,0-1 0 0 0,0 0 0 0 0,-1 1 0 0 0,1-1 0 0 0,0 1 0 0 0,0-1 0 0 0,0 0 0 0 0,0 1 0 0 0,0-1 0 0 0,0 1 0 0 0,0-1 0 0 0,0 1 0 0 0,0-1 0 0 0,0 1 0 0 0,0 6 155 0 0,0 0-1 0 0,1 0 0 0 0,0 0 1 0 0,0 0-1 0 0,4 11 0 0 0,-3-9-65 0 0,12 46-112 0 0,-9-36-22 0 0,14 39 147 0 0,6 11 176 0 0,-8-24-186 0 0,-6-19-80 0 0,14 30-89 0 0,-19-42-134 0 0,1-1-78 0 0,31 60-346 0 0,-37-72 579 0 0,4 15-1532 0 0,-5-16 1450 0 0,0 1-1 0 0,0-1 1 0 0,0 1 0 0 0,0-1-1 0 0,0 0 1 0 0,0 1-1 0 0,0-1 1 0 0,0 1-1 0 0,0-1 1 0 0,0 0 0 0 0,0 1-1 0 0,0-1 1 0 0,0 0-1 0 0,-1 1 1 0 0,1-1-1 0 0,0 0 1 0 0,0 1 0 0 0,0-1-1 0 0,-1 0 1 0 0,1 1-1 0 0,0-1 1 0 0,0 0-1 0 0,-1 0 1 0 0,1 1 0 0 0,0-1-1 0 0,-1 0 1 0 0,1 0-1 0 0,0 1 1 0 0,-1-1-1 0 0,1 0 1 0 0,0 0-1 0 0,-1 0 1 0 0,1 0 0 0 0,-1 0-1 0 0,1 0 1 0 0,0 0-1 0 0,-1 1 1 0 0,1-1-1 0 0,-1 0 1 0 0,-6 0-872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38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12527 0 0,'0'6'552'0'0,"-1"0"120"0"0,1 1-544 0 0,0 0-128 0 0,1 1 0 0 0,-1-1 0 0 0,3 3 96 0 0,0 6 0 0 0,3 10 80 0 0,13 59-176 0 0,3 22 0 0 0,-2-14-8384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22T22:22:40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1020 12263 0 0,'-2'0'87'0'0,"0"0"-1"0"0,1-1 1 0 0,-1 1-1 0 0,0 0 1 0 0,0 0-1 0 0,0 0 1 0 0,0 0 0 0 0,0 0-1 0 0,1 1 1 0 0,-1-1-1 0 0,0 1 1 0 0,0-1-1 0 0,0 1 1 0 0,1 0-1 0 0,-1-1 1 0 0,0 1-1 0 0,1 0 1 0 0,-1 0-1 0 0,1 0 1 0 0,-1 0-1 0 0,1 1 1 0 0,-1-1-1 0 0,1 0 1 0 0,0 0-1 0 0,0 1 1 0 0,-2 2-1 0 0,-3 2-6 0 0,-103 97-327 0 0,-71 76-725 0 0,161-156 909 0 0,0 1-1 0 0,2 0 1 0 0,1 2 0 0 0,1-1-1 0 0,1 2 1 0 0,-16 43 0 0 0,15-17 518 0 0,2 2 1 0 0,2 0-1 0 0,3 0 1 0 0,2 1-1 0 0,2 69 1 0 0,6-91-119 0 0,8 57-46 0 0,-10-83-271 0 0,1-1-1 0 0,1 0 1 0 0,-1 0 0 0 0,4 9 0 0 0,31 92-10 0 0,10-8-42 0 0,-43-96 4 0 0,-1 1-1 0 0,1 0 1 0 0,-1-1-1 0 0,2 1 1 0 0,4 6 0 0 0,41 47-218 0 0,-46-54 195 0 0,0 0-1 0 0,1 0 1 0 0,0-1-1 0 0,7 7 1 0 0,43 33-232 0 0,-27-26-83 0 0,-9-8 153 0 0,1-1 1 0 0,0 0 0 0 0,0-2 0 0 0,0 0 0 0 0,1-1 0 0 0,0-1-1 0 0,38 2 1 0 0,-46-6-13 0 0,0-1 0 0 0,0-1 0 0 0,0 0 0 0 0,0-1 0 0 0,0 0 0 0 0,18-8 0 0 0,-23 8 203 0 0,0 0 0 0 0,0-1 0 0 0,0 0 0 0 0,0 0 0 0 0,-1-1 0 0 0,1 0-1 0 0,-1 0 1 0 0,0 0 0 0 0,-1-1 0 0 0,1 0 0 0 0,4-7 0 0 0,-7 5 524 0 0,-8 6 213 0 0,-12 10 392 0 0,7 2-958 0 0,1 0-1 0 0,0 1 0 0 0,0 0 1 0 0,-13 23-1 0 0,-25 52 378 0 0,44-78-522 0 0,-18 37-16 0 0,2 1-1 0 0,2 1 1 0 0,3 1-1 0 0,1 0 1 0 0,3 1-1 0 0,2 0 1 0 0,-4 97-1 0 0,11-87-1 0 0,4 1 0 0 0,2 0-1 0 0,2-1 1 0 0,3 0 0 0 0,3 0 0 0 0,25 71-1 0 0,-11-60 26 0 0,-17-50 19 0 0,17 29 0 0 0,25 26 66 0 0,-50-71-85 0 0,0-1-1 0 0,0 0 1 0 0,1 0 0 0 0,0 0-1 0 0,-1-1 1 0 0,1 1 0 0 0,0 0-1 0 0,3 1 1 0 0,55 43 78 0 0,-58-44-72 0 0,1 0 0 0 0,0-1-1 0 0,0 1 1 0 0,0-1 0 0 0,9 4-1 0 0,0 0 14 0 0,6 4 30 0 0,1-1 1 0 0,1-2-1 0 0,0 0 1 0 0,25 5-1 0 0,-12-7 19 0 0,0-1 0 0 0,0-2-1 0 0,1-2 1 0 0,58-6 0 0 0,133-34 470 0 0,-56 7-364 0 0,-142 29-151 0 0,0 2-1 0 0,0 1 0 0 0,1 1 1 0 0,-1 1-1 0 0,55 11 0 0 0,-26 1 95 0 0,102 37 0 0 0,-90-24 110 0 0,43 16 300 0 0,144 35 1 0 0,-218-69-503 0 0,-1-1 0 0 0,1-2-1 0 0,0-2 1 0 0,0-1 0 0 0,0-2 0 0 0,0-2 0 0 0,0-1 0 0 0,42-10 0 0 0,-32 0-18 0 0,0-1 1 0 0,0-3-1 0 0,-2-3 1 0 0,81-44 0 0 0,-36 8 270 0 0,102-83 1 0 0,-78 44 260 0 0,-59 46 28 0 0,115-77 0 0 0,-152 115-518 0 0,1 0 0 0 0,0 1 0 0 0,1 1 0 0 0,0 1 0 0 0,0 0 1 0 0,0 2-1 0 0,1 0 0 0 0,0 2 0 0 0,0 1 0 0 0,36-2 1 0 0,10 8 33 0 0,98 18 1 0 0,-98-11 13 0 0,89 4 1 0 0,-134-14-81 0 0,1-1 1 0 0,-1-1-1 0 0,1-1 1 0 0,-1-1-1 0 0,0-1 1 0 0,0-1 0 0 0,37-15-1 0 0,-38 10 3 0 0,-1-1 0 0 0,-1 0 0 0 0,0-2 0 0 0,-1 0 0 0 0,0-1 0 0 0,-1-1 0 0 0,-1 0 0 0 0,0-2 0 0 0,-2 0 0 0 0,0 0 0 0 0,-1-2 0 0 0,18-31 0 0 0,-10 9 62 0 0,-1 0 0 0 0,-2-2 0 0 0,-3 0 0 0 0,-1-1-1 0 0,13-65 1 0 0,-18 50 227 0 0,-2 0 1 0 0,-3-1-1 0 0,-5-115 0 0 0,-10 64-76 0 0,-28-131-1 0 0,21 172-408 0 0,-3 2-1 0 0,-3 0 1 0 0,-55-112 0 0 0,71 169 113 0 0,0 1 1 0 0,-1 0 0 0 0,0 0-1 0 0,-18-19 1 0 0,19 24 19 0 0,0-2-1 0 0,0 1 1 0 0,1-1 0 0 0,0 0 0 0 0,0-1-1 0 0,1 1 1 0 0,0-1 0 0 0,1 0-1 0 0,0 0 1 0 0,-5-17 0 0 0,0-27-459 0 0,-4-92 0 0 0,3 12-606 0 0,-14-7 1349 0 0,-76-251 0 0 0,-47 17 1201 0 0,123 322-1325 0 0,-42-67 0 0 0,52 98-114 0 0,0 0-1 0 0,-2 2 1 0 0,0 0 0 0 0,-1 1 0 0 0,-33-29 0 0 0,42 42-21 0 0,1 0 1 0 0,-1 0-1 0 0,0 0 0 0 0,0 1 1 0 0,-1 0-1 0 0,1 1 0 0 0,-1 0 0 0 0,0 0 1 0 0,0 1-1 0 0,-16-3 0 0 0,13 4 24 0 0,-1 1 0 0 0,0 0-1 0 0,1 1 1 0 0,-1 0-1 0 0,0 1 1 0 0,1 0 0 0 0,-14 5-1 0 0,0 2-341 0 0,1 1 0 0 0,0 1-1 0 0,1 2 1 0 0,0 0-1 0 0,1 1 1 0 0,-37 31 0 0 0,15-6-7609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51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0 480 455 0 0,'6'12'6388'0'0,"-4"-11"-6033"0"0,15 8 1283 0 0,19 1-1531 0 0,-2-4 215 0 0,1-2 0 0 0,60 0 0 0 0,71-13 395 0 0,27 0-228 0 0,-60 11-174 0 0,410 20 561 0 0,-366-14-780 0 0,190-15 0 0 0,-262 3 69 0 0,-82 3-129 0 0,413-9 904 0 0,53 1-68 0 0,-140-7-727 0 0,-118 2-82 0 0,4 0-63 0 0,76-3 0 0 0,-91 6 25 0 0,82 0 14 0 0,9-2-39 0 0,-74-1 0 0 0,-17 0 0 0 0,46-1 0 0 0,78 4 11 0 0,-80 9 163 0 0,-35 2-81 0 0,3-3-57 0 0,97-6 2 0 0,-69-7-22 0 0,60-6 22 0 0,28-4 532 0 0,-117 11-162 0 0,-16 5-255 0 0,13-1-50 0 0,108-8-65 0 0,-75 6-12 0 0,232-3 29 0 0,-339 13-46 0 0,187 0-34 0 0,347-14 189 0 0,-469 6 2388 0 0,98-8-3949 0 0,605-15 258 0 0,-643 30 1056 0 0,272-4 147 0 0,-10 5-64 0 0,-439 3 0 0 0,327-8 0 0 0,468-37 718 0 0,-892 45-716 0 0,736-21 1041 0 0,-198 28-983 0 0,91-1-3 0 0,-158-22-59 0 0,142-1 15 0 0,-170 22 62 0 0,-86 0-33 0 0,-208-6-62 0 0,1-2-134 0 0,166 20 0 0 0,-300-14-183 0 0,-5 0-14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1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11 6623 0 0,'0'-1'69'0'0,"0"1"-1"0"0,0-1 0 0 0,-1 1 0 0 0,1 0 0 0 0,0-1 0 0 0,0 1 0 0 0,0-1 0 0 0,0 1 0 0 0,0-1 1 0 0,-1 1-1 0 0,1 0 0 0 0,0-1 0 0 0,0 1 0 0 0,-1-1 0 0 0,1 1 0 0 0,0 0 0 0 0,-1-1 1 0 0,1 1-1 0 0,0 0 0 0 0,-1 0 0 0 0,1-1 0 0 0,-1 1 0 0 0,1 0 0 0 0,0 0 0 0 0,-1-1 1 0 0,1 1-1 0 0,-1 0 0 0 0,1 0 0 0 0,-1 0 0 0 0,1 0 0 0 0,-1 0 0 0 0,1 0 0 0 0,0 0 1 0 0,-1 0-1 0 0,1 0 0 0 0,-1 0 0 0 0,1 0 0 0 0,-1 0 0 0 0,1 0 0 0 0,-1 0 0 0 0,1 0 0 0 0,-1 0 1 0 0,1 0-1 0 0,0 1 0 0 0,-1-1 0 0 0,1 0 0 0 0,-1 0 0 0 0,1 1 0 0 0,0-1 0 0 0,-1 0 1 0 0,1 0-1 0 0,0 1 0 0 0,-1-1 0 0 0,1 0 0 0 0,0 1 0 0 0,-1-1 0 0 0,1 1 0 0 0,0-1 1 0 0,0 0-1 0 0,-1 1 0 0 0,1-1 0 0 0,0 1 0 0 0,0-1 0 0 0,0 1 0 0 0,0-1 0 0 0,0 0 1 0 0,-1 2-1 0 0,-9 31 1673 0 0,6-7-1160 0 0,2 0 0 0 0,1 0 1 0 0,2 1-1 0 0,0-1 1 0 0,9 48-1 0 0,40 127 1871 0 0,-40-170-1999 0 0,0 0 0 0 0,2 0 0 0 0,1-1 0 0 0,33 54 0 0 0,-40-75-383 0 0,1 1 0 0 0,-1-1 0 0 0,1-1 0 0 0,1 0 0 0 0,0 0 0 0 0,0 0 0 0 0,1-1 0 0 0,-1 0 0 0 0,2 0 0 0 0,-1-1 1 0 0,1 0-1 0 0,0-1 0 0 0,0 0 0 0 0,0-1 0 0 0,1 0 0 0 0,-1-1 0 0 0,23 5 0 0 0,-26-7-35 0 0,-1-1-1 0 0,1 1 1 0 0,0-2 0 0 0,-1 1-1 0 0,1-1 1 0 0,-1 1-1 0 0,1-2 1 0 0,-1 1 0 0 0,1-1-1 0 0,-1 0 1 0 0,0 0-1 0 0,0-1 1 0 0,10-5-1 0 0,-8 2 11 0 0,0 1-1 0 0,0-2 0 0 0,-1 1 0 0 0,0-1 0 0 0,0 0 0 0 0,-1 0 0 0 0,0-1 0 0 0,8-12 0 0 0,0-6 28 0 0,-1 0-1 0 0,-1-1 0 0 0,-1-1 1 0 0,-2 0-1 0 0,8-33 0 0 0,25-128 67 0 0,-34 143 68 0 0,-2 0-1 0 0,0-54 1 0 0,-10 48 676 0 0,-3 24-2861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14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354 32 919 0 0,'-2'-1'398'0'0,"0"-1"-1"0"0,0 0 0 0 0,0 0 0 0 0,0 1 0 0 0,0-1 0 0 0,0 1 0 0 0,0 0 0 0 0,0-1 0 0 0,-1 1 0 0 0,1 0 0 0 0,0 0 0 0 0,-5 0 0 0 0,-33-8 4033 0 0,33 8-4610 0 0,-6-1 581 0 0,-1 1-1 0 0,1 0 1 0 0,-1 1-1 0 0,1 1 0 0 0,-1 0 1 0 0,1 1-1 0 0,0 0 0 0 0,-21 7 1 0 0,24-6-167 0 0,0 0 0 0 0,1 1 0 0 0,-1 0 0 0 0,1 1 0 0 0,0 0 0 0 0,0 0 0 0 0,0 1 0 0 0,1 0 0 0 0,0 1 0 0 0,0 0 0 0 0,-11 13 0 0 0,17-18-167 0 0,0 0-1 0 0,1 0 0 0 0,-1 0 0 0 0,1 1 1 0 0,0-1-1 0 0,0 0 0 0 0,0 1 1 0 0,0-1-1 0 0,0 1 0 0 0,0-1 1 0 0,1 1-1 0 0,-1-1 0 0 0,1 1 0 0 0,0 0 1 0 0,0-1-1 0 0,0 1 0 0 0,0 0 1 0 0,1 4-1 0 0,0-3 0 0 0,0 0 0 0 0,1 0 0 0 0,-1 0 0 0 0,1 0 0 0 0,0-1 0 0 0,0 1 0 0 0,1-1 0 0 0,-1 1 0 0 0,1-1-1 0 0,5 6 1 0 0,6 3 18 0 0,1 0 0 0 0,0-2 0 0 0,1 1-1 0 0,20 9 1 0 0,-34-19-84 0 0,23 13 32 0 0,119 69 81 0 0,-121-67-99 0 0,0 0-1 0 0,-1 1 0 0 0,37 39 1 0 0,-54-50-7 0 0,0-1 0 0 0,-1 1 0 0 0,1 1 0 0 0,-1-1 0 0 0,0 1 1 0 0,-1-1-1 0 0,5 12 0 0 0,-7-15-7 0 0,-1-1 0 0 0,1 1-1 0 0,0-1 1 0 0,-1 0 0 0 0,0 1 0 0 0,0-1 0 0 0,0 1 0 0 0,0-1 0 0 0,0 1-1 0 0,0-1 1 0 0,0 1 0 0 0,-1-1 0 0 0,1 1 0 0 0,-1-1 0 0 0,0 0 0 0 0,0 1 0 0 0,0-1-1 0 0,0 0 1 0 0,0 0 0 0 0,0 0 0 0 0,-1 0 0 0 0,1 0 0 0 0,-1 0 0 0 0,1 0-1 0 0,-1 0 1 0 0,-3 2 0 0 0,-4 4 9 0 0,-1-1-1 0 0,1-1 0 0 0,-2 0 1 0 0,1 0-1 0 0,-18 6 0 0 0,-60 16 196 0 0,52-17-6 0 0,36-11-195 0 0,-80 22 681 0 0,71-20-415 0 0,-1-1 1 0 0,1 1-1 0 0,-1-2 1 0 0,0 1-1 0 0,1-1 1 0 0,-15-3-1 0 0,24 3-258 0 0,-1 1 0 0 0,1-1-1 0 0,0 0 1 0 0,0 0-1 0 0,-1 0 1 0 0,1 0 0 0 0,0 0-1 0 0,0-1 1 0 0,-1 1-1 0 0,1 0 1 0 0,0 0-1 0 0,-1 0 1 0 0,1 0 0 0 0,0 0-1 0 0,0 0 1 0 0,-1 0-1 0 0,1 0 1 0 0,0-1-1 0 0,0 1 1 0 0,0 0 0 0 0,-1 0-1 0 0,1 0 1 0 0,0 0-1 0 0,0-1 1 0 0,0 1-1 0 0,-1 0 1 0 0,1 0 0 0 0,0-1-1 0 0,0 1 1 0 0,0 0-1 0 0,0 0 1 0 0,0-1-1 0 0,0 1 1 0 0,-1 0 0 0 0,1 0-1 0 0,0-1 1 0 0,0 1-1 0 0,0 0 1 0 0,0-1-1 0 0,9-9 34 0 0,19-6-1288 0 0,-28 16 1136 0 0,36-17-3694 0 0,-14 8-2816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14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13327 0 0,'0'-3'155'0'0,"0"1"-1"0"0,0-1 1 0 0,0 0-1 0 0,0 0 1 0 0,1 0-1 0 0,-1 1 1 0 0,1-1-1 0 0,0 0 1 0 0,0 1-1 0 0,0-1 1 0 0,0 1-1 0 0,2-4 1 0 0,0 2 115 0 0,0 1-1 0 0,0 0 1 0 0,1 0 0 0 0,-1 0 0 0 0,1 1-1 0 0,-1-1 1 0 0,7-2 0 0 0,8-5 277 0 0,0 1 1 0 0,1 1-1 0 0,0 1 1 0 0,0 0-1 0 0,31-5 1 0 0,-11 5 61 0 0,76-4-1 0 0,-108 11-533 0 0,0 0-1 0 0,0 0 0 0 0,0 1 0 0 0,-1 0 0 0 0,9 2 0 0 0,-13-2-170 0 0,0-1-1 0 0,-1 1 1 0 0,1 0 0 0 0,-1-1-1 0 0,1 1 1 0 0,-1 0 0 0 0,1 0 0 0 0,-1 0-1 0 0,0 0 1 0 0,0 0 0 0 0,1 0-1 0 0,0 2 1 0 0,-1-2-184 0 0,-1-1 0 0 0,1 1 0 0 0,-1 0-1 0 0,0 0 1 0 0,1 0 0 0 0,-1 0 0 0 0,0 0 0 0 0,1 0 0 0 0,-1 0 0 0 0,0 0-1 0 0,0 0 1 0 0,0 0 0 0 0,0 0 0 0 0,0 0 0 0 0,0 0 0 0 0,0 0 0 0 0,0 0-1 0 0,-1 0 1 0 0,1 0 0 0 0,0 0 0 0 0,-1 2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1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 6911 0 0,'-1'0'49'0'0,"1"0"-1"0"0,0-1 1 0 0,0 1-1 0 0,-1 0 0 0 0,1 0 1 0 0,0-1-1 0 0,-1 1 1 0 0,1 0-1 0 0,0 0 1 0 0,-1 0-1 0 0,1-1 0 0 0,0 1 1 0 0,-1 0-1 0 0,1 0 1 0 0,-1 0-1 0 0,1 0 0 0 0,0 0 1 0 0,-1 0-1 0 0,1 0 1 0 0,-1 0-1 0 0,1 0 1 0 0,0 0-1 0 0,-1 0 0 0 0,1 0 1 0 0,-1 0-1 0 0,1 0 1 0 0,0 0-1 0 0,-1 0 0 0 0,1 0 1 0 0,-1 0-1 0 0,1 0 1 0 0,0 1-1 0 0,-1-1 1 0 0,1 0-1 0 0,0 0 0 0 0,-1 1 1 0 0,1-1-1 0 0,0 0 1 0 0,-1 0-1 0 0,1 1 0 0 0,0-1 1 0 0,0 0-1 0 0,-1 1 1 0 0,1-1-1 0 0,0 0 1 0 0,0 1-1 0 0,0-1 0 0 0,-1 1 1 0 0,-9 25 2745 0 0,7-17-2721 0 0,-7 19 604 0 0,1-1-1 0 0,2 2 0 0 0,0-1 0 0 0,2 1 0 0 0,-2 42 1 0 0,6-58-438 0 0,1 0-1 0 0,0 0 1 0 0,1 0 0 0 0,0 0 0 0 0,1 0 0 0 0,1-1 0 0 0,0 1-1 0 0,0-1 1 0 0,2 1 0 0 0,-1-1 0 0 0,2 0 0 0 0,-1-1 0 0 0,2 1-1 0 0,12 17 1 0 0,-12-21-47 0 0,0-1 0 0 0,0-1-1 0 0,0 1 1 0 0,1-1 0 0 0,0 0-1 0 0,0-1 1 0 0,1 0 0 0 0,-1 0-1 0 0,13 4 1 0 0,-6-4-20 0 0,-1 0 0 0 0,1-1 1 0 0,1-1-1 0 0,-1 0 0 0 0,20 0 0 0 0,6-2-180 0 0,1-2 0 0 0,0-3 0 0 0,56-11-1 0 0,-70 10-920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15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58 14255 0 0,'-7'-4'251'0'0,"-4"-6"1531"0"0,11 9-1727 0 0,0 1-1 0 0,0 0 1 0 0,0-1-1 0 0,0 1 1 0 0,0-1 0 0 0,0 1-1 0 0,0-1 1 0 0,1 1-1 0 0,-1-1 1 0 0,0 1 0 0 0,0-1-1 0 0,0 1 1 0 0,1 0-1 0 0,-1-1 1 0 0,0 1 0 0 0,0 0-1 0 0,1-1 1 0 0,-1 1-1 0 0,0-1 1 0 0,1 1 0 0 0,-1 0-1 0 0,1 0 1 0 0,-1-1-1 0 0,0 1 1 0 0,1 0 0 0 0,-1 0-1 0 0,1-1 1 0 0,-1 1-1 0 0,0 0 1 0 0,1 0 0 0 0,-1 0-1 0 0,2 0 1 0 0,8-5 252 0 0,1 1-1 0 0,-1 0 1 0 0,1 1 0 0 0,0 0-1 0 0,18-1 1 0 0,59-2-84 0 0,-51 4-417 0 0,-13 1-917 0 0,-1 1-3443 0 0,-3 0-1597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15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4607 0 0,'1'1'89'0'0,"0"0"0"0"0,1 1-1 0 0,-1-1 1 0 0,0 0-1 0 0,0 1 1 0 0,0-1 0 0 0,0 1-1 0 0,0-1 1 0 0,0 1-1 0 0,0 0 1 0 0,0-1-1 0 0,-1 1 1 0 0,1 0 0 0 0,-1-1-1 0 0,1 4 1 0 0,7 34 3506 0 0,-5-19-2045 0 0,34 151 3639 0 0,22 96-553 0 0,-57-261-4540 0 0,12 41 371 0 0,-13-43-478 0 0,1-1-1 0 0,-1 0 0 0 0,1 1 1 0 0,-1-1-1 0 0,1 0 1 0 0,0 0-1 0 0,0-1 1 0 0,1 1-1 0 0,-1 0 0 0 0,1-1 1 0 0,2 3-1 0 0,-4-5-228 0 0,-5-10-3660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15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1 154 6911 0 0,'4'-7'560'0'0,"0"1"-1"0"0,1 0 0 0 0,0 1 0 0 0,0-1 0 0 0,0 1 0 0 0,1 0 1 0 0,6-5-1 0 0,46-29 5039 0 0,-45 31-5942 0 0,1-1 831 0 0,0 0-1 0 0,1 2 1 0 0,0-1-1 0 0,0 1 1 0 0,21-5-1 0 0,-31 10-386 0 0,-1 1-1 0 0,1 1 1 0 0,0-1-1 0 0,-1 1 1 0 0,1 0-1 0 0,-1 0 1 0 0,1 0-1 0 0,0 0 1 0 0,-1 1-1 0 0,1 0 1 0 0,-1 0 0 0 0,1 0-1 0 0,-1 0 1 0 0,0 1-1 0 0,1 0 1 0 0,-1 0-1 0 0,0 0 1 0 0,0 0-1 0 0,0 1 1 0 0,0 0 0 0 0,-1-1-1 0 0,1 1 1 0 0,5 7-1 0 0,-4-5-66 0 0,-1 0 0 0 0,0 1 0 0 0,0-1 0 0 0,0 0 0 0 0,-1 1 0 0 0,0 0 0 0 0,0 0 0 0 0,-1 0 0 0 0,1 0 0 0 0,-1 1 0 0 0,-1-1 0 0 0,1 0 0 0 0,0 14 0 0 0,-1-11-4 0 0,-2 1-1 0 0,1 0 1 0 0,-1-1 0 0 0,-1 1 0 0 0,0-1 0 0 0,0 1-1 0 0,-1-1 1 0 0,-6 16 0 0 0,-2-4-26 0 0,0 0 0 0 0,-1-1 0 0 0,-1 0 0 0 0,-1-1 0 0 0,-1 0 0 0 0,-1-2 0 0 0,-17 17 0 0 0,26-28-33 0 0,-42 37-207 0 0,44-39 187 0 0,0-1 0 0 0,1 0 1 0 0,-1 0-1 0 0,0-1 1 0 0,-1 1-1 0 0,1-1 0 0 0,0 0 1 0 0,0 0-1 0 0,-8 1 1 0 0,12-3 43 0 0,1 0 0 0 0,-1 0 1 0 0,0 0-1 0 0,1 0 1 0 0,-1 0-1 0 0,0 0 1 0 0,1 0-1 0 0,-1 0 1 0 0,1 0-1 0 0,-1 0 1 0 0,0 0-1 0 0,1 0 1 0 0,-1 0-1 0 0,0 0 1 0 0,1 0-1 0 0,-1-1 1 0 0,1 1-1 0 0,-1 0 1 0 0,1 0-1 0 0,-1-1 0 0 0,1 1 1 0 0,-1-1-1 0 0,1 1 1 0 0,-1 0-1 0 0,1-1 1 0 0,-1 1-1 0 0,1-1 1 0 0,-1 1-1 0 0,1-1 1 0 0,0 1-1 0 0,-1-1 1 0 0,1 1-1 0 0,0-1 1 0 0,0 1-1 0 0,-1-1 1 0 0,1 0-1 0 0,0 1 1 0 0,0-1-1 0 0,0 1 1 0 0,0-1-1 0 0,-1 0 0 0 0,1 1 1 0 0,0-1-1 0 0,0 0 1 0 0,0 1-1 0 0,1-1 1 0 0,-1 1-1 0 0,0-1 1 0 0,0 0-1 0 0,0 1 1 0 0,0-1-1 0 0,1 1 1 0 0,-1-1-1 0 0,0 0 1 0 0,1 0-1 0 0,0-3-8 0 0,1-1 0 0 0,0 1 0 0 0,0 0 0 0 0,0 0 1 0 0,0-1-1 0 0,4-3 0 0 0,-1 3-1 0 0,0 0 1 0 0,-1 0-1 0 0,2 1 1 0 0,-1-1-1 0 0,1 1 0 0 0,-1 0 1 0 0,1 1-1 0 0,0-1 1 0 0,1 1-1 0 0,-1 0 1 0 0,0 1-1 0 0,1-1 0 0 0,0 1 1 0 0,-1 1-1 0 0,1-1 1 0 0,7 1-1 0 0,-6 0 85 0 0,1 0 0 0 0,-1 1 1 0 0,0 1-1 0 0,1-1 0 0 0,-1 1 0 0 0,0 1 0 0 0,0 0 0 0 0,0 0 1 0 0,0 0-1 0 0,0 1 0 0 0,0 0 0 0 0,-1 1 0 0 0,8 4 0 0 0,4 6 239 0 0,0 0-1 0 0,-2 2 1 0 0,0 0-1 0 0,-1 1 0 0 0,26 35 1 0 0,11 11 659 0 0,-49-58-951 0 0,1-1 0 0 0,0 1 1 0 0,0-1-1 0 0,0 0 0 0 0,1-1 0 0 0,-1 1 0 0 0,1-1 0 0 0,0 0 1 0 0,0 0-1 0 0,0-1 0 0 0,0 0 0 0 0,1 0 0 0 0,-1 0 0 0 0,0-1 1 0 0,1 0-1 0 0,7 1 0 0 0,-3-2-2415 0 0,0 0 0 0 0,20-3 0 0 0,-1-1-5416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0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 3679 0 0,'8'27'6999'0'0,"7"44"-5321"0"0,-6-26-491 0 0,2 2-145 0 0,18 104 990 0 0,-27-132-1915 0 0,-1 0 0 0 0,0 0 0 0 0,-1 1 0 0 0,-1-1 0 0 0,-6 35 0 0 0,6-51-103 0 0,0 0 0 0 0,1 0 0 0 0,-1 0 0 0 0,0 0-1 0 0,-1 0 1 0 0,1 0 0 0 0,0 0 0 0 0,-1-1 0 0 0,0 1 0 0 0,1 0 0 0 0,-1-1-1 0 0,0 1 1 0 0,0-1 0 0 0,-1 0 0 0 0,1 0 0 0 0,0 1 0 0 0,-1-1-1 0 0,1-1 1 0 0,-1 1 0 0 0,0 0 0 0 0,-5 2 0 0 0,2-3 7 0 0,1 0-1 0 0,-1 0 1 0 0,1 0 0 0 0,0 0-1 0 0,-1-1 1 0 0,0 0 0 0 0,1 0-1 0 0,-1-1 1 0 0,1 1 0 0 0,-1-1-1 0 0,1-1 1 0 0,-6-1 0 0 0,-25-9 71 0 0,34 11-89 0 0,-1 0 0 0 0,1 0 0 0 0,0 0 0 0 0,-1 0 0 0 0,1-1 0 0 0,0 1-1 0 0,0-1 1 0 0,0 1 0 0 0,0-1 0 0 0,0 0 0 0 0,1 0 0 0 0,-3-3 0 0 0,4 5 1 0 0,0-1-1 0 0,0 1 1 0 0,0-1 0 0 0,0 1-1 0 0,0-1 1 0 0,0 1-1 0 0,0 0 1 0 0,0-1-1 0 0,1 1 1 0 0,-1-1 0 0 0,0 1-1 0 0,0 0 1 0 0,0-1-1 0 0,1 1 1 0 0,-1 0 0 0 0,0-1-1 0 0,0 1 1 0 0,1 0-1 0 0,-1-1 1 0 0,0 1-1 0 0,1 0 1 0 0,-1 0 0 0 0,0-1-1 0 0,1 1 1 0 0,-1 0-1 0 0,0 0 1 0 0,1 0 0 0 0,-1-1-1 0 0,1 1 1 0 0,-1 0-1 0 0,1 0 1 0 0,-1 0-1 0 0,0 0 1 0 0,1 0 0 0 0,-1 0-1 0 0,1 0 1 0 0,18-4 135 0 0,-19 4-139 0 0,87-8 326 0 0,0 3-1 0 0,91 8 0 0 0,-167-3-359 0 0,0 1-1 0 0,1 0 0 0 0,-1 0 1 0 0,-1 1-1 0 0,1 1 0 0 0,17 5 1 0 0,-30-6-115 0 0,0-1 1 0 0,1 0 0 0 0,-1 0 0 0 0,0 0 0 0 0,0 0 0 0 0,0 0 0 0 0,1-1 0 0 0,-1 1-1 0 0,0-1 1 0 0,-2 1 0 0 0,0 0-203 0 0,-1-1-1 0 0,1 0 0 0 0,0 0 1 0 0,0 0-1 0 0,0 0 0 0 0,0-1 1 0 0,0 0-1 0 0,0 1 0 0 0,0-2 1 0 0,0 1-1 0 0,-4-2 0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1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98 5983 0 0,'-4'-4'-388'0'0,"2"3"670"0"0,0-1-1 0 0,0 0 1 0 0,0 0-1 0 0,0 0 1 0 0,1-1-1 0 0,-1 1 1 0 0,1 0-1 0 0,-2-4 1 0 0,3 5-118 0 0,-1 0 0 0 0,1 0 0 0 0,0 0 0 0 0,0 0 0 0 0,0 0 0 0 0,0 0 0 0 0,0 0 0 0 0,1 0 0 0 0,-1 0 0 0 0,0 0 0 0 0,0 0 0 0 0,1 0 0 0 0,-1 0 0 0 0,1 1 0 0 0,-1-1 0 0 0,1 0 1 0 0,-1 0-1 0 0,1 0 0 0 0,-1 0 0 0 0,1 1 0 0 0,0-1 0 0 0,-1 0 0 0 0,1 0 0 0 0,0 1 0 0 0,0-1 0 0 0,1 0 0 0 0,4-4 81 0 0,0 1 0 0 0,0 0-1 0 0,1 1 1 0 0,-1-1 0 0 0,1 1 0 0 0,0 1-1 0 0,0-1 1 0 0,0 1 0 0 0,0 0 0 0 0,9-1-1 0 0,12 0 166 0 0,38 0-1 0 0,-35 2-183 0 0,30-1 63 0 0,-3 0-947 0 0,-20 1-3865 0 0,-26 0-385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1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4607 0 0,'3'21'3560'0'0,"12"101"1889"0"0,0 169-1281 0 0,-15-289-4134 0 0,-1 27 178 0 0,0-21-167 0 0,1 0-1 0 0,0 0 0 0 0,0 0 0 0 0,0 0 1 0 0,1 0-1 0 0,0 0 0 0 0,1-1 0 0 0,3 12 1 0 0,-3-23-285 0 0,0 0 0 0 0,0 0 0 0 0,-1 0 0 0 0,1 0 1 0 0,-1 0-1 0 0,1-7 0 0 0,0-11-2143 0 0,-2 11 391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2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 2303 0 0,'1'0'235'0'0,"0"0"0"0"0,0-1 0 0 0,0 1 0 0 0,0 0 0 0 0,0-1 0 0 0,0 1 0 0 0,0 0 0 0 0,0 0 0 0 0,0 0 0 0 0,0 0 0 0 0,1 0 0 0 0,-1 0 0 0 0,0 0 0 0 0,0 0 0 0 0,0 0-1 0 0,0 1 1 0 0,0-1 0 0 0,0 0 0 0 0,0 1 0 0 0,0-1 0 0 0,0 1 0 0 0,0-1 0 0 0,-1 1 0 0 0,1-1 0 0 0,2 2 0 0 0,22 17 1499 0 0,-7 1-925 0 0,-2 0 0 0 0,0 1 0 0 0,-1 1 0 0 0,18 36 0 0 0,9 11 879 0 0,-28-47-1115 0 0,62 87 2133 0 0,-63-93-2339 0 0,0 0 0 0 0,1-1 0 0 0,1-1 1 0 0,22 17-1 0 0,-34-29-344 0 0,0 0-1 0 0,0 0 1 0 0,0 0 0 0 0,0 0 0 0 0,0-1 0 0 0,1 0 0 0 0,-1 1-1 0 0,0-1 1 0 0,1 0 0 0 0,-1-1 0 0 0,0 1 0 0 0,1-1-1 0 0,-1 1 1 0 0,6-1 0 0 0,-8-1-12 0 0,1 1 0 0 0,-1 0 0 0 0,1-1 0 0 0,-1 1 1 0 0,1-1-1 0 0,-1 0 0 0 0,1 1 0 0 0,-1-1 0 0 0,0 0 0 0 0,0 0 0 0 0,1 0 1 0 0,-1 0-1 0 0,0 0 0 0 0,0 0 0 0 0,0 0 0 0 0,0 0 0 0 0,0-1 0 0 0,0 1 0 0 0,0 0 1 0 0,0-1-1 0 0,-1 1 0 0 0,1-1 0 0 0,0 1 0 0 0,-1-1 0 0 0,1 1 0 0 0,-1-1 0 0 0,0 1 1 0 0,1-1-1 0 0,-1 1 0 0 0,0-1 0 0 0,0 1 0 0 0,0-4 0 0 0,0-6 26 0 0,0 0 0 0 0,-1 0 0 0 0,-1 0-1 0 0,1 0 1 0 0,-2 0 0 0 0,1 0 0 0 0,-7-15 0 0 0,-37-73 57 0 0,8 22-35 0 0,29 55-55 0 0,-1 0 9 0 0,1-1 1 0 0,1 0 0 0 0,1-1-1 0 0,-5-30 1 0 0,12 52-95 0 0,-1 1-1 0 0,1-1 1 0 0,0 0-1 0 0,0 1 1 0 0,0-1-1 0 0,0 0 1 0 0,0 1-1 0 0,1-1 1 0 0,-1 1-1 0 0,0-1 1 0 0,1 0-1 0 0,-1 1 1 0 0,1-1 0 0 0,0 1-1 0 0,-1-1 1 0 0,1 1-1 0 0,0 0 1 0 0,0-1-1 0 0,0 1 1 0 0,0 0-1 0 0,0-1 1 0 0,0 1-1 0 0,0 0 1 0 0,1 0-1 0 0,-1 0 1 0 0,0 0-1 0 0,0 0 1 0 0,1 0-1 0 0,-1 1 1 0 0,1-1-1 0 0,-1 0 1 0 0,1 1-1 0 0,-1-1 1 0 0,1 1 0 0 0,-1-1-1 0 0,4 1 1 0 0,3-1-469 0 0,-1 0 1 0 0,1 1-1 0 0,-1 0 0 0 0,1 0 1 0 0,0 1-1 0 0,12 3 1 0 0,-5-2-1126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2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8639 0 0,'1'0'95'0'0,"1"0"0"0"0,0 1 0 0 0,0-1 0 0 0,-1 1-1 0 0,1 0 1 0 0,0-1 0 0 0,-1 1 0 0 0,1 0 0 0 0,0 0-1 0 0,-1 0 1 0 0,1 0 0 0 0,-1 0 0 0 0,0 1 0 0 0,1-1-1 0 0,-1 0 1 0 0,0 1 0 0 0,0-1 0 0 0,0 1 0 0 0,0-1-1 0 0,0 1 1 0 0,1 2 0 0 0,19 41 2047 0 0,-16-30-1832 0 0,12 30 1071 0 0,-3 1 1 0 0,16 93 0 0 0,-17-72-69 0 0,-13-66-1280 0 0,3 13 380 0 0,1 1-1 0 0,8 22 1 0 0,-11-35-401 0 0,-1 1 1 0 0,1-1-1 0 0,0 0 0 0 0,0 0 0 0 0,0 0 0 0 0,1 1 1 0 0,-1-1-1 0 0,0 0 0 0 0,1-1 0 0 0,-1 1 0 0 0,1 0 1 0 0,0 0-1 0 0,0-1 0 0 0,-1 1 0 0 0,1-1 0 0 0,0 1 1 0 0,0-1-1 0 0,1 0 0 0 0,-1 0 0 0 0,0 0 0 0 0,0 0 1 0 0,1 0-1 0 0,-1 0 0 0 0,4 0 0 0 0,-5-1-17 0 0,0 0-1 0 0,0 0 0 0 0,0 0 1 0 0,0 0-1 0 0,0-1 1 0 0,0 1-1 0 0,0 0 0 0 0,0-1 1 0 0,0 1-1 0 0,-1 0 1 0 0,1-1-1 0 0,0 1 0 0 0,0-1 1 0 0,0 0-1 0 0,-1 1 1 0 0,1-1-1 0 0,0 0 0 0 0,0 1 1 0 0,-1-1-1 0 0,1 0 0 0 0,-1 0 1 0 0,1 1-1 0 0,-1-1 1 0 0,1-1-1 0 0,4-11-1249 0 0,-2 0-3434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2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75 2303 0 0,'-9'-15'10145'0'0,"9"11"-9511"0"0,0 4-369 0 0,0-1 0 0 0,0 0 0 0 0,0 0 0 0 0,0 0 0 0 0,1 0 0 0 0,-1 0 0 0 0,0 0 0 0 0,1 1 0 0 0,-1-1 0 0 0,1 0 0 0 0,-1 0 0 0 0,1 1 0 0 0,-1-1 0 0 0,1 0 0 0 0,0 0 0 0 0,0 0 0 0 0,2-1-205 0 0,-1 0 1 0 0,1 1-1 0 0,-1-1 1 0 0,1 1 0 0 0,0 0-1 0 0,-1 0 1 0 0,1 0-1 0 0,0 0 1 0 0,0 0-1 0 0,0 1 1 0 0,0-1-1 0 0,4 0 1 0 0,116 7 418 0 0,-4 0 455 0 0,-102-8-923 0 0,1 0-1 0 0,0-1 1 0 0,-1-1-1 0 0,23-8 1 0 0,8-2-2720 0 0,-40 13 1081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3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 1375 0 0,'8'-1'9057'0'0,"3"6"-5573"0"0,-8-3-3090 0 0,4 0 16 0 0,1 0-1 0 0,0 0 1 0 0,0 0-1 0 0,0-1 1 0 0,0 0 0 0 0,0-1-1 0 0,15 0 1 0 0,-2-3 127 0 0,34-8 1 0 0,-24 3-390 0 0,-20 6-167 0 0,-6 0-76 0 0,-1 1 0 0 0,1 0 0 0 0,0 0 0 0 0,1 0 0 0 0,-1 1 0 0 0,6 0 0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3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5983 0 0,'-2'4'648'0'0,"-1"0"0"0"0,1 0 0 0 0,0 0-1 0 0,0 0 1 0 0,0 0 0 0 0,1 1 0 0 0,-1-1-1 0 0,0 6 1 0 0,-2 5-78 0 0,-5 11 303 0 0,1 1 0 0 0,1 0 0 0 0,-4 44 0 0 0,10-62-620 0 0,0 1 1 0 0,1-1-1 0 0,0 1 0 0 0,0-1 0 0 0,1 1 1 0 0,1-1-1 0 0,0 1 0 0 0,0-1 0 0 0,1 0 1 0 0,0 0-1 0 0,0 0 0 0 0,1 0 0 0 0,0-1 1 0 0,7 10-1 0 0,-7-12-145 0 0,2-1-1 0 0,-1 1 1 0 0,1-1 0 0 0,0-1-1 0 0,0 1 1 0 0,0-1 0 0 0,0 0-1 0 0,1 0 1 0 0,0-1 0 0 0,0 0-1 0 0,0 0 1 0 0,0-1 0 0 0,0 0 0 0 0,0 0-1 0 0,13 1 1 0 0,4 0-45 0 0,0-1 0 0 0,0-1 1 0 0,37-3-1 0 0,-41 1-68 0 0,-3 0-52 0 0,-1 0 0 0 0,1-1 0 0 0,-1 0 0 0 0,1-1 0 0 0,-1-1 0 0 0,20-8 0 0 0,-27 3-1070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11055 0 0,'0'-3'434'0'0,"0"1"-1"0"0,0-1 0 0 0,1 1 0 0 0,-1-1 0 0 0,1 1 0 0 0,0-1 1 0 0,-1 1-1 0 0,1-1 0 0 0,0 1 0 0 0,0 0 0 0 0,1-1 1 0 0,-1 1-1 0 0,0 0 0 0 0,3-3 0 0 0,-1 1-36 0 0,1 1 0 0 0,-1 0 0 0 0,1 0 0 0 0,0 0 1 0 0,-1 1-1 0 0,1-1 0 0 0,7-2 0 0 0,6-2-1058 0 0,1 1 1 0 0,-1 1-1 0 0,25-4 1 0 0,-16 3-2599 0 0,-4 1-3107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6447 0 0,'1'1'65'0'0,"-1"-1"1"0"0,1 0-1 0 0,0 0 0 0 0,-1 1 0 0 0,1-1 0 0 0,0 0 0 0 0,-1 1 0 0 0,1-1 0 0 0,-1 1 0 0 0,1-1 0 0 0,-1 1 0 0 0,1-1 0 0 0,-1 1 0 0 0,1 0 0 0 0,-1-1 0 0 0,1 1 0 0 0,-1-1 0 0 0,1 1 0 0 0,-1 0 1 0 0,0 0-1 0 0,0-1 0 0 0,1 2 0 0 0,10 21 2823 0 0,-10-23-2657 0 0,33 80 1863 0 0,-4 0 0 0 0,-2 3 0 0 0,20 111 0 0 0,-38-167-1987 0 0,-8-22-82 0 0,0 0 0 0 0,0 0 0 0 0,-1-1 0 0 0,1 1-1 0 0,0 11 1 0 0,-14-29-997 0 0,-1-8-1688 0 0,3 8 1100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4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4 177 9727 0 0,'-1'-4'158'0'0,"0"0"-1"0"0,0 0 0 0 0,1 0 1 0 0,0 0-1 0 0,0 0 0 0 0,0 0 1 0 0,0 0-1 0 0,0 0 0 0 0,1 0 1 0 0,0 0-1 0 0,0 0 0 0 0,0 0 1 0 0,0 1-1 0 0,1-1 0 0 0,0 0 1 0 0,-1 1-1 0 0,1-1 0 0 0,0 1 1 0 0,1-1-1 0 0,-1 1 0 0 0,6-6 1 0 0,-1 1-47 0 0,0 0 1 0 0,0 1 0 0 0,0 0-1 0 0,1 0 1 0 0,0 1 0 0 0,1 0-1 0 0,0 0 1 0 0,-1 1 0 0 0,2 0-1 0 0,-1 1 1 0 0,0 0 0 0 0,17-5 0 0 0,-19 8-70 0 0,-1-1 1 0 0,1 1-1 0 0,0 0 1 0 0,0 1-1 0 0,-1 0 1 0 0,1 0-1 0 0,0 0 1 0 0,0 1-1 0 0,-1 0 1 0 0,1 0 0 0 0,0 1-1 0 0,-1 0 1 0 0,1 0-1 0 0,-1 0 1 0 0,0 1-1 0 0,0 0 1 0 0,0 0-1 0 0,0 1 1 0 0,0-1-1 0 0,5 6 1 0 0,-4-4 57 0 0,-1 0 0 0 0,-1 1 0 0 0,1-1 0 0 0,-1 1 0 0 0,0 0 0 0 0,0 1 0 0 0,0-1 0 0 0,-1 1 0 0 0,0 0 0 0 0,-1 0 0 0 0,0 1 0 0 0,0-1 0 0 0,0 0 0 0 0,-1 1 0 0 0,0 0 1 0 0,0 0-1 0 0,-1-1 0 0 0,0 1 0 0 0,-1 0 0 0 0,1 0 0 0 0,-1 0 0 0 0,-1 0 0 0 0,0 0 0 0 0,0 0 0 0 0,0 0 0 0 0,-1-1 0 0 0,0 1 0 0 0,-1 0 0 0 0,0-1 0 0 0,0 0 0 0 0,0 1 0 0 0,-1-1 0 0 0,-6 7 0 0 0,5-5-246 0 0,-1-1 0 0 0,-1 0 0 0 0,1 0-1 0 0,-1-1 1 0 0,-1 0 0 0 0,1 0 0 0 0,-11 6 0 0 0,16-11 130 0 0,-1 0 0 0 0,1 0 0 0 0,-1-1 0 0 0,0 0 0 0 0,1 1 1 0 0,-1-1-1 0 0,0 0 0 0 0,0 0 0 0 0,0 0 0 0 0,1-1 0 0 0,-1 1 0 0 0,0-1 1 0 0,0 1-1 0 0,0-1 0 0 0,0 0 0 0 0,0 0 0 0 0,0-1 0 0 0,0 1 0 0 0,0 0 1 0 0,0-1-1 0 0,0 0 0 0 0,0 0 0 0 0,0 0 0 0 0,0 0 0 0 0,1 0 0 0 0,-1 0 1 0 0,0-1-1 0 0,-3-3 0 0 0,5 5 21 0 0,0-1 1 0 0,0 1-1 0 0,0-1 0 0 0,1 1 1 0 0,-1-1-1 0 0,0 0 1 0 0,1 0-1 0 0,-1 1 0 0 0,0-1 1 0 0,1 0-1 0 0,-1 0 0 0 0,1 0 1 0 0,0 0-1 0 0,-1 1 1 0 0,1-1-1 0 0,0 0 0 0 0,-1 0 1 0 0,1 0-1 0 0,0 0 0 0 0,0 0 1 0 0,0 0-1 0 0,0 0 1 0 0,0 0-1 0 0,0 0 0 0 0,0 0 1 0 0,0-1-1 0 0,1 0 1 0 0,0 0 0 0 0,-1 0-1 0 0,1 1 1 0 0,0-1 0 0 0,0 1 0 0 0,1-1-1 0 0,-1 1 1 0 0,0-1 0 0 0,0 1 0 0 0,1-1 0 0 0,-1 1-1 0 0,3-2 1 0 0,2 0 4 0 0,-1-1 0 0 0,0 1 1 0 0,1 0-1 0 0,0 1 0 0 0,0-1 0 0 0,0 1 0 0 0,7-2 0 0 0,-7 4-10 0 0,0-1-1 0 0,1 1 1 0 0,-1 1 0 0 0,0-1-1 0 0,0 1 1 0 0,0 0-1 0 0,0 0 1 0 0,0 1 0 0 0,0-1-1 0 0,8 5 1 0 0,5 3 59 0 0,32 19 0 0 0,1 2 179 0 0,-19-14-121 0 0,-13-6-74 0 0,1 0 0 0 0,-1-2 0 0 0,2 0 0 0 0,38 9 0 0 0,-30-13-111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5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6911 0 0,'14'64'7661'0'0,"8"52"-4163"0"0,13 60-1399 0 0,-20-128-1575 0 0,-14-46-535 0 0,0 0 0 0 0,0 0 0 0 0,0 0 1 0 0,0 0-1 0 0,0 0 0 0 0,0 0 0 0 0,0-1 1 0 0,1 1-1 0 0,-1 0 0 0 0,1-1 0 0 0,-1 1 1 0 0,1-1-1 0 0,-1 1 0 0 0,1-1 1 0 0,0 0-1 0 0,0 0 0 0 0,0 0 0 0 0,0 0 1 0 0,3 1-1 0 0,-4-2-110 0 0,-1 1 0 0 0,1-1 1 0 0,-1 0-1 0 0,1 0 0 0 0,-1 0 1 0 0,1 0-1 0 0,-1-1 0 0 0,1 1 0 0 0,-1 0 1 0 0,1 0-1 0 0,-1 0 0 0 0,1 0 0 0 0,-1 0 1 0 0,1-1-1 0 0,-1 1 0 0 0,1 0 1 0 0,-1 0-1 0 0,0-1 0 0 0,1 1 0 0 0,-1 0 1 0 0,1-1-1 0 0,-1 1 0 0 0,0 0 0 0 0,1-1 1 0 0,-1 1-1 0 0,0-1 0 0 0,1 1 1 0 0,-1-1-1 0 0,0 1 0 0 0,0 0 0 0 0,0-1 1 0 0,1 0-1 0 0,-1-6-1822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11919 0 0,'0'-3'119'0'0,"1"0"-1"0"0,0 0 0 0 0,0 0 1 0 0,0 0-1 0 0,0 0 1 0 0,1 1-1 0 0,-1-1 0 0 0,1 0 1 0 0,-1 1-1 0 0,1-1 1 0 0,0 1-1 0 0,0 0 0 0 0,0 0 1 0 0,0 0-1 0 0,1 0 1 0 0,-1 0-1 0 0,0 0 0 0 0,1 0 1 0 0,-1 1-1 0 0,1-1 0 0 0,0 1 1 0 0,0-1-1 0 0,3 0 1 0 0,20-10 373 0 0,0 1 1 0 0,1 1 0 0 0,0 2-1 0 0,1 0 1 0 0,0 2 0 0 0,0 1-1 0 0,31-1 1 0 0,-36 4-940 0 0,1 3 1 0 0,39 4-1 0 0,-62-5 394 0 0,-1 0 18 0 0,1 0 0 0 0,-1-1-1 0 0,0 1 1 0 0,1 0 0 0 0,-1 0 0 0 0,1 0 0 0 0,-1 0-1 0 0,0 0 1 0 0,1 1 0 0 0,-1-1 0 0 0,1 0 0 0 0,-1 0 0 0 0,0 0-1 0 0,1 0 1 0 0,-1 0 0 0 0,0 0 0 0 0,1 1 0 0 0,-1-1-1 0 0,0 0 1 0 0,1 0 0 0 0,-1 1 0 0 0,0-1 0 0 0,1 0-1 0 0,-1 0 1 0 0,0 1 0 0 0,0-1 0 0 0,1 0 0 0 0,-1 1-1 0 0,0-1 1 0 0,0 0 0 0 0,0 1 0 0 0,1-1 0 0 0,-1 0 0 0 0,0 1-1 0 0,0-1 1 0 0,0 1 0 0 0,0-1 0 0 0,0 1 0 0 0,-2 3-1383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5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 8751 0 0,'20'-5'4572'0'0,"15"7"-2587"0"0,-9-1-1046 0 0,4-3 404 0 0,42-10-1 0 0,-46 7-1929 0 0,1 1 0 0 0,33-1 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6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1 463 4143 0 0,'1'12'1739'0'0,"8"18"8828"0"0,-4-22-10537 0 0,-5-8 14 0 0,1 0 0 0 0,-1 0 0 0 0,1 0 0 0 0,-1 0 0 0 0,0 0 0 0 0,1 0 0 0 0,-1 0 0 0 0,0 0 0 0 0,1 0 0 0 0,-1 0 0 0 0,0 0 0 0 0,1 0 0 0 0,-1-1 0 0 0,1 1 0 0 0,-1 0 0 0 0,0 0 0 0 0,1 0 0 0 0,-1 0 0 0 0,0-1 0 0 0,0 1 0 0 0,1 0 0 0 0,-1 0 0 0 0,0-1 0 0 0,1 1 0 0 0,-1 0 0 0 0,0 0 0 0 0,0-1 0 0 0,0 1 0 0 0,1 0 0 0 0,-1-1 0 0 0,0 1 0 0 0,0 0 0 0 0,0-1 0 0 0,0 1 0 0 0,0 0 0 0 0,0-1 0 0 0,1 1 0 0 0,-1-1 0 0 0,0 1 0 0 0,7-19 468 0 0,-7 18-424 0 0,7-23 60 0 0,-1-2 0 0 0,-1 1 0 0 0,2-27 0 0 0,3-22 44 0 0,-6 57-194 0 0,26-114-79 0 0,-26 117 72 0 0,1 1 1 0 0,0 1-1 0 0,1-1 1 0 0,0 1-1 0 0,1 0 0 0 0,1 0 1 0 0,12-16-1 0 0,-19 27 7 0 0,1-1-1 0 0,-1 1 0 0 0,0-1 0 0 0,1 1 1 0 0,-1-1-1 0 0,1 1 0 0 0,0 0 1 0 0,-1 0-1 0 0,1 0 0 0 0,0 0 1 0 0,0 0-1 0 0,-1 0 0 0 0,1 1 0 0 0,0-1 1 0 0,0 0-1 0 0,0 1 0 0 0,0-1 1 0 0,0 1-1 0 0,0 0 0 0 0,0 0 1 0 0,3 0-1 0 0,-3 1 3 0 0,1-1 0 0 0,-1 1 0 0 0,1 0-1 0 0,-1 0 1 0 0,1 0 0 0 0,-1 1 0 0 0,0-1 0 0 0,1 0 0 0 0,-1 1 0 0 0,0 0 0 0 0,0-1 0 0 0,0 1-1 0 0,3 4 1 0 0,2 3 24 0 0,-1-1 0 0 0,0 2 0 0 0,0-1-1 0 0,-1 1 1 0 0,0-1 0 0 0,5 19 0 0 0,32 118 432 0 0,-24-78 116 0 0,2-1 1 0 0,46 100-1 0 0,-64-162-531 0 0,1-1 1 0 0,0 1 0 0 0,0-1-1 0 0,0 0 1 0 0,1 0-1 0 0,4 4 1 0 0,-8-7-73 0 0,1-1-1 0 0,-1 1 1 0 0,1-1 0 0 0,-1 1-1 0 0,1-1 1 0 0,-1 1 0 0 0,1-1-1 0 0,0 0 1 0 0,-1 1-1 0 0,1-1 1 0 0,0 0 0 0 0,-1 1-1 0 0,1-1 1 0 0,0 0 0 0 0,-1 0-1 0 0,1 0 1 0 0,0 1 0 0 0,-1-1-1 0 0,1 0 1 0 0,0 0 0 0 0,-1 0-1 0 0,1 0 1 0 0,0 0 0 0 0,0 0-1 0 0,-1-1 1 0 0,1 1-1 0 0,0 0 1 0 0,-1 0 0 0 0,1 0-1 0 0,0-1 1 0 0,-1 1 0 0 0,1 0-1 0 0,0-1 1 0 0,-1 1 0 0 0,1-1-1 0 0,-1 1 1 0 0,1 0 0 0 0,-1-1-1 0 0,1 1 1 0 0,-1-1 0 0 0,1 0-1 0 0,-1 1 1 0 0,1-1-1 0 0,-1 1 1 0 0,0-1 0 0 0,1 0-1 0 0,-1 1 1 0 0,0-1 0 0 0,1 0-1 0 0,-1 1 1 0 0,0-1 0 0 0,0 0-1 0 0,0 1 1 0 0,0-1 0 0 0,0 0-1 0 0,0-1 1 0 0,2-3-350 0 0,-1-1 0 0 0,0 0-1 0 0,-1 1 1 0 0,1-1 0 0 0,-1 0 0 0 0,0 0 0 0 0,-1 0 0 0 0,1 1 0 0 0,-1-1 0 0 0,0 0-1 0 0,-1 1 1 0 0,1-1 0 0 0,-1 1 0 0 0,0-1 0 0 0,0 1 0 0 0,-1 0 0 0 0,0 0 0 0 0,0 0-1 0 0,0 0 1 0 0,0 0 0 0 0,-7-6 0 0 0,3 3 388 0 0,-1 1-1 0 0,0 0 1 0 0,0 0-1 0 0,0 1 1 0 0,-1 0-1 0 0,0 1 1 0 0,0 0-1 0 0,0 0 1 0 0,-1 1-1 0 0,0 0 1 0 0,-10-3-1 0 0,3 3 839 0 0,1 0 0 0 0,-1 1 0 0 0,0 1 1 0 0,1 0-1 0 0,-1 1 0 0 0,0 1 0 0 0,0 1 0 0 0,0 0 0 0 0,-25 6 0 0 0,29-2-372 0 0,10-2-654 0 0,9-3-1176 0 0,0 0-193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301 117 5527 0 0,'2'-8'-105'0'0,"0"-2"1252"0"0,0 1 0 0 0,0 0 0 0 0,-1-1 0 0 0,0 0-1 0 0,-1-13 1 0 0,0 22-943 0 0,0-1 0 0 0,0 0-1 0 0,0 0 1 0 0,-1 1 0 0 0,1-1 0 0 0,-1 0-1 0 0,1 1 1 0 0,-1-1 0 0 0,0 0 0 0 0,0 1-1 0 0,0-1 1 0 0,0 1 0 0 0,0-1-1 0 0,0 1 1 0 0,0 0 0 0 0,0-1 0 0 0,0 1-1 0 0,-3-2 1 0 0,2 2-261 0 0,0 0 1 0 0,0 0-1 0 0,0 0 0 0 0,0 1 0 0 0,-1-1 0 0 0,1 0 1 0 0,0 1-1 0 0,0 0 0 0 0,0 0 0 0 0,0-1 0 0 0,-5 2 1 0 0,-2 0 106 0 0,-1 0 0 0 0,1 1 0 0 0,-1 0 0 0 0,1 1 0 0 0,0 0 0 0 0,0 0 0 0 0,0 1 0 0 0,1 0 0 0 0,-1 1 0 0 0,1 0 0 0 0,0 0 0 0 0,0 1 0 0 0,1 0 0 0 0,-9 9 0 0 0,2-2 119 0 0,1 2 1 0 0,0-1-1 0 0,2 2 0 0 0,0-1 0 0 0,0 2 0 0 0,-8 19 0 0 0,13-24 21 0 0,0 1-1 0 0,2-1 1 0 0,-1 1-1 0 0,2 0 1 0 0,0 0-1 0 0,0 0 1 0 0,1 0-1 0 0,1 1 1 0 0,0-1-1 0 0,1 0 0 0 0,2 17 1 0 0,-2-24-87 0 0,2 1 0 0 0,-1-1 0 0 0,1 0 0 0 0,-1 0 0 0 0,2 1 0 0 0,-1-1 0 0 0,1-1 1 0 0,0 1-1 0 0,0 0 0 0 0,0-1 0 0 0,1 1 0 0 0,0-1 0 0 0,0 0 0 0 0,1 0 0 0 0,-1-1 0 0 0,1 1 0 0 0,0-1 0 0 0,0 0 0 0 0,0 0 0 0 0,1-1 1 0 0,-1 1-1 0 0,1-1 0 0 0,0-1 0 0 0,11 5 0 0 0,3-2 323 0 0,1 0 0 0 0,0-1 0 0 0,0 0 0 0 0,0-2 0 0 0,0-1 0 0 0,0-1 0 0 0,0 0 0 0 0,41-7 0 0 0,53-18-1655 0 0,-5-9-3500 0 0,-98 30 2694 0 0,-1 0-77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7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18 120 11055 0 0,'-2'-5'804'0'0,"-1"1"-1"0"0,1 0 0 0 0,0-1 1 0 0,0 1-1 0 0,0-1 0 0 0,1 0 0 0 0,-1 0 1 0 0,0-6-1 0 0,2 9-491 0 0,0 1 0 0 0,0-1 0 0 0,1 1 0 0 0,-1 0 0 0 0,0-1 1 0 0,0 1-1 0 0,1-1 0 0 0,-1 1 0 0 0,1 0 0 0 0,-1-1 0 0 0,1 1 0 0 0,0 0 0 0 0,-1 0 0 0 0,1 0 0 0 0,0-1 0 0 0,2-1 0 0 0,17-11-168 0 0,-5 8-15 0 0,0 1 0 0 0,0 0 1 0 0,0 1-1 0 0,0 1 0 0 0,28-2 0 0 0,78 1 201 0 0,-107 4-401 0 0,-7 0-74 0 0,0 0-1 0 0,0 0 0 0 0,0 0 0 0 0,-1 1 0 0 0,1 0 0 0 0,0 0 0 0 0,0 1 1 0 0,-1 0-1 0 0,13 5 0 0 0,-19-7-1 0 0,1 1 1 0 0,-1-1 0 0 0,1 0-1 0 0,-1 1 1 0 0,0-1-1 0 0,1 1 1 0 0,-1-1 0 0 0,0 0-1 0 0,1 1 1 0 0,-1-1-1 0 0,0 1 1 0 0,0-1 0 0 0,1 1-1 0 0,-1-1 1 0 0,0 1 0 0 0,0 0-1 0 0,0-1 1 0 0,0 1-1 0 0,1-1 1 0 0,-1 1 0 0 0,0-1-1 0 0,0 1 1 0 0,0 0-1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7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11023 0 0,'-8'6'319'0'0,"1"0"0"0"0,0 0 0 0 0,0 1 0 0 0,0 0 0 0 0,1 0 0 0 0,0 0 0 0 0,0 1 0 0 0,1 0 0 0 0,0 0 0 0 0,-6 14 0 0 0,1 1 391 0 0,1 1 1 0 0,-11 42-1 0 0,17-55-424 0 0,1 0 0 0 0,0 0-1 0 0,0 1 1 0 0,1-1 0 0 0,1 0-1 0 0,0 1 1 0 0,1-1 0 0 0,3 21-1 0 0,-3-26-163 0 0,1-1-1 0 0,0 0 1 0 0,0 1-1 0 0,0-1 1 0 0,1 0-1 0 0,-1 0 0 0 0,1 0 1 0 0,0 0-1 0 0,1-1 1 0 0,-1 1-1 0 0,1-1 1 0 0,0 0-1 0 0,0 0 1 0 0,0 0-1 0 0,1-1 0 0 0,-1 1 1 0 0,1-1-1 0 0,0 0 1 0 0,8 3-1 0 0,-1-1 45 0 0,0-1-1 0 0,1 0 0 0 0,-1-1 1 0 0,1-1-1 0 0,0 0 1 0 0,0 0-1 0 0,0-1 1 0 0,0-1-1 0 0,0 0 1 0 0,16-3-1 0 0,17-4 60 0 0,65-18-1 0 0,61-27-920 0 0,-164 50 139 0 0,-8 3 417 0 0,1-1 0 0 0,0 0 1 0 0,0 0-1 0 0,0 0 0 0 0,0 0 0 0 0,0 0 1 0 0,0-1-1 0 0,0 1 0 0 0,-1 0 1 0 0,1 0-1 0 0,0-1 0 0 0,0 1 0 0 0,0 0 1 0 0,0-1-1 0 0,-1 1 0 0 0,1-1 1 0 0,0 1-1 0 0,0-1 0 0 0,-1 1 1 0 0,1-1-1 0 0,0 1 0 0 0,-1-1 0 0 0,1 0 1 0 0,-1 1-1 0 0,1-1 0 0 0,-1 0 1 0 0,1 0-1 0 0,0-1 0 0 0,-2-3-2120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76 15287 0 0,'-1'-1'74'0'0,"1"0"0"0"0,0 1-1 0 0,-1-1 1 0 0,1 0 0 0 0,0 0-1 0 0,0 0 1 0 0,0 1 0 0 0,-1-1-1 0 0,1 0 1 0 0,0 0 0 0 0,0 0-1 0 0,0 1 1 0 0,0-1 0 0 0,0 0-1 0 0,0 0 1 0 0,1 0 0 0 0,-1 1-1 0 0,0-1 1 0 0,0 0 0 0 0,0 0-1 0 0,1 1 1 0 0,-1-1-1 0 0,0 0 1 0 0,1 0 0 0 0,-1 1-1 0 0,1-1 1 0 0,0-1 0 0 0,2 1 83 0 0,-1 0 0 0 0,0 0 1 0 0,1 0-1 0 0,-1 0 0 0 0,1 0 1 0 0,-1 1-1 0 0,1-1 0 0 0,2 0 1 0 0,-4 1-95 0 0,139-21 2087 0 0,-17 3-3780 0 0,-92 12-5312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8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6 6911 0 0,'7'-6'1058'0'0,"-8"16"1935"0"0,-6 19 963 0 0,-32 47-3081 0 0,-2-2 0 0 0,-96 129 0 0 0,73-122-470 0 0,-64 91 522 0 0,115-151-844 0 0,0 0 0 0 0,2 1 0 0 0,1 0 0 0 0,0 1 0 0 0,2 0-1 0 0,-9 37 1 0 0,12-9-1593 0 0,6-32-4932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8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99 11055 0 0,'-2'-8'99'0'0,"-3"-12"2105"0"0,6 19-2055 0 0,-1 0 1 0 0,0 0-1 0 0,1 0 1 0 0,-1 0-1 0 0,1 1 1 0 0,-1-1-1 0 0,1 0 1 0 0,-1 0-1 0 0,1 1 1 0 0,0-1-1 0 0,-1 0 1 0 0,1 1-1 0 0,0-1 1 0 0,-1 0-1 0 0,1 1 1 0 0,0-1-1 0 0,0 1 1 0 0,0-1 0 0 0,0 1-1 0 0,-1 0 1 0 0,1-1-1 0 0,1 1 1 0 0,20-8 412 0 0,0 2 0 0 0,1 1 0 0 0,-1 0 0 0 0,1 2 0 0 0,33-1 0 0 0,35-6 138 0 0,-65 5-569 0 0,-14 2-178 0 0,0 1 0 0 0,1 0 0 0 0,-1 1 1 0 0,0 0-1 0 0,24 2 0 0 0,-35-1-276 0 0,0 0 0 0 0,0 0-1 0 0,0 1 1 0 0,1-1 0 0 0,-1 1 0 0 0,0-1 0 0 0,0 1-1 0 0,0-1 1 0 0,0 1 0 0 0,0 0 0 0 0,0-1-1 0 0,0 1 1 0 0,1 1 0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5 8287 0 0,'0'0'24'0'0,"-1"-1"-1"0"0,1 1 0 0 0,0 0 0 0 0,-1 0 1 0 0,1-1-1 0 0,0 1 0 0 0,-1 0 0 0 0,1-1 1 0 0,0 1-1 0 0,-1 0 0 0 0,1 0 0 0 0,0 0 1 0 0,-1 0-1 0 0,1-1 0 0 0,-1 1 0 0 0,1 0 1 0 0,0 0-1 0 0,-1 0 0 0 0,1 0 1 0 0,-1 0-1 0 0,1 0 0 0 0,0 0 0 0 0,-1 0 1 0 0,1 0-1 0 0,-1 0 0 0 0,1 0 0 0 0,-1 0 1 0 0,1 0-1 0 0,0 1 0 0 0,-1-1 0 0 0,1 0 1 0 0,-1 0-1 0 0,1 0 0 0 0,0 0 0 0 0,-1 1 1 0 0,1-1-1 0 0,0 0 0 0 0,-1 0 0 0 0,1 1 1 0 0,0-1-1 0 0,0 0 0 0 0,-1 1 0 0 0,1-1 1 0 0,0 0-1 0 0,0 1 0 0 0,-1-1 0 0 0,1 0 1 0 0,0 1-1 0 0,0-1 0 0 0,0 1 0 0 0,0-1 1 0 0,-1 0-1 0 0,1 1 0 0 0,-9 31 1410 0 0,6-18-712 0 0,-9 20 118 0 0,1 1 0 0 0,2 0-1 0 0,2 1 1 0 0,-6 69 0 0 0,13-93-611 0 0,0-1-1 0 0,1 0 0 0 0,0 0 0 0 0,1 1 1 0 0,0-1-1 0 0,1-1 0 0 0,0 1 0 0 0,9 19 1 0 0,-8-22-40 0 0,0-1-1 0 0,1-1 1 0 0,0 1 0 0 0,0-1 0 0 0,0 1 0 0 0,1-1 0 0 0,0-1 0 0 0,0 1 0 0 0,0-1 0 0 0,1 0 0 0 0,-1-1-1 0 0,1 1 1 0 0,13 5 0 0 0,-11-6-48 0 0,1-1 0 0 0,0 0 0 0 0,0 0 0 0 0,0-1 0 0 0,1 0 0 0 0,-1-1 0 0 0,0 0-1 0 0,1-1 1 0 0,-1 0 0 0 0,0 0 0 0 0,1-1 0 0 0,-1 0 0 0 0,14-5 0 0 0,-4 1-178 0 0,0-1 1 0 0,-1-1-1 0 0,0-1 1 0 0,0-1-1 0 0,30-20 0 0 0,-35 18-930 0 0,-26 5-3697 0 0,4 6 2597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39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90 15199 0 0,'-1'-1'164'0'0,"0"1"-1"0"0,1-1 1 0 0,-1 1-1 0 0,1-1 0 0 0,-1 1 1 0 0,0-1-1 0 0,1 0 1 0 0,-1 1-1 0 0,1-1 1 0 0,0 0-1 0 0,-1 1 0 0 0,1-1 1 0 0,-1 0-1 0 0,1 1 1 0 0,0-1-1 0 0,0 0 0 0 0,-1 0 1 0 0,1 0-1 0 0,0 1 1 0 0,0-1-1 0 0,0 0 1 0 0,0 0-1 0 0,0 0 0 0 0,0-1 1 0 0,1 1-63 0 0,0 1 0 0 0,0-1 1 0 0,0 0-1 0 0,0 0 0 0 0,0 0 0 0 0,0 0 1 0 0,0 1-1 0 0,0-1 0 0 0,0 0 0 0 0,0 1 0 0 0,1-1 1 0 0,-1 1-1 0 0,0-1 0 0 0,0 1 0 0 0,0 0 1 0 0,3-1-1 0 0,178-40 720 0 0,-144 31-1365 0 0,0 1-36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0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11 8751 0 0,'5'-10'7411'0'0,"-28"35"-6645"0"0,-31 46 0 0 0,3-4-734 0 0,-38 37 81 0 0,-72 89 327 0 0,155-186-401 0 0,0 1 0 0 0,0 0 1 0 0,1 0-1 0 0,0 1 0 0 0,1 0 0 0 0,-1-1 0 0 0,2 2 0 0 0,-6 16 0 0 0,9-25-47 0 0,0-1 0 0 0,0 0 1 0 0,0 0-1 0 0,0 0 0 0 0,0 1 0 0 0,0-1 0 0 0,0 0 0 0 0,0 0 0 0 0,-1 0 1 0 0,1 1-1 0 0,1-1 0 0 0,-1 0 0 0 0,0 0 0 0 0,0 0 0 0 0,0 1 0 0 0,0-1 1 0 0,0 0-1 0 0,0 0 0 0 0,0 0 0 0 0,0 1 0 0 0,0-1 0 0 0,0 0 0 0 0,0 0 1 0 0,0 0-1 0 0,1 0 0 0 0,-1 1 0 0 0,0-1 0 0 0,0 0 0 0 0,0 0 0 0 0,0 0 1 0 0,0 0-1 0 0,1 0 0 0 0,-1 1 0 0 0,0-1 0 0 0,0 0 0 0 0,0 0 0 0 0,1 0 1 0 0,-1 0-1 0 0,0 0 0 0 0,0 0 0 0 0,0 0 0 0 0,1 0 0 0 0,-1 0 0 0 0,0 0 1 0 0,0 0-1 0 0,0 0 0 0 0,1 0 0 0 0,-1 0 0 0 0,0 0 0 0 0,0 0 0 0 0,0 0 1 0 0,1 0-1 0 0,-1 0 0 0 0,0 0 0 0 0,0 0 0 0 0,0 0 0 0 0,1 0 0 0 0,-1 0 1 0 0,0 0-1 0 0,0-1 0 0 0,0 1 0 0 0,0 0 0 0 0,1 0 0 0 0,-1 0 0 0 0,0 0 1 0 0,0-1-1 0 0,14-9-902 0 0,-14 10 849 0 0,10-8-682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0.3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4143 0 0,'1'0'71'0'0,"-1"-1"0"0"0,0 1 0 0 0,0 0 0 0 0,1-1 0 0 0,-1 1 0 0 0,0-1-1 0 0,0 1 1 0 0,1 0 0 0 0,-1-1 0 0 0,0 1 0 0 0,1 0 0 0 0,-1 0-1 0 0,1-1 1 0 0,-1 1 0 0 0,0 0 0 0 0,1 0 0 0 0,-1-1 0 0 0,1 1 0 0 0,-1 0-1 0 0,1 0 1 0 0,-1 0 0 0 0,1 0 0 0 0,-1 0 0 0 0,0 0 0 0 0,1 0 0 0 0,-1 0-1 0 0,1 0 1 0 0,-1 0 0 0 0,1 0 0 0 0,-1 0 0 0 0,1 0 0 0 0,-1 0-1 0 0,1 0 1 0 0,-1 0 0 0 0,1 0 0 0 0,-1 0 0 0 0,0 1 0 0 0,1-1 0 0 0,-1 0-1 0 0,1 0 1 0 0,-1 1 0 0 0,0-1 0 0 0,1 0 0 0 0,-1 1 0 0 0,1-1 0 0 0,28 19 6921 0 0,-19-12-6124 0 0,56 39 1265 0 0,112 103-1 0 0,-52-40-598 0 0,-107-93-1840 0 0,61 45 2099 0 0,-38-35-3132 0 0,3-8-4562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0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8287 0 0,'4'5'368'0'0,"-1"0"0"0"0,-1 0 0 0 0,1 0 0 0 0,-1 0 0 0 0,1 0 0 0 0,-1 0 0 0 0,-1 1 0 0 0,1-1 0 0 0,0 9 0 0 0,4 9 1259 0 0,11 40-204 0 0,-2 0 1 0 0,-3 1-1 0 0,-4 0 1 0 0,2 112-1 0 0,-10-172-1334 0 0,3 20 100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0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42 11975 0 0,'0'-2'95'0'0,"0"1"0"0"0,1-1 0 0 0,-1 0 0 0 0,1 0 1 0 0,-1 1-1 0 0,1-1 0 0 0,0 0 0 0 0,0 1 0 0 0,0-1 0 0 0,0 1 0 0 0,0-1 0 0 0,0 1 0 0 0,0-1 0 0 0,0 1 0 0 0,0 0 0 0 0,1-1 0 0 0,-1 1 0 0 0,3-2 0 0 0,0 2 114 0 0,1-1 0 0 0,-1 1 1 0 0,1 0-1 0 0,-1 0 0 0 0,1 0 0 0 0,6 0 0 0 0,-8 1-136 0 0,15-2 175 0 0,0 2 0 0 0,0 0 0 0 0,0 1 0 0 0,0 1 0 0 0,0 0 0 0 0,0 1 1 0 0,-1 1-1 0 0,21 8 0 0 0,-28-9-164 0 0,0 1 1 0 0,0 1-1 0 0,0 0 1 0 0,-1 0-1 0 0,0 1 1 0 0,0 0-1 0 0,0 0 1 0 0,0 1-1 0 0,-1 1 0 0 0,0-1 1 0 0,-1 1-1 0 0,0 0 1 0 0,0 1-1 0 0,10 17 1 0 0,-15-23-74 0 0,0 1 0 0 0,-1-1 0 0 0,1 1 0 0 0,-1 0 1 0 0,0-1-1 0 0,1 1 0 0 0,-2 0 0 0 0,1 0 0 0 0,0 0 0 0 0,-1-1 1 0 0,0 1-1 0 0,0 0 0 0 0,0 0 0 0 0,0 0 0 0 0,-1 0 0 0 0,1 0 0 0 0,-1 0 1 0 0,-2 4-1 0 0,1-4 2 0 0,0 0-1 0 0,0-1 1 0 0,0 1 0 0 0,0-1 0 0 0,-1 0 0 0 0,0 0 0 0 0,0 0-1 0 0,1 0 1 0 0,-2 0 0 0 0,1-1 0 0 0,0 1 0 0 0,0-1-1 0 0,-1 0 1 0 0,1 0 0 0 0,-1 0 0 0 0,0 0 0 0 0,-5 1 0 0 0,-9 3 74 0 0,-1-1 1 0 0,1-1 0 0 0,-1-1-1 0 0,0 0 1 0 0,-28 0 0 0 0,32-3 151 0 0,-1-1 0 0 0,1 0 0 0 0,0-1 1 0 0,0 0-1 0 0,1-1 0 0 0,-1-1 0 0 0,-19-8 0 0 0,33 12-218 0 0,0 0 0 0 0,0 0 0 0 0,1 0 0 0 0,-1-1 0 0 0,0 1 0 0 0,0 0 0 0 0,1 0 0 0 0,-1-1 0 0 0,0 1 0 0 0,1 0-1 0 0,-1-1 1 0 0,1 1 0 0 0,-1-1 0 0 0,1 1 0 0 0,-1-1 0 0 0,0 1 0 0 0,1-1 0 0 0,0 0 0 0 0,-1 1 0 0 0,1-1-1 0 0,-1 1 1 0 0,1-1 0 0 0,0 0 0 0 0,-1 0 0 0 0,2 0-11 0 0,-1 1 0 0 0,1-1-1 0 0,-1 0 1 0 0,1 1 0 0 0,0 0-1 0 0,-1-1 1 0 0,1 1 0 0 0,0-1-1 0 0,-1 1 1 0 0,1 0 0 0 0,0 0 0 0 0,0-1-1 0 0,-1 1 1 0 0,1 0 0 0 0,0 0-1 0 0,0 0 1 0 0,1 0 0 0 0,41-2-169 0 0,29 7-1814 0 0,-35-2-3538 0 0,-8-2-853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1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12895 0 0,'5'-3'620'0'0,"-1"0"-1"0"0,1-1 1 0 0,-1 1 0 0 0,1 1-1 0 0,0-1 1 0 0,1 1-1 0 0,-1 0 1 0 0,0 0 0 0 0,11-2-1 0 0,-2-1-280 0 0,8-2 455 0 0,0 0 1 0 0,26-4-1 0 0,-39 10-701 0 0,-1 0-1 0 0,1 0 1 0 0,0 1-1 0 0,0 0 1 0 0,0 0-1 0 0,-1 1 1 0 0,1 0-1 0 0,14 4 1 0 0,-13 0-1308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1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5063 0 0,'-2'2'273'0'0,"-1"-1"0"0"0,1 0 0 0 0,-1 1-1 0 0,1-1 1 0 0,0 1 0 0 0,0 0-1 0 0,-1 0 1 0 0,1 0 0 0 0,1 0 0 0 0,-1 0-1 0 0,0 0 1 0 0,0 1 0 0 0,1-1-1 0 0,-1 0 1 0 0,1 1 0 0 0,-1 2-1 0 0,-10 14 2792 0 0,-4 3-1824 0 0,1 1-1 0 0,1 1 1 0 0,1 0-1 0 0,-19 47 1 0 0,30-63-1065 0 0,0-1 0 0 0,0 1 1 0 0,1-1-1 0 0,0 1 0 0 0,0 0 1 0 0,1 0-1 0 0,0-1 0 0 0,0 1 1 0 0,2 12-1 0 0,0-14-22 0 0,-1-1 1 0 0,1 1-1 0 0,0-1 1 0 0,1 0-1 0 0,-1 1 0 0 0,1-1 1 0 0,0 0-1 0 0,0-1 1 0 0,0 1-1 0 0,1-1 0 0 0,0 1 1 0 0,0-1-1 0 0,0 0 1 0 0,7 5-1 0 0,-3-4 18 0 0,0 0-1 0 0,0-1 0 0 0,0 0 1 0 0,1-1-1 0 0,-1 0 1 0 0,1 0-1 0 0,0 0 1 0 0,0-1-1 0 0,0-1 1 0 0,0 0-1 0 0,0 0 0 0 0,0 0 1 0 0,0-1-1 0 0,0-1 1 0 0,14-1-1 0 0,8-3 225 0 0,1-2 0 0 0,-2 0 0 0 0,33-13 0 0 0,-55 17-539 0 0,4-1-534 0 0,0 0-1 0 0,0-1 0 0 0,14-8 0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1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12439 0 0,'1'-1'504'0'0,"0"0"-1"0"0,-1-1 1 0 0,1 1 0 0 0,0-1-1 0 0,0 1 1 0 0,0 0-1 0 0,2-3 1008 0 0,-2 3-1007 0 0,2-1-1 0 0,19-11 1430 0 0,27-4-999 0 0,-45 16-417 0 0,63-17 576 0 0,-22 10-3722 0 0,-23 5-4758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2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10135 0 0,'4'16'702'0'0,"-1"1"0"0"0,0 0-1 0 0,-1 0 1 0 0,-1 17 0 0 0,1-1-168 0 0,3 61 927 0 0,-3-41-445 0 0,3 1 0 0 0,15 78 0 0 0,-30-176-728 0 0,1 1 0 0 0,-4-86 0 0 0,12 110-279 0 0,1 1-1 0 0,1 0 1 0 0,0-1 0 0 0,2 1-1 0 0,0 0 1 0 0,1 0 0 0 0,1 0 0 0 0,0 1-1 0 0,16-34 1 0 0,-16 43 46 0 0,1 0 0 0 0,0 1 0 0 0,0 0 0 0 0,0 0 0 0 0,1 0-1 0 0,0 0 1 0 0,0 1 0 0 0,0 1 0 0 0,1-1 0 0 0,0 1 0 0 0,0 0 0 0 0,1 1 0 0 0,-1 0 0 0 0,1 0 0 0 0,0 1 0 0 0,0 0 0 0 0,12-2 0 0 0,-12 3 25 0 0,0 0 1 0 0,1 1 0 0 0,-1 0 0 0 0,0 1 0 0 0,1 0 0 0 0,-1 0 0 0 0,1 1-1 0 0,-1 0 1 0 0,0 1 0 0 0,0 0 0 0 0,0 0 0 0 0,0 1 0 0 0,0 0-1 0 0,0 1 1 0 0,-1 0 0 0 0,1 0 0 0 0,11 8 0 0 0,-16-8-60 0 0,1-1 1 0 0,-1 1-1 0 0,0 0 0 0 0,0 0 1 0 0,0 0-1 0 0,0 1 0 0 0,-1 0 1 0 0,0-1-1 0 0,0 1 0 0 0,0 0 1 0 0,-1 0-1 0 0,1 1 1 0 0,-1-1-1 0 0,-1 0 0 0 0,1 1 1 0 0,-1-1-1 0 0,1 1 0 0 0,-2 0 1 0 0,1-1-1 0 0,-1 1 0 0 0,0 0 1 0 0,0-1-1 0 0,0 1 0 0 0,-1 0 1 0 0,0-1-1 0 0,0 1 1 0 0,0 0-1 0 0,-1-1 0 0 0,1 1 1 0 0,-5 7-1 0 0,1-2-29 0 0,-1 0 0 0 0,0-1 0 0 0,0 0 0 0 0,-1 0 0 0 0,-1-1 0 0 0,1 0 0 0 0,-1 0 0 0 0,-1 0-1 0 0,0-1 1 0 0,0-1 0 0 0,0 1 0 0 0,-1-2 0 0 0,-19 11 0 0 0,12-9-96 0 0,0-2 0 0 0,-33 10 0 0 0,40-14 81 0 0,1 0 1 0 0,-1-1-1 0 0,1 0 0 0 0,-1-1 1 0 0,0 1-1 0 0,1-2 0 0 0,-11-1 1 0 0,19 2 23 0 0,1 1-1 0 0,-1-1 1 0 0,1 0 0 0 0,-1 0 0 0 0,1 0-1 0 0,-1 0 1 0 0,1-1 0 0 0,-1 1 0 0 0,1 0-1 0 0,-1 0 1 0 0,1 0 0 0 0,-1 0 0 0 0,1 0-1 0 0,-1-1 1 0 0,1 1 0 0 0,-1 0 0 0 0,1 0-1 0 0,-1-1 1 0 0,1 1 0 0 0,-1 0 0 0 0,1-1-1 0 0,0 1 1 0 0,-1-1 0 0 0,1 1 0 0 0,0 0-1 0 0,-1-1 1 0 0,1 1 0 0 0,0-1 0 0 0,0 1-1 0 0,-1-1 1 0 0,1 1 0 0 0,0-1 0 0 0,0 1-1 0 0,0-1 1 0 0,0 1 0 0 0,-1-1 0 0 0,1 1-1 0 0,0-1 1 0 0,0 1 0 0 0,0-1 0 0 0,0 1-1 0 0,0-1 1 0 0,1 0 0 0 0,-1 0 3 0 0,1 0 1 0 0,0 0 0 0 0,-1 0 0 0 0,1 0-1 0 0,0 0 1 0 0,0 0 0 0 0,0 0 0 0 0,0 0-1 0 0,0 0 1 0 0,0 1 0 0 0,0-1 0 0 0,0 0-1 0 0,0 1 1 0 0,0-1 0 0 0,0 1-1 0 0,3-2 1 0 0,6 0 11 0 0,0 0-1 0 0,0 0 1 0 0,0 1-1 0 0,1 0 1 0 0,-1 1-1 0 0,0 0 1 0 0,1 1 0 0 0,15 2-1 0 0,84 25 218 0 0,-76-18-114 0 0,6 1-42 0 0,1 2 1 0 0,-2 1-1 0 0,0 2 0 0 0,-1 2 1 0 0,38 24-1 0 0,-32-10-898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2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15663 0 0,'0'0'63'0'0,"0"0"0"0"0,1 0-1 0 0,-1 1 1 0 0,0-1-1 0 0,1 0 1 0 0,-1 0 0 0 0,1 0-1 0 0,-1 0 1 0 0,0 0 0 0 0,1 0-1 0 0,-1 0 1 0 0,0 1-1 0 0,0-1 1 0 0,1 0 0 0 0,-1 0-1 0 0,0 1 1 0 0,1-1 0 0 0,-1 0-1 0 0,0 0 1 0 0,0 1-1 0 0,1-1 1 0 0,-1 0 0 0 0,0 0-1 0 0,0 1 1 0 0,0-1 0 0 0,0 0-1 0 0,1 1 1 0 0,-1-1-1 0 0,0 0 1 0 0,0 1 0 0 0,0-1-1 0 0,0 0 1 0 0,0 1 0 0 0,0-1-1 0 0,0 1 1 0 0,9 19 643 0 0,-8-18-539 0 0,19 51 1243 0 0,24 103-1 0 0,-32-104-655 0 0,3-1 0 0 0,27 67-1 0 0,-39-110-930 0 0,1-1 1 0 0,-1 0-1 0 0,1 0 0 0 0,0 0 1 0 0,1 0-1 0 0,0-1 0 0 0,0 0 1 0 0,0 0-1 0 0,1 0 0 0 0,0-1 1 0 0,8 7-1 0 0,-6-8-1911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2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14279 0 0,'0'-1'182'0'0,"1"0"1"0"0,-1 0-1 0 0,0 0 0 0 0,1 0 0 0 0,-1 1 0 0 0,1-1 0 0 0,-1 0 0 0 0,1 0 1 0 0,-1 0-1 0 0,1 0 0 0 0,-1 1 0 0 0,1-1 0 0 0,0 0 0 0 0,0 0 0 0 0,-1 1 1 0 0,1-1-1 0 0,0 1 0 0 0,0-1 0 0 0,0 1 0 0 0,0-1 0 0 0,0 1 1 0 0,0-1-1 0 0,0 1 0 0 0,-1 0 0 0 0,1 0 0 0 0,0-1 0 0 0,0 1 0 0 0,0 0 1 0 0,0 0-1 0 0,0 0 0 0 0,2 0 0 0 0,43-1 2009 0 0,-29 2-1972 0 0,97-8 1641 0 0,-30 2-2977 0 0,-29 3-5522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0 4143 0 0,'-2'1'171'0'0,"-1"-1"-1"0"0,0 1 0 0 0,0 0 1 0 0,1 0-1 0 0,-1 0 0 0 0,1 0 1 0 0,-1 0-1 0 0,1 1 0 0 0,-1-1 1 0 0,1 1-1 0 0,0-1 0 0 0,0 1 1 0 0,0 0-1 0 0,0 0 0 0 0,0 0 1 0 0,0 0-1 0 0,-2 4 0 0 0,-2 4 1494 0 0,0-1 0 0 0,1 2 0 0 0,-4 10 0 0 0,-1 0-732 0 0,-6 13 407 0 0,1 0 1 0 0,-18 65 0 0 0,30-88-1049 0 0,0-1 0 0 0,1 1 0 0 0,1 0 0 0 0,0 0 0 0 0,0-1 1 0 0,1 1-1 0 0,1 0 0 0 0,0 0 0 0 0,0 0 0 0 0,1-1 0 0 0,0 1 1 0 0,1-1-1 0 0,0 1 0 0 0,7 14 0 0 0,-8-21-182 0 0,1 0-1 0 0,-1 0 0 0 0,1-1 1 0 0,0 1-1 0 0,0-1 0 0 0,0 1 1 0 0,0-1-1 0 0,1 0 0 0 0,-1-1 1 0 0,1 1-1 0 0,-1 0 1 0 0,7 2-1 0 0,-2-1 6 0 0,-1-2 1 0 0,0 1-1 0 0,1-1 1 0 0,0 0-1 0 0,-1 0 0 0 0,14 1 1 0 0,5-2 40 0 0,0-2 1 0 0,-1 0 0 0 0,34-6-1 0 0,-52 6-131 0 0,39-6 12 0 0,-8 1-433 0 0,61-3-1 0 0,-85 8-1463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3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16903 0 0,'0'-1'70'0'0,"1"0"0"0"0,-1 0 0 0 0,0 1 0 0 0,1-1 0 0 0,-1 0 0 0 0,0 1 0 0 0,1-1 0 0 0,-1 0 0 0 0,1 1 0 0 0,-1-1 0 0 0,1 1 1 0 0,0-1-1 0 0,-1 1 0 0 0,1-1 0 0 0,-1 1 0 0 0,1-1 0 0 0,0 1 0 0 0,-1 0 0 0 0,1-1 0 0 0,0 1 0 0 0,0 0 0 0 0,-1 0 0 0 0,1-1 0 0 0,0 1 0 0 0,0 0 0 0 0,-1 0 0 0 0,1 0 0 0 0,0 0 0 0 0,0 0 0 0 0,0 0 0 0 0,1 0 0 0 0,32 5 354 0 0,-20-2-130 0 0,13 0-112 0 0,-1-2 0 0 0,49-3 1 0 0,-20-5-5994 0 0,-39 4-460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3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0 397 3223 0 0,'7'39'1181'0'0,"-4"21"9207"0"0,-1-17-4441 0 0,1-14-6136 0 0,-3-29 229 0 0,-1 1 1 0 0,1-1 0 0 0,0 0-1 0 0,0 1 1 0 0,0-1-1 0 0,0 1 1 0 0,0-1-1 0 0,0 1 1 0 0,0-1 0 0 0,1 0-1 0 0,-1 1 1 0 0,0-1-1 0 0,0 1 1 0 0,0-1-1 0 0,0 0 1 0 0,0 1 0 0 0,1-1-1 0 0,-1 1 1 0 0,0-1-1 0 0,0 0 1 0 0,1 1-1 0 0,-1-1 1 0 0,0 0 0 0 0,0 1-1 0 0,1-1 1 0 0,-1 0-1 0 0,0 0 1 0 0,1 1-1 0 0,-1-1 1 0 0,1 0 0 0 0,0 1-1 0 0,7-12 497 0 0,4-22-266 0 0,-3-15-334 0 0,-3 0 0 0 0,-1 0 0 0 0,-2-68 0 0 0,-3 57-104 0 0,13-95 1 0 0,-12 151 163 0 0,-1-1-1 0 0,1 1 0 0 0,0 0 1 0 0,0 0-1 0 0,0-1 0 0 0,1 1 1 0 0,-1 0-1 0 0,1 0 0 0 0,-1 0 1 0 0,1 1-1 0 0,5-6 0 0 0,-6 7 3 0 0,0 0-1 0 0,0 1 0 0 0,0-1 0 0 0,0 0 0 0 0,0 1 0 0 0,0-1 0 0 0,0 1 0 0 0,0-1 0 0 0,0 1 0 0 0,1-1 0 0 0,-1 1 0 0 0,0 0 0 0 0,0 0 0 0 0,1-1 0 0 0,-1 1 1 0 0,0 0-1 0 0,0 0 0 0 0,1 0 0 0 0,-1 1 0 0 0,0-1 0 0 0,0 0 0 0 0,1 0 0 0 0,-1 1 0 0 0,0-1 0 0 0,0 1 0 0 0,0-1 0 0 0,0 1 0 0 0,1-1 0 0 0,-1 1 0 0 0,0 0 0 0 0,0-1 1 0 0,0 1-1 0 0,0 0 0 0 0,0 0 0 0 0,0 1 0 0 0,6 5-21 0 0,0 0 0 0 0,-1 0 0 0 0,0 0 0 0 0,0 1 0 0 0,-1 0 1 0 0,7 13-1 0 0,24 56 11 0 0,-33-68-5 0 0,15 35 122 0 0,-2-5 169 0 0,1 0 1 0 0,36 60-1 0 0,-47-89-111 0 0,1-1 1 0 0,-1 0-1 0 0,1 0 0 0 0,1-1 0 0 0,0 0 1 0 0,0 0-1 0 0,1-1 0 0 0,-1 0 1 0 0,2 0-1 0 0,-1-1 0 0 0,1-1 1 0 0,0 1-1 0 0,0-2 0 0 0,0 1 0 0 0,13 3 1 0 0,-16-7-97 0 0,0 1-1 0 0,0-1 1 0 0,0 0 0 0 0,0-1 0 0 0,1 0 0 0 0,-1 0 0 0 0,0 0-1 0 0,1-1 1 0 0,-1 0 0 0 0,0-1 0 0 0,0 1 0 0 0,0-1 0 0 0,0-1 0 0 0,0 1-1 0 0,-1-1 1 0 0,1-1 0 0 0,-1 1 0 0 0,1-1 0 0 0,-1 0 0 0 0,0 0-1 0 0,-1-1 1 0 0,9-8 0 0 0,-7 6-40 0 0,0-2 0 0 0,0 1 0 0 0,-1-1-1 0 0,0 0 1 0 0,-1 0 0 0 0,0 0 0 0 0,0-1 0 0 0,-1 0 0 0 0,0 0 0 0 0,-1 0-1 0 0,0 0 1 0 0,-1-1 0 0 0,0 1 0 0 0,1-20 0 0 0,-2 6-2 0 0,-2-1 1 0 0,-1 1 0 0 0,-8-46-1 0 0,8 59-17 0 0,-1 1-1 0 0,0-1 0 0 0,-1 1 0 0 0,0 0 1 0 0,-1 0-1 0 0,0 0 0 0 0,0 0 0 0 0,-1 1 0 0 0,0 0 1 0 0,-1 0-1 0 0,-7-8 0 0 0,9 13-46 0 0,0 0-1 0 0,0 1 1 0 0,-1-1-1 0 0,1 1 1 0 0,-1 0-1 0 0,0 1 1 0 0,-11-5-1 0 0,15 7 23 0 0,0-1-1 0 0,0 0 1 0 0,0 1-1 0 0,0-1 1 0 0,1 1-1 0 0,-1-1 1 0 0,0 1-1 0 0,0 0 1 0 0,0 0-1 0 0,0 0 1 0 0,0 0-1 0 0,0 0 1 0 0,0 1-1 0 0,0-1 1 0 0,0 0-1 0 0,0 1 1 0 0,1-1-1 0 0,-1 1 0 0 0,0 0 1 0 0,0 0-1 0 0,0 0 1 0 0,1 0-1 0 0,-1 0 1 0 0,1 0-1 0 0,-1 0 1 0 0,1 0-1 0 0,-1 1 1 0 0,1-1-1 0 0,-3 3 1 0 0,4-3-84 0 0,-1 1 1 0 0,1-1-1 0 0,0 1 1 0 0,-1-1-1 0 0,1 1 1 0 0,0-1-1 0 0,0 1 1 0 0,0-1-1 0 0,0 1 1 0 0,0-1-1 0 0,0 1 0 0 0,1-1 1 0 0,-1 1-1 0 0,0-1 1 0 0,1 1-1 0 0,-1-1 1 0 0,1 1-1 0 0,-1-1 1 0 0,1 1-1 0 0,0-1 1 0 0,0 0-1 0 0,0 0 1 0 0,-1 1-1 0 0,3 1 1 0 0,1 1-604 0 0,0 1 0 0 0,0-1 0 0 0,0 0 0 0 0,1-1 1 0 0,6 6-1 0 0,11 3-4455 0 0,5 1-1217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4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32 4607 0 0,'26'-32'14060'0'0,"-43"32"-12430"0"0,4 3-1377 0 0,0 0 0 0 0,1 1 1 0 0,0 0-1 0 0,-1 1 1 0 0,1 0-1 0 0,1 1 1 0 0,-14 9-1 0 0,-5 5-110 0 0,-38 32 0 0 0,54-40-13 0 0,1 0-1 0 0,0 1 1 0 0,1 0 0 0 0,0 1-1 0 0,1 0 1 0 0,1 1 0 0 0,-16 29-1 0 0,24-39-91 0 0,0-1 0 0 0,0 1-1 0 0,0 0 1 0 0,0 0-1 0 0,1 0 1 0 0,0 0-1 0 0,0 0 1 0 0,0 0 0 0 0,1 0-1 0 0,0 0 1 0 0,0 0-1 0 0,0 0 1 0 0,0 0-1 0 0,1 0 1 0 0,0 0 0 0 0,0 0-1 0 0,0 0 1 0 0,1 0-1 0 0,0 0 1 0 0,-1 0-1 0 0,2 0 1 0 0,-1-1 0 0 0,0 1-1 0 0,1-1 1 0 0,0 0-1 0 0,0 0 1 0 0,1 0-1 0 0,-1 0 1 0 0,1 0 0 0 0,-1-1-1 0 0,9 6 1 0 0,0-1 58 0 0,0-1 0 0 0,1 0 0 0 0,0-1 0 0 0,0 0 0 0 0,0-1 0 0 0,1-1 0 0 0,0 0 0 0 0,-1 0 0 0 0,22 1 0 0 0,16 0-376 0 0,63-2 1 0 0,-86-2-248 0 0,33-2-5362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4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 14279 0 0,'0'-1'224'0'0,"0"1"-1"0"0,0-1 0 0 0,0 0 1 0 0,0 0-1 0 0,0 0 0 0 0,0 1 1 0 0,0-1-1 0 0,0 0 0 0 0,0 0 1 0 0,0 0-1 0 0,0 0 0 0 0,0 1 1 0 0,0-1-1 0 0,1 0 0 0 0,-1 0 1 0 0,0 1-1 0 0,1-1 0 0 0,-1 0 1 0 0,1 1-1 0 0,-1-1 0 0 0,1 0 1 0 0,-1 1-1 0 0,1-1 0 0 0,-1 0 1 0 0,1 1-1 0 0,-1-1 0 0 0,2 0 1 0 0,0 0 11 0 0,1-1 0 0 0,-1 1 0 0 0,1 0-1 0 0,0 0 1 0 0,-1 0 0 0 0,1 0 0 0 0,0 0 0 0 0,3 0 0 0 0,8 0 63 0 0,0 0 0 0 0,20 1 0 0 0,-33 0-185 0 0,99 10 963 0 0,-74-5-1393 0 0,0-2 1 0 0,0-1-1 0 0,0-1 0 0 0,40-4 0 0 0,-65 3 75 0 0,9-3-1388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4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8287 0 0,'-4'1'190'0'0,"0"1"-1"0"0,0 0 1 0 0,0 1-1 0 0,0-1 1 0 0,0 1 0 0 0,1-1-1 0 0,-1 1 1 0 0,1 0-1 0 0,0 1 1 0 0,0-1-1 0 0,0 0 1 0 0,0 1-1 0 0,1 0 1 0 0,-1 0-1 0 0,1-1 1 0 0,0 1-1 0 0,0 1 1 0 0,0-1-1 0 0,-1 6 1 0 0,-13 28 1285 0 0,1 1-1 0 0,2 0 1 0 0,-9 45 0 0 0,19-69-1195 0 0,1 0 0 0 0,1-1 0 0 0,1 1 0 0 0,0 0-1 0 0,2 17 1 0 0,0-23-29 0 0,-1 0 0 0 0,2 0 1 0 0,-1 0-1 0 0,1 0 0 0 0,0-1 0 0 0,1 1 0 0 0,0-1 0 0 0,0 0 0 0 0,9 11 0 0 0,-9-15-112 0 0,0 1 0 0 0,0-1 0 0 0,1 0 0 0 0,0 0 0 0 0,-1-1 0 0 0,1 1 0 0 0,1-1-1 0 0,-1 0 1 0 0,0-1 0 0 0,1 1 0 0 0,-1-1 0 0 0,1 0 0 0 0,0 0 0 0 0,0-1 0 0 0,0 0 0 0 0,0 0 0 0 0,12 0 0 0 0,8 0 207 0 0,0-2 1 0 0,47-6-1 0 0,-56 5-239 0 0,58-8 111 0 0,153-24-1398 0 0,-226 34 1026 0 0,-1 0-1 0 0,0 0 0 0 0,0 0 0 0 0,0 0 1 0 0,0-1-1 0 0,0 1 0 0 0,0 0 0 0 0,0-1 0 0 0,0 1 1 0 0,0-1-1 0 0,0 1 0 0 0,0-1 0 0 0,0 1 1 0 0,0-1-1 0 0,0 0 0 0 0,-1 0 0 0 0,1 1 0 0 0,0-1 1 0 0,0 0-1 0 0,-1 0 0 0 0,1 0 0 0 0,-1 0 1 0 0,2-1-1 0 0,-3-3-1312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44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13823 0 0,'7'-8'1224'0'0,"-3"2"-976"0"0,-1 0-248 0 0,1 4 0 0 0,0 0 1152 0 0,1 1 192 0 0,0 0 32 0 0,4-2 0 0 0,6-1-960 0 0,6-3-192 0 0,4-2-32 0 0,0 1-16 0 0,-1 1-336 0 0,0 0-72 0 0,-1 0-16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54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0 162 1839 0 0,'3'-2'413'0'0,"0"0"-1"0"0,0 0 1 0 0,0 1-1 0 0,0-1 1 0 0,0 0 0 0 0,0 1-1 0 0,0 0 1 0 0,0 0-1 0 0,1 0 1 0 0,-1 0-1 0 0,6 0 1 0 0,41-3 395 0 0,-35 3-301 0 0,109-2 769 0 0,49-3 678 0 0,202-3-1914 0 0,-107 9-16 0 0,-2 5-24 0 0,-71 1 0 0 0,15 1 40 0 0,115-4 82 0 0,-54-5 474 0 0,48-3-404 0 0,-87-11-185 0 0,53-6 60 0 0,9 9 394 0 0,-52 5 302 0 0,-170 6-662 0 0,-1 2-1 0 0,106 15 1 0 0,-113-11-97 0 0,0-3 0 0 0,91-11 1 0 0,62 1-8 0 0,92-6 131 0 0,-229 11-45 0 0,103 8 1 0 0,65-3 37 0 0,70-19-57 0 0,-121 8-64 0 0,-103 3 0 0 0,139 7 0 0 0,57 4 0 0 0,-19-2 0 0 0,-18-7 70 0 0,-18-1 292 0 0,143 6-154 0 0,-194-2-185 0 0,96-7 18 0 0,-189 3-41 0 0,104 6 0 0 0,-36 2 0 0 0,-23-6 35 0 0,129 2 58 0 0,-35 6-54 0 0,-53-3-14 0 0,-7 15-25 0 0,-105-8 0 0 0,103 0 0 0 0,66-3-1 0 0,-138 0 9 0 0,107-9-1 0 0,-127-2 153 0 0,1 4 0 0 0,84 7 0 0 0,-98-1-94 0 0,0-3 1 0 0,94-10 0 0 0,-67 4-7 0 0,106 7 1 0 0,51-2 223 0 0,-172-3-170 0 0,1 3-1 0 0,78 11 1 0 0,84 0 77 0 0,-29-2-62 0 0,-142-3-113 0 0,1-3 0 0 0,-1-3 0 0 0,68-9 0 0 0,-73 2 3 0 0,-1 3 0 0 0,1 2-1 0 0,70 8 1 0 0,-80-3 20 0 0,1-3 0 0 0,86-10 0 0 0,-74 7 14 0 0,1 3-1 0 0,110 13 0 0 0,-148-11-27 0 0,35 2-20 0 0,69-6 1 0 0,-74 0-6 0 0,102 8-1 0 0,-86 4 23 0 0,0-4-1 0 0,139-6 0 0 0,69-4-16 0 0,-246 5 1 0 0,144-9 52 0 0,-116 4-56 0 0,-1 1 0 0 0,66 8 0 0 0,154 2 146 0 0,-103-7-115 0 0,-43 9-33 0 0,-66-3 0 0 0,96-4 0 0 0,176-6 0 0 0,-113-2 43 0 0,-150 0-32 0 0,107 8-1 0 0,-93 1 23 0 0,186-18-1 0 0,-275 14-33 0 0,183-4 1 0 0,29-4 0 0 0,197-13 64 0 0,-232 15-43 0 0,113 1 22 0 0,-23-1-43 0 0,-11-1 0 0 0,-57 10 19 0 0,-89-3 3 0 0,142 17 1 0 0,-42-5-25 0 0,-41-4 15 0 0,-156-6 37 0 0,-10-1-39 0 0,-1 1 1 0 0,1 0-1 0 0,-1 0 0 0 0,1 0 0 0 0,-1 1 0 0 0,15 5 0 0 0,-21-6-3 0 0,0 0 0 0 0,0 0 1 0 0,0 0-1 0 0,0 0 0 0 0,-1 0 0 0 0,1 0 1 0 0,0 0-1 0 0,0 0 0 0 0,0 0 0 0 0,-1 0 1 0 0,1 1-1 0 0,-1-1 0 0 0,1 0 0 0 0,-1 1 1 0 0,0-1-1 0 0,1 0 0 0 0,-1 1 0 0 0,0-1 0 0 0,0 0 1 0 0,0 1-1 0 0,0 1 0 0 0,-1-3 3 0 0,-20-13 154 0 0,14 12-133 0 0,-1 1 1 0 0,1-1-1 0 0,-1 1 0 0 0,1 0 0 0 0,-1 1 0 0 0,1-1 1 0 0,-1 2-1 0 0,1-1 0 0 0,0 1 0 0 0,-1 0 0 0 0,1 0 1 0 0,-12 7-1 0 0,9-4-42 0 0,1 0 0 0 0,0 1 0 0 0,0 0-1 0 0,0 0 1 0 0,1 1 0 0 0,0 1 0 0 0,0-1 0 0 0,-8 12 0 0 0,1 2-3 0 0,0 2-1 0 0,2 0 0 0 0,0 0 0 0 0,-17 47 1 0 0,-25 107 21 0 0,46-147-12 0 0,-14 52 38 0 0,4 1 0 0 0,3 0 0 0 0,-5 105 0 0 0,18-133-225 0 0,4 0 0 0 0,1 0-1 0 0,3-1 1 0 0,2 1 0 0 0,29 104-1 0 0,-26-130-6188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55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59 9183 0 0,'-6'-58'1107'0'0,"17"82"2152"0"0,-5 10-3100 0 0,-1 0 0 0 0,-1 62 0 0 0,-12 68 150 0 0,-45 249 825 0 0,-5 107-24 0 0,58-459-1412 0 0,2 1 0 0 0,17 105 0 0 0,-7-111-852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59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10423 0 0,'1'-12'1180'0'0,"2"22"-142"0"0,0 22-9 0 0,8 375 4216 0 0,-21 0-3511 0 0,9-392-1650 0 0,-1 134 499 0 0,3-121-527 0 0,2 1 0 0 0,0 0-1 0 0,9 30 1 0 0,-4-40-290 0 0,-2-17-530 0 0,0-12-923 0 0,-2-2-88 0 0,-1-3-73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59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6 9871 0 0,'-29'-6'1072'0'0,"66"20"2752"0"0,5-6-3020 0 0,1-1-1 0 0,0-3 1 0 0,73-2-1 0 0,-19 0-314 0 0,210 13 24 0 0,-306-15-569 0 0,46 6 267 0 0,-45-5-447 0 0,0-1 0 0 0,0 0 1 0 0,0 1-1 0 0,1 0 0 0 0,-1-1 0 0 0,0 1 1 0 0,0 0-1 0 0,0 0 0 0 0,0 0 1 0 0,0 0-1 0 0,-1 0 0 0 0,1 1 1 0 0,0-1-1 0 0,-1 1 0 0 0,1-1 1 0 0,0 1-1 0 0,1 3 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8:59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6447 0 0,'0'0'67'0'0,"0"0"-1"0"0,0 1 1 0 0,-1-1-1 0 0,1 1 1 0 0,0-1-1 0 0,0 0 0 0 0,0 1 1 0 0,1-1-1 0 0,-1 1 1 0 0,0-1-1 0 0,0 0 1 0 0,0 1-1 0 0,0-1 0 0 0,0 1 1 0 0,0-1-1 0 0,1 0 1 0 0,-1 1-1 0 0,0-1 1 0 0,0 0-1 0 0,0 1 0 0 0,1-1 1 0 0,-1 0-1 0 0,0 1 1 0 0,1-1-1 0 0,-1 0 1 0 0,0 0-1 0 0,1 1 0 0 0,-1-1 1 0 0,0 0-1 0 0,1 0 1 0 0,-1 1-1 0 0,0-1 1 0 0,1 0-1 0 0,-1 0 0 0 0,0 0 1 0 0,2 0-1 0 0,18 7 3522 0 0,-15-6-3287 0 0,28 7 687 0 0,0-2 0 0 0,0-2-1 0 0,1-1 1 0 0,-1-1 0 0 0,35-3 0 0 0,-23 0-1253 0 0,-1 2 1 0 0,50 8-1 0 0,-71-5-951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0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 9671 0 0,'-2'30'4401'0'0,"-5"27"-2795"0"0,-2 23-1190 0 0,-23 157 1163 0 0,5-52-749 0 0,26-175-776 0 0,0 0-1 0 0,1 1 1 0 0,1 9-1 0 0,-1-18-118 0 0,0 0 1 0 0,0-1-1 0 0,0 1 0 0 0,0 0 0 0 0,1-1 0 0 0,-1 1 1 0 0,0 0-1 0 0,1-1 0 0 0,0 1 0 0 0,-1-1 0 0 0,1 1 0 0 0,0-1 1 0 0,0 1-1 0 0,-1-1 0 0 0,1 1 0 0 0,0-1 0 0 0,1 0 1 0 0,-1 1-1 0 0,0-1 0 0 0,0 0 0 0 0,0 0 0 0 0,1 0 1 0 0,-1 0-1 0 0,1 0 0 0 0,-1 0 0 0 0,3 1 0 0 0,3-2-1429 0 0,-2-3-68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0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10591 0 0,'2'0'64'0'0,"-1"0"-1"0"0,0 0 0 0 0,1 0 1 0 0,-1 0-1 0 0,0 1 0 0 0,1-1 1 0 0,-1 0-1 0 0,0 1 0 0 0,1-1 1 0 0,-1 1-1 0 0,0-1 0 0 0,0 1 1 0 0,0 0-1 0 0,1 0 0 0 0,-1-1 0 0 0,0 1 1 0 0,0 0-1 0 0,0 0 0 0 0,0 0 1 0 0,0 0-1 0 0,-1 0 0 0 0,1 0 1 0 0,0 1-1 0 0,0-1 0 0 0,-1 0 1 0 0,1 0-1 0 0,-1 0 0 0 0,1 1 1 0 0,0 2-1 0 0,3 7 674 0 0,0 1 0 0 0,4 17 1 0 0,-5-13-80 0 0,9 28 383 0 0,-3 0 1 0 0,8 90-1 0 0,-16-103-719 0 0,-1 1 0 0 0,-2-1 0 0 0,-1 1 1 0 0,-1-1-1 0 0,-11 37 0 0 0,9-45-169 0 0,0 2-20 0 0,-1-1 0 0 0,-17 40 0 0 0,28-99-3746 0 0,-3 20-2721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0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1 275 13703 0 0,'0'0'31'0'0,"0"-1"0"0"0,0 1 0 0 0,1-1 0 0 0,-1 0 0 0 0,0 1 0 0 0,0-1-1 0 0,1 1 1 0 0,-1-1 0 0 0,0 1 0 0 0,1-1 0 0 0,-1 1 0 0 0,0-1 0 0 0,1 1 0 0 0,-1-1 0 0 0,1 1-1 0 0,-1-1 1 0 0,1 1 0 0 0,-1 0 0 0 0,1-1 0 0 0,-1 1 0 0 0,1 0 0 0 0,-1-1 0 0 0,1 1-1 0 0,-1 0 1 0 0,1 0 0 0 0,0 0 0 0 0,-1-1 0 0 0,1 1 0 0 0,-1 0 0 0 0,1 0 0 0 0,0 0-1 0 0,-1 0 1 0 0,1 0 0 0 0,0 0 0 0 0,-1 0 0 0 0,1 0 0 0 0,-1 1 0 0 0,1-1 0 0 0,0 0 0 0 0,-1 0-1 0 0,1 0 1 0 0,-1 1 0 0 0,1-1 0 0 0,-1 0 0 0 0,1 1 0 0 0,-1-1 0 0 0,1 0 0 0 0,-1 1-1 0 0,1-1 1 0 0,-1 1 0 0 0,1-1 0 0 0,-1 0 0 0 0,1 1 0 0 0,-1-1 0 0 0,0 1 0 0 0,1 0 0 0 0,-1 0-1 0 0,5 6 121 0 0,0 1 0 0 0,0-1 0 0 0,4 13 0 0 0,-2-7 278 0 0,71 144 1683 0 0,37 65 1207 0 0,-110-214-3195 0 0,0-1-1 0 0,1 1 1 0 0,0-1 0 0 0,0 0 0 0 0,1-1 0 0 0,0 1-1 0 0,0-1 1 0 0,0-1 0 0 0,1 1 0 0 0,14 7 0 0 0,-19-12-98 0 0,0 1 0 0 0,1-1 0 0 0,-1 0 1 0 0,0 0-1 0 0,1 0 0 0 0,-1-1 0 0 0,0 1 0 0 0,1-1 1 0 0,-1 1-1 0 0,1-1 0 0 0,-1 0 0 0 0,1-1 1 0 0,-1 1-1 0 0,1 0 0 0 0,-1-1 0 0 0,0 0 1 0 0,1 0-1 0 0,-1 0 0 0 0,0 0 0 0 0,0-1 1 0 0,1 1-1 0 0,-1-1 0 0 0,0 0 0 0 0,-1 0 0 0 0,1 0 1 0 0,0 0-1 0 0,0 0 0 0 0,-1-1 0 0 0,0 1 1 0 0,1-1-1 0 0,1-3 0 0 0,3-2 14 0 0,-2-1 0 0 0,1-1-1 0 0,-1 1 1 0 0,-1-1 0 0 0,0 0 0 0 0,0 0 0 0 0,-1 0-1 0 0,0 0 1 0 0,-1-1 0 0 0,0 1 0 0 0,0-1-1 0 0,-1 1 1 0 0,-1-1 0 0 0,-1-14 0 0 0,-2-16 21 0 0,-2 1 1 0 0,-15-57-1 0 0,12 61-18 0 0,-74-334 789 0 0,82 370-831 0 0,0 0 0 0 0,0 0 0 0 0,0-1 0 0 0,0 1 1 0 0,-1 0-1 0 0,1 0 0 0 0,0-1 0 0 0,0 1 0 0 0,0 0 0 0 0,0-1 0 0 0,0 1 0 0 0,0 0 0 0 0,0 0 0 0 0,0-1 0 0 0,0 1 1 0 0,0 0-1 0 0,0-1 0 0 0,0 1 0 0 0,0 0 0 0 0,0-1 0 0 0,0 1 0 0 0,0 0 0 0 0,0 0 0 0 0,0-1 0 0 0,0 1 0 0 0,0 0 0 0 0,0-1 1 0 0,1 1-1 0 0,-1 0 0 0 0,0 0 0 0 0,0-1 0 0 0,0 1 0 0 0,0 0 0 0 0,1 0 0 0 0,-1-1 0 0 0,0 1 0 0 0,0 0 0 0 0,1 0 1 0 0,-1 0-1 0 0,0 0 0 0 0,0-1 0 0 0,1 1 0 0 0,-1 0 0 0 0,0 0 0 0 0,1 0 0 0 0,-1 0 0 0 0,0 0 0 0 0,0 0 0 0 0,1 0 0 0 0,-1 0 1 0 0,0 0-1 0 0,1 0 0 0 0,-1 0 0 0 0,0 0 0 0 0,1 0 0 0 0,-1 0 0 0 0,0 0 0 0 0,0 0 0 0 0,1 0 0 0 0,-1 0 0 0 0,0 0 1 0 0,1 0-1 0 0,-1 0 0 0 0,0 1 0 0 0,0-1 0 0 0,1 0 0 0 0,-1 0 0 0 0,0 0 0 0 0,1 1 0 0 0,24 17-1577 0 0,-16-11 700 0 0,10 6-476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2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2759 0 0,'5'-31'2024'0'0,"2"-11"5431"0"0,-7 42-7428 0 0,0-1-1 0 0,0 1 1 0 0,0 0-1 0 0,0 0 1 0 0,0 0-1 0 0,0 0 1 0 0,0 0 0 0 0,0 0-1 0 0,0 0 1 0 0,0-1-1 0 0,0 1 1 0 0,0 0 0 0 0,0 0-1 0 0,0 0 1 0 0,0 0-1 0 0,0 0 1 0 0,0 0-1 0 0,0 0 1 0 0,0 0 0 0 0,0-1-1 0 0,0 1 1 0 0,0 0-1 0 0,0 0 1 0 0,0 0 0 0 0,0 0-1 0 0,0 0 1 0 0,0 0-1 0 0,0 0 1 0 0,1 0-1 0 0,-1 0 1 0 0,0 0 0 0 0,0 0-1 0 0,0 0 1 0 0,0-1-1 0 0,0 1 1 0 0,0 0 0 0 0,0 0-1 0 0,0 0 1 0 0,0 0-1 0 0,1 0 1 0 0,-1 0-1 0 0,0 0 1 0 0,0 0 0 0 0,0 0-1 0 0,0 0 1 0 0,0 0-1 0 0,0 0 1 0 0,0 0 0 0 0,1 0-1 0 0,-1 0 1 0 0,0 0-1 0 0,0 0 1 0 0,0 0-1 0 0,0 0 1 0 0,0 0 0 0 0,0 1-1 0 0,0-1 1 0 0,0 0-1 0 0,1 0 1 0 0,-1 0 0 0 0,0 0-1 0 0,0 0 1 0 0,0 0-1 0 0,5 11 731 0 0,1 15-88 0 0,10 133 1077 0 0,28 172 603 0 0,-36-290-1904 0 0,2-1-1 0 0,2 0 1 0 0,2-1-1 0 0,2-1 1 0 0,40 73-1 0 0,-52-103-384 0 0,1 0 1 0 0,1-1-1 0 0,0 0 0 0 0,0 0 0 0 0,0-1 0 0 0,0 1 1 0 0,1-1-1 0 0,10 6 0 0 0,-15-10-43 0 0,1 0 1 0 0,0-1-1 0 0,0 1 1 0 0,0-1-1 0 0,0 0 1 0 0,0 0-1 0 0,0 0 1 0 0,0 0-1 0 0,0-1 1 0 0,1 1-1 0 0,-1-1 1 0 0,0 0-1 0 0,0 0 0 0 0,0 0 1 0 0,1 0-1 0 0,-1 0 1 0 0,0-1-1 0 0,0 1 1 0 0,0-1-1 0 0,0 0 1 0 0,0 0-1 0 0,0 0 1 0 0,0-1-1 0 0,0 1 1 0 0,0-1-1 0 0,4-2 0 0 0,2-4 25 0 0,0 0 0 0 0,0 0 0 0 0,-1-1-1 0 0,0 0 1 0 0,-1 0 0 0 0,0-1-1 0 0,-1 0 1 0 0,0 0 0 0 0,0 0-1 0 0,-1-1 1 0 0,0 0 0 0 0,-1 0-1 0 0,5-19 1 0 0,0-7-38 0 0,-2-1-1 0 0,6-72 1 0 0,-12-72-4 0 0,-3 114 0 0 0,10-92 0 0 0,-8 154-4 0 0,0 4 1 0 0,0 0-1 0 0,0 1 1 0 0,0-1-1 0 0,1 0 1 0 0,-1 0-1 0 0,0 1 1 0 0,1-1-1 0 0,-1 0 1 0 0,1 1-1 0 0,-1-1 1 0 0,1 0-1 0 0,0 1 1 0 0,0-1-1 0 0,0 1 1 0 0,2-3-1 0 0,-3 4 0 0 0,1 0 0 0 0,-1 0 0 0 0,1 0 0 0 0,0 0 0 0 0,-1 0 0 0 0,1 0 1 0 0,-1 1-1 0 0,1-1 0 0 0,0 0 0 0 0,-1 0 0 0 0,1 1 0 0 0,-1-1 0 0 0,1 0 0 0 0,-1 1 0 0 0,1-1 0 0 0,-1 1 0 0 0,1-1 0 0 0,-1 1 0 0 0,0-1 0 0 0,1 1 0 0 0,-1-1 0 0 0,1 1 0 0 0,-1-1 0 0 0,0 1 1 0 0,0-1-1 0 0,1 1 0 0 0,-1-1 0 0 0,0 1 0 0 0,0 0 0 0 0,11 23-98 0 0,-10-21 86 0 0,57 169-144 0 0,-35-96 64 0 0,36 78 0 0 0,-56-150 96 0 0,53 110 107 0 0,-46-98-77 0 0,0-1 0 0 0,0 1 0 0 0,1-2 0 0 0,25 25 0 0 0,-33-36 94 0 0,0-1 0 0 0,0 1 0 0 0,0-1 0 0 0,0 1-1 0 0,0-1 1 0 0,0 0 0 0 0,1-1 0 0 0,-1 1-1 0 0,1 0 1 0 0,0-1 0 0 0,-1 0 0 0 0,1 0 0 0 0,0 0-1 0 0,0 0 1 0 0,-1-1 0 0 0,1 1 0 0 0,0-1-1 0 0,0 0 1 0 0,0 0 0 0 0,0-1 0 0 0,0 1 0 0 0,4-2-1 0 0,-3 0-51 0 0,1 0-1 0 0,0 0 0 0 0,-1-1 1 0 0,0 0-1 0 0,0 0 0 0 0,0-1 1 0 0,0 1-1 0 0,0-1 0 0 0,0 0 0 0 0,-1-1 1 0 0,0 1-1 0 0,0-1 0 0 0,5-7 1 0 0,1-3-157 0 0,0-1 0 0 0,-1-1 1 0 0,-1 0-1 0 0,-1 0 0 0 0,0-1 0 0 0,-1 1 1 0 0,-1-1-1 0 0,0-1 0 0 0,-2 1 0 0 0,3-30 1 0 0,-5 16-78 0 0,-1 0 0 0 0,-1 0 0 0 0,-2 0 1 0 0,-1 1-1 0 0,-11-44 0 0 0,10 62 151 0 0,1 2 35 0 0,4 11-66 0 0,0 0 1 0 0,0 0-1 0 0,0 0 0 0 0,0 0 0 0 0,0-1 0 0 0,0 1 0 0 0,0 0 0 0 0,0 0 1 0 0,0 0-1 0 0,0 0 0 0 0,1 0 0 0 0,-1 0 0 0 0,0-1 0 0 0,0 1 0 0 0,0 0 1 0 0,0 0-1 0 0,0 0 0 0 0,0 0 0 0 0,1-1-251 0 0,-1 1 251 0 0,0 0 0 0 0,0 0 1 0 0,0 0-1 0 0,0 0 0 0 0,0 0 0 0 0,0 0 0 0 0,1 0 0 0 0,-1 0 0 0 0,0 0 1 0 0,0 0-1 0 0,0 0 0 0 0,0 0 0 0 0,0 0 0 0 0,1 0 0 0 0,-1 0 0 0 0,0 0 1 0 0,0 0-1 0 0,0 0 0 0 0,0 0 0 0 0,0 0 0 0 0,0 0 0 0 0,0 0 0 0 0,1 0 1 0 0,-1 0-1 0 0,0 0 0 0 0,0 0 0 0 0,0 1 0 0 0,0-1 0 0 0,0 0 0 0 0,5 1-429 0 0,0-1-1 0 0,0 1 0 0 0,-1-1 0 0 0,1 0 0 0 0,0 0 0 0 0,0 0 0 0 0,-1-1 0 0 0,1 0 0 0 0,0 0 0 0 0,6-2 0 0 0,46-20-3686 0 0,-57 23 4153 0 0,24-11-1846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3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 5983 0 0,'8'-7'227'0'0,"-6"6"-166"0"0,-1 0-1 0 0,1-1 0 0 0,-1 1 1 0 0,1 0-1 0 0,0 0 0 0 0,-1 0 1 0 0,1 0-1 0 0,0 0 0 0 0,0 0 1 0 0,9 4 4446 0 0,-2 11-2791 0 0,-8-13-1286 0 0,12 25 508 0 0,-1 0 1 0 0,-2 0-1 0 0,0 1 0 0 0,7 35 0 0 0,16 118 874 0 0,-25-129-1188 0 0,2 20 31 0 0,-7-41-348 0 0,2 0 1 0 0,0 0-1 0 0,2 0 0 0 0,17 44 1 0 0,-23-71-278 0 0,0 0-1 0 0,0-1 1 0 0,1 1 0 0 0,-1 0 0 0 0,1-1 0 0 0,-1 0 0 0 0,1 1 0 0 0,0-1-1 0 0,0 0 1 0 0,0 0 0 0 0,0 0 0 0 0,1 0 0 0 0,4 3-1 0 0,-6-5-124 0 0,0 1 0 0 0,0-1 0 0 0,1 1 0 0 0,-1-1 0 0 0,0 0 0 0 0,0 0 0 0 0,1 1 0 0 0,-1-1 0 0 0,0 0 0 0 0,1 0 0 0 0,-1 0 0 0 0,0-1 0 0 0,2 1 0 0 0,-1-1-584 0 0,1 0-1 0 0,-1 1 1 0 0,0-1 0 0 0,0 0 0 0 0,1-1 0 0 0,-1 1 0 0 0,0 0 0 0 0,3-3 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3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86 11519 0 0,'0'-3'175'0'0,"0"1"0"0"0,0-1 0 0 0,0 0-1 0 0,-1 1 1 0 0,1-1 0 0 0,-1 0-1 0 0,0 1 1 0 0,0-1 0 0 0,0 1 0 0 0,0 0-1 0 0,0-1 1 0 0,0 1 0 0 0,-1 0 0 0 0,1 0-1 0 0,-1-1 1 0 0,0 1 0 0 0,1 0 0 0 0,-1 1-1 0 0,0-1 1 0 0,0 0 0 0 0,0 0 0 0 0,-1 1-1 0 0,1-1 1 0 0,-4-1 0 0 0,-1-1 5 0 0,-1 0 1 0 0,0 0 0 0 0,0 1 0 0 0,0 0-1 0 0,0 0 1 0 0,-13-2 0 0 0,8 3-50 0 0,-1 1 0 0 0,1 1 1 0 0,0 0-1 0 0,0 1 1 0 0,-1 1-1 0 0,1 0 1 0 0,0 0-1 0 0,0 1 1 0 0,1 1-1 0 0,-18 7 0 0 0,23-9-83 0 0,1 1 0 0 0,-1 0 0 0 0,0 1 0 0 0,1-1 0 0 0,0 1 0 0 0,0 0 0 0 0,0 1 0 0 0,1-1 0 0 0,-1 1 0 0 0,1 1 0 0 0,0-1 0 0 0,0 1 0 0 0,1-1 0 0 0,0 1 0 0 0,0 1 0 0 0,0-1 0 0 0,1 0 0 0 0,0 1 0 0 0,0 0 0 0 0,-2 7 0 0 0,4-7-35 0 0,0 0 0 0 0,1 0-1 0 0,0 0 1 0 0,1 0 0 0 0,-1-1 0 0 0,1 1 0 0 0,0 0-1 0 0,1 0 1 0 0,0-1 0 0 0,0 1 0 0 0,0-1 0 0 0,1 1 0 0 0,0-1-1 0 0,6 11 1 0 0,5 4 4 0 0,1 0-1 0 0,27 29 0 0 0,-38-46-7 0 0,42 47 375 0 0,71 102 1 0 0,-114-148-357 0 0,0 0 0 0 0,0 1 0 0 0,0-1 0 0 0,-1 0 0 0 0,0 1 1 0 0,0-1-1 0 0,0 1 0 0 0,-1 0 0 0 0,1-1 0 0 0,-1 1 0 0 0,-1 0 1 0 0,1 6-1 0 0,-2-7-1 0 0,1-1 1 0 0,-1 0 0 0 0,0 0-1 0 0,0 0 1 0 0,-1 0-1 0 0,1 0 1 0 0,-1-1-1 0 0,0 1 1 0 0,0 0 0 0 0,0-1-1 0 0,0 1 1 0 0,-1-1-1 0 0,0 0 1 0 0,1 1-1 0 0,-1-1 1 0 0,0-1 0 0 0,-6 6-1 0 0,-2-1 88 0 0,0 0-1 0 0,0 0 1 0 0,0-1-1 0 0,-1-1 0 0 0,0 0 1 0 0,0 0-1 0 0,0-1 1 0 0,-17 3-1 0 0,13-4-3 0 0,0-1 0 0 0,0 0 1 0 0,0-1-1 0 0,0 0 0 0 0,0-2 0 0 0,-21-2 0 0 0,35 3-103 0 0,0 0 0 0 0,1 0 0 0 0,-1-1 0 0 0,0 1 0 0 0,1 0 0 0 0,-1-1 1 0 0,0 1-1 0 0,1-1 0 0 0,-1 0 0 0 0,1 0 0 0 0,-1 1 0 0 0,1-1 0 0 0,-1 0 0 0 0,1 0 0 0 0,0 0 0 0 0,-1-1 0 0 0,1 1 0 0 0,0 0 0 0 0,0 0 0 0 0,0-1 0 0 0,-2-2 0 0 0,3 3-90 0 0,0-1 0 0 0,0 1 0 0 0,0-1 0 0 0,0 1 0 0 0,0 0 0 0 0,1-1 0 0 0,-1 1 0 0 0,0-1 0 0 0,1 1 0 0 0,-1 0 0 0 0,1 0 0 0 0,-1-1 0 0 0,1 1 0 0 0,0 0 0 0 0,0 0 0 0 0,-1 0 0 0 0,1-1 0 0 0,0 1 0 0 0,0 0 0 0 0,0 0 0 0 0,0 0 0 0 0,0 1 0 0 0,1-1 0 0 0,-1 0 0 0 0,0 0 0 0 0,0 1 0 0 0,2-2 1 0 0,36-22-6798 0 0,-13 8 692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4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60 135 9671 0 0,'1'-4'-189'0'0,"10"-25"1709"0"0,-9 26-1060 0 0,-1 1 0 0 0,1 0 0 0 0,-1-1 0 0 0,1 1 0 0 0,0 0 0 0 0,0 0 0 0 0,0 0 0 0 0,0 0 0 0 0,1 1 0 0 0,-1-1 0 0 0,0 1 0 0 0,1-1 0 0 0,-1 1 0 0 0,6-2 0 0 0,27-9 296 0 0,0 2 0 0 0,0 2 1 0 0,52-6-1 0 0,-23 4-268 0 0,-14 2-512 0 0,100-1 0 0 0,-173 11-1154 0 0,1 1-1 0 0,-43 13 0 0 0,38-9 1145 0 0,0 3-1 0 0,0 0 0 0 0,1 1 1 0 0,0 2-1 0 0,1 0 1 0 0,-43 32-1 0 0,51-30 243 0 0,0-1 0 0 0,0 2 1 0 0,2 0-1 0 0,0 1 0 0 0,1 1 0 0 0,1 0 1 0 0,0 0-1 0 0,2 2 0 0 0,-13 25 0 0 0,8-10 274 0 0,2 2 1 0 0,-16 56-1 0 0,27-79-317 0 0,0 1 1 0 0,1 0 0 0 0,0 0-1 0 0,1-1 1 0 0,1 1-1 0 0,0 0 1 0 0,1 0 0 0 0,0 0-1 0 0,7 26 1 0 0,-6-36-105 0 0,-1-1 0 0 0,1 1 0 0 0,0-1 0 0 0,0 1 0 0 0,1-1 0 0 0,-1 0 0 0 0,1 0 0 0 0,0 0 0 0 0,0 0 0 0 0,0-1 0 0 0,1 1 1 0 0,-1-1-1 0 0,1 1 0 0 0,6 3 0 0 0,-4-3 42 0 0,1-1 0 0 0,0 1-1 0 0,0-1 1 0 0,0-1 0 0 0,0 1 0 0 0,1-1 0 0 0,-1-1 0 0 0,12 2 0 0 0,2-1 75 0 0,0-2 1 0 0,1 0-1 0 0,-1-2 0 0 0,0 0 0 0 0,37-9 1 0 0,-9-1-180 0 0,-5 3-249 0 0,0-2 1 0 0,-1-2 0 0 0,58-26-1 0 0,-92 33-785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4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11519 0 0,'0'0'86'0'0,"0"0"0"0"0,0-1-1 0 0,0 1 1 0 0,0 0 0 0 0,1 0-1 0 0,-1-1 1 0 0,0 1 0 0 0,0 0-1 0 0,0 0 1 0 0,0-1 0 0 0,0 1-1 0 0,0 0 1 0 0,1 0 0 0 0,-1-1-1 0 0,0 1 1 0 0,0 0 0 0 0,0 0-1 0 0,1 0 1 0 0,-1-1 0 0 0,0 1-1 0 0,0 0 1 0 0,0 0 0 0 0,1 0-1 0 0,-1 0 1 0 0,0 0 0 0 0,0 0-1 0 0,1-1 1 0 0,-1 1 0 0 0,0 0-1 0 0,1 0 1 0 0,-1 0 0 0 0,0 0-1 0 0,1 0 1 0 0,18-2 1596 0 0,27 2-438 0 0,-37 0-1068 0 0,240-6 1922 0 0,-142-8-7451 0 0,-78 9-775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8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10 4143 0 0,'0'0'96'0'0,"0"-1"0"0"0,0 1-1 0 0,0 0 1 0 0,0-1-1 0 0,0 1 1 0 0,0-1-1 0 0,0 1 1 0 0,0 0-1 0 0,0-1 1 0 0,-1 1-1 0 0,1-1 1 0 0,0 1-1 0 0,0 0 1 0 0,0-1 0 0 0,-1 1-1 0 0,1 0 1 0 0,0-1-1 0 0,-1 1 1 0 0,1 0-1 0 0,0-1 1 0 0,0 1-1 0 0,-1 0 1 0 0,1 0-1 0 0,0-1 1 0 0,-1 1-1 0 0,1 0 1 0 0,-1 0 0 0 0,1 0-1 0 0,0 0 1 0 0,-1-1-1 0 0,0 1 1 0 0,-6 12 2432 0 0,-2 30-166 0 0,8-35-2551 0 0,-39 238 2943 0 0,-2 8 72 0 0,41-245-2740 0 0,-27 159 1495 0 0,26-145-1451 0 0,1-1 0 0 0,1 1 0 0 0,0 0 1 0 0,2-1-1 0 0,7 38 0 0 0,-9-58-129 0 0,0 0 0 0 0,1 1 0 0 0,-1-1 0 0 0,0 0 0 0 0,1 1 1 0 0,-1-1-1 0 0,0 0 0 0 0,1 1 0 0 0,0-1 0 0 0,-1 0 0 0 0,1 0 0 0 0,0 0 0 0 0,0 1 0 0 0,-1-1 1 0 0,1 0-1 0 0,0 0 0 0 0,0 0 0 0 0,0 0 0 0 0,0 0 0 0 0,0-1 0 0 0,0 1 0 0 0,1 0 0 0 0,-1 0 1 0 0,0-1-1 0 0,0 1 0 0 0,1-1 0 0 0,1 1 0 0 0,-2-1-36 0 0,1-1-1 0 0,-1 1 1 0 0,1-1 0 0 0,-1 1 0 0 0,1-1-1 0 0,-1 0 1 0 0,1 0 0 0 0,-1 0 0 0 0,0 1-1 0 0,0-1 1 0 0,1-1 0 0 0,-1 1-1 0 0,0 0 1 0 0,0 0 0 0 0,0 0 0 0 0,0-1-1 0 0,0 1 1 0 0,-1 0 0 0 0,1-1 0 0 0,0 1-1 0 0,0-1 1 0 0,-1 1 0 0 0,1-1-1 0 0,-1-1 1 0 0,8-17-1035 0 0,-2 0-1 0 0,-1 0 0 0 0,0-1 1 0 0,2-32-1 0 0,-5 29-232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8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75 4607 0 0,'8'-23'-363'0'0,"-6"18"1102"0"0,0 0 1 0 0,0 0 0 0 0,0 0 0 0 0,7-8-1 0 0,-8 11-546 0 0,0 1-1 0 0,0 0 1 0 0,0-1 0 0 0,1 1-1 0 0,-1 0 1 0 0,0 0-1 0 0,1 0 1 0 0,-1 0-1 0 0,1 0 1 0 0,-1 0 0 0 0,1 0-1 0 0,0 0 1 0 0,0 1-1 0 0,-1-1 1 0 0,1 0-1 0 0,0 1 1 0 0,0 0 0 0 0,-1-1-1 0 0,1 1 1 0 0,0 0-1 0 0,0 0 1 0 0,0 0-1 0 0,0 0 1 0 0,-1 0 0 0 0,1 1-1 0 0,0-1 1 0 0,0 0-1 0 0,-1 1 1 0 0,1 0-1 0 0,0-1 1 0 0,1 2 0 0 0,3 1-19 0 0,0 0 0 0 0,-1 0 0 0 0,1 1 1 0 0,-1 0-1 0 0,0 0 0 0 0,-1 0 0 0 0,1 0 0 0 0,-1 1 1 0 0,1 0-1 0 0,-1 0 0 0 0,-1 0 0 0 0,5 7 1 0 0,5 11 381 0 0,16 39 1 0 0,-22-47-303 0 0,36 92 1033 0 0,-25-59-552 0 0,2 0 0 0 0,46 78 1 0 0,-39-89-779 0 0,53 58 0 0 0,-63-76-528 0 0,2 3-3105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8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3679 0 0,'4'-15'6819'0'0,"-2"14"-6523"0"0,19-11 3182 0 0,28-3-1728 0 0,-47 15-1671 0 0,42-9 555 0 0,0 3 0 0 0,50-2 0 0 0,29 6-3219 0 0,-109 2 1246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8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10223 0 0,'4'-8'309'0'0,"6"-8"422"0"0,-9 16-692 0 0,0 0 1 0 0,-1 0 0 0 0,1 0 0 0 0,0 0 0 0 0,-1 0 0 0 0,1 1 0 0 0,0-1 0 0 0,-1 0 0 0 0,1 0 0 0 0,-1 1-1 0 0,1-1 1 0 0,0 0 0 0 0,-1 0 0 0 0,1 1 0 0 0,-1-1 0 0 0,1 1 0 0 0,-1-1 0 0 0,1 1 0 0 0,-1-1 0 0 0,1 1-1 0 0,-1-1 1 0 0,0 1 0 0 0,1-1 0 0 0,-1 1 0 0 0,0-1 0 0 0,1 1 0 0 0,-1-1 0 0 0,0 1 0 0 0,0 0 0 0 0,1-1-1 0 0,-1 2 1 0 0,10 16 526 0 0,-1 2 0 0 0,0-1 0 0 0,-2 1 0 0 0,10 38 0 0 0,8 87 1143 0 0,-2-8-156 0 0,-19-118-1346 0 0,-3-10-168 0 0,1-1 0 0 0,0 1 1 0 0,0 0-1 0 0,1 0 0 0 0,0-1 0 0 0,1 0 1 0 0,0 0-1 0 0,8 13 0 0 0,-2-14-734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09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25 10591 0 0,'0'-1'53'0'0,"-1"1"1"0"0,1-1-1 0 0,0 0 0 0 0,0 0 0 0 0,0 1 0 0 0,0-1 0 0 0,0 0 0 0 0,0 1 1 0 0,0-1-1 0 0,0 0 0 0 0,0 1 0 0 0,0-1 0 0 0,1 0 0 0 0,-1 1 0 0 0,0-1 1 0 0,0 0-1 0 0,1 1 0 0 0,-1-1 0 0 0,0 0 0 0 0,1 1 0 0 0,-1-1 0 0 0,0 1 1 0 0,1-1-1 0 0,-1 1 0 0 0,1-1 0 0 0,-1 1 0 0 0,1-1 0 0 0,0 1 0 0 0,-1 0 1 0 0,1-1-1 0 0,-1 1 0 0 0,1-1 0 0 0,0 1 0 0 0,-1 0 0 0 0,1 0 0 0 0,-1-1 1 0 0,1 1-1 0 0,0 0 0 0 0,0 0 0 0 0,-1 0 0 0 0,1 0 0 0 0,0 0 0 0 0,-1 0 0 0 0,1 0 1 0 0,0 0-1 0 0,0 0 0 0 0,13-1 1051 0 0,-6 0-979 0 0,0 0 1 0 0,0 1 0 0 0,1 0-1 0 0,-1 0 1 0 0,0 1 0 0 0,0 0-1 0 0,0 1 1 0 0,0 0 0 0 0,0 0-1 0 0,0 0 1 0 0,0 1 0 0 0,-1 0 0 0 0,14 8-1 0 0,6 6 117 0 0,-1 0 0 0 0,30 27 0 0 0,-47-37-87 0 0,19 16 303 0 0,-1 1 0 0 0,0 1 1 0 0,-2 2-1 0 0,39 52 0 0 0,-56-66-265 0 0,0 0 0 0 0,-1 1-1 0 0,0 0 1 0 0,-1 0 0 0 0,9 30-1 0 0,-13-35-137 0 0,0 1 0 0 0,-1 0 0 0 0,0 0 0 0 0,0 0 0 0 0,-1-1 0 0 0,-1 1 0 0 0,1 0 0 0 0,-1 0 0 0 0,-1 0 0 0 0,-3 12 0 0 0,2-14-35 0 0,0 0 0 0 0,0 0 0 0 0,-1-1 0 0 0,1 1 1 0 0,-2-1-1 0 0,1 0 0 0 0,-1 0 0 0 0,0 0 1 0 0,0-1-1 0 0,-1 0 0 0 0,0 0 0 0 0,-10 8 1 0 0,7-7 1 0 0,-1-1 0 0 0,-1 0 0 0 0,1 0 1 0 0,-1-1-1 0 0,1-1 0 0 0,-2 0 0 0 0,1 0 0 0 0,-14 2 1 0 0,2-2 166 0 0,-1-1-1 0 0,1-1 1 0 0,-1-1 0 0 0,0-2 0 0 0,0 0 0 0 0,0-1-1 0 0,1-1 1 0 0,-31-9 0 0 0,48 11-87 0 0,1-1 0 0 0,-1 0 0 0 0,1 0-1 0 0,-1 0 1 0 0,1 0 0 0 0,0-1 0 0 0,-6-4 0 0 0,10 6-86 0 0,0 0-1 0 0,0 1 1 0 0,1-1 0 0 0,-1 0 0 0 0,0 0 0 0 0,1 1 0 0 0,-1-1-1 0 0,1 0 1 0 0,-1 0 0 0 0,1 0 0 0 0,-1 0 0 0 0,1 0-1 0 0,0 1 1 0 0,-1-1 0 0 0,1 0 0 0 0,0 0 0 0 0,0 0 0 0 0,0 0-1 0 0,-1-2 1 0 0,2 2-20 0 0,-1-1 0 0 0,1 0 0 0 0,-1 1 0 0 0,1-1 0 0 0,-1 1 0 0 0,1-1 0 0 0,0 1 0 0 0,0-1 0 0 0,0 1 0 0 0,0-1 0 0 0,0 1 0 0 0,0 0 0 0 0,0 0 0 0 0,0-1 0 0 0,3 0 0 0 0,15-13-1491 0 0,4 1-3751 0 0,10-2-2224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10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12 2303 0 0,'-8'-12'10002'0'0,"15"86"-8445"0"0,2 0 0 0 0,4-1 1 0 0,3 0-1 0 0,50 137 0 0 0,-64-207-1524 0 0,10 30 702 0 0,27 49-1 0 0,-34-74-607 0 0,-1 0 0 0 0,2-1 0 0 0,-1 1 1 0 0,1-1-1 0 0,0 0 0 0 0,0 0 0 0 0,1-1 0 0 0,-1 0 1 0 0,2 0-1 0 0,-1-1 0 0 0,12 8 0 0 0,-15-12-93 0 0,1 1 1 0 0,-1-1-1 0 0,0 0 0 0 0,1 0 1 0 0,-1 0-1 0 0,1-1 0 0 0,-1 0 1 0 0,0 1-1 0 0,1-1 0 0 0,-1-1 1 0 0,1 1-1 0 0,-1-1 0 0 0,1 0 0 0 0,-1 0 1 0 0,0 0-1 0 0,1 0 0 0 0,-1-1 1 0 0,0 0-1 0 0,0 0 0 0 0,0 0 1 0 0,0 0-1 0 0,-1 0 0 0 0,7-6 0 0 0,0 0 15 0 0,0-1-1 0 0,0 0 1 0 0,-1-1-1 0 0,0 0 1 0 0,-1 0-1 0 0,13-21 1 0 0,-7 5-16 0 0,-2 0 1 0 0,0-1 0 0 0,-2 0-1 0 0,-1 0 1 0 0,-1-1-1 0 0,-1-1 1 0 0,6-55-1 0 0,-9 24 42 0 0,-3 1 0 0 0,-12-112 0 0 0,12 154-268 0 0,-1 17 176 0 0,0-1-1 0 0,1 1 0 0 0,-1 0 0 0 0,0-1 0 0 0,0 1 1 0 0,0 0-1 0 0,0 0 0 0 0,1-1 0 0 0,-1 1 0 0 0,0 0 0 0 0,0 0 1 0 0,1 0-1 0 0,-1-1 0 0 0,0 1 0 0 0,0 0 0 0 0,1 0 1 0 0,-1 0-1 0 0,0 0 0 0 0,0 0 0 0 0,1-1 0 0 0,-1 1 1 0 0,0 0-1 0 0,1 0 0 0 0,-1 0 0 0 0,0 0 0 0 0,1 0 0 0 0,-1 0 1 0 0,3 1-163 0 0,0-1 0 0 0,-1 1 0 0 0,1 0 0 0 0,-1 0 0 0 0,1 1 0 0 0,-1-1 1 0 0,5 3-1 0 0,8 4-559 0 0,39 14-7946 0 0,-32-16 2943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10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7367 0 0,'0'18'7795'0'0,"6"29"-6318"0"0,-4-32-718 0 0,9 82 751 0 0,9 57-94 0 0,-14-126-1334 0 0,0-1 0 0 0,2 0-1 0 0,17 40 1 0 0,-24-64-129 0 0,1 0 0 0 0,-1 0 0 0 0,1 0 0 0 0,0 0 0 0 0,0 0 0 0 0,0-1 0 0 0,1 1 0 0 0,2 2 0 0 0,10 2-2264 0 0,-14-7 1846 0 0,1 1 0 0 0,-1-1 0 0 0,0 0 0 0 0,0 0-1 0 0,0-1 1 0 0,0 1 0 0 0,0 0 0 0 0,0 0 0 0 0,0 0-1 0 0,5-3-1394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10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41 11055 0 0,'0'-3'145'0'0,"-3"-24"620"0"0,3 27-732 0 0,0-1 0 0 0,-1 0 0 0 0,1 1 0 0 0,0-1 0 0 0,-1 1 0 0 0,1-1 0 0 0,-1 1 0 0 0,1-1 0 0 0,0 1 0 0 0,-1-1 0 0 0,1 1 0 0 0,-1-1 0 0 0,1 1 0 0 0,-1-1 0 0 0,0 1 0 0 0,1 0 0 0 0,-1-1 0 0 0,1 1 0 0 0,-1 0 0 0 0,0 0 0 0 0,1-1 0 0 0,-1 1 0 0 0,0 0 0 0 0,1 0 0 0 0,-1 0 0 0 0,0 0 0 0 0,1 0 0 0 0,-1 0 0 0 0,0 0 0 0 0,1 0 1 0 0,-1 0-1 0 0,0 0 0 0 0,1 0 0 0 0,-2 1 0 0 0,-9 1 737 0 0,-24 5 982 0 0,1 1 1 0 0,-41 15-1 0 0,66-20-1720 0 0,0 1 0 0 0,0 1-1 0 0,0-1 1 0 0,0 1 0 0 0,1 1 0 0 0,0 0-1 0 0,0 0 1 0 0,0 0 0 0 0,1 1-1 0 0,0 0 1 0 0,0 1 0 0 0,-9 13 0 0 0,14-18-21 0 0,0 0 1 0 0,1 0 0 0 0,-1 0 0 0 0,1 1 0 0 0,0-1-1 0 0,0 0 1 0 0,0 0 0 0 0,0 1 0 0 0,1-1 0 0 0,-1 1 0 0 0,1-1-1 0 0,0 1 1 0 0,0-1 0 0 0,0 1 0 0 0,1 5 0 0 0,0-4 18 0 0,1 0 0 0 0,0 0 0 0 0,0 0 0 0 0,0 0 0 0 0,0 0 0 0 0,1 0 0 0 0,0-1 0 0 0,0 1 0 0 0,4 4 0 0 0,7 6 59 0 0,1 0 1 0 0,1-2 0 0 0,0 0-1 0 0,20 13 1 0 0,-28-20-85 0 0,34 21 17 0 0,-13-8 47 0 0,35 29-1 0 0,-57-42-56 0 0,0 1 0 0 0,-1-1 0 0 0,1 1 0 0 0,-2 0 0 0 0,1 1 1 0 0,-1-1-1 0 0,0 1 0 0 0,0 0 0 0 0,6 16 0 0 0,-10-21 10 0 0,0 1-1 0 0,0-1 1 0 0,0 0-1 0 0,-1 1 1 0 0,1-1-1 0 0,-1 1 1 0 0,0-1-1 0 0,0 1 1 0 0,0-1-1 0 0,0 1 1 0 0,-1-1-1 0 0,1 0 1 0 0,-1 1-1 0 0,0-1 1 0 0,0 0-1 0 0,-2 6 1 0 0,0-5 20 0 0,0 1 1 0 0,1-1 0 0 0,-1 0-1 0 0,0-1 1 0 0,-1 1-1 0 0,1 0 1 0 0,-1-1 0 0 0,0 0-1 0 0,0 0 1 0 0,-6 4 0 0 0,-3 0 59 0 0,1-1 1 0 0,-1 0-1 0 0,-1-1 1 0 0,1-1-1 0 0,-1 0 1 0 0,1 0-1 0 0,-18 1 1 0 0,7-2 70 0 0,0 0 0 0 0,1-2 0 0 0,-1 0 0 0 0,0-2 0 0 0,0 0 0 0 0,-27-6-1 0 0,51 7-162 0 0,-1 0 0 0 0,1 0 0 0 0,-1 0 0 0 0,1 0 0 0 0,-1 0-1 0 0,0 0 1 0 0,1-1 0 0 0,-1 1 0 0 0,1 0 0 0 0,-1 0 0 0 0,1 0-1 0 0,-1-1 1 0 0,1 1 0 0 0,-1 0 0 0 0,1-1 0 0 0,-1 1-1 0 0,1 0 1 0 0,-1-1 0 0 0,1 1 0 0 0,-1 0 0 0 0,1-1 0 0 0,0 1-1 0 0,-1-1 1 0 0,1 0 0 0 0,11-5-355 0 0,33-3-2040 0 0,-38 9 1540 0 0,35-9-6052 0 0,-17 1 1074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11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1 346 12175 0 0,'0'12'345'0'0,"0"0"0"0"0,1 0 0 0 0,0-1 0 0 0,1 1 0 0 0,0 0 0 0 0,1-1 0 0 0,0 1 0 0 0,1-1 0 0 0,8 17 0 0 0,-4-12 26 0 0,0-1 0 0 0,1-1 0 0 0,1 0 1 0 0,0 0-1 0 0,1 0 0 0 0,13 11 0 0 0,-19-20-225 0 0,0 0 0 0 0,0-1-1 0 0,0 0 1 0 0,1 0 0 0 0,0-1 0 0 0,0 1 0 0 0,0-1-1 0 0,0-1 1 0 0,0 1 0 0 0,1-1 0 0 0,-1 0-1 0 0,1 0 1 0 0,7 0 0 0 0,-4-1 6 0 0,-1-1 0 0 0,1 0 0 0 0,-1 0 0 0 0,1-1 0 0 0,-1-1-1 0 0,0 1 1 0 0,1-1 0 0 0,13-6 0 0 0,-4 0-19 0 0,0-1 0 0 0,0 0 0 0 0,-1-2 0 0 0,-1 0-1 0 0,1-1 1 0 0,-2-1 0 0 0,29-28 0 0 0,-33 28-112 0 0,0 1 0 0 0,-2-2 1 0 0,0 1-1 0 0,0-1 0 0 0,-1-1 1 0 0,-1 0-1 0 0,0 0 0 0 0,-1-1 1 0 0,-1 0-1 0 0,0 0 0 0 0,3-21 1 0 0,-6 25-11 0 0,-2 1 1 0 0,0-1-1 0 0,0 0 1 0 0,-1 0-1 0 0,-1 1 1 0 0,0-1-1 0 0,0 0 1 0 0,-1 0-1 0 0,-1 1 1 0 0,0 0-1 0 0,0-1 1 0 0,-1 1-1 0 0,0 0 1 0 0,-1 0-1 0 0,-1 1 0 0 0,0 0 1 0 0,-8-12-1 0 0,7 14 11 0 0,0-1-1 0 0,-1 1 0 0 0,0 1 0 0 0,0 0 0 0 0,-1 0 0 0 0,1 0 1 0 0,-2 1-1 0 0,1 1 0 0 0,-1-1 0 0 0,1 2 0 0 0,-1-1 0 0 0,-1 1 1 0 0,1 1-1 0 0,-1 0 0 0 0,1 0 0 0 0,-1 1 0 0 0,0 0 0 0 0,0 1 1 0 0,0 0-1 0 0,-18 2 0 0 0,10 0-12 0 0,1 1 0 0 0,-1 0 0 0 0,0 2 1 0 0,1 0-1 0 0,-1 1 0 0 0,1 1 0 0 0,0 1 0 0 0,1 0 1 0 0,0 1-1 0 0,0 1 0 0 0,-18 13 0 0 0,31-19-8 0 0,0 0 0 0 0,-1 1 0 0 0,2-1 0 0 0,-1 1 0 0 0,0 0 0 0 0,1 0 0 0 0,0 0 0 0 0,0 0 0 0 0,0 0 0 0 0,0 1 0 0 0,1 0 0 0 0,-1-1-1 0 0,1 1 1 0 0,-2 9 0 0 0,3-10-12 0 0,1-1-1 0 0,-1 1 0 0 0,1 0 0 0 0,0 0 0 0 0,0-1 0 0 0,1 1 0 0 0,-1 0 1 0 0,1-1-1 0 0,-1 1 0 0 0,1 0 0 0 0,0-1 0 0 0,1 1 0 0 0,-1-1 0 0 0,1 1 1 0 0,-1-1-1 0 0,1 0 0 0 0,0 0 0 0 0,0 0 0 0 0,1 0 0 0 0,-1 0 0 0 0,4 4 0 0 0,1-1-108 0 0,0 0-1 0 0,1 0 1 0 0,-1-1-1 0 0,1 0 1 0 0,0 0-1 0 0,0-1 1 0 0,1 0-1 0 0,0 0 1 0 0,17 4-1 0 0,-6-3-802 0 0,0-1 0 0 0,0 0 0 0 0,31 0 0 0 0,-12-5-1405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11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0 246 11519 0 0,'1'0'37'0'0,"-1"-1"0"0"0,0 1-1 0 0,1 0 1 0 0,-1-1-1 0 0,1 1 1 0 0,-1 0 0 0 0,1-1-1 0 0,-1 1 1 0 0,1 0 0 0 0,-1 0-1 0 0,1-1 1 0 0,0 1-1 0 0,-1 0 1 0 0,1 0 0 0 0,-1 0-1 0 0,1 0 1 0 0,-1 0 0 0 0,1 0-1 0 0,0 0 1 0 0,-1 0 0 0 0,1 0-1 0 0,-1 0 1 0 0,1 0-1 0 0,0 0 1 0 0,-1 0 0 0 0,1 1-1 0 0,-1-1 1 0 0,1 0 0 0 0,-1 0-1 0 0,1 1 1 0 0,-1-1-1 0 0,1 0 1 0 0,-1 0 0 0 0,1 1-1 0 0,-1-1 1 0 0,1 1 0 0 0,-1-1-1 0 0,0 0 1 0 0,1 1-1 0 0,-1-1 1 0 0,1 1 0 0 0,-1-1-1 0 0,0 1 1 0 0,0-1 0 0 0,1 1-1 0 0,-1 0 1 0 0,0 0-1 0 0,16 35 1169 0 0,-13-25-734 0 0,16 43 948 0 0,-2 0-1 0 0,-3 1 1 0 0,-2 0 0 0 0,5 76 0 0 0,-13-110-270 0 0,-1-17-367 0 0,-3-16-481 0 0,0-1-220 0 0,4-209 364 0 0,0 164-464 0 0,20-103 0 0 0,-21 148 19 0 0,0 0 1 0 0,1 1-1 0 0,0-1 1 0 0,1 1-1 0 0,1 0 0 0 0,0 0 1 0 0,1 1-1 0 0,0 0 0 0 0,0 0 1 0 0,18-18-1 0 0,-19 23-7 0 0,0 0 0 0 0,1 1-1 0 0,0 0 1 0 0,0 0 0 0 0,0 1 0 0 0,0 0-1 0 0,1 0 1 0 0,0 1 0 0 0,-1 0 0 0 0,1 0 0 0 0,1 0-1 0 0,-1 1 1 0 0,0 1 0 0 0,0-1 0 0 0,1 2-1 0 0,-1-1 1 0 0,1 1 0 0 0,8 1 0 0 0,-5-1-3 0 0,0 2 0 0 0,0 0 0 0 0,0 0 0 0 0,-1 1 1 0 0,1 1-1 0 0,-1 0 0 0 0,0 0 0 0 0,21 12 0 0 0,-28-14 6 0 0,0 1 0 0 0,0 0-1 0 0,0 0 1 0 0,0 0 0 0 0,-1 0 0 0 0,1 0 0 0 0,-1 1-1 0 0,0 0 1 0 0,0-1 0 0 0,0 1 0 0 0,-1 0-1 0 0,1 1 1 0 0,-1-1 0 0 0,0 0 0 0 0,0 1-1 0 0,-1-1 1 0 0,1 1 0 0 0,-1-1 0 0 0,0 1 0 0 0,0 0-1 0 0,0 0 1 0 0,-1-1 0 0 0,0 1 0 0 0,0 0-1 0 0,0 5 1 0 0,-2-1-7 0 0,1 1-1 0 0,-1-1 0 0 0,-1 0 1 0 0,0 0-1 0 0,0 0 0 0 0,0 0 1 0 0,-1 0-1 0 0,-1-1 1 0 0,1 1-1 0 0,-2-1 0 0 0,1 0 1 0 0,-1-1-1 0 0,-13 14 1 0 0,-2-1-65 0 0,-2-2 0 0 0,0 0 0 0 0,-31 17 0 0 0,-6 4-3 0 0,55-35 67 0 0,0-1 0 0 0,0 1 0 0 0,1 0 0 0 0,0 0 0 0 0,0 0 1 0 0,-7 9-1 0 0,10-12 17 0 0,1 0 1 0 0,-1 0 0 0 0,1 1 0 0 0,-1-1 0 0 0,1 0 0 0 0,-1 0-1 0 0,1 1 1 0 0,0-1 0 0 0,-1 0 0 0 0,1 1 0 0 0,0-1 0 0 0,0 0-1 0 0,0 1 1 0 0,0-1 0 0 0,0 0 0 0 0,0 1 0 0 0,0-1 0 0 0,1 0-1 0 0,-1 1 1 0 0,0-1 0 0 0,1 0 0 0 0,-1 1 0 0 0,1-1 0 0 0,0 0-1 0 0,-1 0 1 0 0,1 0 0 0 0,0 0 0 0 0,0 0 0 0 0,-1 1-1 0 0,1-1 1 0 0,0-1 0 0 0,0 1 0 0 0,0 0 0 0 0,0 0 0 0 0,2 1-1 0 0,4 3 71 0 0,1 0 0 0 0,0 0 0 0 0,0-1 0 0 0,0 0 0 0 0,1 0 0 0 0,0-1 0 0 0,-1 0-1 0 0,13 2 1 0 0,76 10 505 0 0,-74-12-497 0 0,133 12 421 0 0,68 9-674 0 0,-194-18-1692 0 0,-4-1-6691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1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22 6911 0 0,'0'-1'44'0'0,"0"0"-1"0"0,0 0 1 0 0,0 1-1 0 0,0-1 1 0 0,0 0-1 0 0,0 0 1 0 0,-1 0-1 0 0,1 1 1 0 0,0-1-1 0 0,0 0 1 0 0,0 0-1 0 0,-1 0 1 0 0,1 1-1 0 0,-1-1 1 0 0,1 0-1 0 0,0 1 1 0 0,-1-1-1 0 0,1 0 1 0 0,-1 1-1 0 0,1-1 1 0 0,-1 0-1 0 0,0 1 0 0 0,1-1 1 0 0,-1 1-1 0 0,0-1 1 0 0,1 1-1 0 0,-1 0 1 0 0,0-1-1 0 0,1 1 1 0 0,-1 0-1 0 0,0-1 1 0 0,0 1-1 0 0,0 0 1 0 0,1 0-1 0 0,-1 0 1 0 0,0-1-1 0 0,0 1 1 0 0,0 0-1 0 0,1 0 1 0 0,-1 0-1 0 0,0 0 1 0 0,0 1-1 0 0,0-1 1 0 0,0 0-1 0 0,1 0 1 0 0,-1 0-1 0 0,0 1 1 0 0,0-1-1 0 0,1 0 1 0 0,-1 1-1 0 0,0-1 0 0 0,0 1 1 0 0,1-1-1 0 0,-1 1 1 0 0,0 0-1 0 0,-7 4 518 0 0,0 1-1 0 0,1 1 1 0 0,-13 12-1 0 0,12-10-857 0 0,-10 9 532 0 0,2 1 0 0 0,0 0 0 0 0,1 1 0 0 0,2 1-1 0 0,0 0 1 0 0,0 1 0 0 0,2 0 0 0 0,-16 47 0 0 0,19-41 108 0 0,0 0 0 0 0,2 1 0 0 0,1 0 0 0 0,2 1 0 0 0,0-1 1 0 0,2 0-1 0 0,4 38 0 0 0,-2-53-198 0 0,1-1 1 0 0,0 0-1 0 0,0 0 0 0 0,2 0 1 0 0,0 0-1 0 0,0 0 0 0 0,1-1 1 0 0,0 0-1 0 0,1 0 0 0 0,1 0 1 0 0,0-1-1 0 0,0 0 0 0 0,1 0 1 0 0,1-1-1 0 0,0 0 0 0 0,0 0 1 0 0,1-1-1 0 0,0 0 0 0 0,1-1 1 0 0,21 14-1 0 0,-1-5 92 0 0,0-2 1 0 0,41 14-1 0 0,-56-23-616 0 0,-1-2-1 0 0,1 0 0 0 0,1 0 0 0 0,-1-2 0 0 0,0 0 0 0 0,33 0 0 0 0,-28-5-5892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2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4607 0 0,'-3'22'8459'0'0,"3"-5"-7011"0"0,0 76 3239 0 0,1-40-3944 0 0,3-1-1 0 0,11 60 1 0 0,-15-111-800 0 0,8 30 397 0 0,-7-29-484 0 0,-1-1 0 0 0,1 1 0 0 0,0-1 0 0 0,-1 1 0 0 0,1-1-1 0 0,0 1 1 0 0,0-1 0 0 0,0 1 0 0 0,0-1 0 0 0,0 0 0 0 0,1 0 0 0 0,-1 1-1 0 0,0-1 1 0 0,1 0 0 0 0,-1 0 0 0 0,2 1 0 0 0,0-1-1159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3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5983 0 0,'5'3'5988'0'0,"7"5"-4068"0"0,-5 2-611 0 0,0 0 0 0 0,11 22 0 0 0,13 20 875 0 0,-28-49-2101 0 0,-1 0 1 0 0,1 0-1 0 0,-1 0 1 0 0,1-1-1 0 0,0 1 1 0 0,0-1-1 0 0,0 1 1 0 0,0-1-1 0 0,1 0 1 0 0,-1 0-1 0 0,1-1 1 0 0,4 3-1 0 0,-7-4-73 0 0,1 1 0 0 0,-1-1 0 0 0,0 0 0 0 0,1 0 0 0 0,-1 1 0 0 0,1-1 1 0 0,-1 0-1 0 0,1 0 0 0 0,-1 0 0 0 0,1-1 0 0 0,-1 1 0 0 0,1 0 0 0 0,-1 0 0 0 0,0-1 0 0 0,1 1 0 0 0,-1-1 0 0 0,1 0 0 0 0,-1 1 0 0 0,0-1 0 0 0,3-1 0 0 0,-2-1 14 0 0,0 1-1 0 0,1 0 1 0 0,-1 0-1 0 0,0-1 1 0 0,0 0 0 0 0,-1 1-1 0 0,1-1 1 0 0,0 0-1 0 0,1-4 1 0 0,1-4-16 0 0,-1 0-1 0 0,0 0 1 0 0,0 0 0 0 0,1-14 0 0 0,-4 21-10 0 0,1 0-22 0 0,-1 0 0 0 0,1 1 1 0 0,-1-1-1 0 0,0 0 0 0 0,0 0 0 0 0,0 1 0 0 0,-2-8 1 0 0,21 81 282 0 0,14 91 0 0 0,-18-80 9 0 0,-15-79-262 0 0,11 46 143 0 0,-9-43-133 0 0,-1-1 1 0 0,1 1 0 0 0,-1-1-1 0 0,1 0 1 0 0,1 1-1 0 0,-1-1 1 0 0,0 0 0 0 0,5 5-1 0 0,-7-9-32 0 0,0 0 0 0 0,1 0-1 0 0,-1 0 1 0 0,0 1 0 0 0,0-1 0 0 0,0 0-1 0 0,0 0 1 0 0,0 0 0 0 0,1 0-1 0 0,-1 0 1 0 0,0 0 0 0 0,0 1 0 0 0,0-1-1 0 0,0 0 1 0 0,1 0 0 0 0,-1 0 0 0 0,0 0-1 0 0,0 0 1 0 0,0 0 0 0 0,1 0 0 0 0,-1 0-1 0 0,0 0 1 0 0,0 0 0 0 0,0 0-1 0 0,1 0 1 0 0,-1 0 0 0 0,0 0 0 0 0,0 0-1 0 0,0 0 1 0 0,1 0 0 0 0,-1 0 0 0 0,0 0-1 0 0,0 0 1 0 0,0 0 0 0 0,1 0 0 0 0,-1 0-1 0 0,0-1 1 0 0,0 1 0 0 0,0 0-1 0 0,0 0 1 0 0,1 0 0 0 0,-1 0 0 0 0,0 0-1 0 0,0 0 1 0 0,0-1 0 0 0,0 1 0 0 0,0 0-1 0 0,1 0 1 0 0,2-11-2438 0 0,-2 10 1947 0 0,0-5-1591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4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 4607 0 0,'-6'4'6319'0'0,"5"5"-4144"0"0,4 13-2204 0 0,-2-16 852 0 0,3 27 384 0 0,1 1 0 0 0,14 42 0 0 0,-17-68-1012 0 0,0 0 0 0 0,1-1-1 0 0,0 1 1 0 0,1 0 0 0 0,0-1-1 0 0,0 0 1 0 0,1 0 0 0 0,-1 0-1 0 0,1 0 1 0 0,1-1 0 0 0,-1 0-1 0 0,1 0 1 0 0,1 0 0 0 0,-1-1 0 0 0,9 6-1 0 0,-13-10-137 0 0,1 1-1 0 0,0-1 0 0 0,-1 0 1 0 0,1 0-1 0 0,0 0 0 0 0,0 0 1 0 0,0 0-1 0 0,0-1 0 0 0,0 1 1 0 0,0-1-1 0 0,0 0 0 0 0,0 0 1 0 0,0 0-1 0 0,0 0 1 0 0,0-1-1 0 0,0 1 0 0 0,0-1 1 0 0,3-1-1 0 0,-1 0 3 0 0,-1 0 1 0 0,1 0-1 0 0,-1-1 0 0 0,0 0 0 0 0,0 1 1 0 0,0-1-1 0 0,-1-1 0 0 0,1 1 0 0 0,-1-1 1 0 0,5-5-1 0 0,-1 0-11 0 0,0-2 0 0 0,-1 1 1 0 0,0 0-1 0 0,-1-1 0 0 0,0 0 1 0 0,0-1-1 0 0,-2 1 0 0 0,5-18 0 0 0,-5 13-29 0 0,-1-1-1 0 0,-1 1 0 0 0,0-20 0 0 0,-1 31-13 0 0,0 0 0 0 0,-1 0 0 0 0,0 0 0 0 0,0 0 0 0 0,0 0 0 0 0,0 0 0 0 0,-1 0 0 0 0,0 0 0 0 0,0 1 0 0 0,0-1-1 0 0,0 0 1 0 0,-1 1 0 0 0,0 0 0 0 0,-5-7 0 0 0,8 11-17 0 0,0-1 0 0 0,0 1 0 0 0,-1-1 0 0 0,1 1-1 0 0,0 0 1 0 0,-1-1 0 0 0,1 1 0 0 0,0-1 0 0 0,-1 1 0 0 0,1 0-1 0 0,-1-1 1 0 0,1 1 0 0 0,0 0 0 0 0,-1-1 0 0 0,1 1 0 0 0,-1 0 0 0 0,1 0-1 0 0,-1-1 1 0 0,1 1 0 0 0,-1 0 0 0 0,1 0 0 0 0,-1 0 0 0 0,0 0-1 0 0,1 0 1 0 0,-1 0 0 0 0,1 0 0 0 0,-1 0 0 0 0,1 0 0 0 0,-1 0 0 0 0,1 0-1 0 0,-1 0 1 0 0,1 0 0 0 0,-1 0 0 0 0,1 0 0 0 0,-1 1 0 0 0,1-1-1 0 0,-1 0 1 0 0,1 0 0 0 0,-1 1 0 0 0,1-1 0 0 0,-1 0 0 0 0,1 1 0 0 0,0-1-1 0 0,-1 0 1 0 0,1 1 0 0 0,-1-1 0 0 0,1 1 0 0 0,-1 1-201 0 0,0-1 1 0 0,1 1 0 0 0,-1-1-1 0 0,1 1 1 0 0,0-1 0 0 0,-1 1-1 0 0,1 0 1 0 0,0-1-1 0 0,0 1 1 0 0,0-1 0 0 0,0 1-1 0 0,0-1 1 0 0,0 1 0 0 0,1 0-1 0 0,0 1 1 0 0,1 5-1879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4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1839 0 0,'24'8'15522'0'0,"-21"3"-16982"0"0,2 15 2449 0 0,-1 1-1 0 0,-1 45 1 0 0,-3-50-633 0 0,1 0 0 0 0,1 0 0 0 0,1 0 0 0 0,9 37 0 0 0,-11-57-320 0 0,-1 0 1 0 0,1-1-1 0 0,-1 1 0 0 0,1-1 1 0 0,-1 1-1 0 0,1-1 0 0 0,0 1 0 0 0,0-1 1 0 0,0 1-1 0 0,0-1 0 0 0,0 0 0 0 0,0 1 1 0 0,1-1-1 0 0,-1 0 0 0 0,0 0 1 0 0,0 0-1 0 0,1 0 0 0 0,-1 0 0 0 0,1 0 1 0 0,-1 0-1 0 0,1-1 0 0 0,-1 1 1 0 0,1 0-1 0 0,0-1 0 0 0,-1 1 0 0 0,1-1 1 0 0,0 0-1 0 0,-1 1 0 0 0,1-1 0 0 0,0 0 1 0 0,0 0-1 0 0,-1 0 0 0 0,1 0 1 0 0,0-1-1 0 0,-1 1 0 0 0,1 0 0 0 0,0-1 1 0 0,1 0-1 0 0,8-3 147 0 0,-1 0 0 0 0,0-1 1 0 0,1 0-1 0 0,16-13 0 0 0,-4 4-67 0 0,-14 9-285 0 0,0 1 1 0 0,1 0-1 0 0,11-4 0 0 0,1 5-3032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5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12583 0 0,'4'20'4355'0'0,"5"35"-2496"0"0,-8 39-114 0 0,-2-55-1108 0 0,7 61-1 0 0,0-68-545 0 0,-5-31-209 0 0,-1 0 1 0 0,0 0-1 0 0,0 0 1 0 0,1 0-1 0 0,-1 1 1 0 0,0-1-1 0 0,1 0 1 0 0,-1 0-1 0 0,1 0 1 0 0,0 0-1 0 0,-1 0 1 0 0,1 0-1 0 0,0 0 1 0 0,-1 0-1 0 0,1 0 1 0 0,0 0-1 0 0,0-1 1 0 0,0 1-1 0 0,0 0 1 0 0,0 0-1 0 0,0-1 1 0 0,2 2-1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5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 7367 0 0,'0'-1'274'0'0,"0"0"0"0"0,0 0 0 0 0,0 1 0 0 0,0-1 0 0 0,0 0 0 0 0,0 0 0 0 0,0 0 0 0 0,0 1 0 0 0,1-1 0 0 0,-1 0 0 0 0,0 0 0 0 0,0 1 0 0 0,1-1 0 0 0,3-5 2192 0 0,-2 5-2192 0 0,22-11 2764 0 0,-16 9-2758 0 0,1 1-1 0 0,0 0 0 0 0,0 0 0 0 0,9 1 0 0 0,16 2-37 0 0,1 1 1 0 0,58 12 0 0 0,-6 0-221 0 0,28-2-22 0 0,-109-12 27 0 0,0 1 0 0 0,0 0 0 0 0,0 1 0 0 0,0-1 0 0 0,0 1 0 0 0,0 0 0 0 0,-1 0 0 0 0,1 1 0 0 0,-1 0 0 0 0,1 0-1 0 0,-1 0 1 0 0,5 5 0 0 0,-6-5 76 0 0,-1 0 0 0 0,0 1 0 0 0,-1-1-1 0 0,1 1 1 0 0,0 0 0 0 0,-1 0 0 0 0,0-1 0 0 0,0 2-1 0 0,0-1 1 0 0,0 0 0 0 0,-1 0 0 0 0,0 0-1 0 0,0 1 1 0 0,0-1 0 0 0,0 1 0 0 0,0 8 0 0 0,-1 8 784 0 0,-6 41 0 0 0,0 10-175 0 0,6-67-764 0 0,0-1-1 0 0,1 1 1 0 0,-1-1-1 0 0,1 1 1 0 0,2 6-1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5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11975 0 0,'15'-1'6659'0'0,"8"-1"-6015"0"0,77-5-2401 0 0,-89 8 507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6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45 5063 0 0,'-5'40'11745'0'0,"-13"25"-10303"0"0,2-8-1085 0 0,0 9 47 0 0,-9 48 1733 0 0,29-120-1879 0 0,4-10-49 0 0,10-46 60 0 0,60-190-1594 0 0,-77 248 1239 0 0,1-1 0 0 0,-1 1 0 0 0,1 0 0 0 0,0 0 0 0 0,0 1 0 0 0,1-1 0 0 0,-1 0 1 0 0,1 1-1 0 0,5-7 0 0 0,-7 10 65 0 0,0-1 0 0 0,0 1 1 0 0,0-1-1 0 0,-1 1 0 0 0,1-1 1 0 0,0 1-1 0 0,0-1 0 0 0,0 1 1 0 0,0 0-1 0 0,0-1 1 0 0,0 1-1 0 0,-1 0 0 0 0,1 0 1 0 0,0 0-1 0 0,0 0 0 0 0,0 0 1 0 0,0 0-1 0 0,0 0 0 0 0,2 0 1 0 0,-2 1 9 0 0,1 0 1 0 0,0 0-1 0 0,-1-1 1 0 0,1 1-1 0 0,-1 0 1 0 0,1 0 0 0 0,-1 1-1 0 0,1-1 1 0 0,-1 0-1 0 0,0 0 1 0 0,0 1-1 0 0,1-1 1 0 0,-1 1-1 0 0,1 1 1 0 0,8 15 174 0 0,-1 0 1 0 0,0 0-1 0 0,-1 1 1 0 0,9 34-1 0 0,0 1 393 0 0,-11-37-422 0 0,37 88 429 0 0,-37-91-423 0 0,1-1 0 0 0,0-1 1 0 0,1 0-1 0 0,1 0 0 0 0,16 18 0 0 0,-18-26 247 0 0,-8-11-105 0 0,-11-12 62 0 0,2 13-266 0 0,-1 0 0 0 0,0 0 0 0 0,0 1-1 0 0,-1 1 1 0 0,1 0 0 0 0,-1 0 0 0 0,-18-2 0 0 0,17 3-60 0 0,0 0 0 0 0,0 1 0 0 0,0 1 1 0 0,0 0-1 0 0,0 0 0 0 0,0 2 0 0 0,0 0 0 0 0,0 0 0 0 0,0 1 1 0 0,0 0-1 0 0,0 1 0 0 0,-13 6 0 0 0,26-9-99 0 0,-1 0 1 0 0,1 0-1 0 0,-1 0 0 0 0,1 0 1 0 0,-1 0-1 0 0,1 1 0 0 0,0-1 1 0 0,-1 0-1 0 0,1 0 0 0 0,0 1 0 0 0,-1-1 1 0 0,1 0-1 0 0,0 0 0 0 0,-1 1 1 0 0,1-1-1 0 0,0 0 0 0 0,-1 1 1 0 0,1-1-1 0 0,0 1 0 0 0,0-1 0 0 0,-1 0 1 0 0,1 1-1 0 0,0-1 0 0 0,0 1 1 0 0,0-1-1 0 0,0 0 0 0 0,0 1 1 0 0,0-1-1 0 0,0 1 0 0 0,-1-1 0 0 0,1 1 1 0 0,0-1-1 0 0,1 1 0 0 0,-1-1 1 0 0,0 0-1 0 0,0 1 0 0 0,0-1 1 0 0,0 1-1 0 0,0-1 0 0 0,0 1 0 0 0,0-1 1 0 0,1 0-1 0 0,-1 1 0 0 0,0-1 1 0 0,0 1-1 0 0,1-1 0 0 0,-1 0 1 0 0,0 1-1 0 0,0-1 0 0 0,1 0 0 0 0,-1 1 1 0 0,0-1-1 0 0,1 0 0 0 0,-1 0 1 0 0,1 1-1 0 0,-1-1 0 0 0,1 0 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6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12 14911 0 0,'-1'-1'103'0'0,"1"1"-1"0"0,-1-1 1 0 0,0 0 0 0 0,1 0-1 0 0,-1 0 1 0 0,0 1-1 0 0,0-1 1 0 0,1 0-1 0 0,-1 1 1 0 0,0-1 0 0 0,0 1-1 0 0,0-1 1 0 0,0 1-1 0 0,0-1 1 0 0,0 1 0 0 0,0 0-1 0 0,0-1 1 0 0,0 1-1 0 0,0 0 1 0 0,0 0-1 0 0,0 0 1 0 0,0 0 0 0 0,0 0-1 0 0,0 0 1 0 0,0 0-1 0 0,0 0 1 0 0,0 0-1 0 0,0 0 1 0 0,0 0 0 0 0,0 1-1 0 0,0-1 1 0 0,0 0-1 0 0,0 1 1 0 0,-2 0 0 0 0,-35 16 1812 0 0,28-11-1741 0 0,1 1 1 0 0,-1 0 0 0 0,1 1-1 0 0,0 0 1 0 0,1 0-1 0 0,0 1 1 0 0,0 0 0 0 0,1 1-1 0 0,0-1 1 0 0,0 1 0 0 0,1 1-1 0 0,1-1 1 0 0,-7 17 0 0 0,7-15-126 0 0,1 1 1 0 0,0 0-1 0 0,1 0 1 0 0,0 0-1 0 0,1 0 0 0 0,1 0 1 0 0,0 1-1 0 0,1-1 1 0 0,0 0-1 0 0,1 1 1 0 0,5 23-1 0 0,-5-32 17 0 0,0 0-1 0 0,0-1 1 0 0,1 1 0 0 0,-1 0-1 0 0,1-1 1 0 0,0 0-1 0 0,1 1 1 0 0,-1-1 0 0 0,1 0-1 0 0,0 0 1 0 0,0-1-1 0 0,0 1 1 0 0,0 0 0 0 0,1-1-1 0 0,-1 0 1 0 0,1 0-1 0 0,0 0 1 0 0,0 0 0 0 0,0-1-1 0 0,0 1 1 0 0,1-1-1 0 0,-1 0 1 0 0,0 0 0 0 0,1-1-1 0 0,0 1 1 0 0,-1-1-1 0 0,1 0 1 0 0,0-1 0 0 0,0 1-1 0 0,0-1 1 0 0,-1 0 0 0 0,1 0-1 0 0,0 0 1 0 0,0 0-1 0 0,0-1 1 0 0,-1 0 0 0 0,1 0-1 0 0,0 0 1 0 0,-1-1-1 0 0,1 0 1 0 0,-1 0 0 0 0,1 0-1 0 0,7-5 1 0 0,-1 0-141 0 0,0-1 1 0 0,-1 0 0 0 0,0 0 0 0 0,16-19-1 0 0,-23 25 85 0 0,0-2-1 0 0,-1 1 1 0 0,1 0 0 0 0,-1-1-1 0 0,0 1 1 0 0,0-1-1 0 0,0 1 1 0 0,0-1-1 0 0,0 0 1 0 0,-1 0 0 0 0,0 0-1 0 0,0 0 1 0 0,0 0-1 0 0,0 0 1 0 0,-1 0-1 0 0,1 0 1 0 0,-1-1 0 0 0,0 1-1 0 0,-1-5 1 0 0,1 8-68 0 0,-1-1 0 0 0,1 1 0 0 0,-1 0 0 0 0,1-1 0 0 0,-1 1 0 0 0,1 0 1 0 0,-1-1-1 0 0,0 1 0 0 0,0 0 0 0 0,0 0 0 0 0,0 0 0 0 0,0 0 0 0 0,-1-2 0 0 0,1 2-235 0 0,0 1 0 0 0,0-1-1 0 0,0 1 1 0 0,0-1 0 0 0,1 1-1 0 0,-1 0 1 0 0,0-1 0 0 0,0 1-1 0 0,0 0 1 0 0,0 0 0 0 0,0 0-1 0 0,0-1 1 0 0,0 1 0 0 0,0 0-1 0 0,0 0 1 0 0,0 0 0 0 0,0 0-1 0 0,0 1 1 0 0,0-1 0 0 0,0 0-1 0 0,-1 1 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7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8751 0 0,'7'4'8026'0'0,"5"-1"-3799"0"0,4 0-3506 0 0,0-1-1 0 0,27 0 1 0 0,-29-4-328 0 0,0 1 0 0 0,0-2 0 0 0,-1 0 0 0 0,1 0 0 0 0,-1-1 0 0 0,15-7 0 0 0,13-12-2635 0 0,-41 23 2161 0 0,1 0 1 0 0,-1 0-1 0 0,0 0 0 0 0,0 0 1 0 0,0-1-1 0 0,1 1 0 0 0,-1 0 0 0 0,0 0 1 0 0,0 0-1 0 0,1 0 0 0 0,-1 0 1 0 0,1-2-485 0 0,-1 2 484 0 0,0 0 0 0 0,0 0 1 0 0,0-1-1 0 0,0 1 0 0 0,0 0 0 0 0,1 0 1 0 0,-1-1-1 0 0,0 1 0 0 0,0 0 1 0 0,0 0-1 0 0,0-1 0 0 0,0 1 0 0 0,0 0 1 0 0,0 0-1 0 0,0-1 0 0 0,0 1 1 0 0,0 0-1 0 0,0 0 0 0 0,-1 0 0 0 0,1-1 1 0 0,0 1-1 0 0,-11-4-3353 0 0,-16 3-1595 0 0,20 3 4501 0 0,1-1-1 0 0,0 1 1 0 0,-1 0-1 0 0,1 0 0 0 0,0 1 1 0 0,0 0-1 0 0,0 0 1 0 0,1 0-1 0 0,-7 5 0 0 0,7-4 973 0 0,-1 1-1 0 0,1 1 0 0 0,0-1 0 0 0,0 1 0 0 0,1-1 1 0 0,0 1-1 0 0,0 1 0 0 0,0-1 0 0 0,1 0 1 0 0,0 1-1 0 0,-5 13 0 0 0,5-8 822 0 0,0-1-1 0 0,1 1 1 0 0,0 0-1 0 0,1 0 1 0 0,0 0-1 0 0,2 23 1 0 0,0-22-1016 0 0,1 0 0 0 0,1 0-1 0 0,5 17 1 0 0,-7-26-159 0 0,0 0 0 0 0,1-1 0 0 0,-1 0 0 0 0,1 1 0 0 0,-1-1 0 0 0,1 0 0 0 0,0 0 0 0 0,1 0 0 0 0,-1 0 0 0 0,0 0 0 0 0,1 0 0 0 0,0-1 0 0 0,-1 1 0 0 0,1-1 0 0 0,0 0 0 0 0,0 0 0 0 0,1 0 0 0 0,-1 0 0 0 0,0 0 0 0 0,1-1 0 0 0,-1 1 0 0 0,1-1 0 0 0,-1 0 0 0 0,1 0 0 0 0,-1-1 0 0 0,1 1 0 0 0,7 0 0 0 0,-3-2 84 0 0,-1 1-1 0 0,1-1 1 0 0,-1 0-1 0 0,1-1 1 0 0,-1 0-1 0 0,0 0 1 0 0,0 0-1 0 0,1-1 1 0 0,-2 0-1 0 0,1-1 1 0 0,0 0 0 0 0,11-8-1 0 0,-11 8-404 0 0,16-14-2073 0 0,-23 18 2202 0 0,1 0 1 0 0,-1-1 0 0 0,1 1-1 0 0,-1-1 1 0 0,1 1 0 0 0,-1 0-1 0 0,0-1 1 0 0,1 1-1 0 0,-1-1 1 0 0,0 1 0 0 0,1-1-1 0 0,-1 1 1 0 0,0-1 0 0 0,1 1-1 0 0,-1-1 1 0 0,0 1 0 0 0,0-1-1 0 0,0 0 1 0 0,0 1 0 0 0,0-1-1 0 0,0 1 1 0 0,0-1 0 0 0,1 1-1 0 0,-2-1 1 0 0,1 0 0 0 0,0 1-1 0 0,0-1 1 0 0,0 1 0 0 0,0-1-1 0 0,0 1 1 0 0,0-1 0 0 0,-1 1-1 0 0,1-1 1 0 0,0 0 0 0 0,0 1-1 0 0,-1-1 1 0 0,1 0 0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7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6447 0 0,'29'-13'11062'0'0,"-24"12"-10053"0"0,31-1 1026 0 0,37-3-547 0 0,-26-7-5220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8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14023 0 0,'0'24'1970'0'0,"1"0"0"0"0,1 0 0 0 0,9 41 0 0 0,-11-65-1942 0 0,0 0 0 0 0,0 0-1 0 0,0 1 1 0 0,0-1 0 0 0,0 0 0 0 0,0 0 0 0 0,0 0-1 0 0,0 0 1 0 0,0 0 0 0 0,0 0 0 0 0,0 0-1 0 0,0 0 1 0 0,0 1 0 0 0,0-1 0 0 0,0 0-1 0 0,0 0 1 0 0,0 0 0 0 0,0 0 0 0 0,0 0 0 0 0,0 0-1 0 0,0 0 1 0 0,0 0 0 0 0,0 1 0 0 0,0-1-1 0 0,0 0 1 0 0,0 0 0 0 0,0 0 0 0 0,0 0-1 0 0,0 0 1 0 0,0 0 0 0 0,0 0 0 0 0,0 0-1 0 0,1 0 1 0 0,-1 0 0 0 0,0 1 0 0 0,0-1 0 0 0,0 0-1 0 0,0 0 1 0 0,0 0 0 0 0,0 0 0 0 0,0 0-1 0 0,0 0 1 0 0,0 0 0 0 0,1 0 0 0 0,-1 0-1 0 0,0 0 1 0 0,0 0 0 0 0,0 0 0 0 0,0 0 0 0 0,0 0-1 0 0,0 0 1 0 0,0 0 0 0 0,0 0 0 0 0,1 0-1 0 0,-1 0 1 0 0,0 0 0 0 0,0 0 0 0 0,0 0-1 0 0,0 0 1 0 0,0 0 0 0 0,0 0 0 0 0,0 0-1 0 0,0 0 1 0 0,0 0 0 0 0,1 0 0 0 0,-1-1 0 0 0,0 1-1 0 0,0 0 1 0 0,3-11 860 0 0,1-15 261 0 0,-8-45-686 0 0,1 55-517 0 0,2 1-1 0 0,0-1 1 0 0,0 0 0 0 0,2 0 0 0 0,0 0 0 0 0,1 1 0 0 0,0-1-1 0 0,5-15 1 0 0,-6 29 51 0 0,-1 0-1 0 0,1 0 1 0 0,0 0 0 0 0,0 0-1 0 0,0 0 1 0 0,0 0 0 0 0,0 1-1 0 0,0-1 1 0 0,0 0 0 0 0,1 1-1 0 0,-1-1 1 0 0,1 1 0 0 0,-1-1-1 0 0,1 1 1 0 0,-1-1 0 0 0,1 1-1 0 0,0 0 1 0 0,0 0 0 0 0,-1 0-1 0 0,1 0 1 0 0,0 0 0 0 0,0 1-1 0 0,0-1 1 0 0,0 0 0 0 0,0 1-1 0 0,0 0 1 0 0,1-1 0 0 0,-1 1-1 0 0,0 0 1 0 0,0 0 0 0 0,0 0-1 0 0,0 0 1 0 0,0 0 0 0 0,0 1-1 0 0,2 0 1 0 0,2 0-20 0 0,-1 1 1 0 0,0 0 0 0 0,1 1-1 0 0,-1-1 1 0 0,0 1-1 0 0,-1 0 1 0 0,1 0-1 0 0,0 1 1 0 0,-1-1 0 0 0,0 1-1 0 0,7 8 1 0 0,-3-3 220 0 0,-1 1 0 0 0,0 1 0 0 0,-1-1 0 0 0,-1 1 0 0 0,1 0 0 0 0,3 12 0 0 0,18 72-1280 0 0,-19-62 1133 0 0,13 35-1 0 0,-20-65-26 0 0,0-1 0 0 0,0 1 0 0 0,0-1 0 0 0,0 1 0 0 0,0-1 0 0 0,1 0 0 0 0,-1 0 0 0 0,1 1-1 0 0,0-1 1 0 0,0 0 0 0 0,-1 0 0 0 0,1-1 0 0 0,0 1 0 0 0,1 0 0 0 0,2 2 0 0 0,-3-4-13 0 0,0 0 0 0 0,-1 1 0 0 0,1-1 0 0 0,0 0 0 0 0,-1 0 1 0 0,1 0-1 0 0,0 0 0 0 0,-1 0 0 0 0,1 0 0 0 0,0-1 0 0 0,-1 1 0 0 0,1 0 0 0 0,0-1 0 0 0,-1 1 0 0 0,1-1 1 0 0,-1 0-1 0 0,1 0 0 0 0,-1 1 0 0 0,1-1 0 0 0,-1 0 0 0 0,0 0 0 0 0,1 0 0 0 0,-1 0 0 0 0,0-1 1 0 0,0 1-1 0 0,2-2 0 0 0,4-5 2 0 0,-1 0-1 0 0,1 0 1 0 0,-2-1 0 0 0,1 0 0 0 0,7-17 0 0 0,18-53-33 0 0,-21 52 11 0 0,6-17-215 0 0,-7 16-335 0 0,2 0 1 0 0,19-36-1 0 0,-30 64 464 0 0,0-1 1 0 0,1 0-1 0 0,-1 1 1 0 0,0-1-1 0 0,1 1 1 0 0,-1-1-1 0 0,1 0 1 0 0,-1 1-1 0 0,1-1 1 0 0,-1 1-1 0 0,1-1 1 0 0,-1 1-1 0 0,1 0 1 0 0,-1-1-1 0 0,1 1 1 0 0,-1 0-1 0 0,1-1 1 0 0,0 1-1 0 0,-1 0 0 0 0,1-1 1 0 0,0 1-1 0 0,-1 0 1 0 0,1 0-1 0 0,0 0 1 0 0,0 0-1 0 0,-1 0 1 0 0,1 0-1 0 0,0 0 1 0 0,-1 0-1 0 0,1 0 1 0 0,0 0-1 0 0,-1 0 1 0 0,1 0-1 0 0,0 0 1 0 0,-1 1-1 0 0,1-1 1 0 0,0 0-1 0 0,-1 1 1 0 0,2 0-1 0 0,2 1-255 0 0,0 1-1 0 0,-1 0 0 0 0,0 0 1 0 0,1 1-1 0 0,2 3 1 0 0,-5-5 427 0 0,8 10-77 0 0,-1 0 0 0 0,-1 1 0 0 0,0 0 0 0 0,-1 0-1 0 0,0 1 1 0 0,-1 0 0 0 0,-1 0 0 0 0,3 17 0 0 0,16 40 1163 0 0,-18-51-608 0 0,-4-16-428 0 0,0 0 1 0 0,0 0-1 0 0,1 0 0 0 0,-1 0 0 0 0,1 0 0 0 0,0 0 0 0 0,-1-1 0 0 0,2 1 0 0 0,3 5 0 0 0,-6-9-130 0 0,0 0-1 0 0,0 1 1 0 0,1-1-1 0 0,-1 0 1 0 0,0 0 0 0 0,0 0-1 0 0,1 0 1 0 0,-1 0-1 0 0,0 0 1 0 0,0 0 0 0 0,0 0-1 0 0,1 0 1 0 0,-1 1-1 0 0,0-1 1 0 0,0 0-1 0 0,1 0 1 0 0,-1 0 0 0 0,0 0-1 0 0,0 0 1 0 0,0 0-1 0 0,1-1 1 0 0,-1 1-1 0 0,0 0 1 0 0,0 0 0 0 0,1 0-1 0 0,-1 0 1 0 0,0 0-1 0 0,0 0 1 0 0,0 0-1 0 0,1 0 1 0 0,-1 0 0 0 0,0-1-1 0 0,0 1 1 0 0,0 0-1 0 0,0 0 1 0 0,1 0-1 0 0,-1 0 1 0 0,0-1 0 0 0,0 1-1 0 0,0 0 1 0 0,0 0-1 0 0,0 0 1 0 0,1-1 0 0 0,2-9-1489 0 0,-3 3 434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8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4143 0 0,'13'-14'9224'0'0,"-9"11"-8302"0"0,21-8 4438 0 0,34 0-2250 0 0,-41 9-2378 0 0,148-23 2513 0 0,-55 13-4783 0 0,-101 12-156 0 0,-3 0-67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2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13391 0 0,'6'98'7105'0'0,"-3"-73"-6768"0"0,1 1 0 0 0,1-1 1 0 0,1 0-1 0 0,13 32 0 0 0,-16-51-294 0 0,0 0 0 0 0,0 0-1 0 0,1 0 1 0 0,0-1 0 0 0,0 1 0 0 0,0-1 0 0 0,0 0 0 0 0,1 0 0 0 0,0 0-1 0 0,6 4 1 0 0,-10-8-29 0 0,1 0 0 0 0,0 0 0 0 0,-1 0 0 0 0,1 0 0 0 0,0-1 0 0 0,0 1 0 0 0,0 0 0 0 0,-1-1 0 0 0,1 0 0 0 0,0 1 0 0 0,0-1 0 0 0,0 0 0 0 0,0 0 0 0 0,0 0 0 0 0,0 0 0 0 0,2 0 0 0 0,-2-1 2 0 0,0 0 0 0 0,0 0-1 0 0,0 0 1 0 0,0 0 0 0 0,0 0 0 0 0,0 0 0 0 0,0 0-1 0 0,0-1 1 0 0,-1 1 0 0 0,1-1 0 0 0,0 1-1 0 0,-1-1 1 0 0,1 0 0 0 0,-1 1 0 0 0,0-1 0 0 0,0 0-1 0 0,2-3 1 0 0,2-5-7 0 0,1-1 1 0 0,-2-1-1 0 0,1 1 0 0 0,-2-1 0 0 0,1 0 1 0 0,-2 0-1 0 0,1 0 0 0 0,-2 0 1 0 0,1-24-1 0 0,-3-5-82 0 0,-11-65 0 0 0,9 89 65 0 0,9 41-60 0 0,2-1 0 0 0,0 0 0 0 0,2 0 1 0 0,15 27-1 0 0,-23-46 68 0 0,6 13 17 0 0,2 0 0 0 0,0-1-1 0 0,1-1 1 0 0,18 21 0 0 0,-25-31 5 0 0,1 0 1 0 0,0 0 0 0 0,0-1 0 0 0,0 1-1 0 0,1-1 1 0 0,-1 0 0 0 0,1-1 0 0 0,0 1 0 0 0,0-1-1 0 0,1 0 1 0 0,-1-1 0 0 0,0 1 0 0 0,1-1 0 0 0,0-1-1 0 0,10 2 1 0 0,-14-2-1 0 0,0-1-1 0 0,-1-1 1 0 0,1 1-1 0 0,0 0 0 0 0,0-1 1 0 0,-1 1-1 0 0,1-1 1 0 0,0 0-1 0 0,-1 0 1 0 0,1 0-1 0 0,0 0 1 0 0,-1-1-1 0 0,0 1 1 0 0,1-1-1 0 0,-1 1 0 0 0,4-4 1 0 0,-2 1 10 0 0,-1 0-1 0 0,0 0 1 0 0,1 0-1 0 0,-1-1 1 0 0,-1 1 0 0 0,1-1-1 0 0,-1 0 1 0 0,3-7 0 0 0,-1 2 3 0 0,-1 0 1 0 0,-1-1 0 0 0,0 1-1 0 0,0 0 1 0 0,-1-1 0 0 0,-1 1-1 0 0,1-1 1 0 0,-3-17 0 0 0,-1 13-3 0 0,-1-1 0 0 0,-1 1 1 0 0,0 0-1 0 0,-1 0 0 0 0,-1 1 1 0 0,0-1-1 0 0,-1 1 0 0 0,0 1 1 0 0,-16-20-1 0 0,15 26-2 0 0,6 12-372 0 0,8 16-589 0 0,-3-16 209 0 0,1-1-1 0 0,0 1 1 0 0,1-1-1 0 0,-1 0 0 0 0,7 6 1 0 0,2 1-1422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0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38 184 8551 0 0,'-1'3'315'0'0,"0"1"-1"0"0,0-1 0 0 0,0 1 1 0 0,1-1-1 0 0,-1 1 0 0 0,1-1 1 0 0,0 1-1 0 0,0 0 0 0 0,0-1 1 0 0,1 1-1 0 0,-1-1 0 0 0,1 1 1 0 0,0 0-1 0 0,0-1 0 0 0,0 0 0 0 0,0 1 1 0 0,1-1-1 0 0,1 4 0 0 0,-1-4-137 0 0,-1 0-1 0 0,1 1 1 0 0,0-1-1 0 0,0 0 1 0 0,0 0-1 0 0,0 0 1 0 0,1-1-1 0 0,-1 1 1 0 0,1 0-1 0 0,0-1 1 0 0,0 0-1 0 0,0 0 1 0 0,0 0-1 0 0,0 0 1 0 0,0 0-1 0 0,0 0 1 0 0,1-1-1 0 0,3 2 1 0 0,-2-3-97 0 0,0 1 1 0 0,1-1-1 0 0,-1-1 1 0 0,0 1-1 0 0,0-1 1 0 0,0 1-1 0 0,1-1 1 0 0,-1-1-1 0 0,0 1 1 0 0,0-1-1 0 0,-1 0 1 0 0,1 0-1 0 0,0 0 1 0 0,-1-1-1 0 0,1 0 1 0 0,6-5-1 0 0,-3 2-71 0 0,-1 0-1 0 0,1-1 0 0 0,-1 0 0 0 0,-1 0 0 0 0,0 0 1 0 0,0-1-1 0 0,0 0 0 0 0,5-9 0 0 0,-8 11 49 0 0,-1 1-1 0 0,0-1 1 0 0,0 1 0 0 0,0-1-1 0 0,0 0 1 0 0,-1 1-1 0 0,0-1 1 0 0,0 0-1 0 0,-1 0 1 0 0,0 0 0 0 0,0 0-1 0 0,0 0 1 0 0,0 0-1 0 0,-1 0 1 0 0,0 1 0 0 0,0-1-1 0 0,-1 0 1 0 0,0 0-1 0 0,0 1 1 0 0,0-1-1 0 0,-1 1 1 0 0,1 0 0 0 0,-1 0-1 0 0,-1 0 1 0 0,1 0-1 0 0,-1 0 1 0 0,1 1 0 0 0,-1-1-1 0 0,-1 1 1 0 0,1 0-1 0 0,-1 0 1 0 0,1 1-1 0 0,-1-1 1 0 0,0 1 0 0 0,0 0-1 0 0,-1 0 1 0 0,1 1-1 0 0,0 0 1 0 0,-1 0 0 0 0,-6-2-1 0 0,5 3 77 0 0,0 0 0 0 0,0 0 0 0 0,0 1 0 0 0,0 0 0 0 0,0 0 0 0 0,0 0 0 0 0,0 1 0 0 0,1 0 0 0 0,-1 1 0 0 0,0 0 0 0 0,0 0 0 0 0,1 0-1 0 0,-1 1 1 0 0,1-1 0 0 0,0 2 0 0 0,0-1 0 0 0,-6 5 0 0 0,9-6-152 0 0,0 0 0 0 0,0 0 0 0 0,0 1-1 0 0,1-1 1 0 0,-1 1 0 0 0,1 0 0 0 0,-1 0 0 0 0,1 0-1 0 0,0 0 1 0 0,0 0 0 0 0,0 0 0 0 0,1 1 0 0 0,-1-1-1 0 0,1 1 1 0 0,0-1 0 0 0,0 1 0 0 0,0-1-1 0 0,0 1 1 0 0,1 0 0 0 0,-1-1 0 0 0,1 1 0 0 0,0 0-1 0 0,0-1 1 0 0,1 1 0 0 0,-1 0 0 0 0,1-1 0 0 0,-1 1-1 0 0,1 0 1 0 0,0-1 0 0 0,1 1 0 0 0,-1-1 0 0 0,1 0-1 0 0,1 5 1 0 0,-1-5-317 0 0,0 0 1 0 0,0 0-1 0 0,0 0 0 0 0,0 0 1 0 0,1-1-1 0 0,-1 1 0 0 0,1 0 0 0 0,-1-1 1 0 0,5 3-1 0 0,12 5-1655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0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0 260 10135 0 0,'2'13'825'0'0,"1"0"0"0"0,1-1-1 0 0,0 0 1 0 0,0 1-1 0 0,1-1 1 0 0,1-1 0 0 0,0 1-1 0 0,0-1 1 0 0,1 0-1 0 0,9 10 1 0 0,-16-20-788 0 0,1-1 1 0 0,-1 1-1 0 0,0 0 1 0 0,1-1-1 0 0,-1 1 1 0 0,1-1-1 0 0,-1 1 1 0 0,1-1 0 0 0,-1 0-1 0 0,1 1 1 0 0,-1-1-1 0 0,1 1 1 0 0,-1-1-1 0 0,1 0 1 0 0,-1 1-1 0 0,1-1 1 0 0,0 0-1 0 0,-1 0 1 0 0,1 0-1 0 0,0 1 1 0 0,-1-1-1 0 0,1 0 1 0 0,0 0-1 0 0,-1 0 1 0 0,1 0-1 0 0,0 0 1 0 0,-1 0-1 0 0,1 0 1 0 0,0 0-1 0 0,-1-1 1 0 0,2 1-1 0 0,-1-1 4 0 0,0 0 0 0 0,0 0-1 0 0,0 0 1 0 0,-1 0-1 0 0,1-1 1 0 0,0 1 0 0 0,-1 0-1 0 0,1 0 1 0 0,-1-1-1 0 0,1 1 1 0 0,-1 0-1 0 0,1-1 1 0 0,-1 1 0 0 0,0-2-1 0 0,3-46 390 0 0,-6 13-229 0 0,-14-61 0 0 0,11 71-24 0 0,1-1 1 0 0,2 1-1 0 0,0-1 0 0 0,2-41 1 0 0,1 66-153 0 0,0 0 1 0 0,0 1 0 0 0,0-1-1 0 0,1 0 1 0 0,-1 1-1 0 0,1-1 1 0 0,-1 0-1 0 0,1 1 1 0 0,-1-1-1 0 0,1 0 1 0 0,0 1 0 0 0,0-1-1 0 0,0 1 1 0 0,0-1-1 0 0,0 1 1 0 0,0 0-1 0 0,2-3 1 0 0,-1 4-20 0 0,-1-1 0 0 0,0 1 0 0 0,0 0 0 0 0,0 0 0 0 0,0-1 0 0 0,0 1 0 0 0,0 0 0 0 0,0 0 0 0 0,0 0 0 0 0,0 0 0 0 0,1 0 0 0 0,-1 0 0 0 0,0 1 1 0 0,0-1-1 0 0,0 0 0 0 0,0 1 0 0 0,0-1 0 0 0,0 0 0 0 0,0 1 0 0 0,0-1 0 0 0,0 1 0 0 0,0 0 0 0 0,0-1 0 0 0,0 1 0 0 0,0 0 0 0 0,-1-1 0 0 0,1 1 0 0 0,0 0 0 0 0,1 1 0 0 0,10 11 1 0 0,0 0 0 0 0,-1 0-1 0 0,0 1 1 0 0,-2 1 0 0 0,1-1 0 0 0,-2 2 0 0 0,0-1-1 0 0,0 1 1 0 0,-2 0 0 0 0,0 1 0 0 0,-1-1-1 0 0,5 29 1 0 0,-9-38-4 0 0,-1-1 1 0 0,1 0-1 0 0,-1 1 1 0 0,-1-1-1 0 0,0 1 0 0 0,1-1 1 0 0,-4 8-1 0 0,3-10-25 0 0,0-1 0 0 0,0 0-1 0 0,0 0 1 0 0,0 0 0 0 0,-1 0 0 0 0,1-1 0 0 0,-1 1 0 0 0,0 0-1 0 0,0-1 1 0 0,0 1 0 0 0,0-1 0 0 0,0 1 0 0 0,-1-1-1 0 0,1 0 1 0 0,-6 3 0 0 0,8-4 16 0 0,-1-1 0 0 0,0 0 0 0 0,1 1 0 0 0,-1-1 0 0 0,0 0-1 0 0,1 0 1 0 0,-1 0 0 0 0,0 1 0 0 0,1-1 0 0 0,-1 0 0 0 0,0 0 0 0 0,0 0 0 0 0,1 0 0 0 0,-1 0-1 0 0,0 0 1 0 0,1 0 0 0 0,-2-1 0 0 0,2-1 44 0 0,9 1 14 0 0,5 2-15 0 0,-1 1 0 0 0,0 0 0 0 0,0 1 0 0 0,0 0 0 0 0,-1 1 0 0 0,1 0 0 0 0,13 8 0 0 0,21 6-3249 0 0,-41-17 1556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0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13823 0 0,'6'25'2798'0'0,"17"121"3792"0"0,1 1-4555 0 0,-21-136-2107 0 0,1-11-1320 0 0,1-17-1812 0 0,-3 5 1345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1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94 10135 0 0,'5'-6'729'0'0,"0"1"-1"0"0,0 0 1 0 0,0 1 0 0 0,0-1-1 0 0,1 1 1 0 0,0 0-1 0 0,0 0 1 0 0,0 0-1 0 0,0 1 1 0 0,8-3-1 0 0,9-3 1110 0 0,37-9 0 0 0,11 4-148 0 0,-64 13-1633 0 0,1 0 0 0 0,-1 1 0 0 0,0-1-1 0 0,0 2 1 0 0,0-1 0 0 0,1 1 0 0 0,12 3 0 0 0,-19-3-77 0 0,-1-1 0 0 0,1 0 1 0 0,-1 0-1 0 0,1 0 0 0 0,-1 0 0 0 0,1 0 1 0 0,-1 1-1 0 0,1-1 0 0 0,-1 0 1 0 0,1 1-1 0 0,-1-1 0 0 0,1 0 0 0 0,-1 1 1 0 0,0-1-1 0 0,1 0 0 0 0,-1 1 0 0 0,1-1 1 0 0,-1 1-1 0 0,0-1 0 0 0,0 0 1 0 0,1 1-1 0 0,-1-1 0 0 0,0 1 0 0 0,0-1 1 0 0,1 1-1 0 0,-1-1 0 0 0,0 1 0 0 0,0 0 1 0 0,0-1-1 0 0,0 1 0 0 0,0-1 1 0 0,0 1-1 0 0,0-1 0 0 0,0 1 0 0 0,0 0 1 0 0,-1 0-230 0 0,1 1 0 0 0,-1-1 1 0 0,1 1-1 0 0,-1-1 0 0 0,0 1 1 0 0,0-1-1 0 0,0 0 0 0 0,0 1 1 0 0,0-1-1 0 0,-2 2 1 0 0,-7 7-1502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1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14567 0 0,'9'2'1107'0'0,"1"-1"0"0"0,0 1 1 0 0,-1-2-1 0 0,13 1 0 0 0,6-3 566 0 0,36-8 1 0 0,-41 6-1310 0 0,-8 0-2392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1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11055 0 0,'-16'44'9304'0'0,"-15"66"-6149"0"0,28-100-2822 0 0,2 0-1 0 0,-1 0 1 0 0,1 0 0 0 0,1 0 0 0 0,0 1-1 0 0,0-1 1 0 0,1 0 0 0 0,4 19 0 0 0,-5-26-293 0 0,1 0 1 0 0,0 0-1 0 0,0 0 1 0 0,1 1-1 0 0,-1-1 1 0 0,1-1-1 0 0,-1 1 1 0 0,1 0-1 0 0,0 0 1 0 0,0 0-1 0 0,0-1 1 0 0,1 1-1 0 0,-1-1 1 0 0,0 0-1 0 0,1 0 1 0 0,0 0-1 0 0,-1 0 1 0 0,1 0-1 0 0,0 0 1 0 0,0-1-1 0 0,0 1 1 0 0,0-1-1 0 0,0 0 1 0 0,1 0-1 0 0,-1 0 1 0 0,0 0-1 0 0,0-1 1 0 0,1 1-1 0 0,-1-1 1 0 0,6 0-1 0 0,4-1-23 0 0,0 0-1 0 0,0-1 1 0 0,0-1 0 0 0,0 0-1 0 0,-1-1 1 0 0,1 0-1 0 0,-1-1 1 0 0,0 0-1 0 0,0-1 1 0 0,-1 0-1 0 0,1-1 1 0 0,-1 0-1 0 0,-1-1 1 0 0,13-12-1 0 0,-23 20-49 0 0,12-16-2191 0 0,-10 4-2530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1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24 140 13823 0 0,'-5'15'736'0'0,"1"0"0"0"0,1 0 0 0 0,0 0 0 0 0,-1 29 0 0 0,3-39-482 0 0,1 0 0 0 0,0 0 0 0 0,1 0 0 0 0,-1 0 0 0 0,1 0 0 0 0,0 0 1 0 0,0 0-1 0 0,0 0 0 0 0,1-1 0 0 0,0 1 0 0 0,0 0 0 0 0,0-1 0 0 0,0 1 1 0 0,1-1-1 0 0,0 0 0 0 0,0 0 0 0 0,0 0 0 0 0,6 6 0 0 0,-7-8-127 0 0,0-1 1 0 0,0 0-1 0 0,0 1 0 0 0,0-1 0 0 0,0 0 0 0 0,0 0 0 0 0,0 0 1 0 0,1-1-1 0 0,-1 1 0 0 0,0 0 0 0 0,1-1 0 0 0,-1 1 1 0 0,0-1-1 0 0,1 0 0 0 0,-1 0 0 0 0,1 0 0 0 0,3-1 0 0 0,-1 0 10 0 0,0 0 0 0 0,0 0-1 0 0,0-1 1 0 0,0 0 0 0 0,0 0-1 0 0,-1 0 1 0 0,9-6 0 0 0,-1 0-52 0 0,-1-1 0 0 0,0-1 1 0 0,0 1-1 0 0,-1-2 0 0 0,9-11 1 0 0,-14 15-78 0 0,0 0 0 0 0,0-1 1 0 0,-1 0-1 0 0,0 0 0 0 0,0 0 0 0 0,-1 0 1 0 0,0 0-1 0 0,0-1 0 0 0,-1 1 0 0 0,0-1 1 0 0,-1 0-1 0 0,0 0 0 0 0,0 0 0 0 0,-2-11 1 0 0,1 14-18 0 0,0 0 0 0 0,-1 0 1 0 0,0 0-1 0 0,-1 0 0 0 0,1 0 1 0 0,-1 1-1 0 0,0-1 0 0 0,0 1 0 0 0,-1-1 1 0 0,0 1-1 0 0,0 0 0 0 0,0 0 1 0 0,0 0-1 0 0,-1 0 0 0 0,0 1 1 0 0,0-1-1 0 0,0 1 0 0 0,-1 0 1 0 0,1 0-1 0 0,-1 1 0 0 0,0-1 0 0 0,-6-3 1 0 0,7 6-44 0 0,0-1 1 0 0,0 1-1 0 0,0 0 1 0 0,0 0-1 0 0,-1 0 1 0 0,1 0-1 0 0,0 1 1 0 0,0 0-1 0 0,0 0 1 0 0,-1 0 0 0 0,1 0-1 0 0,0 1 1 0 0,0-1-1 0 0,0 1 1 0 0,0 0-1 0 0,0 0 1 0 0,0 1-1 0 0,0-1 1 0 0,0 1-1 0 0,0 0 1 0 0,0 0-1 0 0,1 0 1 0 0,-1 1-1 0 0,1-1 1 0 0,0 1-1 0 0,-6 6 1 0 0,3-4-302 0 0,0 1 0 0 0,1 0 0 0 0,-1 1 0 0 0,1-1-1 0 0,1 1 1 0 0,-1 0 0 0 0,1 0 0 0 0,0 1 0 0 0,1-1 0 0 0,0 1 0 0 0,0 0 0 0 0,-3 15 0 0 0,4 18-3683 0 0,4-22-2043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2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14687 0 0,'9'-10'653'0'0,"8"-3"297"0"0,-17 12-874 0 0,1 1 0 0 0,-1 0 1 0 0,1 0-1 0 0,0 0 1 0 0,-1 0-1 0 0,1 0 1 0 0,0 0-1 0 0,-1 0 1 0 0,1 0-1 0 0,0 1 1 0 0,-1-1-1 0 0,1 0 1 0 0,0 0-1 0 0,-1 1 1 0 0,1-1-1 0 0,-1 0 1 0 0,1 0-1 0 0,0 1 0 0 0,-1-1 1 0 0,1 1-1 0 0,-1-1 1 0 0,1 1-1 0 0,-1-1 1 0 0,1 1-1 0 0,-1-1 1 0 0,0 1-1 0 0,1-1 1 0 0,-1 1-1 0 0,0-1 1 0 0,1 1-1 0 0,-1 0 1 0 0,7 12 436 0 0,-2 0 1 0 0,1 0 0 0 0,-2 0 0 0 0,0 0 0 0 0,0 1 0 0 0,2 18-1 0 0,-3-13 37 0 0,1 0 0 0 0,13 34-1 0 0,-15-48-411 0 0,0 0 1 0 0,1 0-1 0 0,0 0 0 0 0,0-1 0 0 0,0 1 0 0 0,0-1 1 0 0,1 1-1 0 0,0-1 0 0 0,0 0 0 0 0,0 0 0 0 0,0-1 1 0 0,0 1-1 0 0,1-1 0 0 0,5 3 0 0 0,-7-5-50 0 0,0 0 0 0 0,-1 0 0 0 0,1 0 0 0 0,0 0 1 0 0,0 0-1 0 0,-1-1 0 0 0,1 1 0 0 0,0-1 0 0 0,0 0 0 0 0,0 0 0 0 0,0 0 0 0 0,-1 0 0 0 0,1 0 0 0 0,4-2 0 0 0,-1 1 4 0 0,0-1 1 0 0,-1 0-1 0 0,1-1 0 0 0,-1 1 0 0 0,1-1 0 0 0,6-5 0 0 0,2-2-22 0 0,-2-1-1 0 0,1 0 1 0 0,-1 0 0 0 0,10-14 0 0 0,-9 9-76 0 0,-1 0 0 0 0,20-35 0 0 0,-27 41-75 0 0,-1 0 1 0 0,0 0-1 0 0,0 0 0 0 0,0 0 1 0 0,-2 0-1 0 0,1-1 1 0 0,1-13-1 0 0,-4 24 68 0 0,0-1-1 0 0,0 1 0 0 0,0 0 1 0 0,0-1-1 0 0,0 1 1 0 0,1 0-1 0 0,-1 0 1 0 0,0-1-1 0 0,0 1 1 0 0,0 0-1 0 0,0-1 1 0 0,0 1-1 0 0,0 0 0 0 0,0-1 1 0 0,0 1-1 0 0,0 0 1 0 0,0 0-1 0 0,0-1 1 0 0,0 1-1 0 0,0 0 1 0 0,-1-1-1 0 0,1 1 1 0 0,0 0-1 0 0,0-1 0 0 0,0 1 1 0 0,0 0-1 0 0,0 0 1 0 0,-1-1-1 0 0,1 1 1 0 0,0 0-1 0 0,0 0 1 0 0,0 0-1 0 0,-1-1 0 0 0,1 1 1 0 0,0 0-1 0 0,0 0 1 0 0,-1 0-1 0 0,1-1 1 0 0,0 1-1 0 0,-1 0 1 0 0,-9 11-253 0 0,-9 21 59 0 0,16-22 219 0 0,-1 0 0 0 0,2 0-1 0 0,-1 0 1 0 0,1 1 0 0 0,1-1-1 0 0,0 0 1 0 0,0 1 0 0 0,1-1-1 0 0,1 1 1 0 0,-1-1 0 0 0,2 1 0 0 0,4 19-1 0 0,-5-25 22 0 0,1-1 1 0 0,-1 1-1 0 0,1-1 0 0 0,0 0 0 0 0,0 1 0 0 0,1-1 0 0 0,-1 0 0 0 0,1 0 0 0 0,0-1 0 0 0,0 1 1 0 0,0 0-1 0 0,0-1 0 0 0,1 0 0 0 0,0 0 0 0 0,-1 0 0 0 0,1 0 0 0 0,0-1 0 0 0,0 1 0 0 0,1-1 1 0 0,-1 0-1 0 0,0 0 0 0 0,1 0 0 0 0,-1-1 0 0 0,1 0 0 0 0,0 0 0 0 0,-1 0 0 0 0,1 0 0 0 0,0-1 1 0 0,0 0-1 0 0,6 0 0 0 0,-3-1 32 0 0,-1 0-1 0 0,1-1 1 0 0,0 0 0 0 0,-1 0 0 0 0,1-1 0 0 0,-1 0 0 0 0,0 0-1 0 0,0 0 1 0 0,0-1 0 0 0,0 0 0 0 0,-1-1 0 0 0,0 1 0 0 0,0-1 0 0 0,0-1-1 0 0,9-9 1 0 0,0-2-5 0 0,0-2-1 0 0,-2 1 1 0 0,0-2-1 0 0,11-21 0 0 0,-17 28-31 0 0,-2 0 0 0 0,1 0 0 0 0,-1 0 0 0 0,5-25 0 0 0,-9 33-18 0 0,0-1-1 0 0,0 1 1 0 0,-1-1-1 0 0,1 1 0 0 0,-1-1 1 0 0,-1 1-1 0 0,1-1 1 0 0,-1 1-1 0 0,0-1 1 0 0,0 1-1 0 0,0-1 0 0 0,-1 1 1 0 0,0 0-1 0 0,0-1 1 0 0,-3-4-1 0 0,5 9-23 0 0,-1 0 0 0 0,1 0 0 0 0,-1 1 0 0 0,1-1 0 0 0,-1 0 0 0 0,0 1 0 0 0,1-1-1 0 0,-1 0 1 0 0,0 1 0 0 0,1-1 0 0 0,-1 1 0 0 0,0-1 0 0 0,0 1 0 0 0,0-1 0 0 0,1 1 0 0 0,-1-1 0 0 0,0 1 0 0 0,0 0 0 0 0,0 0-1 0 0,0-1 1 0 0,0 1 0 0 0,0 0 0 0 0,0 0 0 0 0,0 0 0 0 0,0 0 0 0 0,0 0 0 0 0,1 0 0 0 0,-1 0 0 0 0,-2 1 0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13159 0 0,'27'69'4176'0'0,"-17"-47"-3739"0"0,117 285 3943 0 0,-113-266-3954 0 0,-2 0-1 0 0,-2 1 1 0 0,-2 0 0 0 0,-2 1-1 0 0,2 75 1 0 0,-9-96-399 0 0,-1-1-1 0 0,0 0 1 0 0,-2 1 0 0 0,-1-1 0 0 0,0 0-1 0 0,-1-1 1 0 0,-2 1 0 0 0,0-1 0 0 0,-1-1-1 0 0,-1 0 1 0 0,-1 0 0 0 0,0-1 0 0 0,-1 0-1 0 0,-1-1 1 0 0,-25 26 0 0 0,20-26-567 0 0,-27 20 0 0 0,16-19-6533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4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0 8895 0 0,'-16'51'501'0'0,"3"0"0"0"0,-10 69 0 0 0,-5 115 875 0 0,17-121-921 0 0,-99 1593 3562 0 0,110-987-3145 0 0,39 2-239 0 0,-22-544-468 0 0,32 366 676 0 0,-27 1 825 0 0,-26-202-762 0 0,4 236 200 0 0,7-413-2194 0 0,45 245 0 0 0,-38-338-602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6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7367 0 0,'1'-1'49'0'0,"-1"-1"0"0"0,0 1 0 0 0,1 0 0 0 0,-1-1 0 0 0,1 1 0 0 0,0 0 0 0 0,-1 0-1 0 0,1-1 1 0 0,0 1 0 0 0,0 0 0 0 0,0 0 0 0 0,0 0 0 0 0,0 0 0 0 0,0 0 0 0 0,0 0-1 0 0,0 0 1 0 0,0 0 0 0 0,0 1 0 0 0,1-1 0 0 0,-1 0 0 0 0,0 1 0 0 0,1-1 0 0 0,-1 1-1 0 0,0-1 1 0 0,1 1 0 0 0,-1-1 0 0 0,2 1 0 0 0,4-1 130 0 0,0 1 0 0 0,0 0 0 0 0,0 1 0 0 0,12 2 1 0 0,2-1-157 0 0,715 16 2042 0 0,-618-19-1835 0 0,-93 1-182 0 0,1783-33 2153 0 0,127-11-297 0 0,-1675 43-1835 0 0,464 4 299 0 0,-3 22-133 0 0,-169 11-198 0 0,864 41 118 0 0,-519-95-91 0 0,-782 10-358 0 0,1 6 0 0 0,0 4-1 0 0,204 32 1 0 0,-277-26-929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6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9215 0 0,'-11'231'1939'0'0,"-9"295"196"0"0,81 1423 1918 0 0,-18-1516-3497 0 0,32 378 641 0 0,-36 1 901 0 0,-38-337-540 0 0,0 134-445 0 0,1-464-1098 0 0,-1 9-223 0 0,-4-34-871 0 0,-1-76-371 0 0,-12 55-77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37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1 312 11519 0 0,'1'-4'107'0'0,"0"1"0"0"0,0-1-1 0 0,1 1 1 0 0,0-1-1 0 0,-1 1 1 0 0,1 0 0 0 0,0-1-1 0 0,1 1 1 0 0,2-3 0 0 0,-3 5-76 0 0,0-1 1 0 0,0 1 0 0 0,0 0-1 0 0,1 0 1 0 0,-1 0 0 0 0,0 0-1 0 0,1 0 1 0 0,-1 0 0 0 0,1 0-1 0 0,-1 1 1 0 0,1-1 0 0 0,-1 1 0 0 0,1 0-1 0 0,-1 0 1 0 0,4 0 0 0 0,471 10 2132 0 0,46 0-999 0 0,-128-10-482 0 0,364-6 146 0 0,-434-2-659 0 0,971-42 325 0 0,-365-26 230 0 0,400-24 1432 0 0,243 57-103 0 0,-980 64-1788 0 0,-1 24-907 0 0,-361-26-470 0 0,-35-4 133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3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18 207 455 0 0,'-6'-37'-151'0'0,"1"7"5741"0"0,-2-59 0 0 0,13 39-2518 0 0,-6 50-3050 0 0,0 0 0 0 0,0 0 1 0 0,0 0-1 0 0,0 0 1 0 0,0 0-1 0 0,0 0 1 0 0,0 0-1 0 0,1 0 1 0 0,-1 0-1 0 0,0 0 1 0 0,0 0-1 0 0,0 0 1 0 0,0 0 202 0 0,0 0-203 0 0,4 11 499 0 0,0 15-135 0 0,7 175 1138 0 0,18 243 349 0 0,-28-442-1881 0 0,2 28-131 0 0,10 49 1 0 0,-7-68-2409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4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27 2759 0 0,'-4'-26'9473'0'0,"6"35"-8826"0"0,0 0-231 0 0,0 0-1 0 0,1 0 1 0 0,0-1 0 0 0,1 1-1 0 0,0-1 1 0 0,0 0-1 0 0,8 10 1 0 0,42 53 1039 0 0,-38-52-1059 0 0,11 16 188 0 0,-18-21-456 0 0,2-1 1 0 0,0 1 0 0 0,0-2 0 0 0,1 1 0 0 0,1-2 0 0 0,24 18 0 0 0,-37-28-120 0 0,1 0 0 0 0,0 0 0 0 0,0 0 0 0 0,0-1 0 0 0,0 1 0 0 0,0-1 0 0 0,0 1 0 0 0,1-1 0 0 0,-1 1 0 0 0,0-1 0 0 0,0 0 0 0 0,0 1 0 0 0,0-1 0 0 0,0 0 0 0 0,1 0 0 0 0,-1 0 0 0 0,0 0 0 0 0,0 0 0 0 0,0 0 0 0 0,1 0 0 0 0,-1 0 0 0 0,0 0 0 0 0,0-1 0 0 0,0 1 0 0 0,0 0 0 0 0,0-1 0 0 0,1 1 0 0 0,-1-1 0 0 0,0 1 0 0 0,0-1 0 0 0,1-1 0 0 0,-1 0 11 0 0,0 1 0 0 0,0-1 0 0 0,-1 0 0 0 0,1 1 0 0 0,0-1 0 0 0,-1 0 0 0 0,0 0 0 0 0,1 1 0 0 0,-1-1 0 0 0,0 0 0 0 0,0 0 0 0 0,0 0 0 0 0,0 1 0 0 0,0-1 1 0 0,-1 0-1 0 0,1 0 0 0 0,0 0 0 0 0,-1 1 0 0 0,0-3 0 0 0,-5-12 14 0 0,4 11-14 0 0,1 0 0 0 0,-1 0 0 0 0,1 0 0 0 0,-1-1 0 0 0,2 1 0 0 0,-2-6 0 0 0,2 10-17 0 0,1-1 0 0 0,-1 1 0 0 0,0-1 0 0 0,0 1 0 0 0,1 0 0 0 0,-1-1 0 0 0,0 1 0 0 0,1-1 0 0 0,0 1 0 0 0,-1 0 0 0 0,1 0 0 0 0,0-1 0 0 0,0 1 0 0 0,-1 0 0 0 0,1 0 0 0 0,0 0 0 0 0,0 0-1 0 0,0 0 1 0 0,0 0 0 0 0,1 0 0 0 0,-1 0 0 0 0,0 0 0 0 0,0 1 0 0 0,1-1 0 0 0,-1 0 0 0 0,0 1 0 0 0,3-1 0 0 0,4-3 1 0 0,0-1-1 0 0,0 1 1 0 0,-1-1-1 0 0,1-1 1 0 0,-1 1 0 0 0,0-1-1 0 0,-1-1 1 0 0,9-8-1 0 0,41-61 29 0 0,-42 54-32 0 0,-11 16 0 0 0,1 0 0 0 0,-1 0 0 0 0,1 0 0 0 0,6-6 0 0 0,-7 41 118 0 0,-7 41 9 0 0,0-13 117 0 0,2 1-1 0 0,10 86 1 0 0,-1-98-45 0 0,17 62 0 0 0,-18-87-142 0 0,2 1 0 0 0,0-1 1 0 0,1-1-1 0 0,23 38 0 0 0,-30-55-199 0 0,0-1 0 0 0,0 1-1 0 0,0-1 1 0 0,0 0 0 0 0,0 0-1 0 0,0 0 1 0 0,1 0 0 0 0,-1 0-1 0 0,1 0 1 0 0,-1-1 0 0 0,1 1-1 0 0,0-1 1 0 0,0 0 0 0 0,0 0-1 0 0,3 1 1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5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285 177 2303 0 0,'2'-8'1002'0'0,"1"0"0"0"0,-1 0 0 0 0,1 0 0 0 0,1 0 0 0 0,0 1 0 0 0,4-8-1 0 0,-4 8-608 0 0,0 0-1 0 0,0 0 1 0 0,0-1-1 0 0,-1 1 1 0 0,-1-1-1 0 0,4-13 0 0 0,-6 19-284 0 0,1 0 0 0 0,-1 1 0 0 0,0-1 0 0 0,1 0 0 0 0,-1 0 0 0 0,0 0 0 0 0,0 0-1 0 0,-1 1 1 0 0,1-1 0 0 0,0 0 0 0 0,0 0 0 0 0,-1 0 0 0 0,0 1 0 0 0,1-1 0 0 0,-1 0-1 0 0,0 0 1 0 0,1 1 0 0 0,-1-1 0 0 0,0 1 0 0 0,0-1 0 0 0,-1 1 0 0 0,1-1 0 0 0,0 1 0 0 0,-2-2-1 0 0,1 2-37 0 0,0 0-1 0 0,0 0 0 0 0,0 1 1 0 0,0-1-1 0 0,0 1 0 0 0,-1-1 0 0 0,1 1 1 0 0,0 0-1 0 0,0 0 0 0 0,0 0 0 0 0,-1 0 1 0 0,1 0-1 0 0,0 0 0 0 0,0 1 1 0 0,0-1-1 0 0,0 1 0 0 0,0-1 0 0 0,-1 1 1 0 0,1 0-1 0 0,-2 1 0 0 0,-12 6-12 0 0,1 0-1 0 0,0 1 1 0 0,1 1 0 0 0,0 0-1 0 0,1 0 1 0 0,0 2-1 0 0,-22 24 1 0 0,17-14 5 0 0,0 0-1 0 0,2 1 1 0 0,1 1 0 0 0,-14 28 0 0 0,21-34 79 0 0,0 0 1 0 0,1 1 0 0 0,1 0 0 0 0,1 1 0 0 0,-3 21 0 0 0,6-31-7 0 0,1 0 0 0 0,0 0 0 0 0,1 0 0 0 0,0 0 1 0 0,1 0-1 0 0,0 0 0 0 0,0 0 0 0 0,1 0 0 0 0,1 0 1 0 0,-1 0-1 0 0,9 18 0 0 0,-8-23-79 0 0,1 1 1 0 0,0-2-1 0 0,-1 1 1 0 0,2 0-1 0 0,-1-1 1 0 0,0 0-1 0 0,1 1 1 0 0,0-2-1 0 0,0 1 1 0 0,0-1-1 0 0,0 0 1 0 0,1 0-1 0 0,-1 0 1 0 0,1-1-1 0 0,0 1 1 0 0,-1-1-1 0 0,1-1 1 0 0,0 1-1 0 0,9 0 1 0 0,4 1 49 0 0,1-2 1 0 0,-1 0-1 0 0,0-1 1 0 0,36-5 0 0 0,-8-2-175 0 0,25-3-354 0 0,-23 8-3911 0 0,-45 2 2578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5.9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5063 0 0,'2'-1'1422'0'0,"0"6"36"0"0,4 18 1262 0 0,3 29-221 0 0,9 112 91 0 0,-12-86-631 0 0,27 122 0 0 0,-31-190-1831 0 0,1 0 0 0 0,1 0 0 0 0,4 10 0 0 0,-7-18-153 0 0,0-1 0 0 0,-1 1 1 0 0,1 0-1 0 0,0 0 0 0 0,1-1 0 0 0,-1 1 1 0 0,0 0-1 0 0,0-1 0 0 0,1 1 0 0 0,-1-1 1 0 0,1 1-1 0 0,-1-1 0 0 0,1 0 0 0 0,-1 0 1 0 0,1 0-1 0 0,0 0 0 0 0,0 0 0 0 0,-1 0 1 0 0,1 0-1 0 0,0 0 0 0 0,0-1 0 0 0,4 1 1 0 0,-2-1-1187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6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12639 0 0,'0'-2'101'0'0,"0"0"0"0"0,0 0 0 0 0,1 0-1 0 0,-1 0 1 0 0,0 0 0 0 0,1 1 0 0 0,-1-1 0 0 0,1 0-1 0 0,0 0 1 0 0,0 0 0 0 0,0 0 0 0 0,0 1-1 0 0,2-4 1 0 0,-1 3-49 0 0,1 1-1 0 0,-1-1 0 0 0,0 1 1 0 0,1 0-1 0 0,-1 0 0 0 0,1 0 1 0 0,-1 0-1 0 0,1 0 1 0 0,0 1-1 0 0,4-1 0 0 0,11-2 30 0 0,0 1-1 0 0,0 0 0 0 0,1 1 0 0 0,-1 2 0 0 0,1 0 1 0 0,-1 0-1 0 0,0 2 0 0 0,1 0 0 0 0,28 10 1 0 0,-34-9-19 0 0,-1 1 1 0 0,1 0 0 0 0,-1 1-1 0 0,0 1 1 0 0,0 0 0 0 0,-1 0-1 0 0,0 1 1 0 0,0 0 0 0 0,-1 1-1 0 0,0 0 1 0 0,0 1 0 0 0,-1 0 0 0 0,14 21-1 0 0,-21-28-50 0 0,0 0 1 0 0,-1 0-1 0 0,1 0 0 0 0,-1 0 0 0 0,0 0 0 0 0,1 0 0 0 0,-1 0 0 0 0,-1 0 0 0 0,1 1 1 0 0,0-1-1 0 0,-1 0 0 0 0,0 1 0 0 0,0-1 0 0 0,0 0 0 0 0,0 0 0 0 0,0 1 1 0 0,-1-1-1 0 0,-1 6 0 0 0,1-6 8 0 0,-1 1 1 0 0,1-1-1 0 0,-1 0 0 0 0,0 0 1 0 0,0 0-1 0 0,-1 0 1 0 0,1 0-1 0 0,-1 0 0 0 0,1-1 1 0 0,-1 1-1 0 0,0-1 1 0 0,0 0-1 0 0,0 0 0 0 0,0 0 1 0 0,0 0-1 0 0,-6 2 1 0 0,-14 5 205 0 0,0-1 0 0 0,-1-1 0 0 0,0-1 1 0 0,0-1-1 0 0,0-1 0 0 0,-1-1 0 0 0,1-2 1 0 0,-1 0-1 0 0,-41-5 0 0 0,64 4-178 0 0,-36-6 459 0 0,37 6-474 0 0,-1-1 1 0 0,0 1-1 0 0,1-1 1 0 0,-1 1 0 0 0,0-1-1 0 0,1 0 1 0 0,-1 1 0 0 0,1-1-1 0 0,-1 0 1 0 0,1 0 0 0 0,-1 0-1 0 0,1 0 1 0 0,0 0 0 0 0,-1-1-1 0 0,1 1 1 0 0,0 0 0 0 0,-2-3-1 0 0,3 3-27 0 0,0 1 0 0 0,0-1-1 0 0,0 0 1 0 0,0 1 0 0 0,0-1-1 0 0,0 0 1 0 0,0 1-1 0 0,0-1 1 0 0,0 0 0 0 0,1 1-1 0 0,-1-1 1 0 0,0 1 0 0 0,0-1-1 0 0,1 0 1 0 0,-1 1 0 0 0,0-1-1 0 0,1 1 1 0 0,-1-1 0 0 0,1 1-1 0 0,-1-1 1 0 0,0 1 0 0 0,1-1-1 0 0,-1 1 1 0 0,1 0 0 0 0,-1-1-1 0 0,1 1 1 0 0,0 0 0 0 0,-1-1-1 0 0,1 1 1 0 0,-1 0 0 0 0,2-1-1 0 0,21-7-1632 0 0,-1 2-5135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7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86 5063 0 0,'1'-1'477'0'0,"1"-1"0"0"0,-1 0 0 0 0,1 0 0 0 0,-1 0-1 0 0,1 0 1 0 0,-1 0 0 0 0,0 0 0 0 0,0 0 0 0 0,0 0-1 0 0,0 0 1 0 0,0-1 0 0 0,0-2 0 0 0,0 3-296 0 0,-1 0 1 0 0,0 0-1 0 0,0 1 0 0 0,0-1 1 0 0,0 0-1 0 0,-1 0 1 0 0,1 1-1 0 0,0-1 1 0 0,-1 0-1 0 0,1 1 0 0 0,-1-1 1 0 0,0 0-1 0 0,1 1 1 0 0,-2-3-1 0 0,0 2-88 0 0,1 0 0 0 0,-1 0 1 0 0,0 0-1 0 0,0 0 0 0 0,0 0 0 0 0,-1 0 0 0 0,1 0 0 0 0,0 1 0 0 0,0-1 1 0 0,-1 1-1 0 0,1-1 0 0 0,-1 1 0 0 0,0 0 0 0 0,1 0 0 0 0,-1 0 1 0 0,0 1-1 0 0,1-1 0 0 0,-1 0 0 0 0,0 1 0 0 0,-3 0 0 0 0,-4 0 47 0 0,0 0-1 0 0,0 1 1 0 0,0 0-1 0 0,1 1 0 0 0,-1 0 1 0 0,0 1-1 0 0,-15 6 1 0 0,21-8-37 0 0,-1 1 0 0 0,1 0 0 0 0,0 0 0 0 0,-1 1 0 0 0,1-1 1 0 0,0 1-1 0 0,1 0 0 0 0,-1 0 0 0 0,0 0 0 0 0,1 1 0 0 0,0-1 0 0 0,-1 1 1 0 0,2 0-1 0 0,-1 0 0 0 0,0 0 0 0 0,1 0 0 0 0,-4 7 0 0 0,6-8-75 0 0,-1 0 0 0 0,1 0 0 0 0,0 0 0 0 0,0 0 0 0 0,0 0 0 0 0,0-1 0 0 0,1 1 0 0 0,-1 0 0 0 0,1 0 0 0 0,-1 0 0 0 0,1 0 0 0 0,0 0 0 0 0,0-1 0 0 0,1 1 0 0 0,-1 0 0 0 0,0-1 0 0 0,1 1 0 0 0,0-1 0 0 0,-1 1 0 0 0,1-1 0 0 0,0 0 0 0 0,0 0 0 0 0,3 3 0 0 0,7 6-76 0 0,0-1-1 0 0,28 18 1 0 0,-30-21 65 0 0,20 13-637 0 0,18 12-34 0 0,56 49 0 0 0,-91-70 654 0 0,-1 1 0 0 0,0 0 0 0 0,-1 1 0 0 0,-1 0 0 0 0,0 1 0 0 0,0 0 0 0 0,-1 0 0 0 0,-1 1 0 0 0,6 16 0 0 0,-13-28 7 0 0,1 0 0 0 0,-1-1 0 0 0,0 1 0 0 0,-1 0 0 0 0,1 0 0 0 0,0 0 0 0 0,-1 0 0 0 0,1 0 0 0 0,-1 0 0 0 0,0 0 0 0 0,0 0 0 0 0,0 0 0 0 0,-1 0 0 0 0,1 0 0 0 0,-1-1 0 0 0,1 1 0 0 0,-1 0 0 0 0,0 0 0 0 0,0 0 0 0 0,0 0 0 0 0,0-1 0 0 0,-1 1 0 0 0,1-1 0 0 0,-1 1 0 0 0,0-1 0 0 0,0 1 0 0 0,1-1 0 0 0,-2 0 0 0 0,1 0 0 0 0,0 0 0 0 0,0 0 0 0 0,-1 0 0 0 0,1-1 0 0 0,0 1 0 0 0,-1-1 0 0 0,0 1 0 0 0,1-1 0 0 0,-1 0 0 0 0,-5 1 0 0 0,-14 5 397 0 0,0-1 1 0 0,-1-1-1 0 0,-31 3 0 0 0,-70-1 1271 0 0,116-7-1582 0 0,1 1 12 0 0,1-1-1 0 0,-1 0 1 0 0,0 0-1 0 0,1-1 1 0 0,-1 1-1 0 0,0-2 1 0 0,1 1-1 0 0,-10-3 0 0 0,16 3-109 0 0,0 1-1 0 0,0 0 1 0 0,0-1-1 0 0,0 1 1 0 0,1 0-1 0 0,-1-1 1 0 0,0 1-1 0 0,0 0 1 0 0,0-1-1 0 0,0 1 1 0 0,1 0-1 0 0,-1 0 0 0 0,0-1 1 0 0,0 1-1 0 0,0 0 1 0 0,1 0-1 0 0,-1-1 1 0 0,0 1-1 0 0,0 0 1 0 0,1 0-1 0 0,-1 0 1 0 0,0-1-1 0 0,1 1 0 0 0,-1 0 1 0 0,0 0-1 0 0,1 0 1 0 0,-1 0-1 0 0,0 0 1 0 0,1 0-1 0 0,-1 0 1 0 0,0 0-1 0 0,1 0 1 0 0,-1 0-1 0 0,0 0 0 0 0,1 0 1 0 0,16-6-380 0 0,-16 6 379 0 0,33-7-2266 0 0,-12 3 33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7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6911 0 0,'1'-2'509'0'0,"0"1"-1"0"0,0-1 0 0 0,0 0 0 0 0,1 1 0 0 0,-1-1 0 0 0,0 1 0 0 0,1 0 0 0 0,-1-1 0 0 0,1 1 1 0 0,-1 0-1 0 0,1 0 0 0 0,0 0 0 0 0,-1 0 0 0 0,1 0 0 0 0,0 0 0 0 0,2 0 0 0 0,35-12 1296 0 0,-26 9-1368 0 0,-1 1-289 0 0,1-1 0 0 0,0 2 1 0 0,0 0-1 0 0,0 0 1 0 0,0 2-1 0 0,0-1 1 0 0,0 2-1 0 0,0 0 1 0 0,0 0-1 0 0,0 1 0 0 0,20 6 1 0 0,-32-8-155 0 0,5 3-1336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7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12119 0 0,'0'0'56'0'0,"-1"0"0"0"0,0 0-1 0 0,0 0 1 0 0,1 0 0 0 0,-1 0-1 0 0,0 0 1 0 0,1 0 0 0 0,-1 0 0 0 0,0 0-1 0 0,1 1 1 0 0,-1-1 0 0 0,0 0-1 0 0,1 1 1 0 0,-1-1 0 0 0,1 0-1 0 0,-1 1 1 0 0,0-1 0 0 0,1 1-1 0 0,-1-1 1 0 0,1 1 0 0 0,-1-1-1 0 0,1 1 1 0 0,0-1 0 0 0,-1 1 0 0 0,1-1-1 0 0,-1 1 1 0 0,1 0 0 0 0,0-1-1 0 0,0 1 1 0 0,-1 0 0 0 0,1-1-1 0 0,0 1 1 0 0,0 0 0 0 0,0-1-1 0 0,0 1 1 0 0,0 0 0 0 0,0-1-1 0 0,0 1 1 0 0,0 1 0 0 0,-1 37 1039 0 0,1-29-982 0 0,0 26 527 0 0,1 1 0 0 0,2-1-1 0 0,8 41 1 0 0,-8-66-438 0 0,0 0 0 0 0,0 0-1 0 0,2 0 1 0 0,-1 0 0 0 0,1-1 0 0 0,7 11 0 0 0,-8-15-97 0 0,0-1 0 0 0,0 0 0 0 0,0 0 0 0 0,1 0 0 0 0,0-1 1 0 0,0 1-1 0 0,0-1 0 0 0,0 0 0 0 0,0-1 0 0 0,1 1 0 0 0,11 4 1 0 0,-4-4-24 0 0,0-1 0 0 0,0 0 1 0 0,0 0-1 0 0,1-2 0 0 0,-1 0 1 0 0,22 0-1 0 0,-17-2-359 0 0,-1 2 1 0 0,1 1 0 0 0,21 4-1 0 0,-19-4-1312 0 0,-20-2 1458 0 0,0 0 0 0 0,1 0 0 0 0,-1 0 0 0 0,1 0 0 0 0,-1 0 0 0 0,0 0 0 0 0,1 0 0 0 0,-1 0 0 0 0,1 0 0 0 0,-1 0 0 0 0,0 0 0 0 0,1 0 0 0 0,-1 0 0 0 0,1 0 0 0 0,-1-1 0 0 0,0 1 0 0 0,1 0-1 0 0,-1 0 1 0 0,1 0 0 0 0,-1 0 0 0 0,0-1 0 0 0,1 1 0 0 0,-1 0 0 0 0,0-1 0 0 0,1 1-131 0 0,-1 0 131 0 0,0-1 0 0 0,0 1 0 0 0,1 0 0 0 0,-1-1 0 0 0,0 1 0 0 0,0-1 0 0 0,0 1 0 0 0,1 0-1 0 0,-1-1 1 0 0,0 1 0 0 0,0-1 0 0 0,-1-4-1109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7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37 7831 0 0,'-5'-10'6266'0'0,"6"9"-6113"0"0,14-7 1488 0 0,28 1-2235 0 0,-40 7 968 0 0,130-9-695 0 0,-119 8 2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1 124 5527 0 0,'1'16'1280'0'0,"1"1"-1"0"0,0-1 0 0 0,2 1 0 0 0,6 20 0 0 0,1 3-269 0 0,-7-25-591 0 0,1 10 635 0 0,1 0 0 0 0,2 0 0 0 0,19 44 1 0 0,-21-62-76 0 0,-3-7-307 0 0,0-17-24 0 0,-4-35-552 0 0,0 46-17 0 0,1-8-50 0 0,-3-27 23 0 0,6-80 0 0 0,-2 110-53 0 0,0 1-1 0 0,1 0 1 0 0,0 0-1 0 0,0 0 1 0 0,1 0-1 0 0,1 0 1 0 0,0 1-1 0 0,0-1 1 0 0,1 1-1 0 0,0 0 1 0 0,0 0-1 0 0,1 1 1 0 0,9-11-1 0 0,-9 15-12 0 0,-1 0-1 0 0,1 0 0 0 0,-1 0 1 0 0,1 1-1 0 0,0 0 0 0 0,1 0 1 0 0,-1 1-1 0 0,0-1 1 0 0,1 1-1 0 0,-1 1 0 0 0,1-1 1 0 0,0 1-1 0 0,-1 0 0 0 0,1 1 1 0 0,0 0-1 0 0,0 0 1 0 0,-1 0-1 0 0,12 2 0 0 0,-7 0-9 0 0,0 0 0 0 0,0 0-1 0 0,0 1 1 0 0,-1 1 0 0 0,1 0-1 0 0,-1 0 1 0 0,0 1 0 0 0,0 0 0 0 0,-1 0-1 0 0,16 13 1 0 0,-22-16 19 0 0,0 1 0 0 0,0-1 0 0 0,-1 1 0 0 0,1 0 0 0 0,-1 0-1 0 0,0 0 1 0 0,0 0 0 0 0,0 0 0 0 0,0 0 0 0 0,-1 0 0 0 0,1 1 0 0 0,-1-1 0 0 0,0 1 0 0 0,0-1 0 0 0,0 1 0 0 0,1 5 0 0 0,-2-4 3 0 0,0 0-1 0 0,-1-1 1 0 0,1 1 0 0 0,-1 0 0 0 0,0-1 0 0 0,0 1 0 0 0,-1-1 0 0 0,1 1-1 0 0,-1-1 1 0 0,0 0 0 0 0,-4 6 0 0 0,-6 8-21 0 0,0-1 1 0 0,-2-1-1 0 0,0 0 1 0 0,-27 23-1 0 0,24-24-40 0 0,5-3 44 0 0,-18 17-111 0 0,29-28 127 0 0,-1 1 0 0 0,1-1 0 0 0,0 1 0 0 0,0 0-1 0 0,0 0 1 0 0,0-1 0 0 0,0 1 0 0 0,0 0 0 0 0,0 0-1 0 0,1 0 1 0 0,-1 0 0 0 0,1 0 0 0 0,-1 0 0 0 0,1 0 0 0 0,0 0-1 0 0,0 2 1 0 0,0-2 14 0 0,1-1-1 0 0,-1 0 1 0 0,1 0 0 0 0,0 0-1 0 0,-1 1 1 0 0,1-1-1 0 0,0 0 1 0 0,0 0 0 0 0,-1 0-1 0 0,1 0 1 0 0,0 0 0 0 0,0-1-1 0 0,0 1 1 0 0,0 0-1 0 0,1 0 1 0 0,-1-1 0 0 0,0 1-1 0 0,0 0 1 0 0,2 0-1 0 0,26 10 241 0 0,-24-9-203 0 0,25 6 380 0 0,1-1 0 0 0,0-1-1 0 0,51 3 1 0 0,41 7-900 0 0,-115-14-733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9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 8287 0 0,'5'68'6159'0'0,"14"43"-5762"0"0,-16-94 27 0 0,5 26 723 0 0,22 67 0 0 0,-25-96-729 0 0,0 0-1 0 0,1 0 0 0 0,1-1 1 0 0,0 0-1 0 0,1 0 1 0 0,0-1-1 0 0,1 0 0 0 0,16 18 1 0 0,-22-28-363 0 0,0 1 0 0 0,0-1 0 0 0,0 1 0 0 0,0-1 0 0 0,0 0 0 0 0,0 0-1 0 0,1 0 1 0 0,-1-1 0 0 0,0 1 0 0 0,1-1 0 0 0,0 0 0 0 0,-1 0 0 0 0,1 0 0 0 0,0 0 0 0 0,-1-1 0 0 0,1 0 0 0 0,0 1 0 0 0,0-1 0 0 0,-1-1 0 0 0,1 1 0 0 0,0 0 0 0 0,0-1 0 0 0,-1 0 0 0 0,1 0 0 0 0,0 0 0 0 0,-1 0 0 0 0,1-1 0 0 0,-1 1-1 0 0,4-3 1 0 0,0 0-19 0 0,0-1-1 0 0,0 0 0 0 0,-1 0 0 0 0,1-1 0 0 0,-1 0 0 0 0,-1 0 0 0 0,1 0 0 0 0,-1-1 1 0 0,0 0-1 0 0,0 0 0 0 0,-1 0 0 0 0,4-8 0 0 0,1-7-1 0 0,-1 0 0 0 0,-1-1-1 0 0,-1 0 1 0 0,-1 0 0 0 0,-1 0-1 0 0,1-46 1 0 0,-4 41-3 0 0,-2-1 1 0 0,-1 0-1 0 0,-1 1 0 0 0,-2-1 1 0 0,-10-35-1 0 0,6 44-31 0 0,8 17 0 0 0,-1 0 0 0 0,1 1 0 0 0,0-1 0 0 0,-1 0 0 0 0,1 0 0 0 0,1 0 0 0 0,-2-5 0 0 0,4 8-7 0 0,1 0 0 0 0,-1-1 0 0 0,0 1 0 0 0,1 1 0 0 0,-1-1 0 0 0,1 0 0 0 0,-1 0 0 0 0,0 1 0 0 0,4 1 1 0 0,-2-1-12 0 0,48 5-109 0 0,77 1-1 0 0,1-1 94 0 0,-8 2-32 0 0,-100-8 105 0 0,-1-1-1 0 0,0-1 1 0 0,36-7-1 0 0,-56 9-31 0 0,1 0 19 0 0,0-1 0 0 0,0 1-1 0 0,-1-1 1 0 0,1 1 0 0 0,0-1 0 0 0,0 1-1 0 0,0-1 1 0 0,-1 0 0 0 0,1 0 0 0 0,0 0 0 0 0,-1 0-1 0 0,1 0 1 0 0,-1 0 0 0 0,1 0 0 0 0,-1-1-1 0 0,1 1 1 0 0,1-3 0 0 0,-3 4-18 0 0,-1 0 0 0 0,1-1-1 0 0,0 1 1 0 0,0 0 0 0 0,0-1 0 0 0,0 1 0 0 0,0 0 0 0 0,-1 0 0 0 0,1-1 0 0 0,0 1-1 0 0,0 0 1 0 0,0 0 0 0 0,-1-1 0 0 0,1 1 0 0 0,0 0 0 0 0,0 0 0 0 0,-1 0 0 0 0,1-1-1 0 0,0 1 1 0 0,-1 0 0 0 0,1 0 0 0 0,0 0 0 0 0,0 0 0 0 0,-1 0 0 0 0,1 0 0 0 0,0-1-1 0 0,-1 1 1 0 0,1 0 0 0 0,0 0 0 0 0,-1 0 0 0 0,1 0 0 0 0,0 0 0 0 0,-1 0 0 0 0,1 0-1 0 0,0 1 1 0 0,-1-1 0 0 0,1 0 0 0 0,0 0 0 0 0,-1 0 0 0 0,1 0 0 0 0,-16 2 43 0 0,-21 8-24 0 0,1 0 0 0 0,1 3 0 0 0,0 0 0 0 0,1 3 0 0 0,-41 24 0 0 0,64-33-35 0 0,0 1 0 0 0,1 0 1 0 0,0 1-1 0 0,0 0 0 0 0,1 1 0 0 0,0 0 1 0 0,-14 21-1 0 0,18-23-1 0 0,1 1-1 0 0,0 0 1 0 0,0 0 0 0 0,1 0 0 0 0,0 0-1 0 0,0 1 1 0 0,1-1 0 0 0,0 1-1 0 0,1 0 1 0 0,0-1 0 0 0,0 1-1 0 0,2 10 1 0 0,-1-11 19 0 0,1 0 0 0 0,0 0-1 0 0,1 1 1 0 0,0-1 0 0 0,0 0-1 0 0,1-1 1 0 0,0 1 0 0 0,0 0 0 0 0,1-1-1 0 0,0 0 1 0 0,1 0 0 0 0,0 0-1 0 0,0 0 1 0 0,1-1 0 0 0,0 0 0 0 0,0 0-1 0 0,0 0 1 0 0,1-1 0 0 0,0 0-1 0 0,0 0 1 0 0,1-1 0 0 0,0 0 0 0 0,0 0-1 0 0,0-1 1 0 0,0 0 0 0 0,1 0-1 0 0,11 3 1 0 0,1-2 84 0 0,-1 0 0 0 0,1-1-1 0 0,0-1 1 0 0,0-1 0 0 0,29-1 0 0 0,106-13-2776 0 0,-150 11 2365 0 0,-1 1-1359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49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 1839 0 0,'-2'-28'11451'0'0,"14"28"-9826"0"0,73 6 967 0 0,46 2-728 0 0,2-4-3508 0 0,-116-4-132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1 237 12063 0 0,'54'375'8744'0'0,"-65"-437"-6917"0"0,5-22-1684 0 0,-7-206-817 0 0,13 281 660 0 0,0-1-1 0 0,1 0 1 0 0,0 0-1 0 0,1 0 1 0 0,0 1-1 0 0,1-1 1 0 0,0 1-1 0 0,0 0 1 0 0,1 0-1 0 0,5-9 1 0 0,-6 13 9 0 0,0 1 0 0 0,1-1 0 0 0,-1 1 1 0 0,1 0-1 0 0,0 0 0 0 0,0 0 1 0 0,0 1-1 0 0,1-1 0 0 0,-1 1 1 0 0,1 0-1 0 0,0 0 0 0 0,0 1 1 0 0,0-1-1 0 0,0 1 0 0 0,0 0 1 0 0,1 1-1 0 0,-1-1 0 0 0,1 1 1 0 0,5-1-1 0 0,-3 1-4 0 0,0 1 0 0 0,0 0 1 0 0,0 0-1 0 0,0 0 0 0 0,1 1 0 0 0,-1 0 0 0 0,0 1 1 0 0,0 0-1 0 0,-1 0 0 0 0,1 0 0 0 0,0 1 1 0 0,-1 0-1 0 0,1 1 0 0 0,-1 0 0 0 0,0 0 1 0 0,0 1-1 0 0,-1-1 0 0 0,1 1 0 0 0,-1 1 0 0 0,0-1 1 0 0,-1 1-1 0 0,1 0 0 0 0,-1 0 0 0 0,0 1 1 0 0,-1 0-1 0 0,1 0 0 0 0,-1 0 0 0 0,-1 0 0 0 0,1 0 1 0 0,-1 1-1 0 0,-1 0 0 0 0,1 0 0 0 0,-1-1 1 0 0,-1 1-1 0 0,0 0 0 0 0,0 1 0 0 0,0-1 1 0 0,-1 0-1 0 0,0 0 0 0 0,0 0 0 0 0,-1 0 0 0 0,0 0 1 0 0,-1 0-1 0 0,-4 13 0 0 0,1-9 11 0 0,0 0 0 0 0,-1 0 0 0 0,-1 0 0 0 0,0-1 0 0 0,-1 0 0 0 0,0-1-1 0 0,-1 0 1 0 0,-15 16 0 0 0,7-11-77 0 0,-1-1-1 0 0,0 0 1 0 0,-1-1 0 0 0,-25 13-1 0 0,27-20-33 0 0,6-1-13 0 0,25-2 73 0 0,22 2 295 0 0,0 1 0 0 0,-1 2 0 0 0,0 1 0 0 0,-1 2 0 0 0,0 1 0 0 0,0 2 0 0 0,48 27 0 0 0,19 15-2070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42 177 6911 0 0,'-20'-11'785'0'0,"20"11"-566"0"0,-1-1 1 0 0,0 1-1 0 0,0-1 0 0 0,0 1 1 0 0,0-1-1 0 0,0 1 0 0 0,0 0 0 0 0,0 0 1 0 0,0-1-1 0 0,0 1 0 0 0,0 0 1 0 0,0 0-1 0 0,0 0 0 0 0,0 0 1 0 0,0 0-1 0 0,0 0 0 0 0,0 0 0 0 0,0 1 1 0 0,-1-1-1 0 0,2 0-205 0 0,0 0-1 0 0,-1 1 1 0 0,1-1 0 0 0,0 0-1 0 0,0 0 1 0 0,0 0 0 0 0,0 0-1 0 0,0 0 1 0 0,0 1 0 0 0,0-1-1 0 0,0 0 1 0 0,0 0 0 0 0,-1 0-1 0 0,1 0 1 0 0,0 1 0 0 0,0-1-1 0 0,0 0 1 0 0,0 0 0 0 0,0 0-1 0 0,0 0 1 0 0,0 1 0 0 0,0-1-1 0 0,0 0 1 0 0,0 0 0 0 0,0 0-1 0 0,0 0 1 0 0,0 1 0 0 0,0-1-1 0 0,0 0 1 0 0,1 0 0 0 0,-1 0-1 0 0,0 0 1 0 0,0 1 0 0 0,0-1-1 0 0,0 0 1 0 0,0 0 0 0 0,0 0-1 0 0,0 0 1 0 0,1 1-1 0 0,8 4 143 0 0,11 0-77 0 0,-20-5-55 0 0,38 5 592 0 0,0-2-1 0 0,49-3 0 0 0,-51 0-181 0 0,145-9 1097 0 0,30 0-648 0 0,-79 9-651 0 0,136-18 0 0 0,-83 2-196 0 0,83-9 2 0 0,277-29 432 0 0,-437 45-424 0 0,201-7 35 0 0,-64 5-38 0 0,16 3-19 0 0,-77 4 6 0 0,265-3-25 0 0,-248 5 147 0 0,-28 8 331 0 0,-55-1-7746 0 0,-87-5 1984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4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20 1375 0 0,'-8'-5'272'0'0,"-11"-4"5098"0"0,1 3-367 0 0,9 8-5385 0 0,9-1 402 0 0,0 0 1 0 0,-1-1-1 0 0,1 1 0 0 0,0 0 1 0 0,-1 0-1 0 0,1-1 0 0 0,0 1 1 0 0,0 0-1 0 0,0 0 0 0 0,0-1 0 0 0,0 1 1 0 0,0 0-1 0 0,0 0 0 0 0,0-1 1 0 0,0 1-1 0 0,0 0 0 0 0,0 0 1 0 0,1 0-1 0 0,-1-1 0 0 0,0 1 1 0 0,0 0-1 0 0,1-1 0 0 0,-1 1 1 0 0,1 0-1 0 0,-1-1 0 0 0,0 1 1 0 0,1 0-1 0 0,0 0 0 0 0,14 18 139 0 0,3-5 183 0 0,-1-1 0 0 0,1-1 0 0 0,1 0 0 0 0,40 17 0 0 0,85 24 1032 0 0,185 44 384 0 0,-107-45-3504 0 0,-201-47-2085 0 0,-6 0-1189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4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65 274 5063 0 0,'-10'3'516'0'0,"-24"3"-709"0"0,32-5 562 0 0,1-1 0 0 0,0 0-1 0 0,-1 0 1 0 0,1 0 0 0 0,-1 0-1 0 0,1-1 1 0 0,-1 1-1 0 0,1 0 1 0 0,0-1 0 0 0,-1 1-1 0 0,-1-1 1 0 0,3 0-288 0 0,0 1 1 0 0,0 0-1 0 0,-1-1 1 0 0,1 1-1 0 0,0 0 1 0 0,0-1-1 0 0,0 1 0 0 0,0-1 1 0 0,0 1-1 0 0,0-1 1 0 0,0 1-1 0 0,0 0 1 0 0,0-1-1 0 0,0 1 0 0 0,0-1 1 0 0,0 1-1 0 0,0 0 1 0 0,0-1-1 0 0,0 1 0 0 0,0-1 1 0 0,1 1-1 0 0,-1 0 1 0 0,0-1-1 0 0,0 1 1 0 0,0-1-1 0 0,1 1 0 0 0,-1 0 1 0 0,0-1-1 0 0,0 1 1 0 0,1 0-1 0 0,-1 0 1 0 0,0-1-1 0 0,1 1 0 0 0,-1 0 1 0 0,0 0-1 0 0,1-1 1 0 0,-1 1-1 0 0,0 0 0 0 0,2 0 1 0 0,14-13 561 0 0,43-20 492 0 0,2 2 0 0 0,72-26 0 0 0,-95 42-820 0 0,14-5 90 0 0,1 3 0 0 0,59-12 0 0 0,112-10 95 0 0,-185 32-480 0 0,-16 5-189 0 0,-1 0 1 0 0,32 1-1 0 0,-30 2-147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5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34 455 0 0,'4'-10'244'0'0,"9"-11"6092"0"0,-13 21-6169 0 0,1 0-1 0 0,-1 0 1 0 0,1-1 0 0 0,-1 1-1 0 0,1 0 1 0 0,-1 0 0 0 0,1-1-1 0 0,-1 1 1 0 0,1 0 0 0 0,-1 0-1 0 0,1 0 1 0 0,-1 0 0 0 0,1 0-1 0 0,-1 0 1 0 0,1 0 0 0 0,-1 0-1 0 0,1 0 1 0 0,-1 0 0 0 0,1 0-1 0 0,0 0 1 0 0,7 11-225 0 0,-5-2 408 0 0,0 0-1 0 0,-1-1 1 0 0,0 1 0 0 0,0 0 0 0 0,-1 0 0 0 0,0 15 0 0 0,-5 57 892 0 0,2-57-888 0 0,-2 17-84 0 0,-3 0 0 0 0,-1-1 0 0 0,-1 0 0 0 0,-21 52 1 0 0,19-72-638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6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21 919 0 0,'7'20'5515'0'0,"1"9"-3035"0"0,-5-14-1601 0 0,1 0 1 0 0,1-1 0 0 0,1 1-1 0 0,0-1 1 0 0,10 16 0 0 0,-15-27-787 0 0,1 0 1 0 0,1 0 0 0 0,-1-1 0 0 0,0 1-1 0 0,1 0 1 0 0,-1-1 0 0 0,1 0 0 0 0,0 1 0 0 0,-1-1-1 0 0,1-1 1 0 0,0 1 0 0 0,1 0 0 0 0,-1-1 0 0 0,0 1-1 0 0,0-1 1 0 0,1 0 0 0 0,-1 0 0 0 0,0 0-1 0 0,1 0 1 0 0,-1-1 0 0 0,1 0 0 0 0,-1 1 0 0 0,1-1-1 0 0,-1 0 1 0 0,1-1 0 0 0,-1 1 0 0 0,1-1-1 0 0,5-1 1 0 0,6-2 19 0 0,-1-1 0 0 0,1 0 1 0 0,-1-2-1 0 0,0 1 0 0 0,20-14 0 0 0,63-51 24 0 0,-23 15-59 0 0,-21 22-68 0 0,-54 43-10 0 0,-5 5 0 0 0,-5 10 103 0 0,1 0 0 0 0,1 0 1 0 0,1 1-1 0 0,1 0 0 0 0,-6 41 0 0 0,11-51-50 0 0,0 0 0 0 0,2-1 0 0 0,0 1-1 0 0,0 0 1 0 0,2 0 0 0 0,-1-1 0 0 0,2 1 0 0 0,0-1 0 0 0,1 0 0 0 0,0 0 0 0 0,9 20 0 0 0,-10-29-73 0 0,0-1 0 0 0,0 1 0 0 0,1 0 0 0 0,-1-1 0 0 0,1 0 0 0 0,0 0 0 0 0,0 0 0 0 0,0 0 0 0 0,1-1 0 0 0,-1 1 0 0 0,1-1 0 0 0,6 2 0 0 0,20 8-2670 0 0,-19-9 1234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7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59 8839 0 0,'0'-1'61'0'0,"1"0"0"0"0,0 0-1 0 0,-1 1 1 0 0,1-1 0 0 0,0 0 0 0 0,-1 0-1 0 0,1 0 1 0 0,-1 0 0 0 0,1 0-1 0 0,-1 0 1 0 0,0 0 0 0 0,1 0 0 0 0,-1 0-1 0 0,0 0 1 0 0,0 0 0 0 0,0 0-1 0 0,0 0 1 0 0,0-1 0 0 0,0 1 0 0 0,0 0-1 0 0,0 0 1 0 0,0 0 0 0 0,0 0-1 0 0,-1 0 1 0 0,1 0 0 0 0,0 0 0 0 0,-1 0-1 0 0,1 0 1 0 0,-1 0 0 0 0,1 0-1 0 0,-1 0 1 0 0,0 0 0 0 0,1 0 0 0 0,-1 1-1 0 0,0-1 1 0 0,1 0 0 0 0,-1 0-1 0 0,0 1 1 0 0,0-1 0 0 0,0 0 0 0 0,0 1-1 0 0,0-1 1 0 0,0 1 0 0 0,-1-1-1 0 0,-3-2 101 0 0,0 1-1 0 0,0-1 1 0 0,-1 1 0 0 0,1 1-1 0 0,-1-1 1 0 0,-8-1-1 0 0,1 2 33 0 0,1 1 0 0 0,0 0 0 0 0,0 0 0 0 0,0 2 0 0 0,0-1 0 0 0,0 1 0 0 0,0 1-1 0 0,0 0 1 0 0,0 1 0 0 0,1 0 0 0 0,0 1 0 0 0,0 0 0 0 0,-18 12 0 0 0,13-7 18 0 0,0 1 0 0 0,1 1 0 0 0,1 1 1 0 0,0 0-1 0 0,1 0 0 0 0,0 1 0 0 0,1 1 0 0 0,-12 18 1 0 0,20-26-108 0 0,0 0 1 0 0,0 0-1 0 0,1 1 1 0 0,0-1-1 0 0,0 1 1 0 0,1 0 0 0 0,0-1-1 0 0,1 1 1 0 0,-1 0-1 0 0,1 0 1 0 0,1 0-1 0 0,0 0 1 0 0,0 0 0 0 0,2 12-1 0 0,-2-15-78 0 0,1 0 1 0 0,1 0-1 0 0,-1-1 1 0 0,1 1-1 0 0,0-1 0 0 0,0 1 1 0 0,0-1-1 0 0,0 0 1 0 0,1 1-1 0 0,0-1 0 0 0,0-1 1 0 0,0 1-1 0 0,0 0 1 0 0,0-1-1 0 0,1 1 0 0 0,0-1 1 0 0,-1 0-1 0 0,1 0 0 0 0,1-1 1 0 0,-1 1-1 0 0,0-1 1 0 0,0 0-1 0 0,1 0 0 0 0,-1 0 1 0 0,6 0-1 0 0,9 3 71 0 0,0-2-1 0 0,0 0 0 0 0,37 0 0 0 0,61-7-91 0 0,-84 2-189 0 0,48-7-2820 0 0,-66 6 1578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7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68 2303 0 0,'-1'40'8166'0'0,"-3"5"-4990"0"0,0-2-2164 0 0,3 62 1 0 0,2-93-652 0 0,4 34 574 0 0,-5-43-886 0 0,0-1 0 0 0,1 0-1 0 0,0 0 1 0 0,-1 1 0 0 0,1-1 0 0 0,0 0-1 0 0,0 0 1 0 0,0 0 0 0 0,0 0 0 0 0,0 0 0 0 0,1 0-1 0 0,-1-1 1 0 0,0 1 0 0 0,1 0 0 0 0,0-1-1 0 0,1 3 1 0 0,-2-4-40 0 0,-1 0 0 0 0,1 0 0 0 0,-1 0 1 0 0,0-1-1 0 0,1 1 0 0 0,-1 0 0 0 0,1 0 0 0 0,-1 0 0 0 0,1 0 0 0 0,-1 0 0 0 0,0-1 0 0 0,1 1 0 0 0,-1 0 0 0 0,1 0 0 0 0,-1 0 0 0 0,0-1 1 0 0,1 1-1 0 0,-1 0 0 0 0,0-1 0 0 0,1 1 0 0 0,-1 0 0 0 0,0-1 0 0 0,0 1 0 0 0,1 0 0 0 0,-1-1 0 0 0,0 1 0 0 0,0-1 0 0 0,0 1 0 0 0,1-1 1 0 0,-1 1-1 0 0,0 0 0 0 0,0-1 0 0 0,0 1 0 0 0,0-1 0 0 0,0 1 0 0 0,0-1 0 0 0,0 1 0 0 0,0-1 0 0 0,0 1 0 0 0,0-1 0 0 0,3-24 165 0 0,-3 23-156 0 0,4-55 81 0 0,-3 30-155 0 0,1 1 0 0 0,2-1 0 0 0,9-38 0 0 0,-11 57-35 0 0,1 0 1 0 0,0 0-1 0 0,0 1 0 0 0,1 0 1 0 0,0-1-1 0 0,0 1 0 0 0,1 0 1 0 0,0 1-1 0 0,0-1 0 0 0,1 1 1 0 0,-1 0-1 0 0,1 1 0 0 0,1-1 1 0 0,-1 1-1 0 0,13-8 0 0 0,-7 7-37 0 0,1 0-1 0 0,0 1 1 0 0,0 0-1 0 0,0 1 1 0 0,0 0 0 0 0,1 1-1 0 0,-1 1 1 0 0,1 0-1 0 0,21 0 1 0 0,-27 2 131 0 0,0 1 0 0 0,0 0 0 0 0,0 0 0 0 0,0 0 0 0 0,0 1 0 0 0,0 0 0 0 0,14 6 0 0 0,-18-6 58 0 0,0 1 0 0 0,1-1 0 0 0,-1 1 0 0 0,0 0 0 0 0,0 0 0 0 0,-1 0 0 0 0,1 0 0 0 0,0 1 0 0 0,-1 0 0 0 0,0-1 0 0 0,0 1 0 0 0,0 1 0 0 0,3 6 0 0 0,-4-8-20 0 0,-1-1 1 0 0,1 1 0 0 0,-1 0-1 0 0,0 0 1 0 0,0 0 0 0 0,-1 0-1 0 0,1 0 1 0 0,0 1 0 0 0,-1-1-1 0 0,0 0 1 0 0,0 0 0 0 0,0 0-1 0 0,0 0 1 0 0,0 0 0 0 0,-1 1-1 0 0,1-1 1 0 0,-1 0 0 0 0,0 0-1 0 0,-2 4 1 0 0,1-3 24 0 0,-1 0 1 0 0,1 0-1 0 0,-1 0 1 0 0,0 0-1 0 0,0-1 1 0 0,-1 1-1 0 0,1-1 0 0 0,-1 0 1 0 0,0 0-1 0 0,1 0 1 0 0,-8 4-1 0 0,-5 0 91 0 0,1 1-1 0 0,-1-2 1 0 0,-1 0-1 0 0,1-1 1 0 0,-1-1 0 0 0,-18 3-1 0 0,-1-2 66 0 0,0-1-1 0 0,0-2 0 0 0,0-1 1 0 0,-1-2-1 0 0,-46-7 0 0 0,80 8-209 0 0,1 0-6 0 0,0-1 1 0 0,-1 1-1 0 0,1-1 1 0 0,0 1-1 0 0,0-1 1 0 0,-1 1-1 0 0,1-1 1 0 0,0 0-1 0 0,0 0 1 0 0,0 0-1 0 0,0-1 1 0 0,-3-1-1 0 0,5-2-151 0 0,7 1-14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8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3679 0 0,'2'169'8694'0'0,"0"-2"-5357"0"0,-2-141-2948 0 0,1-7-124 0 0,-1-1 0 0 0,-1 1 0 0 0,-6 33 0 0 0,6-50-653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9.1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5 134 8287 0 0,'-1'-6'33'0'0,"0"2"159"0"0,0 1-1 0 0,1-1 1 0 0,-1 0-1 0 0,1 0 1 0 0,0 0-1 0 0,0-6 1 0 0,1 8 37 0 0,0 0 0 0 0,0 0 0 0 0,0 0 0 0 0,0-1-1 0 0,0 1 1 0 0,0 1 0 0 0,0-1 0 0 0,0 0 0 0 0,1 0 0 0 0,-1 0 0 0 0,1 1 0 0 0,0-1 0 0 0,3-2 0 0 0,4-3-4 0 0,1 0-1 0 0,0 0 1 0 0,1 1 0 0 0,-1 1 0 0 0,1 0 0 0 0,1 0-1 0 0,-1 1 1 0 0,0 0 0 0 0,14-2 0 0 0,-6 3-127 0 0,1 0 1 0 0,1 1 0 0 0,-1 0 0 0 0,33 3-1 0 0,-45 0-69 0 0,-1 1 0 0 0,1-1-1 0 0,0 1 1 0 0,-1 0 0 0 0,1 1 0 0 0,-1 0-1 0 0,0 0 1 0 0,0 1 0 0 0,0 0 0 0 0,0 0-1 0 0,-1 0 1 0 0,0 1 0 0 0,0 0 0 0 0,0 0-1 0 0,0 1 1 0 0,-1-1 0 0 0,0 1 0 0 0,7 11-1 0 0,-8-13-11 0 0,-2 1 0 0 0,1 0 0 0 0,0 0 0 0 0,-1 0-1 0 0,0 0 1 0 0,0 0 0 0 0,-1 1 0 0 0,1-1 0 0 0,-1 1-1 0 0,0-1 1 0 0,-1 1 0 0 0,1-1 0 0 0,-1 1 0 0 0,0 0-1 0 0,0-1 1 0 0,-1 1 0 0 0,0-1 0 0 0,0 1 0 0 0,0-1 0 0 0,-1 0-1 0 0,0 1 1 0 0,0-1 0 0 0,0 0 0 0 0,0 0 0 0 0,-1 0-1 0 0,-4 6 1 0 0,1-4-22 0 0,0 0 0 0 0,0-1 0 0 0,0 1 0 0 0,-1-2 0 0 0,0 1 0 0 0,0-1 0 0 0,0 0 0 0 0,-1 0 0 0 0,1-1 0 0 0,-1 0 0 0 0,0-1 0 0 0,-1 1 0 0 0,1-1 0 0 0,-1-1 0 0 0,-12 3 0 0 0,11-4-1 0 0,0 1 0 0 0,-1-1 0 0 0,1-1 0 0 0,0 0-1 0 0,-1 0 1 0 0,1-1 0 0 0,-1-1 0 0 0,1 0 0 0 0,0 0 0 0 0,0-1 0 0 0,0 0-1 0 0,-18-8 1 0 0,25 9 18 0 0,-1 0 0 0 0,1 0-1 0 0,0-1 1 0 0,-1 1 0 0 0,1-1 0 0 0,0 0-1 0 0,1 0 1 0 0,-4-4 0 0 0,5 7-8 0 0,1-1-1 0 0,0 1 1 0 0,-1-1 0 0 0,1 0 0 0 0,0 1-1 0 0,-1-1 1 0 0,1 0 0 0 0,0 1 0 0 0,0-1-1 0 0,-1 0 1 0 0,1 1 0 0 0,0-1 0 0 0,0 0-1 0 0,0 1 1 0 0,0-1 0 0 0,0 0 0 0 0,0 0-1 0 0,0 1 1 0 0,0-1 0 0 0,1-1 0 0 0,-1 2-2 0 0,1-1 1 0 0,-1 0-1 0 0,1 0 1 0 0,0 0 0 0 0,0 1-1 0 0,-1-1 1 0 0,1 0-1 0 0,0 1 1 0 0,0-1-1 0 0,0 0 1 0 0,-1 1 0 0 0,1-1-1 0 0,0 1 1 0 0,0 0-1 0 0,0-1 1 0 0,0 1-1 0 0,0 0 1 0 0,2-1 0 0 0,11-1-102 0 0,-1 0 0 0 0,1 1 0 0 0,0 1 0 0 0,0 0 0 0 0,-1 1 0 0 0,1 0 0 0 0,0 1 0 0 0,21 6 0 0 0,-16-5-1036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29:5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19 142 7367 0 0,'-2'7'607'0'0,"0"-1"-1"0"0,1 1 0 0 0,-1-1 1 0 0,2 1-1 0 0,-1-1 0 0 0,1 1 0 0 0,0 8 1 0 0,0 4-196 0 0,-1 3 464 0 0,5 32 1 0 0,0 5 1199 0 0,-14-95-1059 0 0,6 12-952 0 0,2 0 0 0 0,0-1 0 0 0,4-47 0 0 0,-1 63-75 0 0,0 0 0 0 0,0 0 0 0 0,1 0 0 0 0,1 0 0 0 0,0 0 0 0 0,0 0 0 0 0,0 1 0 0 0,1-1 0 0 0,0 1 0 0 0,1 0 0 0 0,0 0 0 0 0,0 0 0 0 0,10-10 0 0 0,-10 14-1 0 0,0-1 0 0 0,1 0 1 0 0,0 1-1 0 0,0 0 0 0 0,0 1 0 0 0,0-1 1 0 0,1 1-1 0 0,-1 1 0 0 0,1-1 1 0 0,0 1-1 0 0,11-2 0 0 0,-14 3 10 0 0,0 0 0 0 0,1 1 0 0 0,-1-1 0 0 0,0 1 0 0 0,1 0 0 0 0,-1 1 0 0 0,1-1 0 0 0,-1 1 0 0 0,0 0 0 0 0,1 0 0 0 0,-1 0 0 0 0,0 0 0 0 0,0 1 0 0 0,0 0-1 0 0,0-1 1 0 0,0 2 0 0 0,0-1 0 0 0,-1 0 0 0 0,7 6 0 0 0,-5-2 9 0 0,0 0 0 0 0,0 1 0 0 0,-1-1 0 0 0,0 1 0 0 0,0 0 0 0 0,0 0 0 0 0,-1 0 0 0 0,0 1 0 0 0,-1-1 0 0 0,0 1 0 0 0,0-1 0 0 0,0 1 0 0 0,-1 0 0 0 0,0 0 0 0 0,-1 0 0 0 0,0 13 0 0 0,-1-16-15 0 0,1 0 0 0 0,-1 0 0 0 0,0 0 0 0 0,0 0 0 0 0,0 0 0 0 0,-1 0 1 0 0,0 0-1 0 0,0 0 0 0 0,0-1 0 0 0,-1 1 0 0 0,-5 7 0 0 0,6-9-24 0 0,-1 0 1 0 0,0 0-1 0 0,0-1 1 0 0,0 1-1 0 0,0-1 1 0 0,0 0-1 0 0,-1 0 1 0 0,1 0-1 0 0,-1 0 1 0 0,1 0-1 0 0,-1-1 1 0 0,0 0-1 0 0,1 1 1 0 0,-1-1-1 0 0,0-1 1 0 0,-8 2-1 0 0,-6-2-134 0 0,8 1 444 0 0,26 11 162 0 0,1-3-124 0 0,30 14-1 0 0,6 2 38 0 0,-38-17-230 0 0,1 0 0 0 0,0-1 0 0 0,17 4 0 0 0,-26-8-326 0 0,1-1-1 0 0,0-1 0 0 0,-1 1 0 0 0,1-1 1 0 0,0-1-1 0 0,0 0 0 0 0,0 0 0 0 0,0 0 1 0 0,7-2-1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0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1 188 11519 0 0,'1'4'353'0'0,"0"0"-1"0"0,1 0 1 0 0,0-1 0 0 0,0 1-1 0 0,0-1 1 0 0,1 1-1 0 0,-1-1 1 0 0,1 0-1 0 0,-1 0 1 0 0,7 6 0 0 0,-5-5-256 0 0,1 0 30 0 0,0 0 0 0 0,0 0-1 0 0,0 0 1 0 0,1 0-1 0 0,-1-1 1 0 0,1 0 0 0 0,0 0-1 0 0,0-1 1 0 0,0 0 0 0 0,0 0-1 0 0,0 0 1 0 0,1 0 0 0 0,-1-1-1 0 0,0 0 1 0 0,1-1 0 0 0,-1 1-1 0 0,1-1 1 0 0,-1 0-1 0 0,1-1 1 0 0,-1 0 0 0 0,1 0-1 0 0,-1 0 1 0 0,0-1 0 0 0,11-4-1 0 0,-7 3-36 0 0,-1-1 0 0 0,1 0 0 0 0,-1-1 0 0 0,0 0 0 0 0,-1 0 0 0 0,1-1-1 0 0,-1 0 1 0 0,0-1 0 0 0,0 0 0 0 0,-1 0 0 0 0,0 0 0 0 0,0-1 0 0 0,-1 0-1 0 0,0-1 1 0 0,6-10 0 0 0,-10 15-87 0 0,0 0 0 0 0,0 0 0 0 0,0 0 0 0 0,-1 0 0 0 0,0-1 0 0 0,1 1 0 0 0,-1 0 0 0 0,-1-1-1 0 0,1 1 1 0 0,-1-1 0 0 0,0 1 0 0 0,0-1 0 0 0,0 1 0 0 0,-1-1 0 0 0,1 1 0 0 0,-1-1 0 0 0,0 1 0 0 0,0 0 0 0 0,-1-1 0 0 0,1 1 0 0 0,-1 0-1 0 0,0 0 1 0 0,0 0 0 0 0,0 0 0 0 0,-1 0 0 0 0,1 1 0 0 0,-1-1 0 0 0,0 1 0 0 0,0-1 0 0 0,0 1 0 0 0,-1 0 0 0 0,1 1 0 0 0,-1-1 0 0 0,0 0-1 0 0,1 1 1 0 0,-1 0 0 0 0,0 0 0 0 0,0 0 0 0 0,-1 0 0 0 0,1 1 0 0 0,0-1 0 0 0,-1 1 0 0 0,1 0 0 0 0,0 1 0 0 0,-1-1 0 0 0,-5 1 0 0 0,-4 0-55 0 0,1 1 1 0 0,-1 1 0 0 0,1 0 0 0 0,0 1 0 0 0,0 1 0 0 0,0 0 0 0 0,0 1 0 0 0,1 0 0 0 0,-1 1-1 0 0,1 0 1 0 0,1 1 0 0 0,-1 0 0 0 0,1 1 0 0 0,-12 10 0 0 0,20-15 41 0 0,1 0 1 0 0,-1-1-1 0 0,1 1 1 0 0,0 0-1 0 0,0 0 1 0 0,0 1 0 0 0,1-1-1 0 0,-1 0 1 0 0,1 0-1 0 0,-1 1 1 0 0,1-1-1 0 0,0 1 1 0 0,0 0-1 0 0,1-1 1 0 0,-1 1-1 0 0,1-1 1 0 0,0 7-1 0 0,0-8-33 0 0,0 0 0 0 0,0 0 0 0 0,1 0 0 0 0,-1 0 0 0 0,1 0 0 0 0,0 0 0 0 0,0 0 0 0 0,0 0 0 0 0,0 0 0 0 0,0 0 0 0 0,0 0 0 0 0,0-1 0 0 0,0 1 0 0 0,1 0 0 0 0,-1-1 0 0 0,1 1 0 0 0,-1-1 0 0 0,1 1 0 0 0,-1-1 0 0 0,1 0 0 0 0,0 0 0 0 0,0 1 0 0 0,0-1 0 0 0,0-1 0 0 0,0 1 0 0 0,0 0 0 0 0,0 0 0 0 0,0-1 0 0 0,0 1 0 0 0,0-1 0 0 0,2 1 0 0 0,51 3-1641 0 0,-18-4-2992 0 0,-11-2-312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0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5983 0 0,'3'63'7212'0'0,"19"83"-5790"0"0,-21-142-1347 0 0,11 45 795 0 0,-11-46-794 0 0,0 0-1 0 0,0 0 1 0 0,0 0 0 0 0,1-1 0 0 0,-1 1-1 0 0,1 0 1 0 0,0-1 0 0 0,0 1-1 0 0,0-1 1 0 0,0 0 0 0 0,0 1-1 0 0,0-1 1 0 0,4 3 0 0 0,-5-5-102 0 0,-1 0 0 0 0,0 0-1 0 0,1 1 1 0 0,-1-1 0 0 0,1 0 0 0 0,-1 0 0 0 0,0 0 0 0 0,1 0-1 0 0,-1 0 1 0 0,1 0 0 0 0,-1 0 0 0 0,1 0 0 0 0,-1 0 0 0 0,1 0-1 0 0,-1 0 1 0 0,1 0 0 0 0,-1 0 0 0 0,1 0 0 0 0,-1 0 0 0 0,0 0-1 0 0,1 0 1 0 0,-1 0 0 0 0,1-1 0 0 0,-1 1 0 0 0,0 0 0 0 0,1 0-1 0 0,-1-1 1 0 0,1 1 0 0 0,-1 0 0 0 0,0 0 0 0 0,1-1 0 0 0,-1 1-1 0 0,0 0 1 0 0,1-1 0 0 0,-1 1 0 0 0,0-1 0 0 0,0 1 0 0 0,1 0-1 0 0,-1-1 1 0 0,0 1 0 0 0,0-1 0 0 0,0 1 0 0 0,0-1 0 0 0,0 1-1 0 0,0 0 1 0 0,1-1 0 0 0,-1 0 0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0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12895 0 0,'0'-3'87'0'0,"1"1"46"0"0,-1-1 0 0 0,1 0 0 0 0,-1 0 1 0 0,1 1-1 0 0,0-1 0 0 0,0 1 0 0 0,2-5 0 0 0,-2 6-109 0 0,-1 0-1 0 0,1 0 0 0 0,0 0 0 0 0,0 1 0 0 0,0-1 1 0 0,0 0-1 0 0,0 1 0 0 0,0-1 0 0 0,0 0 1 0 0,0 1-1 0 0,0 0 0 0 0,0-1 0 0 0,0 1 0 0 0,0 0 1 0 0,0-1-1 0 0,0 1 0 0 0,0 0 0 0 0,0 0 1 0 0,0 0-1 0 0,1 0 0 0 0,-1 0 0 0 0,0 0 0 0 0,1 0 1 0 0,217 19 1081 0 0,-174-13-1127 0 0,-1 2-1 0 0,80 26 0 0 0,-111-29 89 0 0,-1 0 0 0 0,0 0 0 0 0,0 1 0 0 0,-1 0 0 0 0,0 1 1 0 0,0 1-1 0 0,0 0 0 0 0,-1 0 0 0 0,11 12 0 0 0,-16-15-1 0 0,-1 0 0 0 0,0 0-1 0 0,-1 1 1 0 0,1-1 0 0 0,-1 1 0 0 0,0 0-1 0 0,0 0 1 0 0,-1 0 0 0 0,0 0 0 0 0,0 0 0 0 0,0 1-1 0 0,-1-1 1 0 0,0 1 0 0 0,0-1 0 0 0,-1 1-1 0 0,1 0 1 0 0,-2-1 0 0 0,1 1 0 0 0,-1-1-1 0 0,-1 8 1 0 0,-2 4 203 0 0,-12 28-1 0 0,10-31 24 0 0,1 0 0 0 0,-5 24 0 0 0,10-39-270 0 0,0 0-1 0 0,0 1 1 0 0,-1-1 0 0 0,1 1-1 0 0,0-1 1 0 0,0 1-1 0 0,0-1 1 0 0,0 1-1 0 0,0-1 1 0 0,0 1 0 0 0,0-1-1 0 0,0 1 1 0 0,0-1-1 0 0,0 0 1 0 0,1 1 0 0 0,-1-1-1 0 0,0 1 1 0 0,0-1-1 0 0,0 1 1 0 0,1-1-1 0 0,-1 1 1 0 0,0-1 0 0 0,0 0-1 0 0,1 1 1 0 0,-1-1-1 0 0,0 0 1 0 0,1 1-1 0 0,-1-1 1 0 0,0 0 0 0 0,1 1-1 0 0,15-2 314 0 0,18-18-69 0 0,-31 17-223 0 0,10-7 0 0 0,0-1-1 0 0,-1-1 1 0 0,0 0 0 0 0,-1-1 0 0 0,0 0 0 0 0,0 0 0 0 0,-2-1-1 0 0,0-1 1 0 0,0 0 0 0 0,-1 0 0 0 0,-1 0 0 0 0,0-1-1 0 0,8-29 1 0 0,-13 40-38 0 0,-2 0-1 0 0,1 0 1 0 0,0 0-1 0 0,-1-1 1 0 0,1 1-1 0 0,-1 0 1 0 0,-1 0-1 0 0,1 0 1 0 0,0 0-1 0 0,-1 0 1 0 0,0 0-1 0 0,0 0 1 0 0,0 0-1 0 0,0 0 1 0 0,-1 0-1 0 0,0 0 1 0 0,-3-5-1 0 0,3 6-3 0 0,0 0 0 0 0,-1 0 1 0 0,1 1-1 0 0,-1-1 0 0 0,0 1 0 0 0,1 0 0 0 0,-1 0 0 0 0,0 0 0 0 0,-1 0 0 0 0,1 0 0 0 0,0 0 0 0 0,0 1 0 0 0,-1 0 0 0 0,1 0 0 0 0,-1 0 0 0 0,1 0 0 0 0,-1 0 0 0 0,0 0 0 0 0,1 1 0 0 0,-5 0 0 0 0,-3 0-19 0 0,1 1 1 0 0,-1 0-1 0 0,1 0 0 0 0,0 1 0 0 0,0 1 1 0 0,0 0-1 0 0,-14 6 0 0 0,17-7-4 0 0,0 2 0 0 0,0-1 0 0 0,0 1-1 0 0,1 0 1 0 0,-1 1 0 0 0,1-1 0 0 0,0 1 0 0 0,0 0-1 0 0,1 1 1 0 0,-9 9 0 0 0,14-14-13 0 0,-1 0 0 0 0,0 0 0 0 0,1 0 1 0 0,-1 0-1 0 0,1 0 0 0 0,-1 0 0 0 0,1 0 0 0 0,-1 1 1 0 0,1-1-1 0 0,0 0 0 0 0,-1 0 0 0 0,1 0 0 0 0,0 0 0 0 0,0 0 1 0 0,0 1-1 0 0,0-1 0 0 0,0 0 0 0 0,0 0 0 0 0,0 0 1 0 0,1 1-1 0 0,-1-1 0 0 0,0 0 0 0 0,1 1 0 0 0,0 0-41 0 0,0 0 0 0 0,1 0-1 0 0,-1-1 1 0 0,0 1 0 0 0,1-1 0 0 0,-1 1-1 0 0,1-1 1 0 0,0 1 0 0 0,-1-1 0 0 0,1 0-1 0 0,3 2 1 0 0,6 2-763 0 0,0 0 0 0 0,-1-1 0 0 0,21 4 0 0 0,-27-7 400 0 0,19 4-5112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1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282 3 7367 0 0,'0'-1'151'0'0,"-1"1"0"0"0,1 0-1 0 0,-1 0 1 0 0,1-1-1 0 0,-1 1 1 0 0,0 0-1 0 0,1 0 1 0 0,-1 0 0 0 0,1 0-1 0 0,-1 0 1 0 0,0 0-1 0 0,1 0 1 0 0,-1 0-1 0 0,0 0 1 0 0,1 0 0 0 0,-1 0-1 0 0,1 1 1 0 0,-1-1-1 0 0,0 0 1 0 0,1 0-1 0 0,-1 1 1 0 0,1-1 0 0 0,-1 0-1 0 0,1 1 1 0 0,-1-1-1 0 0,1 0 1 0 0,-1 1-1 0 0,0 0 1 0 0,-22 15 1567 0 0,18-13-1637 0 0,-12 9 252 0 0,-89 65 910 0 0,88-63-767 0 0,2 0 1 0 0,0 2 0 0 0,-25 31-1 0 0,38-44-276 0 0,0 1 0 0 0,1 0 0 0 0,-1 0-1 0 0,1 0 1 0 0,0 0 0 0 0,1 1 0 0 0,-1-1 0 0 0,-1 9-1 0 0,2-11-115 0 0,1 0-1 0 0,0-1 0 0 0,0 1 0 0 0,0 0 0 0 0,0-1 1 0 0,0 1-1 0 0,0-1 0 0 0,1 1 0 0 0,-1 0 0 0 0,0-1 1 0 0,1 1-1 0 0,0-1 0 0 0,-1 1 0 0 0,1-1 0 0 0,0 1 1 0 0,0-1-1 0 0,-1 1 0 0 0,1-1 0 0 0,0 0 1 0 0,0 0-1 0 0,1 1 0 0 0,-1-1 0 0 0,0 0 0 0 0,0 0 1 0 0,1 0-1 0 0,-1 0 0 0 0,3 1 0 0 0,9 5 138 0 0,1-2 0 0 0,-1 0-1 0 0,1 0 1 0 0,0-1 0 0 0,0-1 0 0 0,1 0-1 0 0,-1-1 1 0 0,0-1 0 0 0,30-1-1 0 0,-18-1-939 0 0,0-2-1 0 0,0 0 0 0 0,0-2 0 0 0,42-13 0 0 0,-59 15-800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1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112 192 2303 0 0,'0'4'1398'0'0,"0"-1"-1"0"0,1 1 1 0 0,-1-1-1 0 0,1 0 0 0 0,0 1 1 0 0,0-1-1 0 0,2 6 0 0 0,-1-6-881 0 0,0 1-1 0 0,0-1 0 0 0,0 0 1 0 0,0 0-1 0 0,0 0 0 0 0,6 5 1 0 0,-6-6-437 0 0,0 0 0 0 0,0 0 0 0 0,0 0 0 0 0,1-1 0 0 0,-1 1 1 0 0,1-1-1 0 0,-1 0 0 0 0,1 1 0 0 0,0-1 0 0 0,-1 0 0 0 0,1-1 1 0 0,0 1-1 0 0,-1 0 0 0 0,1-1 0 0 0,0 0 0 0 0,0 1 0 0 0,0-1 1 0 0,0 0-1 0 0,-1-1 0 0 0,1 1 0 0 0,4-1 0 0 0,2-2 10 0 0,-1 0 0 0 0,1-1 0 0 0,-1 0 0 0 0,0 0 0 0 0,0-1 0 0 0,0 0 0 0 0,-1 0 0 0 0,0-1 0 0 0,0 0 0 0 0,0 0 0 0 0,-1-1 0 0 0,1 0 0 0 0,-2 0 0 0 0,1 0 0 0 0,7-14 0 0 0,-11 18-78 0 0,0-1 0 0 0,1-1 0 0 0,-2 1 1 0 0,1 0-1 0 0,0 0 0 0 0,-1-1 0 0 0,0 1 1 0 0,0 0-1 0 0,0-1 0 0 0,-1 1 0 0 0,0-1 0 0 0,1 1 1 0 0,-1-1-1 0 0,-1 0 0 0 0,1 1 0 0 0,-1-1 1 0 0,0 1-1 0 0,0 0 0 0 0,0-1 0 0 0,0 1 1 0 0,-1 0-1 0 0,0-1 0 0 0,0 1 0 0 0,0 0 0 0 0,0 0 1 0 0,-1 1-1 0 0,1-1 0 0 0,-1 0 0 0 0,0 1 1 0 0,0 0-1 0 0,-1-1 0 0 0,1 1 0 0 0,-5-3 1 0 0,2 2-13 0 0,0 1 0 0 0,0 0 0 0 0,-1 0 0 0 0,1 0 0 0 0,-1 0 0 0 0,0 1 0 0 0,1 0 0 0 0,-1 1 0 0 0,0 0 0 0 0,0 0 0 0 0,0 0 0 0 0,0 1 0 0 0,0 0 0 0 0,0 0 0 0 0,0 1 0 0 0,-11 2 0 0 0,5-1-101 0 0,-1 1 1 0 0,1 1 0 0 0,-1 0-1 0 0,1 1 1 0 0,1 1-1 0 0,-1 0 1 0 0,-17 11 0 0 0,26-14 1 0 0,-1 0 0 0 0,1 0 1 0 0,0 1-1 0 0,0 0 0 0 0,0-1 1 0 0,1 1-1 0 0,-1 1 0 0 0,1-1 1 0 0,0 0-1 0 0,-3 8 0 0 0,5-11-6 0 0,0 1 0 0 0,1-1 0 0 0,-1 1 0 0 0,1-1 0 0 0,0 1 0 0 0,0 0-1 0 0,-1-1 1 0 0,1 1 0 0 0,0 0 0 0 0,0-1 0 0 0,0 1 0 0 0,1-1 0 0 0,-1 1-1 0 0,0 0 1 0 0,0-1 0 0 0,1 1 0 0 0,-1-1 0 0 0,1 1 0 0 0,0-1 0 0 0,-1 1 0 0 0,1-1-1 0 0,0 1 1 0 0,0-1 0 0 0,0 0 0 0 0,0 1 0 0 0,0-1 0 0 0,0 0 0 0 0,0 0-1 0 0,1 0 1 0 0,-1 0 0 0 0,0 0 0 0 0,1 0 0 0 0,-1 0 0 0 0,0 0 0 0 0,1 0 0 0 0,-1-1-1 0 0,3 2 1 0 0,10 2-1622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1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10591 0 0,'-4'19'2338'0'0,"-34"73"-487"0"0,2-5-1445 0 0,32-75-156 0 0,1 0 1 0 0,0 0 0 0 0,1 0-1 0 0,0 0 1 0 0,0 18 0 0 0,2-28-151 0 0,0 1 1 0 0,0-1-1 0 0,0 0 1 0 0,1 0-1 0 0,-1 0 0 0 0,1 1 1 0 0,-1-1-1 0 0,1 0 1 0 0,0 0-1 0 0,0 0 1 0 0,0 0-1 0 0,0 0 0 0 0,0 0 1 0 0,0 0-1 0 0,1-1 1 0 0,-1 1-1 0 0,1 0 0 0 0,-1-1 1 0 0,1 1-1 0 0,-1-1 1 0 0,1 1-1 0 0,0-1 1 0 0,0 0-1 0 0,0 1 0 0 0,0-1 1 0 0,0 0-1 0 0,0-1 1 0 0,0 1-1 0 0,0 0 1 0 0,4 0-1 0 0,5 2-45 0 0,1-1 0 0 0,0-1 0 0 0,0 0 0 0 0,19-1 1 0 0,-9 0 634 0 0,-5 0-567 0 0,7 0-302 0 0,0 1-1 0 0,0 1 1 0 0,0 1 0 0 0,45 12-1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5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35 5063 0 0,'2'-6'148'0'0,"-1"0"-1"0"0,1 0 0 0 0,9-11 6779 0 0,-8 35-5684 0 0,-5 32-411 0 0,-1 0 1 0 0,-2 0 0 0 0,-3 0 0 0 0,-14 48-1 0 0,8-38-95 0 0,3 0 0 0 0,-4 68 0 0 0,15-128-735 0 0,1 33 256 0 0,-1-31-259 0 0,0-1 0 0 0,0 0 0 0 0,1 0-1 0 0,-1 0 1 0 0,0 0 0 0 0,0 1 0 0 0,1-1 0 0 0,-1 0 0 0 0,0 0-1 0 0,1 0 1 0 0,-1 0 0 0 0,1 0 0 0 0,0 0 0 0 0,-1 0-1 0 0,1 0 1 0 0,0 0 0 0 0,-1 0 0 0 0,1 0 0 0 0,0-1 0 0 0,0 1-1 0 0,0 0 1 0 0,0 0 0 0 0,0-1 0 0 0,0 1 0 0 0,2 0 0 0 0,-2-1-113 0 0,0 0 1 0 0,0 0 0 0 0,0-1-1 0 0,0 1 1 0 0,0 0 0 0 0,0-1-1 0 0,0 1 1 0 0,0-1 0 0 0,0 1 0 0 0,-1-1-1 0 0,1 1 1 0 0,0-1 0 0 0,0 0-1 0 0,0 1 1 0 0,-1-1 0 0 0,1 0 0 0 0,0 0-1 0 0,-1 1 1 0 0,1-1 0 0 0,-1 0-1 0 0,1 0 1 0 0,-1 0 0 0 0,1 0 0 0 0,0-1-1 0 0,3-8-1333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 5063 0 0,'-4'-9'4536'0'0,"10"16"-2036"0"0,10 17-1137 0 0,36 71 734 0 0,5-2 0 0 0,79 99 0 0 0,-108-156-1858 0 0,25 41 0 0 0,-53-76-294 0 0,0-1 0 0 0,0 0 0 0 0,0 0-1 0 0,1 0 1 0 0,-1 0 0 0 0,0 1 0 0 0,0-1 0 0 0,0 0-1 0 0,0 0 1 0 0,0 0 0 0 0,0 1 0 0 0,0-1 0 0 0,0 0-1 0 0,1 0 1 0 0,-1 1 0 0 0,0-1 0 0 0,0 0 0 0 0,0 0-1 0 0,0 0 1 0 0,0 1 0 0 0,0-1 0 0 0,0 0 0 0 0,0 0 0 0 0,-1 1-1 0 0,1-1 1 0 0,0 0 0 0 0,0 0 0 0 0,0 0 0 0 0,0 1-1 0 0,0-1 1 0 0,0 0 0 0 0,0 0 0 0 0,0 0 0 0 0,0 1-1 0 0,-1-1 1 0 0,1 0 0 0 0,0 0 0 0 0,0 0 0 0 0,0 0-1 0 0,0 0 1 0 0,-1 1 0 0 0,1-1 0 0 0,0 0 0 0 0,0 0-1 0 0,0 0 1 0 0,-1 0 0 0 0,1 0 0 0 0,0 0 0 0 0,0 0-1 0 0,0 0 1 0 0,-1 0 0 0 0,1 0 0 0 0,0 0 0 0 0,0 0-1 0 0,-1 0 1 0 0,1 0 0 0 0,0 0 0 0 0,0 0 0 0 0,0 0-1 0 0,-1 0 1 0 0,1 0 0 0 0,0 0 0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6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7831 0 0,'6'3'1289'0'0,"0"-1"0"0"0,1 0 0 0 0,-1 0-1 0 0,11 2 1 0 0,33 1 1483 0 0,61-9-2455 0 0,-49 0 422 0 0,-53 4-1067 0 0,43 0 1130 0 0,-17 3-6198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6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38 4143 0 0,'5'-38'408'0'0,"5"83"7196"0"0,-5-3-6196 0 0,-2-1 0 0 0,-4 67 0 0 0,-17 83-979 0 0,13-150 65 0 0,3-27-411 0 0,0-3-23 0 0,0 1-1 0 0,1 0 1 0 0,0 0 0 0 0,1 0 0 0 0,1 0 0 0 0,0 0-1 0 0,4 23 1 0 0,-5-35-79 0 0,1 1-1 0 0,-1-1 1 0 0,0 0 0 0 0,0 1-1 0 0,0-1 1 0 0,0 1-1 0 0,0-1 1 0 0,0 0 0 0 0,1 1-1 0 0,-1-1 1 0 0,0 0-1 0 0,0 1 1 0 0,0-1 0 0 0,1 0-1 0 0,-1 1 1 0 0,0-1-1 0 0,0 0 1 0 0,1 0 0 0 0,-1 1-1 0 0,0-1 1 0 0,1 0-1 0 0,-1 0 1 0 0,0 0 0 0 0,1 1-1 0 0,-1-1 1 0 0,1 0-1 0 0,-1 0 1 0 0,0 0 0 0 0,1 0-1 0 0,-1 0 1 0 0,0 0-1 0 0,1 0 1 0 0,-1 0 0 0 0,1 0-1 0 0,-1 0 1 0 0,0 0-1 0 0,1 0 1 0 0,-1 0-1 0 0,1 0 1 0 0,-1 0 0 0 0,0 0-1 0 0,1 0 1 0 0,-1 0-1 0 0,0 0 1 0 0,1-1 0 0 0,-1 1-1 0 0,1 0 1 0 0,-1 0-1 0 0,0 0 1 0 0,0-1 0 0 0,1 1-1 0 0,-1 0 1 0 0,0-1-1 0 0,1 1 1 0 0,-1-1 0 0 0,6-5-1287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7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8751 0 0,'73'136'6544'0'0,"-40"-78"-5322"0"0,3-2 0 0 0,3-1 0 0 0,61 67 0 0 0,-91-113-930 0 0,0 1-1 0 0,18 11 1 0 0,-24-18-231 0 0,1 0 1 0 0,0-1-1 0 0,1 1 1 0 0,-1-1-1 0 0,0 0 1 0 0,1 0-1 0 0,-1-1 1 0 0,1 1-1 0 0,-1-1 0 0 0,8 1 1 0 0,-10-2-43 0 0,0 0 0 0 0,0-1 0 0 0,1 1 0 0 0,-1 0 0 0 0,0-1 0 0 0,0 0 0 0 0,0 1 0 0 0,0-1 0 0 0,0 0 0 0 0,0 0 0 0 0,0 0 0 0 0,0 0 0 0 0,0-1 0 0 0,0 1 1 0 0,-1 0-1 0 0,1-1 0 0 0,0 1 0 0 0,-1-1 0 0 0,1 0 0 0 0,-1 1 0 0 0,0-1 0 0 0,1 0 0 0 0,-1 0 0 0 0,0 0 0 0 0,0 0 0 0 0,0 0 0 0 0,-1 0 0 0 0,1 0 0 0 0,0 0 0 0 0,0-4 0 0 0,2-7 68 0 0,0-1-1 0 0,-1 1 0 0 0,1-23 1 0 0,-3 33-70 0 0,-1-24 29 0 0,0 0-1 0 0,-2 0 1 0 0,-1 0 0 0 0,-1 0-1 0 0,-1 1 1 0 0,-2 0-1 0 0,0 0 1 0 0,-2 1 0 0 0,-15-30-1 0 0,15 40-64 0 0,8 12 14 0 0,0 1 1 0 0,0 0 0 0 0,1 0-1 0 0,-1-1 1 0 0,1 1-1 0 0,0 0 1 0 0,0-1 0 0 0,0 1-1 0 0,0-1 1 0 0,0 0 0 0 0,0-2-1 0 0,4 5-249 0 0,0 0 1 0 0,0 0-1 0 0,1 1 0 0 0,-1-1 0 0 0,0 1 1 0 0,0 0-1 0 0,0 0 0 0 0,3 1 0 0 0,-5-2 22 0 0,24 8-3848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07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20 9215 0 0,'-5'-19'1574'0'0,"4"30"1293"0"0,5 34-905 0 0,-1-25-1649 0 0,1 1 0 0 0,1-1-1 0 0,1 0 1 0 0,0 0 0 0 0,2-1 0 0 0,0 0 0 0 0,13 21 0 0 0,-17-33-226 0 0,0-1 0 0 0,0 0 0 0 0,1 0 0 0 0,0 0 0 0 0,0-1 0 0 0,0 1 0 0 0,1-1 0 0 0,0 0 0 0 0,0-1 0 0 0,0 0 0 0 0,0 0 0 0 0,1 0 0 0 0,0-1 0 0 0,0 1 0 0 0,0-2 0 0 0,0 1 0 0 0,0-1 0 0 0,0 0 0 0 0,1-1 0 0 0,-1 1 0 0 0,1-1 0 0 0,-1-1 0 0 0,9 0 0 0 0,-5-1-111 0 0,1 0 0 0 0,0-1 0 0 0,0 0 0 0 0,-1-1 0 0 0,1-1 0 0 0,-1 0 0 0 0,0 0 0 0 0,0-1 0 0 0,0 0 0 0 0,-1-1 0 0 0,0-1 0 0 0,0 1 0 0 0,0-1 0 0 0,-1-1 0 0 0,0 0 1 0 0,-1 0-1 0 0,0-1 0 0 0,0 0 0 0 0,0 0 0 0 0,10-20 0 0 0,-18 29 23 0 0,0 0 0 0 0,0 0 0 0 0,0 1 0 0 0,0-1 0 0 0,0 0 0 0 0,0 0-1 0 0,0 0 1 0 0,0 0 0 0 0,0 0 0 0 0,0 0 0 0 0,0 0 0 0 0,0 0 0 0 0,0 0 0 0 0,0 0 0 0 0,0 0 0 0 0,-1 0 0 0 0,1 0 0 0 0,0 0 0 0 0,0 0 0 0 0,0 0 0 0 0,0 0 0 0 0,0 0-1 0 0,0 0 1 0 0,0 0 0 0 0,0 0 0 0 0,0 0 0 0 0,0 0 0 0 0,0 0 0 0 0,0 0 0 0 0,0 0 0 0 0,0 0 0 0 0,0 0 0 0 0,0 0 0 0 0,0 0 0 0 0,0-1 0 0 0,0 1 0 0 0,0 0 0 0 0,-1 0 0 0 0,1 0-1 0 0,0 0 1 0 0,0 0 0 0 0,0 0 0 0 0,0 0 0 0 0,0 0 0 0 0,0 0 0 0 0,0 0 0 0 0,0 0 0 0 0,0 0 0 0 0,0 0 0 0 0,0 0 0 0 0,0 0 0 0 0,0 0 0 0 0,0 0 0 0 0,-8 5 93 0 0,-10 10 201 0 0,-106 134 1112 0 0,73-84-1001 0 0,21-28-160 0 0,-33 55 1 0 0,56-80-230 0 0,0 1 1 0 0,0-1-1 0 0,2 1 1 0 0,0 0-1 0 0,0 0 1 0 0,1 1-1 0 0,1 0 1 0 0,0-1 0 0 0,-1 18-1 0 0,4-29-82 0 0,0 1-1 0 0,0-1 1 0 0,0 0 0 0 0,0 0-1 0 0,0 1 1 0 0,1-1-1 0 0,-1 0 1 0 0,1 0 0 0 0,-1 0-1 0 0,1 1 1 0 0,0-1 0 0 0,0 0-1 0 0,0 0 1 0 0,0 0-1 0 0,0 0 1 0 0,1-1 0 0 0,-1 1-1 0 0,0 0 1 0 0,1 0 0 0 0,-1-1-1 0 0,1 1 1 0 0,0-1-1 0 0,0 0 1 0 0,-1 1 0 0 0,1-1-1 0 0,0 0 1 0 0,3 1 0 0 0,12 4-1015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3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312 179 2759 0 0,'5'-9'2161'0'0,"14"-32"3269"0"0,-15 33-4929 0 0,-2 1-1 0 0,1-1 1 0 0,2-13-1 0 0,-5 18-439 0 0,1 0 0 0 0,-1 0 0 0 0,0 0 0 0 0,0 0 0 0 0,0 0 0 0 0,0 0 0 0 0,0 0 0 0 0,-1 0 0 0 0,1 0 0 0 0,-1 0 0 0 0,0 0 0 0 0,0 0 0 0 0,0 0 0 0 0,0 0-1 0 0,-1 0 1 0 0,1 0 0 0 0,-1 1 0 0 0,1-1 0 0 0,-1 1 0 0 0,0-1 0 0 0,0 1 0 0 0,0 0 0 0 0,-1-1 0 0 0,1 1 0 0 0,0 0 0 0 0,-6-2 0 0 0,6 2-50 0 0,0 1 1 0 0,0 0-1 0 0,0 0 1 0 0,0 0-1 0 0,0 1 0 0 0,-1-1 1 0 0,1 1-1 0 0,0-1 1 0 0,-1 1-1 0 0,1 0 0 0 0,0-1 1 0 0,-1 1-1 0 0,1 0 1 0 0,0 1-1 0 0,-1-1 1 0 0,1 0-1 0 0,0 1 0 0 0,-1-1 1 0 0,1 1-1 0 0,0 0 1 0 0,0 0-1 0 0,0 0 0 0 0,0 0 1 0 0,0 0-1 0 0,0 0 1 0 0,0 0-1 0 0,0 1 0 0 0,-3 2 1 0 0,-4 4 52 0 0,0 1-1 0 0,0 0 1 0 0,1 1 0 0 0,-8 11-1 0 0,7-9-47 0 0,-24 30 77 0 0,4-7 340 0 0,2 2 1 0 0,-37 64 0 0 0,58-90-367 0 0,1 0 1 0 0,0-1-1 0 0,1 1 0 0 0,0 1 0 0 0,1-1 0 0 0,0 1 1 0 0,0-1-1 0 0,2 1 0 0 0,-1 0 0 0 0,2 0 0 0 0,-1-1 1 0 0,2 1-1 0 0,-1 0 0 0 0,2 0 0 0 0,2 14 1 0 0,-2-19-19 0 0,1 0 0 0 0,-1 0 0 0 0,1-1 0 0 0,0 1 1 0 0,0-1-1 0 0,1 0 0 0 0,0 0 0 0 0,0 0 1 0 0,0 0-1 0 0,1-1 0 0 0,-1 0 0 0 0,1 0 0 0 0,1 0 1 0 0,-1 0-1 0 0,1-1 0 0 0,0 0 0 0 0,7 4 1 0 0,-8-6-33 0 0,1 1 0 0 0,1-1 1 0 0,-1 0-1 0 0,0 0 0 0 0,0-1 1 0 0,1 1-1 0 0,-1-1 1 0 0,1-1-1 0 0,-1 0 0 0 0,1 0 1 0 0,-1 0-1 0 0,1 0 0 0 0,-1-1 1 0 0,1 0-1 0 0,-1-1 0 0 0,0 1 1 0 0,1-1-1 0 0,9-5 1 0 0,50-24 327 0 0,49-19-3744 0 0,-106 48 1911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4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7999 0 0,'-1'12'289'0'0,"0"-1"0"0"0,0 0 0 0 0,1 0 0 0 0,1 0 0 0 0,2 13 0 0 0,-1 4 299 0 0,1 46 239 0 0,6 68 695 0 0,-6-114-1037 0 0,1 0 1 0 0,16 52-1 0 0,-18-74-409 0 0,0 0 1 0 0,1 0 0 0 0,-1 0-1 0 0,7 9 1 0 0,-8-14-139 0 0,1 1 0 0 0,-1 0 0 0 0,1 0 1 0 0,-1 0-1 0 0,1-1 0 0 0,0 1 0 0 0,0-1 1 0 0,0 1-1 0 0,0-1 0 0 0,0 0 0 0 0,0 0 1 0 0,0 0-1 0 0,0 0 0 0 0,0 0 0 0 0,4 1 1 0 0,0-2-1165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4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7831 0 0,'3'-2'653'0'0,"1"0"1"0"0,-1-1-1 0 0,0 1 0 0 0,0 1 0 0 0,1-1 0 0 0,6-2 0 0 0,-3 1-298 0 0,46-26 1290 0 0,-32 16-1480 0 0,1 2 0 0 0,1 0 0 0 0,24-7 0 0 0,-38 15-1210 0 0,-2 0-334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4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5063 0 0,'0'-14'-134'0'0,"0"4"3213"0"0,3 26 104 0 0,4 38-2117 0 0,-3 1 0 0 0,-3-1 0 0 0,-5 60 0 0 0,2-53-274 0 0,4-12-472 0 0,-2-46-304 0 0,0-1 0 0 0,1 1 0 0 0,-1 0 0 0 0,1 0 0 0 0,0 0 0 0 0,0 0 0 0 0,0 0 0 0 0,1-1 0 0 0,-1 1 0 0 0,0-1 0 0 0,1 1 0 0 0,0-1 0 0 0,3 5 0 0 0,-4-7-68 0 0,-1 1 0 0 0,1-1-1 0 0,-1 0 1 0 0,0 0 0 0 0,1 1 0 0 0,-1-1-1 0 0,1 0 1 0 0,-1 0 0 0 0,1 0-1 0 0,-1 1 1 0 0,1-1 0 0 0,-1 0 0 0 0,1 0-1 0 0,-1 0 1 0 0,1 0 0 0 0,-1 0-1 0 0,1 0 1 0 0,-1 0 0 0 0,1 0 0 0 0,-1 0-1 0 0,1 0 1 0 0,-1-1 0 0 0,1 1-1 0 0,-1 0 1 0 0,1 0 0 0 0,-1 0 0 0 0,1-1-1 0 0,3-3-1475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4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6 290 8751 0 0,'-4'35'1578'0'0,"2"0"-1"0"0,4 56 1 0 0,-1-22-33 0 0,-2-105-1008 0 0,1 16 84 0 0,1-32-1 0 0,26-219-2428 0 0,-25 253 1518 0 0,1 1 1 0 0,8-27-1 0 0,-10 40 274 0 0,0 0-1 0 0,1 1 1 0 0,-1-1 0 0 0,1 0 0 0 0,0 1 0 0 0,0-1-1 0 0,0 1 1 0 0,0-1 0 0 0,1 1 0 0 0,0 0 0 0 0,-1 0-1 0 0,1 0 1 0 0,0 1 0 0 0,0-1 0 0 0,0 0-1 0 0,1 1 1 0 0,4-3 0 0 0,-6 5 10 0 0,0-1 1 0 0,0 1 0 0 0,0-1-1 0 0,1 1 1 0 0,-1 0-1 0 0,0 0 1 0 0,0 0-1 0 0,0 0 1 0 0,1 0-1 0 0,-1 1 1 0 0,0-1-1 0 0,0 1 1 0 0,0-1-1 0 0,0 1 1 0 0,0 0-1 0 0,0 0 1 0 0,0 0-1 0 0,0 0 1 0 0,0 0-1 0 0,0 0 1 0 0,0 0-1 0 0,0 1 1 0 0,-1-1-1 0 0,1 1 1 0 0,-1-1-1 0 0,1 1 1 0 0,1 2-1 0 0,5 6 63 0 0,0 1 0 0 0,0 0-1 0 0,7 15 1 0 0,-11-19 33 0 0,53 105 1118 0 0,-40-74-19 0 0,2-1 0 0 0,47 69 1 0 0,-59-98-1368 0 0,-1 1 136 0 0,1 0 1 0 0,0-1-1 0 0,1 0 1 0 0,11 9-1 0 0,-26-21-377 0 0,-1-1 0 0 0,0 1 0 0 0,1 1 0 0 0,-1-1 0 0 0,-11-2 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5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29 6447 0 0,'-40'-4'9276'0'0,"59"0"-9002"0"0,9-1-495 0 0,51-6 611 0 0,-27 7-5017 0 0,-25 3-337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5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16 10135 0 0,'-3'-15'919'0'0,"2"19"-2"0"0,1 29 368 0 0,-1-20-1184 0 0,-1 56 590 0 0,-1 11 689 0 0,8 85-1 0 0,-4-154-1245 0 0,0-1 1 0 0,1 0-1 0 0,1 0 0 0 0,3 10 0 0 0,-5-17-143 0 0,0 0 0 0 0,0 0 0 0 0,1 1 1 0 0,-1-2-1 0 0,1 1 0 0 0,0 0 0 0 0,0 0 0 0 0,0 0 0 0 0,0-1 0 0 0,1 1 0 0 0,-1-1 1 0 0,0 0-1 0 0,1 0 0 0 0,0 0 0 0 0,0 0 0 0 0,3 2 0 0 0,0-4-1430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1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96 12319 0 0,'-7'-12'318'0'0,"5"10"-205"0"0,0-1 0 0 0,0 0 0 0 0,0 0 0 0 0,1-1 1 0 0,-1 1-1 0 0,1 0 0 0 0,0 0 0 0 0,-2-7 0 0 0,6 9 39 0 0,0 1-1 0 0,0-1 0 0 0,-1 1 0 0 0,1 0 1 0 0,0 0-1 0 0,0 0 0 0 0,0 0 0 0 0,4 1 1 0 0,-4 0-90 0 0,57 4 843 0 0,168 6 730 0 0,-155-17-1249 0 0,107-22 1 0 0,-12 0-853 0 0,-141 26-985 0 0,-6 1-4497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1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22 2759 0 0,'8'-10'2858'0'0,"-11"29"1989"0"0,0-3-5184 0 0,-6 35 1205 0 0,-4 43 453 0 0,-5-1 0 0 0,-45 137 0 0 0,60-221-1230 0 0,3-7-68 0 0,0 0-1 0 0,0-1 1 0 0,-1 1-1 0 0,1 0 1 0 0,-1 0 0 0 0,0-1-1 0 0,0 1 1 0 0,1 0 0 0 0,-1-1-1 0 0,0 1 1 0 0,0-1 0 0 0,-2 2-1 0 0,2-7 46 0 0,0-1 0 0 0,1 1 0 0 0,-1-1 0 0 0,1 0 0 0 0,0-5 0 0 0,4-11-589 0 0,1-1-1 0 0,13-40 1 0 0,-3 16 253 0 0,3-26 66 0 0,-7 29 109 0 0,23-66 0 0 0,-29 98 84 0 0,0 0 1 0 0,0 0-1 0 0,2 0 0 0 0,-1 0 0 0 0,1 1 0 0 0,0 0 0 0 0,1 0 1 0 0,0 1-1 0 0,1 0 0 0 0,13-10 0 0 0,-20 17 14 0 0,0 0 1 0 0,1 1-1 0 0,-1-1 1 0 0,1 1-1 0 0,0-1 1 0 0,-1 1-1 0 0,1 0 1 0 0,0 0-1 0 0,0 0 1 0 0,-1 0-1 0 0,1 1 1 0 0,0-1-1 0 0,0 1 1 0 0,0 0-1 0 0,0 0 1 0 0,0 0-1 0 0,0 0 1 0 0,4 1-1 0 0,-3 0 31 0 0,0 0 0 0 0,-1 1 0 0 0,1-1 0 0 0,0 1 1 0 0,0 0-1 0 0,-1 0 0 0 0,1 1 0 0 0,-1-1 0 0 0,0 1 0 0 0,1-1 0 0 0,3 6 0 0 0,3 5 118 0 0,0-1 0 0 0,0 2 0 0 0,-2 0 0 0 0,0 0 0 0 0,9 21 0 0 0,33 98 409 0 0,7 15 433 0 0,-49-130-908 0 0,1-1 0 0 0,1 0 1 0 0,1-1-1 0 0,0 1 0 0 0,27 27 0 0 0,-35-41-284 0 0,-1-1 0 0 0,1 1 0 0 0,0-1 0 0 0,0 0 0 0 0,0 0 0 0 0,1 0 0 0 0,-1 0 0 0 0,0-1 0 0 0,6 3 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1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9 5527 0 0,'-8'-3'404'0'0,"-24"-2"4069"0"0,32 5-4376 0 0,-1 0 0 0 0,1 0 1 0 0,0 1-1 0 0,0-1 0 0 0,0 0 0 0 0,0 0 1 0 0,0 1-1 0 0,0-1 0 0 0,0 0 0 0 0,0 0 1 0 0,0 1-1 0 0,0-1 0 0 0,0 0 1 0 0,0 0-1 0 0,0 1 0 0 0,0-1 0 0 0,0 0 1 0 0,1 1-31 0 0,-1 0 1 0 0,1 0 0 0 0,-1-1 0 0 0,1 1-1 0 0,-1-1 1 0 0,1 1 0 0 0,0 0 0 0 0,-1-1-1 0 0,1 1 1 0 0,-1-1 0 0 0,1 0 0 0 0,0 1-1 0 0,0-1 1 0 0,-1 1 0 0 0,1-1-1 0 0,0 0 1 0 0,1 1 0 0 0,21 3 463 0 0,1-2-1 0 0,-1 0 1 0 0,1-1-1 0 0,31-3 1 0 0,0 1-352 0 0,75 8-1674 0 0,-109-6 31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2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3223 0 0,'3'51'6143'0'0,"10"45"-4938"0"0,-4-29-250 0 0,-7-47-716 0 0,13 72 1015 0 0,-13-82-1144 0 0,1 0-1 0 0,0 0 0 0 0,1 0 1 0 0,0 0-1 0 0,1-1 0 0 0,9 16 1 0 0,-14-24-135 0 0,1 0 1 0 0,-1 0 0 0 0,1 0-1 0 0,0-1 1 0 0,0 1 0 0 0,-1 0 0 0 0,1 0-1 0 0,0 0 1 0 0,0-1 0 0 0,0 1-1 0 0,0 0 1 0 0,0-1 0 0 0,-1 1 0 0 0,1-1-1 0 0,0 1 1 0 0,1-1 0 0 0,-1 0-1 0 0,0 1 1 0 0,0-1 0 0 0,0 0 0 0 0,0 0-1 0 0,2 1 1 0 0,1-4-603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2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34 6911 0 0,'-1'-2'70'0'0,"0"0"0"0"0,1 0 0 0 0,-1-1-1 0 0,0 1 1 0 0,0 0 0 0 0,1 0 0 0 0,0 0-1 0 0,-1 0 1 0 0,1 0 0 0 0,0-1 0 0 0,0-1-1 0 0,0 3-18 0 0,0 1 1 0 0,0 0-1 0 0,1-1 0 0 0,-1 1 0 0 0,0 0 0 0 0,0-1 1 0 0,1 1-1 0 0,-1 0 0 0 0,0 0 0 0 0,0-1 0 0 0,1 1 0 0 0,-1 0 1 0 0,0 0-1 0 0,0-1 0 0 0,1 1 0 0 0,-1 0 0 0 0,0 0 0 0 0,1 0 1 0 0,-1 0-1 0 0,0 0 0 0 0,1-1 0 0 0,-1 1 0 0 0,1 0 0 0 0,-1 0 1 0 0,18 1 2338 0 0,4 4-2178 0 0,0 0 0 0 0,-1 2 0 0 0,1 0-1 0 0,-2 1 1 0 0,1 1 0 0 0,-1 1 0 0 0,-1 1 0 0 0,0 1 0 0 0,0 0 0 0 0,26 25 0 0 0,-44-37-205 0 0,0 1 1 0 0,0 0 0 0 0,0 0 0 0 0,0 0 0 0 0,-1 0-1 0 0,1 0 1 0 0,0 0 0 0 0,0 0 0 0 0,-1 0 0 0 0,1 0 0 0 0,-1 0-1 0 0,1 0 1 0 0,-1 0 0 0 0,0 0 0 0 0,1 1 0 0 0,-1-1-1 0 0,0 0 1 0 0,0 0 0 0 0,0 0 0 0 0,1 1 0 0 0,-1-1-1 0 0,-1 0 1 0 0,1 0 0 0 0,0 2 0 0 0,-1-1 12 0 0,0 0 0 0 0,0-1 0 0 0,0 1 0 0 0,0-1 0 0 0,0 1 0 0 0,0-1 0 0 0,0 0 0 0 0,-1 1 0 0 0,1-1 0 0 0,0 0 0 0 0,-1 0 0 0 0,1 0 0 0 0,-1 0 0 0 0,-2 1 0 0 0,-6 3 121 0 0,0-1-1 0 0,0 0 1 0 0,-1 0 0 0 0,-11 1-1 0 0,15-3-35 0 0,-95 17 985 0 0,102-19-1299 0 0,7 0-91 0 0,25-1-4480 0 0,-15 2 102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3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28 159 7367 0 0,'-2'8'383'0'0,"0"0"-1"0"0,0 1 1 0 0,1-1-1 0 0,0 1 1 0 0,0-1-1 0 0,1 1 1 0 0,0-1-1 0 0,1 1 1 0 0,2 10-1 0 0,-1 10 459 0 0,-2-1-289 0 0,2 0 1 0 0,1 0 0 0 0,1 0-1 0 0,1 0 1 0 0,10 30 0 0 0,-42-185 1119 0 0,23 103-1679 0 0,1 0 0 0 0,1 1 0 0 0,2-1 0 0 0,0 0 0 0 0,2 0 0 0 0,4-28 0 0 0,-4 41-35 0 0,1 0 0 0 0,0 0-1 0 0,1 1 1 0 0,0 0-1 0 0,1-1 1 0 0,10-15-1 0 0,-11 20-4 0 0,0 0-1 0 0,0 1 0 0 0,1 0 1 0 0,0 0-1 0 0,0 0 0 0 0,0 0 1 0 0,1 1-1 0 0,-1 0 0 0 0,1 0 1 0 0,0 0-1 0 0,11-4 0 0 0,-13 6 30 0 0,0 1 0 0 0,-1 0-1 0 0,1 0 1 0 0,0 0 0 0 0,0 0-1 0 0,0 1 1 0 0,1-1-1 0 0,-1 1 1 0 0,0 0 0 0 0,0 0-1 0 0,0 1 1 0 0,0-1 0 0 0,0 1-1 0 0,0 0 1 0 0,0 0 0 0 0,0 0-1 0 0,4 3 1 0 0,-2-1 27 0 0,0 0 0 0 0,0 0 0 0 0,-1 1 0 0 0,0 0 0 0 0,0 0 0 0 0,0 1 1 0 0,0-1-1 0 0,-1 1 0 0 0,1 0 0 0 0,4 7 0 0 0,-4-4 45 0 0,-1-1 1 0 0,0 0 0 0 0,0 1-1 0 0,-1 0 1 0 0,0-1 0 0 0,0 1-1 0 0,3 17 1 0 0,-5-20-3 0 0,-1 0 1 0 0,1 1-1 0 0,-1-1 1 0 0,0 0-1 0 0,0 1 0 0 0,-1-1 1 0 0,1 0-1 0 0,-1 0 1 0 0,0 0-1 0 0,-1 0 0 0 0,1 0 1 0 0,-5 8-1 0 0,3-8 24 0 0,0 0-1 0 0,-1-1 0 0 0,1 1 1 0 0,-1-1-1 0 0,0 0 0 0 0,-1 0 0 0 0,1-1 1 0 0,-1 1-1 0 0,1-1 0 0 0,-1 0 1 0 0,0 0-1 0 0,0-1 0 0 0,-1 1 1 0 0,1-1-1 0 0,0 0 0 0 0,-1 0 1 0 0,-9 1-1 0 0,2-1 75 0 0,0 0-1 0 0,0 0 1 0 0,0-1-1 0 0,-1-1 1 0 0,1 0-1 0 0,-21-4 1 0 0,28 3-132 0 0,-1 0-1 0 0,1 0 1 0 0,-1-1-1 0 0,1 0 1 0 0,0 0 0 0 0,0-1-1 0 0,0 0 1 0 0,0 0 0 0 0,0 0-1 0 0,1-1 1 0 0,-1 0 0 0 0,-5-5-1 0 0,11 9-18 0 0,-1-1 0 0 0,1 1 1 0 0,0 0-1 0 0,-1 0 0 0 0,1 0 0 0 0,0-1 0 0 0,0 1 0 0 0,-1 0 1 0 0,1-1-1 0 0,0 1 0 0 0,0 0 0 0 0,0 0 0 0 0,-1-1 0 0 0,1 1 0 0 0,0 0 1 0 0,0-1-1 0 0,0 1 0 0 0,0 0 0 0 0,0-1 0 0 0,0 1 0 0 0,0-1 0 0 0,0 1 1 0 0,0 0-1 0 0,0-1 0 0 0,0 1 0 0 0,0 0 0 0 0,0-1 0 0 0,0 1 1 0 0,0 0-1 0 0,0-1 0 0 0,0 1 0 0 0,0 0 0 0 0,0-1 0 0 0,0 1 0 0 0,1 0 1 0 0,-1-1-1 0 0,0 1 0 0 0,0 0 0 0 0,0-1 0 0 0,1 1 0 0 0,-1 0 0 0 0,0 0 1 0 0,0-1-1 0 0,1 1 0 0 0,-1 0 0 0 0,0 0 0 0 0,1-1 0 0 0,-1 1 0 0 0,0 0 1 0 0,0 0-1 0 0,1 0 0 0 0,-1 0 0 0 0,0 0 0 0 0,1 0 0 0 0,-1-1 1 0 0,1 1-1 0 0,-1 0 0 0 0,0 0 0 0 0,1 0 0 0 0,-1 0 0 0 0,0 0 0 0 0,1 0 1 0 0,-1 0-1 0 0,1 1 0 0 0,27-2-1703 0 0,-26 1 1322 0 0,21 2-5941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6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 35 6479 0 0,'0'-2'154'0'0,"0"1"0"0"0,0 0 0 0 0,0-1 0 0 0,0 1 0 0 0,0 0 0 0 0,0-1 0 0 0,0 1 0 0 0,0 0 0 0 0,-1-1-1 0 0,1 1 1 0 0,-1 0 0 0 0,1 0 0 0 0,-1-1 0 0 0,1 1 0 0 0,-1 0 0 0 0,0 0 0 0 0,1 0 0 0 0,-1 0 0 0 0,0 0-1 0 0,0 0 1 0 0,0 0 0 0 0,0 0 0 0 0,-1-1 0 0 0,-1 1-125 0 0,1 0-1 0 0,0 1 1 0 0,-1-1-1 0 0,1 1 1 0 0,-1-1-1 0 0,1 1 0 0 0,-1 0 1 0 0,1 0-1 0 0,-1 0 1 0 0,1 0-1 0 0,-1 1 1 0 0,-3 0-1 0 0,-16 3 80 0 0,0 2 0 0 0,0 1-1 0 0,1 0 1 0 0,0 2 0 0 0,0 0 0 0 0,1 1-1 0 0,0 1 1 0 0,-19 15 0 0 0,38-26-72 0 0,0 1 0 0 0,0 0 1 0 0,0-1-1 0 0,0 1 0 0 0,0 0 1 0 0,0 0-1 0 0,0 0 0 0 0,0 0 1 0 0,1 0-1 0 0,-1 0 1 0 0,0 0-1 0 0,1 0 0 0 0,-1 0 1 0 0,0 0-1 0 0,1 0 0 0 0,0 0 1 0 0,-1 2-1 0 0,1-2-14 0 0,0 0 0 0 0,0 0 0 0 0,0-1 0 0 0,0 1 0 0 0,1 0 0 0 0,-1-1 0 0 0,0 1 0 0 0,0 0 0 0 0,1-1 0 0 0,-1 1 0 0 0,0-1 0 0 0,1 1 0 0 0,-1-1 0 0 0,1 1 0 0 0,-1 0 0 0 0,1-1 0 0 0,-1 1 0 0 0,1-1 0 0 0,-1 0 0 0 0,1 1 0 0 0,-1-1 0 0 0,2 1 0 0 0,4 2 76 0 0,1 0 0 0 0,0 0 0 0 0,0-1 0 0 0,12 3-1 0 0,-9-3-100 0 0,53 13 222 0 0,54 16 8 0 0,-105-27-212 0 0,0 1 0 0 0,-1 0 0 0 0,0 0 0 0 0,0 1 0 0 0,0 1 0 0 0,-1 0 0 0 0,13 11 0 0 0,-21-17-14 0 0,0 1 1 0 0,-1-1 0 0 0,0 0 0 0 0,1 1 0 0 0,-1-1-1 0 0,0 1 1 0 0,0 0 0 0 0,0-1 0 0 0,0 1 0 0 0,0 0-1 0 0,0-1 1 0 0,0 1 0 0 0,0 0 0 0 0,-1 0 0 0 0,1 0-1 0 0,-1 0 1 0 0,1 0 0 0 0,-1 0 0 0 0,0 0 0 0 0,0 0-1 0 0,0 0 1 0 0,0 0 0 0 0,0 0 0 0 0,-1 3 0 0 0,0-2 31 0 0,0-1 1 0 0,-1 0 0 0 0,1 1-1 0 0,-1-1 1 0 0,1 0 0 0 0,-1 0 0 0 0,0 0-1 0 0,0 0 1 0 0,0 0 0 0 0,0 0 0 0 0,0 0-1 0 0,0-1 1 0 0,0 1 0 0 0,-1-1-1 0 0,1 0 1 0 0,-1 1 0 0 0,-4 0 0 0 0,-15 6 368 0 0,0-1 1 0 0,0-1-1 0 0,-1-1 1 0 0,0-1-1 0 0,0-1 1 0 0,0-1-1 0 0,0-1 1 0 0,-42-3-1 0 0,59 0-246 0 0,17-1-353 0 0,17 0-354 0 0,35 0-1483 0 0,-41 2 1092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4143 0 0,'-25'91'4097'0'0,"23"-83"-3623"0"0,1 0-1 0 0,0 0 0 0 0,0 0 0 0 0,0 0 0 0 0,1 1 0 0 0,1-1 0 0 0,0 0 0 0 0,0 0 0 0 0,3 11 0 0 0,-4-18-396 0 0,1 1 0 0 0,-1-1 0 0 0,1 0-1 0 0,0 1 1 0 0,0-1 0 0 0,-1 0 0 0 0,1 0 0 0 0,0 0-1 0 0,0 0 1 0 0,0 0 0 0 0,1 0 0 0 0,-1 0-1 0 0,0 0 1 0 0,0 0 0 0 0,0 0 0 0 0,1-1 0 0 0,-1 1-1 0 0,0 0 1 0 0,1-1 0 0 0,-1 1 0 0 0,1-1-1 0 0,-1 1 1 0 0,0-1 0 0 0,1 0 0 0 0,-1 0 0 0 0,1 0-1 0 0,-1 0 1 0 0,1 0 0 0 0,-1 0 0 0 0,1 0-1 0 0,-1 0 1 0 0,1 0 0 0 0,-1-1 0 0 0,0 1 0 0 0,3-1-1 0 0,6-2 133 0 0,0-1-1 0 0,1 0 1 0 0,15-9-1 0 0,-16 8-106 0 0,-9 5-100 0 0,15-8 37 0 0,-1 1-1 0 0,0-2 0 0 0,20-15 1 0 0,-32 22-36 0 0,0 0 1 0 0,-1 0 0 0 0,1 0-1 0 0,-1-1 1 0 0,1 1 0 0 0,-1-1 0 0 0,0 1-1 0 0,0-1 1 0 0,0 0 0 0 0,0 0-1 0 0,-1 0 1 0 0,1 0 0 0 0,-1 0-1 0 0,0 0 1 0 0,0 0 0 0 0,0-1 0 0 0,0 1-1 0 0,0 0 1 0 0,-1-1 0 0 0,1 1-1 0 0,-1 0 1 0 0,0-1 0 0 0,0 1 0 0 0,-1-7-1 0 0,0 8-12 0 0,-1-1 0 0 0,1 1 1 0 0,0-1-1 0 0,-1 1 0 0 0,1-1 0 0 0,-1 1 0 0 0,0 0 0 0 0,0 0 0 0 0,0 0 0 0 0,0 0 0 0 0,0 0 0 0 0,0 1 1 0 0,-1-1-1 0 0,1 1 0 0 0,-1-1 0 0 0,1 1 0 0 0,-1 0 0 0 0,1 0 0 0 0,-1 0 0 0 0,0 0 0 0 0,1 0 0 0 0,-1 1 0 0 0,-4-1 1 0 0,2 0-16 0 0,1 0 0 0 0,-1 1 1 0 0,0-1-1 0 0,1 1 0 0 0,-1 0 0 0 0,0 1 1 0 0,1-1-1 0 0,-1 1 0 0 0,1 0 1 0 0,-1 0-1 0 0,1 0 0 0 0,-1 0 1 0 0,-6 4-1 0 0,-1 5-443 0 0,11-10 381 0 0,1 1-1 0 0,-1-1 0 0 0,1 0 1 0 0,0 1-1 0 0,0-1 1 0 0,-1 0-1 0 0,1 1 0 0 0,0-1 1 0 0,0 0-1 0 0,-1 1 0 0 0,1-1 1 0 0,0 1-1 0 0,0-1 1 0 0,0 0-1 0 0,0 1 0 0 0,-1-1 1 0 0,1 1-1 0 0,0-1 0 0 0,0 1 1 0 0,0-1-1 0 0,0 0 1 0 0,0 1-1 0 0,0-1 0 0 0,0 1 1 0 0,0-1-1 0 0,0 1 0 0 0,1-1 1 0 0,-1 1-1 0 0,0-1 1 0 0,0 0-1 0 0,0 1 0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8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4143 0 0,'4'78'4069'0'0,"-3"-49"-2801"0"0,0 1 0 0 0,2-1 0 0 0,1 0-1 0 0,11 42 1 0 0,-15-71-1244 0 0,1 1 0 0 0,-1 0 0 0 0,0 0-1 0 0,0-1 1 0 0,0 1 0 0 0,1 0 0 0 0,-1-1-1 0 0,0 1 1 0 0,0-1 0 0 0,1 1 0 0 0,-1 0-1 0 0,1-1 1 0 0,-1 1 0 0 0,1-1 0 0 0,-1 1 0 0 0,1-1-1 0 0,-1 1 1 0 0,1-1 0 0 0,0 1 0 0 0,5-8 281 0 0,-1-24-1966 0 0,-5 21 173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8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6447 0 0,'0'-1'95'0'0,"-1"1"-1"0"0,1 0 0 0 0,0 0 0 0 0,0-1 0 0 0,0 1 1 0 0,0 0-1 0 0,0-1 0 0 0,0 1 0 0 0,0 0 0 0 0,0 0 1 0 0,0-1-1 0 0,0 1 0 0 0,0 0 0 0 0,0-1 0 0 0,0 1 1 0 0,0 0-1 0 0,0 0 0 0 0,1-1 0 0 0,-1 1 0 0 0,0 0 1 0 0,0 0-1 0 0,0-1 0 0 0,0 1 0 0 0,1-1 377 0 0,-1 1-377 0 0,1 0 1 0 0,-1-1-1 0 0,0 1 0 0 0,0 0 0 0 0,1 0 0 0 0,-1 0 1 0 0,0 0-1 0 0,0 0 0 0 0,1-1 0 0 0,-1 1 0 0 0,1 0 1 0 0,18 0 841 0 0,19 10-991 0 0,-27-4 174 0 0,0 0 0 0 0,-1 1 0 0 0,16 13 0 0 0,-21-16-56 0 0,-1 0 1 0 0,0 0-1 0 0,0 0 1 0 0,0 1-1 0 0,0 0 1 0 0,-1 0-1 0 0,0 0 1 0 0,0 0-1 0 0,4 10 1 0 0,-7-15-52 0 0,1 1-1 0 0,-1 0 1 0 0,0 0-1 0 0,0 0 1 0 0,0 0-1 0 0,0 0 1 0 0,1 0-1 0 0,-1 0 1 0 0,-1 0-1 0 0,1 0 1 0 0,0 0 0 0 0,0 0-1 0 0,0 0 1 0 0,0 0-1 0 0,-1 0 1 0 0,1-1-1 0 0,0 1 1 0 0,-1 0-1 0 0,1 0 1 0 0,-1 0-1 0 0,1 0 1 0 0,-2 1 0 0 0,1-1 17 0 0,-1 1 1 0 0,0-1-1 0 0,0 1 1 0 0,1-1-1 0 0,-1 1 1 0 0,0-1-1 0 0,0 0 1 0 0,-1 0-1 0 0,-2 1 1 0 0,-5 1 141 0 0,0 0 0 0 0,-1-1 0 0 0,-12 2 0 0 0,19-3-80 0 0,-1-1-40 0 0,-4 1 120 0 0,1 0 1 0 0,-1 1-1 0 0,0 0 1 0 0,-15 7-1 0 0,24-9-176 0 0,-1 0 0 0 0,1 0 0 0 0,0 0 0 0 0,0 0 0 0 0,0 0 0 0 0,0 0 0 0 0,0 0 0 0 0,0 0 0 0 0,0 1 0 0 0,0-1 0 0 0,0 0 0 0 0,0 0 0 0 0,0 0 0 0 0,0 0 0 0 0,-1 0 0 0 0,1 0 0 0 0,0 1 0 0 0,0-1 0 0 0,0 0 0 0 0,0 0 0 0 0,0 0 0 0 0,0 0 0 0 0,0 0 0 0 0,0 0 0 0 0,0 1 0 0 0,0-1 1 0 0,0 0-1 0 0,0 0 0 0 0,1 0 0 0 0,-1 0 0 0 0,0 0 0 0 0,0 0 0 0 0,0 1 0 0 0,0-1 0 0 0,0 0 0 0 0,0 0 0 0 0,0 0 0 0 0,0 0 0 0 0,0 0 0 0 0,0 0 0 0 0,0 0 0 0 0,0 0 0 0 0,1 1 0 0 0,-1-1 0 0 0,0 0 0 0 0,0 0 0 0 0,0 0 0 0 0,0 0 0 0 0,0 0 0 0 0,0 0 0 0 0,1 0 0 0 0,-1 0 0 0 0,0 0 0 0 0,0 0 0 0 0,0 0 0 0 0,0 0 0 0 0,0 0 0 0 0,0 0 0 0 0,1 0 0 0 0,-1 0 0 0 0,0 0 0 0 0,0 0 0 0 0,0 0 0 0 0,0 0 0 0 0,10 3-3994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9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7711 0 0,'1'4'211'0'0,"1"1"-1"0"0,0-1 0 0 0,0 1 1 0 0,0-1-1 0 0,1 0 0 0 0,-1 0 0 0 0,1 0 1 0 0,0 0-1 0 0,0 0 0 0 0,1 0 0 0 0,-1-1 1 0 0,1 0-1 0 0,-1 1 0 0 0,1-2 1 0 0,0 1-1 0 0,0 0 0 0 0,1-1 0 0 0,-1 1 1 0 0,0-1-1 0 0,1-1 0 0 0,0 1 1 0 0,-1 0-1 0 0,1-1 0 0 0,0 0 0 0 0,0 0 1 0 0,-1-1-1 0 0,7 1 0 0 0,-5-1-72 0 0,-1 0 0 0 0,1-1 0 0 0,0 0 0 0 0,0 0 1 0 0,0 0-1 0 0,-1 0 0 0 0,1-1 0 0 0,-1 0 0 0 0,1 0 0 0 0,-1-1 0 0 0,0 0 0 0 0,0 1 0 0 0,0-2 0 0 0,0 1 0 0 0,0 0 0 0 0,-1-1 0 0 0,0 0 0 0 0,1 0 0 0 0,-1-1 0 0 0,-1 1 0 0 0,1-1 0 0 0,-1 0 0 0 0,0 0 1 0 0,0 0-1 0 0,3-6 0 0 0,-3 6-136 0 0,-1-1 1 0 0,1 1-1 0 0,-1-1 0 0 0,0 1 1 0 0,-1-1-1 0 0,0 1 1 0 0,1-1-1 0 0,-2 0 1 0 0,1 0-1 0 0,-1 0 1 0 0,0 0-1 0 0,0 1 1 0 0,0-1-1 0 0,-1 0 1 0 0,0 0-1 0 0,0 0 0 0 0,0 1 1 0 0,-1-1-1 0 0,0 1 1 0 0,0-1-1 0 0,-1 1 1 0 0,1 0-1 0 0,-1-1 1 0 0,0 1-1 0 0,-4-4 1 0 0,4 6-14 0 0,1 1 0 0 0,-1 0 0 0 0,0 0 0 0 0,0 0 1 0 0,0 0-1 0 0,0 0 0 0 0,0 0 0 0 0,0 1 0 0 0,0 0 1 0 0,0 0-1 0 0,-1 0 0 0 0,1 0 0 0 0,0 0 0 0 0,-1 0 1 0 0,1 1-1 0 0,-1 0 0 0 0,1 0 0 0 0,-1 0 0 0 0,1 0 1 0 0,-1 0-1 0 0,1 1 0 0 0,-1-1 0 0 0,1 1 0 0 0,0 0 1 0 0,-1 0-1 0 0,-2 2 0 0 0,-6 1-17 0 0,1 1-1 0 0,0 1 1 0 0,0 0-1 0 0,1 0 1 0 0,0 1-1 0 0,-11 9 1 0 0,18-14-1 0 0,0 1 0 0 0,1-1 1 0 0,-1 1-1 0 0,0 0 0 0 0,1 0 1 0 0,0 0-1 0 0,-1 0 0 0 0,1 1 1 0 0,1-1-1 0 0,-1 0 0 0 0,0 1 0 0 0,1 0 1 0 0,0-1-1 0 0,0 1 0 0 0,0 0 1 0 0,-1 6-1 0 0,2-8-48 0 0,0 0 0 0 0,0 1 0 0 0,1-1 0 0 0,-1 0 0 0 0,1 1 0 0 0,-1-1 0 0 0,1 0 0 0 0,0 0 0 0 0,0 1 0 0 0,0-1 0 0 0,0 0 0 0 0,0 0 0 0 0,0 0 0 0 0,1 0 0 0 0,-1 0 0 0 0,0-1 0 0 0,1 1 0 0 0,0 0 0 0 0,-1-1 0 0 0,1 1 0 0 0,0-1 0 0 0,0 1 0 0 0,0-1 0 0 0,0 0 0 0 0,0 0 0 0 0,0 0 0 0 0,1 0 0 0 0,1 1 0 0 0,11 3-738 0 0,1-2-116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9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53 162 5063 0 0,'-2'30'2155'0'0,"0"0"0"0"0,3 35 0 0 0,1-9-488 0 0,-23-103-1060 0 0,14 28-864 0 0,1-1 0 0 0,1 0 0 0 0,1 0 1 0 0,-3-29-1 0 0,6 39 159 0 0,1 0 0 0 0,0 0 0 0 0,0 0 0 0 0,1 0 0 0 0,0 0 0 0 0,1 0 0 0 0,0 0 0 0 0,0 0 0 0 0,1 0 1 0 0,8-17-1 0 0,-10 25 88 0 0,1-1 0 0 0,0 0 1 0 0,0 0-1 0 0,0 1 0 0 0,0-1 1 0 0,0 1-1 0 0,0 0 0 0 0,1-1 1 0 0,-1 1-1 0 0,1 0 0 0 0,0 1 1 0 0,-1-1-1 0 0,1 0 0 0 0,0 1 1 0 0,0-1-1 0 0,0 1 0 0 0,0 0 1 0 0,0 0-1 0 0,1 0 0 0 0,-1 1 1 0 0,0-1-1 0 0,0 1 0 0 0,0-1 1 0 0,1 1-1 0 0,-1 0 0 0 0,0 1 1 0 0,0-1-1 0 0,1 0 0 0 0,-1 1 1 0 0,0 0-1 0 0,0 0 0 0 0,0 0 1 0 0,5 2-1 0 0,-2-1 30 0 0,1 1-1 0 0,0 1 1 0 0,-1-1-1 0 0,0 1 1 0 0,0 0-1 0 0,0 0 1 0 0,0 1 0 0 0,0 0-1 0 0,-1 0 1 0 0,0 0-1 0 0,0 1 1 0 0,-1 0-1 0 0,8 12 1 0 0,-7-9 8 0 0,-1 0 1 0 0,0 1-1 0 0,0 0 0 0 0,-1 0 0 0 0,0 0 1 0 0,-1 0-1 0 0,0 0 0 0 0,-1 0 0 0 0,1 14 1 0 0,-2-23-24 0 0,0 1 0 0 0,-1-1 0 0 0,1 1 0 0 0,0-1 1 0 0,0 1-1 0 0,-1-1 0 0 0,1 0 0 0 0,0 1 0 0 0,-1-1 0 0 0,0 1 1 0 0,1-1-1 0 0,-1 0 0 0 0,0 0 0 0 0,1 1 0 0 0,-1-1 0 0 0,0 0 1 0 0,0 0-1 0 0,0 0 0 0 0,0 0 0 0 0,0 0 0 0 0,-1 0 0 0 0,1 0 1 0 0,0 0-1 0 0,0 0 0 0 0,-1-1 0 0 0,1 1 0 0 0,0 0 0 0 0,-1-1 1 0 0,-1 1-1 0 0,1-1 37 0 0,0 1 0 0 0,0-1-1 0 0,0 0 1 0 0,0 0 0 0 0,0 0 0 0 0,0-1 0 0 0,0 1 0 0 0,0 0 0 0 0,0-1 0 0 0,1 1-1 0 0,-1-1 1 0 0,0 0 0 0 0,0 0 0 0 0,0 0 0 0 0,0 0 0 0 0,1 0 0 0 0,-1 0 0 0 0,0 0 0 0 0,1 0-1 0 0,-3-3 1 0 0,6 7 87 0 0,0 0 1 0 0,-1-1-1 0 0,1 1 0 0 0,-1 0 0 0 0,0 0 0 0 0,0 0 0 0 0,0 1 1 0 0,1 3-1 0 0,6 16 68 0 0,-4-16-88 0 0,1 0 0 0 0,0 0 0 0 0,0 0 0 0 0,1-1 0 0 0,0 0 0 0 0,0-1 0 0 0,0 1 0 0 0,1-1 0 0 0,8 6 0 0 0,-9-8-138 0 0,-1 0-1 0 0,1 0 1 0 0,0-1 0 0 0,-1 1-1 0 0,1-1 1 0 0,0 0 0 0 0,0-1-1 0 0,1 1 1 0 0,-1-1-1 0 0,0-1 1 0 0,0 1 0 0 0,13-1-1 0 0,-7-2-350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2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7367 0 0,'-2'1'602'0'0,"2"8"-146"0"0,2 14 545 0 0,-1-18-518 0 0,18 127 2291 0 0,-14-109-2275 0 0,0-1 0 0 0,2 0 0 0 0,18 39 0 0 0,-25-59-520 0 0,1-1-1 0 0,-1 0 0 0 0,1 1 0 0 0,0-1 1 0 0,0 0-1 0 0,0 0 0 0 0,-1 0 0 0 0,1 1 1 0 0,0-1-1 0 0,0 0 0 0 0,1 0 0 0 0,-1 0 1 0 0,0-1-1 0 0,0 1 0 0 0,0 0 1 0 0,1 0-1 0 0,-1 0 0 0 0,0-1 0 0 0,1 1 1 0 0,-1-1-1 0 0,0 1 0 0 0,1-1 0 0 0,-1 0 1 0 0,1 1-1 0 0,-1-1 0 0 0,1 0 0 0 0,-1 0 1 0 0,1 0-1 0 0,1 0 0 0 0,4-4-534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0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49 10591 0 0,'-3'-8'577'0'0,"1"5"-472"0"0,1 1 0 0 0,0-1-1 0 0,-1 0 1 0 0,2 0-1 0 0,-1 0 1 0 0,0 0 0 0 0,0 0-1 0 0,1-6 1 0 0,2 8 81 0 0,1-1-1 0 0,0 1 1 0 0,0 0-1 0 0,0 0 1 0 0,0 0-1 0 0,0 1 1 0 0,0-1 0 0 0,0 1-1 0 0,0 0 1 0 0,4 0-1 0 0,26 0-96 0 0,-1 2-1 0 0,55 10 0 0 0,-33-4-794 0 0,-32-6 291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0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0 1839 0 0,'-34'19'6117'0'0,"18"-10"-5444"0"0,0 1 0 0 0,1 1 0 0 0,0 0 0 0 0,-26 27 0 0 0,39-36-631 0 0,0 0 0 0 0,1 0 0 0 0,-1 0 0 0 0,0 0 1 0 0,1 0-1 0 0,0 0 0 0 0,0 1 0 0 0,0-1 0 0 0,0 1 1 0 0,0-1-1 0 0,0 1 0 0 0,0-1 0 0 0,1 1 0 0 0,-1 0 1 0 0,1-1-1 0 0,0 1 0 0 0,0-1 0 0 0,0 1 0 0 0,0 0 1 0 0,0-1-1 0 0,1 1 0 0 0,-1 0 0 0 0,1-1 0 0 0,-1 1 1 0 0,1-1-1 0 0,0 1 0 0 0,0-1 0 0 0,0 1 0 0 0,1-1 1 0 0,-1 0-1 0 0,0 0 0 0 0,1 1 0 0 0,0-1 0 0 0,-1 0 1 0 0,1 0-1 0 0,0-1 0 0 0,0 1 0 0 0,3 2 0 0 0,5 4-12 0 0,0-1-1 0 0,1 0 1 0 0,0 0-1 0 0,0-1 1 0 0,1-1-1 0 0,17 7 1 0 0,-14-7-5 0 0,0 0 1 0 0,-1 2 0 0 0,0 0 0 0 0,23 15 0 0 0,-33-19-24 0 0,-1-1 1 0 0,-1 0-1 0 0,1 1 1 0 0,0 0-1 0 0,-1 0 0 0 0,1 0 1 0 0,-1 0-1 0 0,0 0 1 0 0,0 0-1 0 0,0 1 1 0 0,1 3-1 0 0,-2-4 9 0 0,0-1-1 0 0,-1 1 1 0 0,0 0 0 0 0,1-1-1 0 0,-1 1 1 0 0,0-1 0 0 0,0 1 0 0 0,0 0-1 0 0,-1-1 1 0 0,1 1 0 0 0,0 0-1 0 0,-1-1 1 0 0,0 1 0 0 0,0-1-1 0 0,0 1 1 0 0,0-1 0 0 0,-2 5-1 0 0,-1-1 125 0 0,-1-1-1 0 0,1 1 0 0 0,-1-1 1 0 0,0 0-1 0 0,0 0 0 0 0,0 0 1 0 0,-1-1-1 0 0,1 0 0 0 0,-1 0 1 0 0,0-1-1 0 0,0 1 0 0 0,-9 2 1 0 0,-12 5 862 0 0,-43 12 1 0 0,59-20-798 0 0,-55 9 1209 0 0,11-3-1496 0 0,52-7-714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1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0 5063 0 0,'-1'0'59'0'0,"1"1"-1"0"0,0-1 1 0 0,-1 0-1 0 0,1 1 1 0 0,-1-1-1 0 0,1 0 1 0 0,0 1-1 0 0,-1-1 1 0 0,1 1-1 0 0,0-1 1 0 0,0 1-1 0 0,-1-1 0 0 0,1 0 1 0 0,0 1-1 0 0,0-1 1 0 0,-1 1-1 0 0,1-1 1 0 0,0 1-1 0 0,0-1 1 0 0,0 1-1 0 0,0-1 1 0 0,0 1-1 0 0,0-1 1 0 0,0 1-1 0 0,0 0 1 0 0,-1 20 2298 0 0,1-16-1944 0 0,-4 292 5592 0 0,3-274-5614 0 0,1 0 0 0 0,1 0 0 0 0,1 1 0 0 0,7 33 0 0 0,2-33-121 0 0,-10-23-365 0 0,-1 0-1 0 0,0 0 0 0 0,1 0 1 0 0,-1 0-1 0 0,1-1 0 0 0,0 1 0 0 0,-1 0 1 0 0,1 0-1 0 0,0-1 0 0 0,-1 1 1 0 0,1-1-1 0 0,0 1 0 0 0,0 0 0 0 0,0-1 1 0 0,-1 1-1 0 0,1-1 0 0 0,0 0 1 0 0,0 1-1 0 0,0-1 0 0 0,0 0 0 0 0,0 1 1 0 0,0-1-1 0 0,1 0 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2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13 5527 0 0,'0'0'32'0'0,"0"0"-1"0"0,0 0 1 0 0,0 0-1 0 0,0 0 0 0 0,0-1 1 0 0,-1 1-1 0 0,1 0 1 0 0,0 0-1 0 0,0 0 1 0 0,0 0-1 0 0,0 0 0 0 0,-1 0 1 0 0,1 0-1 0 0,0 0 1 0 0,0 0-1 0 0,0 0 0 0 0,0 0 1 0 0,-1 0-1 0 0,1 0 1 0 0,0 0-1 0 0,0 0 1 0 0,0 0-1 0 0,0 0 0 0 0,-1 0 1 0 0,1 0-1 0 0,0 0 1 0 0,0 0-1 0 0,0 1 0 0 0,0-1 1 0 0,-1 0-1 0 0,1 0 1 0 0,0 0-1 0 0,0 0 1 0 0,0 0-1 0 0,0 0 0 0 0,0 0 1 0 0,0 1-1 0 0,-1-1 1 0 0,1 0-1 0 0,0 0 0 0 0,0 0 1 0 0,0 0-1 0 0,0 0 1 0 0,0 1-1 0 0,0-1 1 0 0,0 0-1 0 0,0 0 0 0 0,0 0 1 0 0,0 0-1 0 0,0 1 1 0 0,0-1-1 0 0,0 0 0 0 0,0 0 1 0 0,2 17 1894 0 0,8 15-127 0 0,-4-20-1489 0 0,0-1 0 0 0,0 0 0 0 0,1 0 0 0 0,0 0 0 0 0,1 0 0 0 0,0-1 1 0 0,1-1-1 0 0,0 1 0 0 0,1-2 0 0 0,10 9 0 0 0,-15-13-207 0 0,0-1-1 0 0,1 0 1 0 0,-1 0 0 0 0,1 0-1 0 0,-1-1 1 0 0,1 1 0 0 0,0-2-1 0 0,0 1 1 0 0,0 0-1 0 0,0-1 1 0 0,0 0 0 0 0,0-1-1 0 0,0 0 1 0 0,0 1 0 0 0,0-2-1 0 0,0 1 1 0 0,1-1-1 0 0,-1 0 1 0 0,0 0 0 0 0,0-1-1 0 0,-1 1 1 0 0,1-1 0 0 0,8-4-1 0 0,0-3-86 0 0,1 0-1 0 0,-2 0 1 0 0,1-2-1 0 0,-1 1 1 0 0,-1-2-1 0 0,0 0 1 0 0,-1 0-1 0 0,0-1 0 0 0,-1 0 1 0 0,0-1-1 0 0,-1 0 1 0 0,-1 0-1 0 0,0-1 1 0 0,6-17-1 0 0,-19 56-114 0 0,2 1 0 0 0,0-1 0 0 0,1 30 0 0 0,2-10 251 0 0,3 0-1 0 0,1-1 1 0 0,3 1-1 0 0,1-1 0 0 0,2 0 1 0 0,24 65-1 0 0,-31-102-167 0 0,0 1 0 0 0,0-1 0 0 0,0 0-1 0 0,1-1 1 0 0,0 1 0 0 0,0 0 0 0 0,0-1-1 0 0,1 0 1 0 0,0 0 0 0 0,0 0 0 0 0,8 6 0 0 0,-3-4-222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2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79 6911 0 0,'1'-5'368'0'0,"-2"0"0"0"0,1 1 0 0 0,0-1 0 0 0,-1 1 0 0 0,0-1 0 0 0,0 1 0 0 0,0-1-1 0 0,0 1 1 0 0,-1-1 0 0 0,0 1 0 0 0,-2-4 0 0 0,3 6-310 0 0,-1 1 0 0 0,1-1 0 0 0,0 0 1 0 0,-1 1-1 0 0,1 0 0 0 0,-1-1 0 0 0,0 1 0 0 0,1 0 0 0 0,-1 0 0 0 0,0 0 0 0 0,0 0 0 0 0,0 0 1 0 0,0 0-1 0 0,0 1 0 0 0,0-1 0 0 0,0 1 0 0 0,0-1 0 0 0,0 1 0 0 0,0 0 0 0 0,0 0 1 0 0,0 0-1 0 0,0 0 0 0 0,0 0 0 0 0,0 0 0 0 0,0 0 0 0 0,-3 1 0 0 0,-7 2 59 0 0,0 0-1 0 0,0 1 1 0 0,0 0-1 0 0,1 1 1 0 0,0 0 0 0 0,0 1-1 0 0,0 0 1 0 0,1 0-1 0 0,0 1 1 0 0,0 1-1 0 0,1 0 1 0 0,-1 0-1 0 0,2 1 1 0 0,-1 0-1 0 0,2 0 1 0 0,-1 1-1 0 0,1 0 1 0 0,0 0 0 0 0,1 1-1 0 0,0 0 1 0 0,1 0-1 0 0,0 0 1 0 0,1 1-1 0 0,1-1 1 0 0,-1 1-1 0 0,2 0 1 0 0,-1 0-1 0 0,2 1 1 0 0,0-1-1 0 0,0 0 1 0 0,2 16 0 0 0,0-21-52 0 0,0 0 1 0 0,0 0 0 0 0,1-1 0 0 0,0 1 0 0 0,0 0 0 0 0,0-1-1 0 0,1 1 1 0 0,0-1 0 0 0,1 0 0 0 0,-1 0 0 0 0,1 0 0 0 0,0-1-1 0 0,1 1 1 0 0,-1-1 0 0 0,1 0 0 0 0,0 0 0 0 0,0 0 0 0 0,1-1 0 0 0,-1 0-1 0 0,1 0 1 0 0,0 0 0 0 0,10 3 0 0 0,-5-2 43 0 0,0-1 0 0 0,0-1 1 0 0,0 0-1 0 0,0-1 0 0 0,1 0 0 0 0,-1 0 1 0 0,1-1-1 0 0,-1-1 0 0 0,1 0 0 0 0,0-1 1 0 0,-1 0-1 0 0,21-4 0 0 0,55-16-6645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3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80 1375 0 0,'0'0'50'0'0,"1"0"0"0"0,-1 0 0 0 0,1 1-1 0 0,-1-1 1 0 0,0 0 0 0 0,1 0-1 0 0,-1 1 1 0 0,1-1 0 0 0,-1 0-1 0 0,0 1 1 0 0,1-1 0 0 0,-1 0-1 0 0,0 1 1 0 0,1-1 0 0 0,-1 0-1 0 0,0 1 1 0 0,1-1 0 0 0,-1 1-1 0 0,0-1 1 0 0,0 1 0 0 0,0-1 0 0 0,1 1-1 0 0,-1-1 1 0 0,0 1 0 0 0,0 0-1 0 0,3 18 3002 0 0,-2-12-2282 0 0,22 178 4914 0 0,-6-26-1230 0 0,-16-157-4386 0 0,4 21 1278 0 0,-2-20-675 0 0,0-14-429 0 0,3-52-351 0 0,-2-68-1 0 0,0-2-1235 0 0,-3 123 1113 0 0,0 0-1 0 0,0 0 0 0 0,1 1 0 0 0,0-1 1 0 0,1 0-1 0 0,0 1 0 0 0,1 0 1 0 0,7-15-1 0 0,-9 21 144 0 0,0-1 1 0 0,1 1-1 0 0,-1 0 1 0 0,1-1 0 0 0,0 1-1 0 0,0 0 1 0 0,0 1-1 0 0,0-1 1 0 0,1 1-1 0 0,-1-1 1 0 0,1 1-1 0 0,-1 0 1 0 0,1 0-1 0 0,0 0 1 0 0,0 1-1 0 0,0-1 1 0 0,0 1-1 0 0,0 0 1 0 0,0 0-1 0 0,0 1 1 0 0,0-1-1 0 0,8 1 1 0 0,-8 0 139 0 0,0 0 1 0 0,0 1-1 0 0,0-1 0 0 0,0 1 0 0 0,0 0 1 0 0,0 0-1 0 0,0 1 0 0 0,0-1 0 0 0,-1 1 1 0 0,1 0-1 0 0,-1 0 0 0 0,1 0 1 0 0,-1 0-1 0 0,0 1 0 0 0,1-1 0 0 0,-1 1 1 0 0,-1 0-1 0 0,1 0 0 0 0,0 0 1 0 0,-1 0-1 0 0,1 1 0 0 0,-1-1 0 0 0,0 0 1 0 0,0 1-1 0 0,0 0 0 0 0,-1-1 0 0 0,1 1 1 0 0,0 6-1 0 0,0-6 93 0 0,-1 1 0 0 0,-1-1 1 0 0,1 0-1 0 0,-1 0 0 0 0,1 0 0 0 0,-1 0 1 0 0,0 1-1 0 0,-1-1 0 0 0,1 0 0 0 0,-1 0 0 0 0,0 0 1 0 0,0 0-1 0 0,0 0 0 0 0,0 0 0 0 0,-1 0 0 0 0,0 0 1 0 0,1 0-1 0 0,-1 0 0 0 0,-1-1 0 0 0,1 1 0 0 0,0-1 1 0 0,-1 0-1 0 0,0 1 0 0 0,0-1 0 0 0,0-1 0 0 0,0 1 1 0 0,-6 4-1 0 0,0-3 37 0 0,0 1-1 0 0,0-1 1 0 0,0-1 0 0 0,0 0 0 0 0,-1 0-1 0 0,0-1 1 0 0,1 0 0 0 0,-1-1 0 0 0,0 0-1 0 0,0-1 1 0 0,-16 0 0 0 0,11-1 7 0 0,0-1 0 0 0,0 0 0 0 0,0-1 0 0 0,1-1 0 0 0,-1 0 0 0 0,-25-12 0 0 0,13-2 73 0 0,26 18-291 0 0,1-1 0 0 0,-1 1 1 0 0,0-1-1 0 0,1 0 0 0 0,-1 1 1 0 0,1-1-1 0 0,-1 1 0 0 0,1-1 1 0 0,-1 0-1 0 0,1 0 1 0 0,-1 1-1 0 0,1-1 0 0 0,0 0 1 0 0,-1 0-1 0 0,1 0 0 0 0,0 1 1 0 0,0-1-1 0 0,0 0 0 0 0,0 0 1 0 0,-1 0-1 0 0,1 0 1 0 0,0 1-1 0 0,0-1 0 0 0,1 0 1 0 0,-1 0-1 0 0,0 0 0 0 0,0 0 1 0 0,0 1-1 0 0,0-1 0 0 0,1 0 1 0 0,-1 0-1 0 0,0 0 0 0 0,2-1 1 0 0,6-6-1181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5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44 6415 0 0,'-2'-6'339'0'0,"0"2"-197"0"0,0 0 0 0 0,1-1-1 0 0,-1 1 1 0 0,1-1 0 0 0,0 1-1 0 0,2-8 2343 0 0,3 16-1861 0 0,2 6-471 0 0,5 16 107 0 0,-2 1-1 0 0,-1 1 1 0 0,-1-1-1 0 0,5 39 1 0 0,-9-47-88 0 0,90 695 3552 0 0,-38 5-2650 0 0,-16-172-653 0 0,37 509-68 0 0,-73-1025-593 0 0,2-3-22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6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16 119 7567 0 0,'-16'-26'824'0'0,"18"26"-603"0"0,0-1-1 0 0,0 1 0 0 0,1 0 0 0 0,-1 0 1 0 0,0 0-1 0 0,0 0 0 0 0,0 0 0 0 0,0 1 1 0 0,3 0-1 0 0,114 34 127 0 0,8 1 103 0 0,-60-24-120 0 0,0-2 0 0 0,0-4-1 0 0,80-3 1 0 0,33 6 71 0 0,44-1-77 0 0,149-6 30 0 0,-120-10-193 0 0,-57-1-8 0 0,103-5 79 0 0,36-14 50 0 0,-18 1 4 0 0,-122 11-119 0 0,67-8 18 0 0,399-42 182 0 0,-634 64-366 0 0,281-13 47 0 0,-168 11-21 0 0,410 2 320 0 0,-487 3-273 0 0,236 12 266 0 0,-107-4-104 0 0,46 7-53 0 0,54 1-40 0 0,-87-7-75 0 0,129-3 2 0 0,27-10 127 0 0,-206 4-1296 0 0,-118 0 9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7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40 292 3679 0 0,'-3'1'376'0'0,"0"-1"0"0"0,-1 1 0 0 0,1 0 0 0 0,0 0 0 0 0,0 0 0 0 0,1 1 0 0 0,-1-1 0 0 0,0 1 0 0 0,-5 3 0 0 0,8-4-262 0 0,0-1-1 0 0,-1 0 0 0 0,1 1 0 0 0,-1-1 0 0 0,1 1 0 0 0,0-1 1 0 0,0 1-1 0 0,-1-1 0 0 0,1 1 0 0 0,0-1 0 0 0,0 1 0 0 0,0-1 1 0 0,-1 1-1 0 0,1-1 0 0 0,0 1 0 0 0,0-1 0 0 0,0 1 0 0 0,0-1 1 0 0,0 1-1 0 0,0-1 0 0 0,0 1 0 0 0,0-1 0 0 0,0 2 1 0 0,1-1-95 0 0,0 0 0 0 0,-1 0 1 0 0,1 1-1 0 0,0-1 1 0 0,0 0-1 0 0,0 0 1 0 0,-1 0-1 0 0,1 0 1 0 0,0-1-1 0 0,0 1 1 0 0,0 0-1 0 0,1 0 0 0 0,-1-1 1 0 0,2 2-1 0 0,11 4 233 0 0,2 0-1 0 0,-1-1 0 0 0,1-1 0 0 0,-1 0 1 0 0,1-1-1 0 0,0-1 0 0 0,21 1 1 0 0,-2 0-88 0 0,41 6 192 0 0,0-3 1 0 0,1-4-1 0 0,88-9 0 0 0,142-13 511 0 0,-98 8-391 0 0,-102 10-211 0 0,128 12 0 0 0,-27 0-94 0 0,-1-2-151 0 0,131-1 36 0 0,-208-11-56 0 0,235-15 0 0 0,-86-5 3 0 0,63-7 58 0 0,-95 6-34 0 0,132-18 21 0 0,216-39 70 0 0,-574 79-108 0 0,779-79 321 0 0,-578 60-178 0 0,95-5 304 0 0,-256 23-325 0 0,339-9 274 0 0,-264 12-1746 0 0,-107-1 62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39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14 919 0 0,'-1'-2'283'0'0,"0"1"0"0"0,0 0 0 0 0,0 0-1 0 0,-1 0 1 0 0,1 0 0 0 0,0 0-1 0 0,0 0 1 0 0,-1 1 0 0 0,1-1 0 0 0,0 0-1 0 0,-1 1 1 0 0,1-1 0 0 0,-1 0-1 0 0,-2 0 1 0 0,3 2-117 0 0,1-1 0 0 0,-1 0-1 0 0,0 0 1 0 0,0 1 0 0 0,1-1 0 0 0,-1 1 0 0 0,0-1-1 0 0,0 0 1 0 0,1 1 0 0 0,-1-1 0 0 0,0 1 0 0 0,1 0-1 0 0,-1-1 1 0 0,1 1 0 0 0,-1-1 0 0 0,1 1 0 0 0,-1 0-1 0 0,1-1 1 0 0,-1 1 0 0 0,1 0 0 0 0,0 0 0 0 0,-1 0-1 0 0,1-1 1 0 0,0 1 0 0 0,0 0 0 0 0,-1 1 0 0 0,-2 10 19 0 0,0-1 1 0 0,0 1-1 0 0,1 0 0 0 0,1 1 1 0 0,0-1-1 0 0,2 20 1 0 0,11 78 118 0 0,-7-75-184 0 0,74 386 628 0 0,-23-143-282 0 0,26 228 521 0 0,-33 3 271 0 0,-50 494 1278 0 0,-7-483-1627 0 0,2 341-103 0 0,5 1273 1103 0 0,-15 120-984 0 0,15-2186-939 0 0,-2 365-801 0 0,12-307-1772 0 0,-1-77 1059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95 5527 0 0,'-10'-17'442'0'0,"6"9"-268"0"0,0 0-1 0 0,-1 1 1 0 0,0-1-1 0 0,-1 1 0 0 0,1 0 1 0 0,-1 0-1 0 0,-1 1 1 0 0,1 0-1 0 0,-11-7 0 0 0,17 13-143 0 0,0 0-1 0 0,0-1 0 0 0,-1 1 1 0 0,1 0-1 0 0,0 0 0 0 0,0 0 1 0 0,-1 0-1 0 0,1 0 0 0 0,0 0 1 0 0,0 0-1 0 0,0 0 0 0 0,-1 0 1 0 0,1 0-1 0 0,0 0 0 0 0,0 0 1 0 0,-1 0-1 0 0,1 0 0 0 0,0 1 1 0 0,0-1-1 0 0,-1 0 0 0 0,1 0 1 0 0,0 0-1 0 0,0 0 0 0 0,0 0 1 0 0,-1 0-1 0 0,1 1 0 0 0,0-1 1 0 0,0 0-1 0 0,0 0 0 0 0,0 0 1 0 0,-1 0-1 0 0,1 1 0 0 0,0-1 1 0 0,0 0-1 0 0,0 0 0 0 0,0 0 1 0 0,0 1-1 0 0,0-1 0 0 0,0 0 1 0 0,0 0-1 0 0,-1 1 0 0 0,1-1 1 0 0,0 0-1 0 0,0 0 0 0 0,0 1 1 0 0,0-1-1 0 0,0 0 0 0 0,0 0 1 0 0,1 1-1 0 0,-3 18 375 0 0,2-14-227 0 0,9 619 1147 0 0,-1-456-904 0 0,125 1886 4458 0 0,-13-913-3005 0 0,-18 445-1029 0 0,-117-1030-722 0 0,0-87-9 0 0,15-468-127 0 0,2 162 425 0 0,5-82-1309 0 0,8-3-3953 0 0,-2-36-1163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3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29 6911 0 0,'-2'2'58'0'0,"1"-1"-1"0"0,-1 1 1 0 0,0 0-1 0 0,0 0 1 0 0,1 0-1 0 0,-1 0 0 0 0,1 0 1 0 0,0 0-1 0 0,-1 0 1 0 0,1 0-1 0 0,0 0 0 0 0,0 0 1 0 0,0 1-1 0 0,0 2 1 0 0,0-2 315 0 0,1 1 1 0 0,-1-1-1 0 0,1 1 0 0 0,0-1 1 0 0,0 1-1 0 0,1-1 1 0 0,-1 0-1 0 0,1 1 0 0 0,-1-1 1 0 0,1 1-1 0 0,0-1 1 0 0,0 0-1 0 0,1 1 1 0 0,2 4-1 0 0,-2-5-50 0 0,-1 0 0 0 0,1 0-1 0 0,0-1 1 0 0,0 1 0 0 0,0-1 0 0 0,0 0 0 0 0,1 1-1 0 0,-1-1 1 0 0,1 0 0 0 0,-1 0 0 0 0,1-1 0 0 0,0 1-1 0 0,-1 0 1 0 0,1-1 0 0 0,6 2 0 0 0,-7-2-318 0 0,0-1 1 0 0,1 1-1 0 0,-1-1 0 0 0,0 0 1 0 0,0 0-1 0 0,1 0 0 0 0,-1 0 1 0 0,0 0-1 0 0,0-1 0 0 0,1 1 1 0 0,-1-1-1 0 0,0 1 0 0 0,0-1 1 0 0,0 0-1 0 0,3-1 1 0 0,-1 0-37 0 0,-1 0 1 0 0,1 0 0 0 0,0-1 0 0 0,-1 1 0 0 0,1-1-1 0 0,-1 0 1 0 0,0 0 0 0 0,0-1 0 0 0,0 1 0 0 0,-1 0-1 0 0,1-1 1 0 0,-1 0 0 0 0,0 1 0 0 0,0-1-1 0 0,0 0 1 0 0,0 0 0 0 0,1-6 0 0 0,-2 7 43 0 0,0 0 0 0 0,-1 1 0 0 0,0-1 0 0 0,0 0-1 0 0,0 0 1 0 0,0 1 0 0 0,0-1 0 0 0,0 0 0 0 0,-1 1 0 0 0,1-1 0 0 0,-1 0 0 0 0,0 1 0 0 0,0-1 0 0 0,0 1 0 0 0,0-1-1 0 0,0 1 1 0 0,0 0 0 0 0,-1-1 0 0 0,1 1 0 0 0,-1 0 0 0 0,0 0 0 0 0,1 0 0 0 0,-1 0 0 0 0,0 0 0 0 0,0 0-1 0 0,0 0 1 0 0,-1 1 0 0 0,-3-3 0 0 0,1 1 37 0 0,-1 1 0 0 0,1 0 0 0 0,0 0-1 0 0,-1 0 1 0 0,1 1 0 0 0,-1 0 0 0 0,1 0-1 0 0,-1 0 1 0 0,0 1 0 0 0,1 0 0 0 0,-1 0 0 0 0,0 0-1 0 0,1 1 1 0 0,-1-1 0 0 0,0 1 0 0 0,1 1-1 0 0,-1-1 1 0 0,1 1 0 0 0,0 0 0 0 0,-1 0 0 0 0,1 1-1 0 0,0-1 1 0 0,0 1 0 0 0,1 1 0 0 0,-1-1-1 0 0,1 0 1 0 0,-1 1 0 0 0,1 0 0 0 0,0 0 0 0 0,0 0-1 0 0,1 1 1 0 0,-4 4 0 0 0,6-7-31 0 0,0 0 0 0 0,0-1 0 0 0,0 1 0 0 0,0 0 0 0 0,0 0 0 0 0,0 0 0 0 0,1-1 0 0 0,-1 1 0 0 0,1 0 0 0 0,-1 0 0 0 0,1 0 1 0 0,0 0-1 0 0,0 0 0 0 0,0 0 0 0 0,0 0 0 0 0,0 0 0 0 0,0 0 0 0 0,1 0 0 0 0,-1 0 0 0 0,0 0 0 0 0,1 0 0 0 0,0 0 0 0 0,-1 0 0 0 0,1 0 0 0 0,0-1 0 0 0,0 1 0 0 0,0 0 0 0 0,2 2 0 0 0,19 18-1001 0 0,4-6-4000 0 0,2-5-1337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5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269 146 2759 0 0,'4'-2'529'0'0,"-1"0"0"0"0,1 0-1 0 0,-1 0 1 0 0,0-1 0 0 0,1 1-1 0 0,-1-1 1 0 0,-1 0-1 0 0,1 0 1 0 0,0 0 0 0 0,3-5-1 0 0,-5 5-328 0 0,1 0 0 0 0,0 0 1 0 0,-1 0-1 0 0,0-1 0 0 0,1 1 0 0 0,-1 0 0 0 0,0-1 0 0 0,-1 1 0 0 0,1-1 0 0 0,0-6 0 0 0,-1 7-170 0 0,-1 0 0 0 0,1 0 0 0 0,0 0 0 0 0,-1 0 0 0 0,0 0 1 0 0,0 0-1 0 0,0 1 0 0 0,0-1 0 0 0,0 0 0 0 0,0 0 0 0 0,-1 1 0 0 0,1-1 0 0 0,-1 1 0 0 0,0-1 0 0 0,0 1 0 0 0,0 0 0 0 0,0 0 0 0 0,0-1 0 0 0,0 2 0 0 0,0-1 0 0 0,-1 0 0 0 0,1 0 0 0 0,-1 1 0 0 0,0-1 0 0 0,1 1 0 0 0,-1 0 1 0 0,0 0-1 0 0,0 0 0 0 0,-4-1 0 0 0,2 1-13 0 0,1 0 0 0 0,-1 1 0 0 0,0 0 1 0 0,0 0-1 0 0,0 0 0 0 0,0 1 0 0 0,0-1 1 0 0,0 1-1 0 0,0 0 0 0 0,0 1 0 0 0,0-1 0 0 0,1 1 1 0 0,-1 0-1 0 0,1 0 0 0 0,-1 0 0 0 0,1 1 1 0 0,0-1-1 0 0,0 1 0 0 0,0 0 0 0 0,-6 6 1 0 0,-4 4 37 0 0,0 1 1 0 0,1 1-1 0 0,-21 30 1 0 0,22-27 308 0 0,0 1 0 0 0,1 0 0 0 0,1 1 0 0 0,1 0 0 0 0,-13 41 0 0 0,20-53-151 0 0,0 1-1 0 0,0-1 0 0 0,1 1 1 0 0,0-1-1 0 0,0 1 1 0 0,1-1-1 0 0,0 1 0 0 0,1 0 1 0 0,-1-1-1 0 0,2 1 0 0 0,-1-1 1 0 0,1 1-1 0 0,1-1 1 0 0,-1 0-1 0 0,2 0 0 0 0,-1 0 1 0 0,1 0-1 0 0,6 9 1 0 0,-6-12-129 0 0,0 0 0 0 0,0-1 0 0 0,1 1 1 0 0,0-1-1 0 0,0 0 0 0 0,0 0 0 0 0,0-1 1 0 0,1 1-1 0 0,-1-1 0 0 0,1-1 0 0 0,0 1 0 0 0,0-1 1 0 0,0 0-1 0 0,0 0 0 0 0,0-1 0 0 0,10 2 1 0 0,10 0 31 0 0,0-2 0 0 0,45-2 0 0 0,-48 0-82 0 0,56-10-2431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6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30 9127 0 0,'1'-2'18'0'0,"-1"-1"289"0"0,2 0 0 0 0,-1 1 0 0 0,0-1 0 0 0,0 1 0 0 0,1-1 0 0 0,0 1 0 0 0,2-4 0 0 0,-4 6-235 0 0,1-1 0 0 0,-1 1 0 0 0,0 0-1 0 0,1 0 1 0 0,-1-1 0 0 0,1 1 0 0 0,-1 0 0 0 0,0 0-1 0 0,1 0 1 0 0,-1-1 0 0 0,1 1 0 0 0,-1 0-1 0 0,1 0 1 0 0,-1 0 0 0 0,1 0 0 0 0,-1 0 0 0 0,1 0-1 0 0,-1 0 1 0 0,0 0 0 0 0,1 0 0 0 0,0 0 0 0 0,0 1-11 0 0,0-1 1 0 0,0 1 0 0 0,0-1-1 0 0,1 1 1 0 0,-2 0-1 0 0,1-1 1 0 0,0 1 0 0 0,0 0-1 0 0,0 0 1 0 0,0 0 0 0 0,0 0-1 0 0,1 1 1 0 0,0 2 27 0 0,0 0 0 0 0,0 0 0 0 0,0 0 0 0 0,-1 0 0 0 0,1 0 0 0 0,-1 0 0 0 0,0 1 0 0 0,0-1 0 0 0,0 0 0 0 0,-1 1 0 0 0,0-1 0 0 0,0 5 0 0 0,-5 57 519 0 0,4-55-493 0 0,-21 101 988 0 0,-1 7-104 0 0,21-105-868 0 0,1 0-1 0 0,1 1 1 0 0,0-1 0 0 0,1 0 0 0 0,0 0-1 0 0,5 18 1 0 0,-5-29-99 0 0,-1 0 0 0 0,1 0 0 0 0,0 0 0 0 0,0 0 0 0 0,0 0 0 0 0,1 0 0 0 0,-1-1 0 0 0,0 1 0 0 0,1-1 0 0 0,0 1 0 0 0,0-1 0 0 0,0 1 0 0 0,0-1 0 0 0,0 0 0 0 0,0 0 0 0 0,0 0 0 0 0,6 3 0 0 0,-5-3 7 0 0,1-1 1 0 0,0 0-1 0 0,0 0 0 0 0,-1 0 0 0 0,1-1 0 0 0,0 1 0 0 0,0-1 0 0 0,0 0 1 0 0,0 0-1 0 0,0 0 0 0 0,-1 0 0 0 0,1-1 0 0 0,6-1 0 0 0,56-19 475 0 0,-55 16-441 0 0,0 1 1 0 0,0 0 0 0 0,1 1 0 0 0,0 0 0 0 0,-1 1 0 0 0,1 0-1 0 0,23 0 1 0 0,-34 2-92 0 0,0 0-1 0 0,0 0 1 0 0,-1 0-1 0 0,1 0 1 0 0,0 1-1 0 0,0-1 1 0 0,0 0 0 0 0,0 1-1 0 0,-1-1 1 0 0,1 0-1 0 0,0 1 1 0 0,0-1-1 0 0,-1 1 1 0 0,1-1-1 0 0,0 1 1 0 0,-1 0 0 0 0,1-1-1 0 0,-1 1 1 0 0,1-1-1 0 0,-1 1 1 0 0,1 0-1 0 0,-1 0 1 0 0,1-1-1 0 0,-1 1 1 0 0,0 0-1 0 0,1 0 1 0 0,-1 1 0 0 0,0-1-209 0 0,1 0 0 0 0,-1 0 0 0 0,0 0 0 0 0,0 0 0 0 0,0 0 0 0 0,0 0 0 0 0,0 0 0 0 0,0 1 0 0 0,0-1 1 0 0,-1 0-1 0 0,1 0 0 0 0,0 0 0 0 0,-1 1 0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7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7279 0 0,'1'2'125'0'0,"0"0"0"0"0,0-1-1 0 0,0 1 1 0 0,0 0-1 0 0,-1-1 1 0 0,1 1-1 0 0,0 0 1 0 0,-1 0-1 0 0,0 0 1 0 0,1 0 0 0 0,-1-1-1 0 0,0 1 1 0 0,0 3-1 0 0,-1 31 1239 0 0,0-22-1011 0 0,-4 41 1493 0 0,-2 0-1 0 0,-27 106 1 0 0,11-62-355 0 0,18-71-1151 0 0,5-27-310 0 0,0 1 0 0 0,0 0 0 0 0,-1-1 1 0 0,1 1-1 0 0,0-1 0 0 0,1 1 0 0 0,-1 0 1 0 0,0-1-1 0 0,0 1 0 0 0,1-1 0 0 0,-1 1 0 0 0,1-1 1 0 0,-1 1-1 0 0,2 2 0 0 0,-1-4-26 0 0,-1 0 1 0 0,1 0-1 0 0,-1 0 0 0 0,1 0 0 0 0,-1 0 1 0 0,1 0-1 0 0,-1 0 0 0 0,0 0 0 0 0,1 0 1 0 0,-1 0-1 0 0,1 0 0 0 0,-1 0 0 0 0,1-1 0 0 0,-1 1 1 0 0,0 0-1 0 0,1 0 0 0 0,-1 0 0 0 0,1-1 1 0 0,-1 1-1 0 0,0 0 0 0 0,1 0 0 0 0,-1-1 0 0 0,0 1 1 0 0,1 0-1 0 0,-1-1 0 0 0,0 1 0 0 0,0 0 1 0 0,1-1-1 0 0,-1 1 0 0 0,0-1 0 0 0,0 1 1 0 0,1 0-1 0 0,-1-1 0 0 0,0 1 0 0 0,0-1 0 0 0,0 0 1 0 0,9-19-98 0 0,-8 20 84 0 0,18-45-2472 0 0,-15 29 1144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7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8287 0 0,'5'7'1301'0'0,"0"0"0"0"0,0 1 0 0 0,6 15 0 0 0,3 5-323 0 0,9 13-150 0 0,122 196 4208 0 0,-127-214-4699 0 0,12 17-271 0 0,-28-37-225 0 0,-1-1 0 0 0,1 1 0 0 0,-1-1 0 0 0,0 1 0 0 0,0 0-1 0 0,0 0 1 0 0,0 0 0 0 0,0-1 0 0 0,-1 1 0 0 0,0 0 0 0 0,1 0 0 0 0,-1 0 0 0 0,0 4 0 0 0,-1-4-176 0 0,0-1 0 0 0,0 1 0 0 0,0 0 0 0 0,0-1 0 0 0,0 1 0 0 0,-1-1 0 0 0,1 1 0 0 0,-3 1 0 0 0,2-1-368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7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27 3223 0 0,'-21'-14'12204'0'0,"24"15"-12042"0"0,0 1-1 0 0,0-1 1 0 0,-1 0 0 0 0,1 0-1 0 0,0-1 1 0 0,0 1-1 0 0,1-1 1 0 0,-1 1 0 0 0,0-1-1 0 0,6 0 1 0 0,34-4-115 0 0,-35 3 124 0 0,108-11-4 0 0,-66 9-5399 0 0,-37 2-87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8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1375 0 0,'0'0'48'0'0,"0"-1"-1"0"0,0 1 1 0 0,0 0-1 0 0,0 0 1 0 0,0 0-1 0 0,1 0 1 0 0,-1-1-1 0 0,0 1 1 0 0,0 0-1 0 0,0 0 1 0 0,0 0-1 0 0,0 0 1 0 0,1 0-1 0 0,-1-1 0 0 0,0 1 1 0 0,0 0-1 0 0,0 0 1 0 0,1 0-1 0 0,-1 0 1 0 0,0 0-1 0 0,0 0 1 0 0,0 0-1 0 0,1 0 1 0 0,-1 0-1 0 0,0 0 1 0 0,0 0-1 0 0,1 0 1 0 0,-1 0-1 0 0,0 0 0 0 0,0 0 1 0 0,0 0-1 0 0,1 0 1 0 0,-1 0-1 0 0,0 0 1 0 0,0 0-1 0 0,0 0 1 0 0,1 0-1 0 0,-1 1 1 0 0,0-1-1 0 0,0 0 1 0 0,0 0-1 0 0,0 0 1 0 0,1 0-1 0 0,-1 0 0 0 0,0 0 1 0 0,0 1-1 0 0,0-1 1 0 0,0 0-1 0 0,0 0 1 0 0,1 0-1 0 0,-1 1 1 0 0,0-1-1 0 0,0 0 1 0 0,0 0-1 0 0,0 0 1 0 0,0 1-1 0 0,0-1 1 0 0,0 0-1 0 0,0 0 0 0 0,0 0 1 0 0,0 1-1 0 0,0-1 1 0 0,0 0-1 0 0,0 0 1 0 0,0 0-1 0 0,0 1 1 0 0,7 19 5067 0 0,-6-17-5056 0 0,4 21 795 0 0,0-1 1 0 0,-2 1-1 0 0,-1 1 1 0 0,0 33-1 0 0,-2-28 460 0 0,1 0 0 0 0,7 37-1 0 0,-7-62-1101 0 0,0 0 1 0 0,1 0-1 0 0,-1 0 0 0 0,1-1 1 0 0,0 1-1 0 0,0-1 0 0 0,0 1 0 0 0,1-1 1 0 0,-1 0-1 0 0,5 5 0 0 0,-6-8-161 0 0,0 1 0 0 0,1-1 0 0 0,-1 0 0 0 0,1 0-1 0 0,0 0 1 0 0,-1 0 0 0 0,1 0 0 0 0,0 0 0 0 0,-1-1 0 0 0,1 1-1 0 0,0 0 1 0 0,0-1 0 0 0,0 1 0 0 0,-1-1 0 0 0,1 0 0 0 0,0 0-1 0 0,0 0 1 0 0,0 0 0 0 0,0 0 0 0 0,0 0 0 0 0,0 0 0 0 0,0 0 0 0 0,-1-1-1 0 0,1 1 1 0 0,0-1 0 0 0,0 0 0 0 0,0 1 0 0 0,3-3-1 0 0,2-1-20 0 0,1-1-1 0 0,-1 1 1 0 0,0-2-1 0 0,-1 1 1 0 0,1-1-1 0 0,-1 0 0 0 0,0 0 1 0 0,0-1-1 0 0,-1 1 1 0 0,0-1-1 0 0,0-1 0 0 0,5-9 1 0 0,2-6 71 0 0,-1-1 1 0 0,14-45-1 0 0,-25 68-101 0 0,6-17-50 0 0,-1 0 1 0 0,3-25-1 0 0,-8 39 38 0 0,1 0 0 0 0,-1-1 0 0 0,0 1 0 0 0,0 0 0 0 0,0-1 1 0 0,0 1-1 0 0,-1 0 0 0 0,0-1 0 0 0,1 1 0 0 0,-2 0 0 0 0,1 0 0 0 0,0-1 0 0 0,-1 1 0 0 0,0 0 0 0 0,0 1 0 0 0,-3-6 0 0 0,0 5-916 0 0,6 9-1219 0 0,-1-4 1982 0 0,1 0 1 0 0,-1-1 0 0 0,1 1-1 0 0,0 0 1 0 0,-1-1 0 0 0,1 1 0 0 0,0 0-1 0 0,0-1 1 0 0,0 1 0 0 0,-1-1-1 0 0,1 1 1 0 0,0-1 0 0 0,0 1 0 0 0,2 0-1 0 0,7 1-1457 0 0,1-3-240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6447 0 0,'1'-1'115'0'0,"-1"1"0"0"0,1 0 0 0 0,-1 0 0 0 0,0-1-1 0 0,1 1 1 0 0,-1 0 0 0 0,1 0 0 0 0,-1 0-1 0 0,0 0 1 0 0,1 0 0 0 0,-1 0 0 0 0,1 0 0 0 0,-1 0-1 0 0,1-1 1 0 0,-1 2 0 0 0,1-1 0 0 0,-1 0-1 0 0,1 0 1 0 0,-1 0 0 0 0,0 0 0 0 0,1 0 0 0 0,-1 0-1 0 0,1 0 1 0 0,-1 0 0 0 0,1 1 0 0 0,-1-1 0 0 0,0 0-1 0 0,1 0 1 0 0,-1 1 0 0 0,0-1 0 0 0,1 0-1 0 0,-1 1 1 0 0,1-1 0 0 0,7 19 2000 0 0,-1 32-632 0 0,-6-43-1209 0 0,3 74 1320 0 0,-4-48-610 0 0,7 43-1 0 0,-6-72-888 0 0,0 0 1 0 0,0 0-1 0 0,1 0 0 0 0,0-1 0 0 0,-1 1 0 0 0,4 5 1 0 0,-4-8-94 0 0,0-1 0 0 0,0 1 0 0 0,1 0 0 0 0,-1 0 0 0 0,1-1 0 0 0,-1 1 0 0 0,1-1 0 0 0,-1 1 0 0 0,1-1 0 0 0,0 0 0 0 0,-1 0 0 0 0,1 0 0 0 0,0 0 0 0 0,0 0 0 0 0,0 0 0 0 0,0 0 0 0 0,3 1 0 0 0,6-1-129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8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15 12895 0 0,'-7'-14'1054'0'0,"7"14"-1039"0"0,0 0 0 0 0,0 0-1 0 0,0 0 1 0 0,0 0-1 0 0,0 0 1 0 0,0 0-1 0 0,1 0 1 0 0,-1 0-1 0 0,0 0 1 0 0,0 0 0 0 0,0 0-1 0 0,0 0 1 0 0,0 0-1 0 0,0 0 1 0 0,0 0-1 0 0,0 0 1 0 0,0 0 0 0 0,0 0-1 0 0,0 0 1 0 0,0 0-1 0 0,0 0 1 0 0,0 0-1 0 0,0 0 1 0 0,0 0 0 0 0,0 0-1 0 0,1 0 1 0 0,-1 0-1 0 0,0 0 1 0 0,0 0-1 0 0,0 0 1 0 0,0 0 0 0 0,0 0-1 0 0,0 0 1 0 0,0 0-1 0 0,0 0 1 0 0,0 0-1 0 0,0 0 1 0 0,0 0 0 0 0,0 0-1 0 0,0 0 1 0 0,0 0-1 0 0,0 0 1 0 0,0 0-1 0 0,0 0 1 0 0,1 0 0 0 0,-1 0-1 0 0,0 0 1 0 0,0 0-1 0 0,0 0 1 0 0,0 0-1 0 0,0 0 1 0 0,19 22 710 0 0,-9-10-718 0 0,14 12 123 0 0,1-1 0 0 0,1-1-1 0 0,31 20 1 0 0,-10-8 469 0 0,-34-24-287 0 0,0 0 1 0 0,-1 0 0 0 0,0 1 0 0 0,-1 1 0 0 0,10 12 0 0 0,-19-21-283 0 0,0-1 0 0 0,-1 0 0 0 0,1 1-1 0 0,-1-1 1 0 0,1 1 0 0 0,-1-1 0 0 0,0 1 0 0 0,0 0 0 0 0,0 0 0 0 0,0-1 0 0 0,-1 1 0 0 0,1 0 0 0 0,-1 0 0 0 0,0 0 0 0 0,0 0 0 0 0,0 0 0 0 0,0 0 0 0 0,0-1 0 0 0,0 1 0 0 0,-1 0 0 0 0,0 0 0 0 0,1 0 0 0 0,-1 0 0 0 0,0-1 0 0 0,0 1 0 0 0,-1 0 0 0 0,1-1 0 0 0,0 1 0 0 0,-1-1 0 0 0,0 1 0 0 0,1-1 0 0 0,-1 0 0 0 0,0 0 0 0 0,0 0 0 0 0,-4 3 0 0 0,-5 4 93 0 0,-1 0 1 0 0,0-1-1 0 0,-1-1 1 0 0,0 0-1 0 0,0 0 1 0 0,0-1-1 0 0,-1-1 1 0 0,-24 6 0 0 0,6-4 365 0 0,0-1 0 0 0,-60 3 0 0 0,63-12-207 0 0,29 3-282 0 0,-1 0-1 0 0,1 0 1 0 0,0 0 0 0 0,0 0 0 0 0,0 0 0 0 0,-1 0-1 0 0,1 0 1 0 0,0 0 0 0 0,0 0 0 0 0,0 0 0 0 0,0 0-1 0 0,-1 0 1 0 0,1 0 0 0 0,0 0 0 0 0,0 0 0 0 0,0 0-1 0 0,0-1 1 0 0,-1 1 0 0 0,1 0 0 0 0,0 0 0 0 0,0 0-1 0 0,0 0 1 0 0,0 0 0 0 0,0-1 0 0 0,0 1 0 0 0,-1 0-1 0 0,1 0 1 0 0,0 0 0 0 0,0 0 0 0 0,0-1 0 0 0,0 1-1 0 0,0 0 1 0 0,0 0 0 0 0,0 0 0 0 0,0-1 0 0 0,0 1-1 0 0,0 0 1 0 0,0 0 0 0 0,13-8-329 0 0,21-4-2469 0 0,-12 6 1126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8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67 11055 0 0,'-28'-60'7763'0'0,"29"60"-7622"0"0,8-2 1522 0 0,14 3-2332 0 0,-19-1 1111 0 0,85-2-141 0 0,-69 0-610 0 0,0 0 0 0 0,0 2 0 0 0,0 1 0 0 0,37 5 0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9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11055 0 0,'-1'0'82'0'0,"0"0"1"0"0,0 0-1 0 0,0 1 0 0 0,0-1 0 0 0,1 0 0 0 0,-1 1 0 0 0,0-1 0 0 0,0 0 0 0 0,1 1 0 0 0,-1-1 0 0 0,0 1 1 0 0,1 0-1 0 0,-1-1 0 0 0,0 1 0 0 0,1-1 0 0 0,-1 1 0 0 0,1 0 0 0 0,-1 0 0 0 0,1-1 0 0 0,0 1 0 0 0,-1 0 1 0 0,1 0-1 0 0,-1-1 0 0 0,1 2 0 0 0,-8 26 1718 0 0,5-16-1401 0 0,-2 3-138 0 0,1 1 0 0 0,1-1 0 0 0,1 1 0 0 0,0-1 0 0 0,1 1 0 0 0,1 0 0 0 0,0 0 0 0 0,4 21 0 0 0,-3-30-104 0 0,1 0 0 0 0,-1 0 1 0 0,2 0-1 0 0,-1 0 0 0 0,1 0 0 0 0,0-1 1 0 0,0 1-1 0 0,1-1 0 0 0,4 7 0 0 0,-4-9-34 0 0,-1 0-1 0 0,1-1 1 0 0,0 1-1 0 0,0-1 1 0 0,0 0-1 0 0,0 0 1 0 0,0 0-1 0 0,1 0 1 0 0,-1-1-1 0 0,1 1 1 0 0,0-1-1 0 0,0-1 1 0 0,10 4-1 0 0,-7-4 14 0 0,1 0-1 0 0,0 0 1 0 0,0 0-1 0 0,0-1 1 0 0,0-1 0 0 0,16-1-1 0 0,54-17 332 0 0,-54 12-352 0 0,38-5-1 0 0,16 7-1033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49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26 14023 0 0,'-13'-11'455'0'0,"-2"-2"1113"0"0,17 11-709 0 0,12 7-149 0 0,4 1-598 0 0,1-1 0 0 0,0 0 0 0 0,1-2 0 0 0,-1 0 0 0 0,0-1 0 0 0,1-1 0 0 0,-1-1 0 0 0,33-4 0 0 0,-29 2-112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1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14 1839 0 0,'-3'1'568'0'0,"0"1"-1"0"0,1-1 1 0 0,-1 1-1 0 0,0 0 1 0 0,1 0-1 0 0,0 0 1 0 0,-1 0-1 0 0,1 0 1 0 0,0 0-1 0 0,0 1 1 0 0,0-1-1 0 0,0 1 1 0 0,1-1-1 0 0,-1 1 1 0 0,-2 5-1 0 0,-6 26 4907 0 0,9-13-5842 0 0,1-20 408 0 0,0-1 1 0 0,0 1 0 0 0,0-1 0 0 0,0 1-1 0 0,0-1 1 0 0,0 1 0 0 0,0-1-1 0 0,0 1 1 0 0,1-1 0 0 0,-1 0 0 0 0,0 1-1 0 0,0-1 1 0 0,0 1 0 0 0,0-1 0 0 0,1 1-1 0 0,-1-1 1 0 0,0 0 0 0 0,0 1-1 0 0,1-1 1 0 0,-1 0 0 0 0,0 1 0 0 0,1-1-1 0 0,-1 0 1 0 0,0 1 0 0 0,1-1 0 0 0,-1 0-1 0 0,1 0 1 0 0,-1 1 0 0 0,1-1 0 0 0,-1 0-1 0 0,0 0 1 0 0,1 0 0 0 0,-1 0-1 0 0,1 1 1 0 0,0-1 0 0 0,0-1 7 0 0,1 1-1 0 0,-1 0 1 0 0,1-1 0 0 0,-1 1-1 0 0,1-1 1 0 0,-1 1 0 0 0,0-1 0 0 0,1 0-1 0 0,-1 1 1 0 0,0-1 0 0 0,2-1 0 0 0,29-27 247 0 0,-6-6-171 0 0,-25 33-117 0 0,1 0-1 0 0,-1-1 1 0 0,0 0-1 0 0,0 1 1 0 0,0-1-1 0 0,0 0 0 0 0,0 1 1 0 0,0-1-1 0 0,-1 0 1 0 0,1 0-1 0 0,-1 0 1 0 0,0-4-1 0 0,0 7-4 0 0,0-1 0 0 0,0 1 0 0 0,0-1 0 0 0,0 1 0 0 0,0 0 0 0 0,0-1 0 0 0,0 1 0 0 0,0-1 0 0 0,0 1 0 0 0,-1 0 0 0 0,1-1 0 0 0,0 1 0 0 0,0 0 0 0 0,0-1 0 0 0,-1 1 0 0 0,1 0 0 0 0,0-1 0 0 0,0 1 0 0 0,-1 0 0 0 0,1-1 0 0 0,0 1 0 0 0,-1 0 0 0 0,1 0 0 0 0,0-1 0 0 0,-1 1 0 0 0,1 0 0 0 0,-1 0 0 0 0,1 0 0 0 0,0 0 0 0 0,-1 0 0 0 0,1-1 0 0 0,-1 1 0 0 0,0 0 0 0 0,-16 5 162 0 0,-14 14 212 0 0,19-9-87 0 0,-30 26 811 0 0,39-34-1004 0 0,0 1 0 0 0,0 0 0 0 0,1 1 0 0 0,-1-1 1 0 0,1 0-1 0 0,0 1 0 0 0,0-1 0 0 0,0 1 0 0 0,0 0 1 0 0,-1 4-1 0 0,3-7-87 0 0,0 0 1 0 0,0 0-1 0 0,0 0 1 0 0,0 0-1 0 0,0 0 1 0 0,0 0-1 0 0,0 0 1 0 0,0 0-1 0 0,1 0 1 0 0,-1 0-1 0 0,0 0 1 0 0,1 0-1 0 0,-1 0 1 0 0,1 0-1 0 0,-1 0 1 0 0,1 0-1 0 0,-1 0 1 0 0,1-1-1 0 0,-1 1 1 0 0,1 0-1 0 0,0 0 1 0 0,0-1-1 0 0,-1 1 1 0 0,1 0-1 0 0,0-1 1 0 0,0 1-1 0 0,0-1 1 0 0,0 1-1 0 0,0-1 1 0 0,0 0-1 0 0,-1 1 1 0 0,1-1-1 0 0,0 0 1 0 0,2 1-1 0 0,36 6-329 0 0,-38-7 289 0 0,25 1-1267 0 0,4 0-424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2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382 108 1375 0 0,'-1'-5'952'0'0,"0"0"-1"0"0,-1 0 1 0 0,0 0 0 0 0,0 0-1 0 0,0 1 1 0 0,-1-1-1 0 0,1 1 1 0 0,-1 0-1 0 0,-4-5 1 0 0,3 4-358 0 0,-1 0 1 0 0,0 0 0 0 0,0 0 0 0 0,-1 1 0 0 0,0-1 0 0 0,-9-4 0 0 0,11 6-431 0 0,-1 1 0 0 0,1-1 0 0 0,-1 1 0 0 0,1 1 0 0 0,-1-1 0 0 0,0 1 0 0 0,0-1 0 0 0,0 1 0 0 0,0 1 0 0 0,0-1 0 0 0,0 1 0 0 0,0 0 0 0 0,0 0 0 0 0,0 0 0 0 0,0 1 0 0 0,0-1 0 0 0,0 1 0 0 0,1 0 0 0 0,-1 1 0 0 0,0 0 0 0 0,-6 2 0 0 0,-1 4-60 0 0,1 0 0 0 0,0 1 0 0 0,0 0 0 0 0,1 1 0 0 0,0 0 0 0 0,1 1 0 0 0,0 0 0 0 0,0 0 0 0 0,1 1 0 0 0,1 0 0 0 0,-11 22 0 0 0,3 1 46 0 0,1 1 1 0 0,1 0-1 0 0,-7 42 1 0 0,16-64 27 0 0,2-1 1 0 0,-1 1 0 0 0,2 0-1 0 0,0 0 1 0 0,0 0 0 0 0,3 22 0 0 0,-1-32-130 0 0,-1 0 1 0 0,1 0-1 0 0,0 0 1 0 0,0-1 0 0 0,0 1-1 0 0,1-1 1 0 0,-1 1 0 0 0,1-1-1 0 0,0 1 1 0 0,0-1 0 0 0,0 0-1 0 0,0 1 1 0 0,0-1 0 0 0,1-1-1 0 0,0 1 1 0 0,-1 0-1 0 0,1-1 1 0 0,0 1 0 0 0,0-1-1 0 0,1 0 1 0 0,-1 0 0 0 0,0 0-1 0 0,1 0 1 0 0,-1 0 0 0 0,1-1-1 0 0,0 0 1 0 0,-1 0 0 0 0,6 1-1 0 0,10 0 7 0 0,1 0-1 0 0,0-2 0 0 0,-1 0 1 0 0,1-1-1 0 0,37-8 0 0 0,-33 5-351 0 0,0 1 0 0 0,0 1 0 0 0,31 2 0 0 0,-6 5-3890 0 0,-42-3 1972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2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14 7367 0 0,'-6'-13'565'0'0,"4"18"1190"0"0,4 28 1831 0 0,-1-28-3326 0 0,2 208 2886 0 0,-3-71-882 0 0,5-89-1396 0 0,-5-50-854 0 0,1 0 0 0 0,-1-1 0 0 0,1 1 1 0 0,0 0-1 0 0,0-1 0 0 0,0 1 0 0 0,0-1 0 0 0,1 1 1 0 0,-1-1-1 0 0,0 1 0 0 0,1-1 0 0 0,0 0 1 0 0,0 0-1 0 0,0 0 0 0 0,0 0 0 0 0,3 2 1 0 0,0-3-1939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12439 0 0,'79'13'5328'0'0,"-66"-12"-5149"0"0,1-1-1 0 0,-1-1 1 0 0,0 0-1 0 0,0-1 1 0 0,0 0-1 0 0,0-1 1 0 0,-1 0 0 0 0,22-9-1 0 0,-28 10-442 0 0,0-1 0 0 0,0 0 0 0 0,0 0 0 0 0,-1 0 0 0 0,1-1 0 0 0,-1 0 0 0 0,0 0 0 0 0,0 0 0 0 0,0-1 0 0 0,-1 0 0 0 0,1 0 0 0 0,-1 0 0 0 0,0 0 0 0 0,-1 0 0 0 0,1-1 0 0 0,-1 0 0 0 0,0 0 0 0 0,4-12 0 0 0,-4 2-1647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3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3 1375 0 0,'-5'-3'-1587'0'0,"-20"3"10993"0"0,25 1-9210 0 0,0-1 0 0 0,-1 1 1 0 0,1-1-1 0 0,0 1 0 0 0,0-1 0 0 0,0 1 0 0 0,-1-1 0 0 0,1 1 0 0 0,0-1 1 0 0,0 1-1 0 0,0-1 0 0 0,0 1 0 0 0,0-1 0 0 0,0 1 0 0 0,0 0 0 0 0,0-1 1 0 0,0 1-1 0 0,0 40 949 0 0,2 0 0 0 0,13 81 0 0 0,-8-80-563 0 0,-4-23-231 0 0,1 0 0 0 0,8 27-1 0 0,-10-40-493 0 0,0-1 0 0 0,0 0-1 0 0,0 1 1 0 0,1-1 0 0 0,0 0-1 0 0,0 0 1 0 0,0-1 0 0 0,1 1 0 0 0,0-1-1 0 0,0 1 1 0 0,0-1 0 0 0,7 5-1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3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2 470 10079 0 0,'0'3'400'0'0,"-1"0"-1"0"0,1-1 0 0 0,0 1 1 0 0,-1 0-1 0 0,1 0 1 0 0,0-1-1 0 0,0 1 0 0 0,1 0 1 0 0,-1-1-1 0 0,1 1 0 0 0,-1 0 1 0 0,1-1-1 0 0,0 1 1 0 0,2 4-1 0 0,-2-9-147 0 0,1 0-1 0 0,-1-1 1 0 0,1 1 0 0 0,-1 0 0 0 0,0 0 0 0 0,0-1-1 0 0,0 1 1 0 0,0 0 0 0 0,0-1 0 0 0,1-2 0 0 0,-2 5-190 0 0,17-62 535 0 0,11-68 0 0 0,-21 85-591 0 0,3 0 0 0 0,1 1-1 0 0,34-84 1 0 0,-43 125-6 0 0,-1-1 0 0 0,1 1 0 0 0,1 0 0 0 0,-1 0 0 0 0,0 0 0 0 0,1 1 0 0 0,4-4 0 0 0,-7 5 0 0 0,0 1 0 0 0,1-1 0 0 0,-1 1 0 0 0,1 0 0 0 0,-1-1 0 0 0,1 1 0 0 0,-1 0 0 0 0,1-1 0 0 0,-1 1 0 0 0,1 0 0 0 0,0 0 0 0 0,-1-1 0 0 0,1 1 0 0 0,-1 0 0 0 0,1 0 0 0 0,-1 0 0 0 0,1 0 0 0 0,0 0 0 0 0,-1 0 0 0 0,1 0 0 0 0,0 0 0 0 0,-1 0 0 0 0,1 0 0 0 0,-1 0 0 0 0,1 0 0 0 0,-1 1 0 0 0,1-1 0 0 0,0 0 0 0 0,-1 0 0 0 0,1 1 0 0 0,-1-1 0 0 0,1 0 0 0 0,-1 1 0 0 0,1-1 0 0 0,-1 0 0 0 0,1 1 0 0 0,-1-1 0 0 0,1 1 0 0 0,-1-1 0 0 0,0 1 0 0 0,1-1 0 0 0,-1 1 0 0 0,0-1 0 0 0,1 1 0 0 0,-1-1 0 0 0,0 1 0 0 0,0-1 0 0 0,0 1 0 0 0,1-1 0 0 0,-1 1 0 0 0,0 0 0 0 0,0-1 0 0 0,0 1 0 0 0,0 0 0 0 0,6 28 30 0 0,-1 0 1 0 0,-2 0-1 0 0,0 0 0 0 0,-3 33 0 0 0,4 38 513 0 0,9-12 21 0 0,-12-79-520 0 0,2-1 1 0 0,-1 0 0 0 0,1 1 0 0 0,0-1 0 0 0,1 0 0 0 0,0-1 0 0 0,0 1 0 0 0,7 8 0 0 0,6-4 173 0 0,-17-11-297 0 0,1-1-1 0 0,-1 0 1 0 0,1 0 0 0 0,-1 1-1 0 0,0-1 1 0 0,1 0 0 0 0,-1 0-1 0 0,1 1 1 0 0,-1-1 0 0 0,1 0-1 0 0,-1 0 1 0 0,1 0 0 0 0,-1 0-1 0 0,1 0 1 0 0,-1 0-1 0 0,1 1 1 0 0,-1-1 0 0 0,1-1-1 0 0,-1 1 1 0 0,1 0 0 0 0,-1 0-1 0 0,1 0 1 0 0,-1 0 0 0 0,1 0-1 0 0,-1 0 1 0 0,1 0 0 0 0,-1-1-1 0 0,1 1 1 0 0,-1 0 0 0 0,1 0-1 0 0,-1-1 1 0 0,0 1 0 0 0,1 0-1 0 0,-1-1 1 0 0,1 1 0 0 0,-1-1-1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32 10591 0 0,'-7'-5'-509'0'0,"-6"-12"7125"0"0,24 14-4065 0 0,29-1-2343 0 0,1 1 1 0 0,44 4 0 0 0,-20 1-2167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4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11663 0 0,'1'0'49'0'0,"-1"-1"0"0"0,0 0-1 0 0,1 0 1 0 0,-1 1-1 0 0,0-1 1 0 0,1 0 0 0 0,-1 1-1 0 0,1-1 1 0 0,-1 0 0 0 0,1 1-1 0 0,-1-1 1 0 0,1 1-1 0 0,0-1 1 0 0,-1 1 0 0 0,1-1-1 0 0,0 1 1 0 0,-1-1-1 0 0,1 1 1 0 0,0 0 0 0 0,0-1-1 0 0,-1 1 1 0 0,1 0 0 0 0,0 0-1 0 0,0 0 1 0 0,-1-1-1 0 0,1 1 1 0 0,0 0 0 0 0,0 0-1 0 0,1 0 1 0 0,0 2 91 0 0,0-1-1 0 0,-1 0 1 0 0,1 1 0 0 0,0-1 0 0 0,-1 1-1 0 0,1 0 1 0 0,0 0 0 0 0,-1 0 0 0 0,2 3-1 0 0,4 5 161 0 0,-2 0 0 0 0,1 0-1 0 0,-1 0 1 0 0,-1 1 0 0 0,0 0-1 0 0,0 0 1 0 0,-1 0 0 0 0,0 0-1 0 0,1 23 1 0 0,-1 7 1025 0 0,-5 61-1 0 0,0-30 158 0 0,2-66-1327 0 0,0 0-1 0 0,0 0 0 0 0,1 0 1 0 0,0 0-1 0 0,3 10 0 0 0,-4-15-202 0 0,1 0-1 0 0,-1 1 0 0 0,1-1 1 0 0,-1 0-1 0 0,1 0 0 0 0,0 0 1 0 0,0 0-1 0 0,-1 0 0 0 0,1 0 1 0 0,0 0-1 0 0,0 0 0 0 0,0 0 1 0 0,2 1-1 0 0,-2-2-201 0 0,0 1-1 0 0,0-1 1 0 0,0 1 0 0 0,0-1-1 0 0,0 0 1 0 0,0 1 0 0 0,0-1-1 0 0,0 0 1 0 0,0 0 0 0 0,0 0-1 0 0,1 0 1 0 0,-1 0 0 0 0,0 0-1 0 0,0 0 1 0 0,0 0 0 0 0,0-1-1 0 0,2 0 1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4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71 13703 0 0,'0'0'3'0'0,"-1"-3"206"0"0,-1 0 0 0 0,1 0 0 0 0,-1 0 1 0 0,1-1-1 0 0,0 1 0 0 0,0 0 0 0 0,-1-6 1 0 0,3 8-103 0 0,-1 0 1 0 0,0-1 0 0 0,0 1 0 0 0,0 0 0 0 0,1 0 0 0 0,-1 0-1 0 0,1 0 1 0 0,-1 0 0 0 0,1 0 0 0 0,-1-1 0 0 0,1 1 0 0 0,0 0-1 0 0,-1 1 1 0 0,1-1 0 0 0,0 0 0 0 0,0 0 0 0 0,0 0 0 0 0,0 0-1 0 0,0 1 1 0 0,0-1 0 0 0,0 0 0 0 0,0 1 0 0 0,0-1 0 0 0,0 1-1 0 0,1-1 1 0 0,4-2 36 0 0,0 0-1 0 0,-1 1 1 0 0,1 0-1 0 0,0 1 0 0 0,1-1 1 0 0,-1 1-1 0 0,0 0 1 0 0,0 1-1 0 0,12-1 0 0 0,3 3 281 0 0,34 6-1 0 0,6 1 8 0 0,-5-7-551 0 0,-19-4-5485 0 0,-15 1-902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5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71 9471 0 0,'2'-2'194'0'0,"0"1"-1"0"0,0-1 1 0 0,0 0 0 0 0,-1 1-1 0 0,1-1 1 0 0,0 0-1 0 0,-1 0 1 0 0,1 0-1 0 0,-1 0 1 0 0,0 0 0 0 0,0 0-1 0 0,0-1 1 0 0,0 1-1 0 0,0 0 1 0 0,0-1-1 0 0,-1 1 1 0 0,1 0 0 0 0,0-4-1 0 0,-1 5-130 0 0,0 0 0 0 0,0 0 0 0 0,0-1 0 0 0,0 1 0 0 0,0 0 0 0 0,0 0 0 0 0,-1 0 0 0 0,1 0 0 0 0,0 0-1 0 0,-1 0 1 0 0,1 0 0 0 0,0 0 0 0 0,-1 0 0 0 0,1 0 0 0 0,-1 0 0 0 0,0 0 0 0 0,1 0 0 0 0,-1 0 0 0 0,0 1 0 0 0,1-1 0 0 0,-1 0 0 0 0,0 0 0 0 0,0 1 0 0 0,0-1-1 0 0,0 0 1 0 0,0 1 0 0 0,0-1 0 0 0,0 1 0 0 0,0-1 0 0 0,0 1 0 0 0,0-1 0 0 0,0 1 0 0 0,0 0 0 0 0,0 0 0 0 0,0 0 0 0 0,0-1 0 0 0,0 1 0 0 0,0 0 0 0 0,0 0-1 0 0,-1 0 1 0 0,1 1 0 0 0,-1-1 0 0 0,-8 1 57 0 0,0 1 0 0 0,0 0-1 0 0,1 1 1 0 0,-1 0 0 0 0,1 0 0 0 0,0 1-1 0 0,0 0 1 0 0,0 0 0 0 0,0 1 0 0 0,-15 12-1 0 0,4-1 72 0 0,0 1-1 0 0,-34 38 0 0 0,40-39-14 0 0,1 1-1 0 0,1 0 1 0 0,1 1-1 0 0,1 0 0 0 0,0 1 1 0 0,1 0-1 0 0,1 0 1 0 0,1 1-1 0 0,1 0 0 0 0,1 0 1 0 0,0 1-1 0 0,2 0 1 0 0,-3 41-1 0 0,6-56-100 0 0,1 0 0 0 0,-1 0 1 0 0,1 0-1 0 0,0 0 0 0 0,0 0 0 0 0,1 0 0 0 0,0 0 0 0 0,0 0 0 0 0,0 0 1 0 0,1-1-1 0 0,0 1 0 0 0,0-1 0 0 0,0 0 0 0 0,1 0 0 0 0,-1 0 0 0 0,1 0 0 0 0,0-1 1 0 0,1 1-1 0 0,-1-1 0 0 0,1 0 0 0 0,0 0 0 0 0,0-1 0 0 0,0 0 0 0 0,0 1 1 0 0,1-2-1 0 0,10 5 0 0 0,-5-3-11 0 0,0-1 1 0 0,0 0-1 0 0,0-1 1 0 0,0 0-1 0 0,0 0 1 0 0,0-2-1 0 0,0 1 1 0 0,1-1 0 0 0,-1-1-1 0 0,0 0 1 0 0,0-1-1 0 0,0 0 1 0 0,22-7-1 0 0,-8 0 38 0 0,0-2 0 0 0,40-22 0 0 0,-57 28-100 0 0,0-1 1 0 0,1 1-1 0 0,-2-2 0 0 0,1 1 0 0 0,-1-1 1 0 0,0 0-1 0 0,0 0 0 0 0,-1 0 0 0 0,0-1 1 0 0,8-15-1 0 0,-12 21-27 0 0,-1 0 1 0 0,0 0-1 0 0,-1 0 1 0 0,1 0-1 0 0,0 0 1 0 0,0 0-1 0 0,-1 0 1 0 0,1 0 0 0 0,-1 0-1 0 0,0 0 1 0 0,0 0-1 0 0,1 0 1 0 0,-1 0-1 0 0,-1 0 1 0 0,1 0-1 0 0,0 0 1 0 0,0 0-1 0 0,-1 0 1 0 0,1 0-1 0 0,-1 0 1 0 0,0 0-1 0 0,1 0 1 0 0,-1 0-1 0 0,0 0 1 0 0,0 0-1 0 0,0 1 1 0 0,-3-4 0 0 0,1 2-57 0 0,0 1 0 0 0,0 0 0 0 0,0 0 1 0 0,-1 0-1 0 0,1 1 0 0 0,0-1 1 0 0,-1 1-1 0 0,1-1 0 0 0,-1 1 0 0 0,1 1 1 0 0,-1-1-1 0 0,0 0 0 0 0,1 1 1 0 0,-7-1-1 0 0,3 1-98 0 0,0 1 1 0 0,0-1-1 0 0,1 1 1 0 0,-11 3-1 0 0,14-4 14 0 0,1 1-1 0 0,-1 0 0 0 0,1-1 1 0 0,-1 1-1 0 0,1 0 1 0 0,0 1-1 0 0,-1-1 0 0 0,1 0 1 0 0,0 1-1 0 0,0-1 0 0 0,0 1 1 0 0,0-1-1 0 0,0 1 0 0 0,-3 4 1 0 0,4-2-1142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5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65 225 8751 0 0,'2'51'3246'0'0,"13"71"-1"0"0,-8-72-366 0 0,3 71-1 0 0,-16-269-1950 0 0,0 47-1328 0 0,5 72 276 0 0,-1 1-63 0 0,2 0 0 0 0,1-1-1 0 0,8-54 1 0 0,-8 75 123 0 0,2 0 0 0 0,-1 1 0 0 0,1-1 0 0 0,0 1 0 0 0,0 0 0 0 0,1-1 0 0 0,9-12 0 0 0,-10 16 13 0 0,1 0 1 0 0,0 0 0 0 0,0 0-1 0 0,0 1 1 0 0,0-1 0 0 0,1 1-1 0 0,0 0 1 0 0,-1 0 0 0 0,1 0-1 0 0,0 1 1 0 0,0 0 0 0 0,10-3-1 0 0,-11 3 49 0 0,1 1-1 0 0,0 0 0 0 0,0 1 1 0 0,0-1-1 0 0,0 1 0 0 0,0 0 1 0 0,-1 0-1 0 0,1 0 0 0 0,0 1 1 0 0,0-1-1 0 0,0 1 0 0 0,0 1 1 0 0,-1-1-1 0 0,1 1 0 0 0,0-1 1 0 0,-1 1-1 0 0,0 1 0 0 0,1-1 1 0 0,-1 0-1 0 0,0 1 1 0 0,0 0-1 0 0,0 0 0 0 0,-1 0 1 0 0,1 1-1 0 0,-1-1 0 0 0,1 1 1 0 0,-1 0-1 0 0,-1 0 0 0 0,1 0 1 0 0,2 5-1 0 0,-1-2 57 0 0,-1-1 1 0 0,0 1-1 0 0,0 0 1 0 0,0 0-1 0 0,-1 0 0 0 0,0 0 1 0 0,-1 1-1 0 0,0-1 0 0 0,0 0 1 0 0,0 1-1 0 0,-1-1 1 0 0,0 1-1 0 0,0-1 0 0 0,-1 1 1 0 0,0-1-1 0 0,-1 0 0 0 0,1 0 1 0 0,-1 1-1 0 0,-4 8 1 0 0,1-7 0 0 0,-1 0 1 0 0,1-1 0 0 0,-2 0 0 0 0,1 0-1 0 0,-1 0 1 0 0,0-1 0 0 0,0 0 0 0 0,-1 0-1 0 0,0-1 1 0 0,0 0 0 0 0,-14 7 0 0 0,11-7-8 0 0,-1 0 1 0 0,0 0-1 0 0,0-1 0 0 0,0-1 1 0 0,-1 0-1 0 0,1-1 1 0 0,-1 0-1 0 0,-19 1 1 0 0,25-4-19 0 0,0 0 1 0 0,-1 0-1 0 0,1-1 1 0 0,1 0-1 0 0,-1-1 1 0 0,0 0-1 0 0,0 0 1 0 0,0 0 0 0 0,-8-5-1 0 0,13 6-26 0 0,0 0-1 0 0,0 0 1 0 0,0 0 0 0 0,0 0-1 0 0,0 0 1 0 0,0-1 0 0 0,1 1-1 0 0,-1 0 1 0 0,0-1 0 0 0,1 0-1 0 0,-1 1 1 0 0,1-1 0 0 0,0 0-1 0 0,-1 0 1 0 0,1 1-1 0 0,0-1 1 0 0,0 0 0 0 0,0 0-1 0 0,1 0 1 0 0,-1-1 0 0 0,0 1-1 0 0,1 0 1 0 0,-1 0 0 0 0,1 0-1 0 0,0 0 1 0 0,0-1 0 0 0,0 1-1 0 0,0 0 1 0 0,0 0 0 0 0,0 0-1 0 0,0-1 1 0 0,1 1 0 0 0,0-2-1 0 0,0 1-85 0 0,0 1 0 0 0,1 0-1 0 0,-1-1 1 0 0,1 1 0 0 0,0 0-1 0 0,-1 0 1 0 0,1 0 0 0 0,0 0-1 0 0,0 1 1 0 0,0-1 0 0 0,0 0-1 0 0,0 1 1 0 0,1-1 0 0 0,-1 1-1 0 0,0 0 1 0 0,1 0 0 0 0,3-1-1 0 0,47-13-5984 0 0,-49 15 4976 0 0,24-6-4697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5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0 13535 0 0,'1'1'76'0'0,"-1"-1"0"0"0,1 1 1 0 0,-1-1-1 0 0,1 0 0 0 0,-1 1 0 0 0,1-1 0 0 0,-1 1 0 0 0,0-1 0 0 0,1 1 0 0 0,-1-1 0 0 0,0 1 0 0 0,1-1 0 0 0,-1 1 0 0 0,0-1 1 0 0,0 1-1 0 0,1 0 0 0 0,-1-1 0 0 0,0 1 0 0 0,0-1 0 0 0,0 1 0 0 0,0 0 0 0 0,0-1 0 0 0,0 2 0 0 0,2 18 689 0 0,-2-20-744 0 0,-1 69 2511 0 0,-19 137 0 0 0,9-119-848 0 0,10-86-1668 0 0,1 0 0 0 0,0 0 0 0 0,0-1 0 0 0,-1 1 0 0 0,1 0 0 0 0,0 0 0 0 0,0-1 0 0 0,0 1 0 0 0,0 0 1 0 0,0 0-1 0 0,0-1 0 0 0,0 1 0 0 0,0 0 0 0 0,0 0 0 0 0,1-1 0 0 0,-1 1 0 0 0,0 0 0 0 0,0 0 0 0 0,1-1 0 0 0,-1 1 0 0 0,0 0 0 0 0,1-1 0 0 0,-1 1 0 0 0,1 0 0 0 0,-1-1 0 0 0,1 1 0 0 0,-1-1 0 0 0,1 1 0 0 0,-1-1 0 0 0,1 1 0 0 0,0 0 0 0 0,0-1-40 0 0,0-1-1 0 0,0 1 0 0 0,0-1 1 0 0,0 1-1 0 0,0-1 0 0 0,0 1 1 0 0,0-1-1 0 0,-1 1 1 0 0,1-1-1 0 0,0 0 0 0 0,0 1 1 0 0,-1-1-1 0 0,1 0 0 0 0,0 0 1 0 0,-1 1-1 0 0,1-1 1 0 0,-1 0-1 0 0,1 0 0 0 0,-1 0 1 0 0,1 0-1 0 0,-1 0 0 0 0,1 0 1 0 0,-1 0-1 0 0,0-1 0 0 0,9-24-2510 0 0,-5 11 1037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6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26 12895 0 0,'-4'-8'222'0'0,"-2"-6"1948"0"0,7 14-2044 0 0,-1 0 1 0 0,1-1-1 0 0,0 1 0 0 0,-1 0 0 0 0,1-1 0 0 0,-1 1 0 0 0,1 0 0 0 0,0-1 1 0 0,-1 1-1 0 0,1 0 0 0 0,0 0 0 0 0,-1 0 0 0 0,1 0 0 0 0,0 0 0 0 0,-1 0 0 0 0,1 0 1 0 0,0 0-1 0 0,-1 0 0 0 0,1 0 0 0 0,0 0 0 0 0,0 0 0 0 0,-1 0 0 0 0,1 1 0 0 0,1-1 1 0 0,73 11 768 0 0,1-4 0 0 0,135-5 0 0 0,-58-8-1762 0 0,-122 5 215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8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18 7367 0 0,'-1'0'308'0'0,"1"1"0"0"0,-1 0 0 0 0,0 0 0 0 0,0 0 0 0 0,1 0 0 0 0,-1 0 0 0 0,0 0 0 0 0,1 0-1 0 0,-1 0 1 0 0,1 0 0 0 0,0 0 0 0 0,-1 0 0 0 0,1 0 0 0 0,0 0 0 0 0,0 1 0 0 0,-1-1 0 0 0,1 0-1 0 0,0 0 1 0 0,0 0 0 0 0,0 0 0 0 0,0 1 0 0 0,1 1 0 0 0,-1-3-240 0 0,0 0 1 0 0,0 1-1 0 0,0-1 1 0 0,1 0-1 0 0,-1 0 1 0 0,0 1 0 0 0,0-1-1 0 0,0 0 1 0 0,1 0-1 0 0,-1 1 1 0 0,0-1-1 0 0,0 0 1 0 0,0 0-1 0 0,1 0 1 0 0,-1 1-1 0 0,0-1 1 0 0,1 0-1 0 0,-1 0 1 0 0,0 0-1 0 0,0 0 1 0 0,1 0-1 0 0,-1 0 1 0 0,0 0-1 0 0,1 0 1 0 0,-1 0 0 0 0,0 1-1 0 0,0-1 1 0 0,1 0-1 0 0,0-1 1 0 0,0 1-28 0 0,0 0 0 0 0,0-1 0 0 0,0 1 0 0 0,0 0 0 0 0,0-1 0 0 0,0 1 0 0 0,0-1 0 0 0,0 0 0 0 0,0 1 0 0 0,0-1 0 0 0,0 0 0 0 0,1-1 0 0 0,16-25 465 0 0,-17 27-500 0 0,-1-1 0 0 0,0 1 0 0 0,0 0 1 0 0,0-1-1 0 0,1 1 0 0 0,-1-1 0 0 0,0 1 1 0 0,0 0-1 0 0,0-1 0 0 0,0 1 0 0 0,0-1 1 0 0,0 1-1 0 0,0-1 0 0 0,0 1 0 0 0,0 0 1 0 0,0-1-1 0 0,0 1 0 0 0,0-1 0 0 0,0 1 1 0 0,0-1-1 0 0,0 1 0 0 0,-1 0 0 0 0,1-1 0 0 0,0 0 1 0 0,-1 1 15 0 0,0 0 1 0 0,1 0-1 0 0,-1-1 1 0 0,0 1-1 0 0,0 0 0 0 0,1 0 1 0 0,-1 0-1 0 0,0 0 1 0 0,0 0-1 0 0,1 0 1 0 0,-1 0-1 0 0,0 0 1 0 0,1 0-1 0 0,-1 0 0 0 0,0 1 1 0 0,0-1-1 0 0,1 0 1 0 0,-1 0-1 0 0,0 1 1 0 0,0 0-1 0 0,-6 1 101 0 0,1 1 0 0 0,0 1-1 0 0,0-1 1 0 0,1 1 0 0 0,-1 0 0 0 0,-6 7-1 0 0,9-9-205 0 0,1 0 0 0 0,-1 0 0 0 0,1 1 1 0 0,0-1-1 0 0,0 1 0 0 0,0-1 0 0 0,0 1 0 0 0,1 0 0 0 0,-1 0 0 0 0,1-1 0 0 0,-1 1 0 0 0,1 0 0 0 0,0 0 0 0 0,0 1 0 0 0,0 4 0 0 0,1-7 79 0 0,0 0-1 0 0,0 1 1 0 0,1-1-1 0 0,-1 0 1 0 0,1 1-1 0 0,-1-1 0 0 0,1 0 1 0 0,-1 0-1 0 0,1 0 1 0 0,0 0-1 0 0,0 1 1 0 0,-1-1-1 0 0,1 0 1 0 0,0 0-1 0 0,0 0 1 0 0,0-1-1 0 0,0 1 0 0 0,0 0 1 0 0,0 0-1 0 0,0 0 1 0 0,1-1-1 0 0,1 2 1 0 0,29 10-1481 0 0,-31-12 1397 0 0,19 5-5675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250 141 2303 0 0,'1'-8'604'0'0,"0"0"0"0"0,0 0 0 0 0,-1 0 0 0 0,0 0-1 0 0,0-1 1 0 0,-1 1 0 0 0,0 0 0 0 0,0 0-1 0 0,-1 0 1 0 0,-4-12 0 0 0,5 17-539 0 0,0 1 0 0 0,0 0 1 0 0,0 0-1 0 0,0-1 0 0 0,0 1 0 0 0,-1 0 0 0 0,1 0 1 0 0,-1 0-1 0 0,1 1 0 0 0,-1-1 0 0 0,0 0 1 0 0,0 1-1 0 0,0-1 0 0 0,0 1 0 0 0,0-1 0 0 0,0 1 1 0 0,0 0-1 0 0,0 0 0 0 0,0 0 0 0 0,-1 0 1 0 0,1 0-1 0 0,0 0 0 0 0,-1 1 0 0 0,1-1 0 0 0,-1 1 1 0 0,1 0-1 0 0,0 0 0 0 0,-1 0 0 0 0,1 0 1 0 0,-1 0-1 0 0,1 0 0 0 0,-1 0 0 0 0,1 1 1 0 0,0 0-1 0 0,-1-1 0 0 0,1 1 0 0 0,0 0 0 0 0,-5 2 1 0 0,1 0 81 0 0,-1 1 1 0 0,0 0-1 0 0,1 1 1 0 0,-1-1-1 0 0,1 1 1 0 0,0 0 0 0 0,1 1-1 0 0,-1-1 1 0 0,1 1-1 0 0,0 0 1 0 0,1 0-1 0 0,-5 9 1 0 0,-4 7 129 0 0,1 1 1 0 0,-12 32-1 0 0,18-36 26 0 0,0-1 0 0 0,0 1 0 0 0,2 1 0 0 0,1-1 0 0 0,-3 33-1 0 0,6-44-138 0 0,0 0-1 0 0,0 0 0 0 0,0 1 1 0 0,1-1-1 0 0,0 0 0 0 0,1 0 1 0 0,0 0-1 0 0,0 0 0 0 0,0 0 1 0 0,1 0-1 0 0,1-1 1 0 0,-1 1-1 0 0,1-1 0 0 0,0 0 1 0 0,11 13-1 0 0,-9-14-89 0 0,1 0-1 0 0,0 0 1 0 0,1-1 0 0 0,-1 0 0 0 0,1-1-1 0 0,0 0 1 0 0,0 0 0 0 0,0 0 0 0 0,0-1-1 0 0,1 0 1 0 0,0-1 0 0 0,-1 0 0 0 0,1 0-1 0 0,0-1 1 0 0,16 0 0 0 0,-8 0-20 0 0,1-2 0 0 0,-1-1 1 0 0,1 0-1 0 0,-1-1 0 0 0,0-1 1 0 0,0 0-1 0 0,18-8 1 0 0,-30 10-41 0 0,0 0 1 0 0,0-1 0 0 0,0 0 0 0 0,0 0 0 0 0,0 0 0 0 0,-1 0 0 0 0,0-1 0 0 0,0 0 0 0 0,0 0 0 0 0,0 0 0 0 0,0 0 0 0 0,4-7 0 0 0,-7 9-11 0 0,0 0 0 0 0,0 0 0 0 0,0 1-1 0 0,0-1 1 0 0,-1 0 0 0 0,1 0 0 0 0,-1 0 0 0 0,1 0 0 0 0,-1 0 0 0 0,0 0-1 0 0,0 0 1 0 0,0 0 0 0 0,0 0 0 0 0,0 0 0 0 0,0 0 0 0 0,0 1 0 0 0,-1-1 0 0 0,1 0-1 0 0,0 0 1 0 0,-1 0 0 0 0,0 0 0 0 0,0 0 0 0 0,1 0 0 0 0,-1 1 0 0 0,0-1-1 0 0,0 0 1 0 0,-1 1 0 0 0,1-1 0 0 0,0 1 0 0 0,0-1 0 0 0,-1 1 0 0 0,1 0 0 0 0,-1-1-1 0 0,1 1 1 0 0,-1 0 0 0 0,0 0 0 0 0,-3-2 0 0 0,0 1-34 0 0,1-1 0 0 0,-1 1 0 0 0,0 0 1 0 0,0 1-1 0 0,0-1 0 0 0,0 1 0 0 0,0 0 0 0 0,-1 0 1 0 0,1 0-1 0 0,0 1 0 0 0,0 0 0 0 0,-1 0 0 0 0,1 0 1 0 0,0 1-1 0 0,0-1 0 0 0,-7 3 0 0 0,8-1-656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0:59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11143 0 0,'6'14'742'0'0,"-1"0"0"0"0,-1 0 1 0 0,3 15-1 0 0,-1-5-353 0 0,-4-17-296 0 0,3 9 146 0 0,0 2 0 0 0,-2-1 0 0 0,0 0-1 0 0,0 1 1 0 0,-2 0 0 0 0,-1 27 0 0 0,-1-39-1632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0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3679 0 0,'4'46'8350'0'0,"1"20"-5472"0"0,-1-38-2537 0 0,0-3 264 0 0,7 33 0 0 0,-9-52-536 0 0,0 0-1 0 0,0 0 0 0 0,0 0 1 0 0,1-1-1 0 0,0 1 0 0 0,0 0 1 0 0,0-1-1 0 0,1 0 0 0 0,-1 0 1 0 0,8 8-1 0 0,-9-12-98 0 0,-1 0 1 0 0,1 0-1 0 0,0 1 0 0 0,-1-1 1 0 0,1 0-1 0 0,0-1 0 0 0,0 1 1 0 0,-1 0-1 0 0,1 0 0 0 0,3 0 1 0 0,6 0-4501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0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20 11087 0 0,'0'0'40'0'0,"-1"0"-1"0"0,1 0 0 0 0,0 0 1 0 0,0-1-1 0 0,0 1 0 0 0,0 0 0 0 0,0 0 1 0 0,0 0-1 0 0,0 0 0 0 0,0-1 1 0 0,0 1-1 0 0,0 0 0 0 0,0 0 1 0 0,0 0-1 0 0,0 0 0 0 0,0 0 1 0 0,0-1-1 0 0,0 1 0 0 0,0 0 0 0 0,0 0 1 0 0,0 0-1 0 0,0 0 0 0 0,0-1 1 0 0,0 1-1 0 0,0 0 0 0 0,0 0 1 0 0,0 0-1 0 0,1 0 0 0 0,-1 0 1 0 0,0-1-1 0 0,0 1 0 0 0,0 0 1 0 0,0 0-1 0 0,0 0 0 0 0,0 0 0 0 0,0 0 1 0 0,1 0-1 0 0,-1 0 0 0 0,0 0 1 0 0,0-1-1 0 0,0 1 0 0 0,0 0 1 0 0,0 0-1 0 0,1 0 0 0 0,-1 0 1 0 0,0 0-1 0 0,0 0 0 0 0,0 0 0 0 0,0 0 1 0 0,1 0-1 0 0,-1 0 0 0 0,0 0 1 0 0,0 0-1 0 0,19-3 1019 0 0,19 0-199 0 0,146-4 539 0 0,-180 7-1451 0 0,-1 0 0 0 0,1 0 0 0 0,-1 1 0 0 0,0-1 0 0 0,1 1 1 0 0,-1-1-1 0 0,6 3 0 0 0,-2 1-202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1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5983 0 0,'13'31'2808'0'0,"14"56"0"0"0,13 71-76 0 0,-26-105-868 0 0,3 30 228 0 0,-15-48-7802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1.6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97 9671 0 0,'0'-15'4976'0'0,"11"4"-3258"0"0,-4 7-1533 0 0,-1 0 0 0 0,1 0 1 0 0,0 1-1 0 0,0 0 0 0 0,0 0 1 0 0,14-3-1 0 0,50-6-87 0 0,-26 4-48 0 0,75-12-797 0 0,-119 20 564 0 0,11-4-1122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71 3679 0 0,'-14'-33'1562'0'0,"13"31"-1186"0"0,0 0-1 0 0,1 0 1 0 0,-1 0 0 0 0,1 0 0 0 0,-1 0-1 0 0,1 0 1 0 0,0 0 0 0 0,0 0 0 0 0,0 0-1 0 0,0 0 1 0 0,0 0 0 0 0,1 0 0 0 0,-1 0-1 0 0,0 1 1 0 0,1-1 0 0 0,0-2 0 0 0,-1 4-329 0 0,0 0 0 0 0,0-1 0 0 0,1 1 0 0 0,-1 0 0 0 0,0 0 0 0 0,0 0 0 0 0,0 0 0 0 0,0-1 0 0 0,0 1 0 0 0,1 0 0 0 0,-1 0 0 0 0,0 0 0 0 0,0 0 0 0 0,0 0 0 0 0,0 0 0 0 0,1 0 0 0 0,-1 0 0 0 0,0-1 1 0 0,0 1-1 0 0,0 0 0 0 0,0 0 0 0 0,1 0 0 0 0,-1 0 0 0 0,0 0 0 0 0,0 0 0 0 0,0 0 0 0 0,1 0 0 0 0,-1 0 0 0 0,0 0 0 0 0,0 0 0 0 0,0 0 0 0 0,1 1 0 0 0,-1-1 0 0 0,0 0 0 0 0,0 0 0 0 0,0 0 0 0 0,1 0 0 0 0,-1 0 0 0 0,0 0 1 0 0,9 9 711 0 0,4 12-216 0 0,2 11 107 0 0,-2 0 1 0 0,-1 2-1 0 0,-2-1 1 0 0,-1 2 0 0 0,6 43-1 0 0,-6-31 320 0 0,-9-47-959 0 0,0 1 0 0 0,0 0 0 0 0,0-1 0 0 0,0 1 0 0 0,0-1 0 0 0,0 1 0 0 0,0 0 0 0 0,1-1 0 0 0,-1 1 0 0 0,0-1 0 0 0,0 1 0 0 0,1-1 1 0 0,-1 1-1 0 0,0 0 0 0 0,1-1 0 0 0,-1 1 0 0 0,0-1 0 0 0,1 0 0 0 0,-1 1 0 0 0,1-1 0 0 0,-1 1 0 0 0,1-1 0 0 0,-1 0 0 0 0,1 1 0 0 0,-1-1 0 0 0,1 0 0 0 0,0 1 0 0 0,-1-1 0 0 0,1 0 0 0 0,-1 0 0 0 0,1 0 1 0 0,0 1-1 0 0,-1-1 0 0 0,1 0 0 0 0,0 0 0 0 0,1-1-182 0 0,-1 1 1 0 0,1-1-1 0 0,-1 1 0 0 0,0-1 1 0 0,1 1-1 0 0,-1-1 0 0 0,0 0 1 0 0,1 0-1 0 0,-1 0 1 0 0,0 0-1 0 0,0 0 0 0 0,0 0 1 0 0,2-2-1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2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1839 0 0,'7'23'10537'0'0,"3"27"-7999"0"0,1 2-1983 0 0,-9-41-147 0 0,1 0 0 0 0,1 0 0 0 0,0 0 0 0 0,0 0 0 0 0,1-1 1 0 0,6 11-1 0 0,-9-19-320 0 0,-1 0 0 0 0,1 0 0 0 0,-1 0 0 0 0,1 0 0 0 0,0-1 0 0 0,0 1 0 0 0,-1-1 0 0 0,1 1-1 0 0,0-1 1 0 0,0 1 0 0 0,1-1 0 0 0,-1 0 0 0 0,0 0 0 0 0,0 0 0 0 0,0-1 0 0 0,1 1 0 0 0,-1 0 0 0 0,0-1 0 0 0,1 1 0 0 0,-1-1 0 0 0,1 0 0 0 0,-1 0 0 0 0,1 0 0 0 0,-1 0 0 0 0,0 0 0 0 0,1-1 0 0 0,-1 1 0 0 0,0-1 0 0 0,1 1 0 0 0,-1-1 0 0 0,0 0 0 0 0,1 0 0 0 0,-1 0 0 0 0,0 0 0 0 0,3-2 0 0 0,1-1-45 0 0,0-1 1 0 0,1 1 0 0 0,-2-1 0 0 0,1 0 0 0 0,-1-1 0 0 0,1 1 0 0 0,-1-1 0 0 0,-1 0 0 0 0,1 0 0 0 0,-1-1 0 0 0,0 1 0 0 0,-1-1 0 0 0,0 0 0 0 0,0 0 0 0 0,0 0 0 0 0,-1 0 0 0 0,0-1 0 0 0,2-8 0 0 0,-2 4-27 0 0,0 0-1 0 0,-1-1 1 0 0,-1 1 0 0 0,1 0-1 0 0,-2 0 1 0 0,0-1 0 0 0,0 1-1 0 0,-1 0 1 0 0,-1 0 0 0 0,-6-19-1 0 0,2 21-102 0 0,2 13-797 0 0,4-2 587 0 0,1 0 0 0 0,-1 1 0 0 0,1-1 0 0 0,-1 1 0 0 0,1-1 0 0 0,0 1 1 0 0,-1-1-1 0 0,1 1 0 0 0,0-1 0 0 0,0 1 0 0 0,0 0 0 0 0,1 2 0 0 0,2 6-1448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2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5 216 1839 0 0,'-1'3'483'0'0,"0"0"0"0"0,0 0-1 0 0,1 1 1 0 0,-1-1-1 0 0,1 0 1 0 0,-1 1-1 0 0,1-1 1 0 0,0 0-1 0 0,0 1 1 0 0,1 5 0 0 0,9 39 4710 0 0,-6-34-5280 0 0,-3-10 270 0 0,0 3 268 0 0,1 1 0 0 0,0-1 0 0 0,0 0 0 0 0,0 0 0 0 0,1 0 0 0 0,0 0-1 0 0,0-1 1 0 0,6 9 0 0 0,-8-15-408 0 0,-1 0 1 0 0,0 0-1 0 0,1 0 0 0 0,-1 0 0 0 0,0 0 0 0 0,1 0 1 0 0,-1 0-1 0 0,0 0 0 0 0,0 0 0 0 0,1 0 1 0 0,-1 0-1 0 0,0 0 0 0 0,1 0 0 0 0,-1 0 0 0 0,0-1 1 0 0,0 1-1 0 0,1 0 0 0 0,-1 0 0 0 0,0 0 0 0 0,0 0 1 0 0,1-1-1 0 0,-1 1 0 0 0,0 0 0 0 0,0 0 0 0 0,0-1 1 0 0,1 1-1 0 0,-1 0 0 0 0,0 0 0 0 0,0-1 1 0 0,0 1-1 0 0,0 0 0 0 0,0 0 0 0 0,0-1 0 0 0,1 1 1 0 0,-1 0-1 0 0,0-1 0 0 0,0 1 0 0 0,0 0 0 0 0,0 0 1 0 0,0-1-1 0 0,0 1 0 0 0,0 0 0 0 0,0-1 0 0 0,3-15 602 0 0,-3-9-488 0 0,-1 0 0 0 0,-1-1 0 0 0,-1 1 0 0 0,-7-25 0 0 0,-5-46-161 0 0,14 83 5 0 0,0 1 1 0 0,1-1-1 0 0,1 0 1 0 0,0 0 0 0 0,4-18-1 0 0,-5 30-4 0 0,1-1 0 0 0,-1 0 0 0 0,1 1 0 0 0,-1-1 0 0 0,1 1-1 0 0,-1-1 1 0 0,1 1 0 0 0,0-1 0 0 0,0 1 0 0 0,0-1 0 0 0,0 1 0 0 0,0 0 0 0 0,0-1-1 0 0,0 1 1 0 0,0 0 0 0 0,3-2 0 0 0,-3 2-10 0 0,0 1 0 0 0,0 0 1 0 0,0 0-1 0 0,0-1 0 0 0,0 1 0 0 0,0 0 0 0 0,0 0 0 0 0,0 0 1 0 0,0 0-1 0 0,0 0 0 0 0,0 0 0 0 0,0 0 0 0 0,0 0 1 0 0,0 0-1 0 0,0 0 0 0 0,0 1 0 0 0,0-1 0 0 0,0 0 0 0 0,0 1 1 0 0,1 0-1 0 0,2 1-24 0 0,-1 1 1 0 0,1 0-1 0 0,-1-1 1 0 0,0 1-1 0 0,0 0 1 0 0,0 1 0 0 0,0-1-1 0 0,0 0 1 0 0,0 1-1 0 0,-1 0 1 0 0,2 4-1 0 0,3 6 14 0 0,-2 0 0 0 0,0 1 0 0 0,-1 0-1 0 0,0 0 1 0 0,-1 0 0 0 0,-1 0 0 0 0,-1 1-1 0 0,0-1 1 0 0,-1 0 0 0 0,0 1 0 0 0,-1-1-1 0 0,-1 0 1 0 0,-5 22 0 0 0,5-30 16 0 0,1-2 2 0 0,3-6 4 0 0,-1 0 1 0 0,0 0 0 0 0,1 1 0 0 0,-1-1 0 0 0,0 0 1 0 0,1 1-1 0 0,-1-1 0 0 0,1 1 0 0 0,-1-1 0 0 0,0 1 1 0 0,1 0-1 0 0,-1 0 0 0 0,4 0 0 0 0,-2 0-20 0 0,1 0-1 0 0,0 1 1 0 0,-1-1-1 0 0,1 1 1 0 0,-1 0-1 0 0,1 0 1 0 0,-1 1-1 0 0,1-1 1 0 0,-1 1-1 0 0,0 0 1 0 0,6 3 0 0 0,-8-4 13 0 0,0 0 0 0 0,1 0 0 0 0,-1 0 0 0 0,0 0 0 0 0,0 0 0 0 0,0 0 0 0 0,0 0 0 0 0,-1 0 0 0 0,1 0 0 0 0,0 1 0 0 0,0-1 0 0 0,-1 0 0 0 0,1 0 0 0 0,-1 1 0 0 0,1-1 0 0 0,-1 0 0 0 0,1 1 0 0 0,-1-1 0 0 0,0 1 0 0 0,0-1 0 0 0,0 1 0 0 0,1-1 0 0 0,-2 0 0 0 0,1 1 0 0 0,0-1 1 0 0,0 1-1 0 0,0-1 0 0 0,-1 0 0 0 0,1 1 0 0 0,0-1 0 0 0,-1 1 0 0 0,1-1 0 0 0,-1 0 0 0 0,-1 2 0 0 0,-1 2 101 0 0,-1 0 1 0 0,0 0-1 0 0,0 0 1 0 0,-1-1-1 0 0,1 0 0 0 0,-1 0 1 0 0,0 0-1 0 0,0 0 1 0 0,0-1-1 0 0,0 0 1 0 0,-9 4-1 0 0,-6 1 1064 0 0,-39 12 0 0 0,31-20-1343 0 0,34-1-1158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3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52 9327 0 0,'4'-9'622'0'0,"5"-15"2459"0"0,-9 23-2936 0 0,0 1-1 0 0,1-1 1 0 0,-1 0-1 0 0,0 0 1 0 0,0 0-1 0 0,0 0 1 0 0,0 1-1 0 0,1-1 1 0 0,-1 0-1 0 0,0 0 1 0 0,-1 0-1 0 0,1 0 1 0 0,0 0-1 0 0,0 1 1 0 0,0-1-1 0 0,0 0 1 0 0,-1 0-1 0 0,1 0 1 0 0,0 0-1 0 0,-1 0 1 0 0,0 1-107 0 0,0 0 0 0 0,0-1 0 0 0,1 1 0 0 0,-1 0 1 0 0,0 0-1 0 0,0 0 0 0 0,0 1 0 0 0,0-1 1 0 0,0 0-1 0 0,1 0 0 0 0,-1 0 0 0 0,0 1 1 0 0,0-1-1 0 0,0 0 0 0 0,1 1 0 0 0,-1-1 0 0 0,0 0 1 0 0,0 1-1 0 0,1-1 0 0 0,-1 1 0 0 0,0 0 1 0 0,1-1-1 0 0,-1 2 0 0 0,-17 14 75 0 0,4 1-46 0 0,1 0 0 0 0,0 1 0 0 0,1 1-1 0 0,2 0 1 0 0,-17 39 0 0 0,24-49 38 0 0,0 0 1 0 0,0 1-1 0 0,0-1 1 0 0,1 1-1 0 0,1-1 1 0 0,0 1-1 0 0,0 0 0 0 0,1-1 1 0 0,0 1-1 0 0,0 0 1 0 0,1-1-1 0 0,1 1 1 0 0,0 0-1 0 0,0-1 1 0 0,6 16-1 0 0,-6-22-81 0 0,-1 0-1 0 0,1 0 1 0 0,0-1-1 0 0,0 1 1 0 0,0-1 0 0 0,0 0-1 0 0,0 1 1 0 0,1-1-1 0 0,-1 0 1 0 0,1 0-1 0 0,0-1 1 0 0,-1 1-1 0 0,1 0 1 0 0,0-1-1 0 0,0 0 1 0 0,0 1 0 0 0,0-1-1 0 0,0 0 1 0 0,0-1-1 0 0,0 1 1 0 0,0-1-1 0 0,0 1 1 0 0,1-1-1 0 0,-1 0 1 0 0,3 0-1 0 0,11-1 141 0 0,0 0 0 0 0,0-1 0 0 0,25-7 0 0 0,-25 5-128 0 0,29-7-698 0 0,-20 5-771 0 0,43-6-1 0 0,-62 12-269 0 0,0 1-65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4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20 148 8751 0 0,'0'0'140'0'0,"-1"1"-1"0"0,0-1 1 0 0,0 1-1 0 0,0-1 1 0 0,1 1 0 0 0,-1 0-1 0 0,0-1 1 0 0,1 1-1 0 0,-1 0 1 0 0,1-1-1 0 0,-1 1 1 0 0,1 0-1 0 0,-1 0 1 0 0,1 0-1 0 0,-1-1 1 0 0,1 1-1 0 0,0 0 1 0 0,-1 0-1 0 0,1 0 1 0 0,0 0-1 0 0,0 0 1 0 0,0 0-1 0 0,0 1 1 0 0,0 1 181 0 0,0 0 0 0 0,0-1 0 0 0,0 1 0 0 0,1 0 0 0 0,-1 0 1 0 0,1 0-1 0 0,2 4 0 0 0,0 1 119 0 0,0-1 0 0 0,1 0 0 0 0,0-1 0 0 0,0 1 0 0 0,6 6 0 0 0,-9-11-338 0 0,0-1 0 0 0,1 1 0 0 0,-1-1 1 0 0,1 1-1 0 0,0-1 0 0 0,-1 0 1 0 0,1 0-1 0 0,0 0 0 0 0,0 0 0 0 0,0 0 1 0 0,0 0-1 0 0,0 0 0 0 0,0-1 0 0 0,0 1 1 0 0,0 0-1 0 0,0-1 0 0 0,0 0 1 0 0,0 0-1 0 0,3 1 0 0 0,-2-2 10 0 0,1 1-1 0 0,0-1 0 0 0,-1 0 1 0 0,1 0-1 0 0,-1 0 1 0 0,1 0-1 0 0,-1-1 1 0 0,1 1-1 0 0,-1-1 0 0 0,4-3 1 0 0,2-1 24 0 0,0-1-1 0 0,0-1 1 0 0,-1 0 0 0 0,0 0-1 0 0,0-1 1 0 0,7-10 0 0 0,-11 13-127 0 0,0-1 1 0 0,-1 1 0 0 0,0-1-1 0 0,0 0 1 0 0,-1 0 0 0 0,1 0-1 0 0,-1 0 1 0 0,-1 0-1 0 0,0 0 1 0 0,0 0 0 0 0,0-1-1 0 0,-1 1 1 0 0,0-9 0 0 0,0 12-8 0 0,0 1 1 0 0,-1 0 0 0 0,1 0 0 0 0,-1-1 0 0 0,0 1 0 0 0,0 0 0 0 0,0 0 0 0 0,0 0 0 0 0,0 0 0 0 0,-1 0 0 0 0,0 0 0 0 0,1 1 0 0 0,-1-1 0 0 0,0 0 0 0 0,0 1 0 0 0,0-1 0 0 0,-1 1 0 0 0,1 0 0 0 0,0 0 0 0 0,-1 0 0 0 0,0 0 0 0 0,1 0 0 0 0,-1 0 0 0 0,0 1-1 0 0,0 0 1 0 0,0-1 0 0 0,0 1 0 0 0,0 0 0 0 0,0 0 0 0 0,0 1 0 0 0,-6-2 0 0 0,3 2-35 0 0,1 0 0 0 0,0 1-1 0 0,0 0 1 0 0,0-1 0 0 0,0 2 0 0 0,0-1-1 0 0,0 0 1 0 0,0 1 0 0 0,1 0-1 0 0,-1 0 1 0 0,0 1 0 0 0,1-1 0 0 0,0 1-1 0 0,-8 6 1 0 0,4-3-60 0 0,0 1 0 0 0,0 0 0 0 0,1 1 0 0 0,0-1 0 0 0,0 1 0 0 0,-7 12 0 0 0,13-19-1 0 0,0 1 0 0 0,0-1-1 0 0,0 1 1 0 0,0-1 0 0 0,0 1-1 0 0,0 0 1 0 0,1-1 0 0 0,-1 1-1 0 0,1 0 1 0 0,-1-1 0 0 0,1 1 0 0 0,0 0-1 0 0,0 0 1 0 0,-1 0 0 0 0,1-1-1 0 0,0 1 1 0 0,1 0 0 0 0,-1 0-1 0 0,0-1 1 0 0,0 1 0 0 0,1 0 0 0 0,-1 0-1 0 0,1-1 1 0 0,-1 1 0 0 0,1 0-1 0 0,0-1 1 0 0,0 1 0 0 0,0-1-1 0 0,0 1 1 0 0,0-1 0 0 0,0 1 0 0 0,0-1-1 0 0,0 0 1 0 0,1 0 0 0 0,-1 1-1 0 0,0-1 1 0 0,1 0 0 0 0,-1 0-1 0 0,1 0 1 0 0,-1 0 0 0 0,1-1 0 0 0,2 2-1 0 0,8 1-926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4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72 5527 0 0,'1'14'1621'0'0,"0"-1"0"0"0,2 0 0 0 0,3 15 0 0 0,1 3 615 0 0,8 36-529 0 0,-6-27-142 0 0,4 44 1 0 0,-25-106-882 0 0,0 0 0 0 0,-12-31 1 0 0,19 38-690 0 0,0 0 0 0 0,1 0 0 0 0,1 0 0 0 0,1 0 0 0 0,0-1 0 0 0,1 1 0 0 0,1-1 0 0 0,2-24 0 0 0,-2 35-61 0 0,1 0-1 0 0,0 0 1 0 0,0 1 0 0 0,0-1-1 0 0,1 0 1 0 0,0 1-1 0 0,-1 0 1 0 0,2-1 0 0 0,-1 1-1 0 0,0 0 1 0 0,1 0-1 0 0,0 0 1 0 0,0 0 0 0 0,0 0-1 0 0,0 1 1 0 0,1 0-1 0 0,0-1 1 0 0,-1 1 0 0 0,1 1-1 0 0,0-1 1 0 0,0 0-1 0 0,1 1 1 0 0,-1 0 0 0 0,0 0-1 0 0,1 0 1 0 0,-1 1 0 0 0,1-1-1 0 0,0 1 1 0 0,-1 0-1 0 0,1 0 1 0 0,6 0 0 0 0,1 1-68 0 0,0 0 1 0 0,0 0-1 0 0,0 1 1 0 0,0 0-1 0 0,0 1 1 0 0,-1 0-1 0 0,1 1 1 0 0,-1 1 0 0 0,18 7-1 0 0,-24-9 167 0 0,0 0-1 0 0,0 0 1 0 0,0 1-1 0 0,-1 0 1 0 0,1 0-1 0 0,-1 0 1 0 0,0 0-1 0 0,0 1 1 0 0,0 0 0 0 0,-1 0-1 0 0,1 0 1 0 0,-1 0-1 0 0,0 0 1 0 0,0 1-1 0 0,0-1 1 0 0,0 1-1 0 0,-1 0 1 0 0,0 0-1 0 0,0 0 1 0 0,0 0 0 0 0,-1 0-1 0 0,0 0 1 0 0,1 9-1 0 0,-1-11 5 0 0,-1-1 0 0 0,-1 0 0 0 0,1 0 0 0 0,0 1 0 0 0,0-1-1 0 0,-1 0 1 0 0,1 0 0 0 0,-1 0 0 0 0,0 0 0 0 0,0 0 0 0 0,0 0 0 0 0,0 0 0 0 0,0 0 0 0 0,0 0-1 0 0,0 0 1 0 0,-1 0 0 0 0,-2 2 0 0 0,1 0 44 0 0,-1-2 1 0 0,0 1-1 0 0,1 0 0 0 0,-1-1 1 0 0,0 0-1 0 0,0 0 0 0 0,-1 0 1 0 0,-5 2-1 0 0,-4 0 154 0 0,0-1 0 0 0,-1 0 1 0 0,1-1-1 0 0,-22 0 0 0 0,-29-5 236 0 0,60 3-441 0 0,1 0 0 0 0,-1-1 1 0 0,1 0-1 0 0,-1 0 0 0 0,1-1 0 0 0,0 1 1 0 0,0-1-1 0 0,0 0 0 0 0,-1 0 0 0 0,2 0 1 0 0,-1-1-1 0 0,-4-2 0 0 0,8 5-30 0 0,0 0-1 0 0,0 0 0 0 0,0 0 1 0 0,0 0-1 0 0,0 0 1 0 0,-1-1-1 0 0,1 1 0 0 0,0 0 1 0 0,0 0-1 0 0,0 0 1 0 0,0 0-1 0 0,0 0 0 0 0,0-1 1 0 0,0 1-1 0 0,0 0 1 0 0,0 0-1 0 0,0 0 0 0 0,0 0 1 0 0,0-1-1 0 0,0 1 1 0 0,0 0-1 0 0,0 0 1 0 0,0 0-1 0 0,0 0 0 0 0,0 0 1 0 0,0-1-1 0 0,0 1 1 0 0,0 0-1 0 0,0 0 0 0 0,0 0 1 0 0,0 0-1 0 0,0-1 1 0 0,0 1-1 0 0,0 0 0 0 0,0 0 1 0 0,0 0-1 0 0,0 0 1 0 0,0 0-1 0 0,1-1 0 0 0,-1 1 1 0 0,0 0-1 0 0,0 0 1 0 0,0 0-1 0 0,10-4-164 0 0,12 0-1158 0 0,-3 3-192 0 0,3-1-76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9215 0 0,'0'-2'134'0'0,"0"-1"-1"0"0,0 1 0 0 0,0 0 1 0 0,1-1-1 0 0,-1 1 0 0 0,1-1 0 0 0,-1 1 1 0 0,1 0-1 0 0,1-3 0 0 0,-2 4-90 0 0,0 1 0 0 0,0 0 0 0 0,1 0 0 0 0,-1-1 0 0 0,0 1 0 0 0,0 0 0 0 0,0 0 0 0 0,1 0 0 0 0,-1-1 0 0 0,0 1 0 0 0,0 0 0 0 0,1 0 0 0 0,-1 0 0 0 0,0 0 0 0 0,0 0 0 0 0,1-1 0 0 0,-1 1 0 0 0,0 0 0 0 0,0 0 0 0 0,1 0 0 0 0,-1 0 0 0 0,0 0 0 0 0,1 0 0 0 0,-1 0 0 0 0,0 0 0 0 0,0 0 0 0 0,1 0 0 0 0,-1 0 0 0 0,1 0 0 0 0,11 11 1169 0 0,-10-7-1022 0 0,1 1-1 0 0,-1-1 1 0 0,0 0-1 0 0,0 1 1 0 0,-1-1 0 0 0,1 1-1 0 0,-1 0 1 0 0,0 0-1 0 0,0 0 1 0 0,0 8-1 0 0,-4 53 1641 0 0,2-46-1321 0 0,-8 46 946 0 0,5-44-657 0 0,-1 39 1 0 0,5-61-795 0 0,0 1 1 0 0,0-1 0 0 0,0 1-1 0 0,0-1 1 0 0,0 1-1 0 0,0-1 1 0 0,0 1-1 0 0,0-1 1 0 0,0 0-1 0 0,0 1 1 0 0,0-1 0 0 0,0 1-1 0 0,0-1 1 0 0,1 1-1 0 0,-1-1 1 0 0,0 0-1 0 0,0 1 1 0 0,0-1 0 0 0,1 0-1 0 0,-1 1 1 0 0,0-1-1 0 0,1 0 1 0 0,-1 1-1 0 0,0-1 1 0 0,1 0 0 0 0,-1 1-1 0 0,0-1 1 0 0,1 0-1 0 0,-1 0 1 0 0,1 0-1 0 0,-1 1 1 0 0,1-1-1 0 0,0 0-176 0 0,0 0 0 0 0,1 0 0 0 0,-1 0 0 0 0,0 0 0 0 0,0 0 0 0 0,0-1 0 0 0,0 1 0 0 0,0 0 0 0 0,0-1 0 0 0,0 1-1 0 0,0-1 1 0 0,2 0 0 0 0,3-4-1900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5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 12439 0 0,'-1'0'54'0'0,"1"0"0"0"0,0 0-1 0 0,0 0 1 0 0,-1-1 0 0 0,1 1-1 0 0,0 0 1 0 0,-1 0-1 0 0,1 0 1 0 0,0 0 0 0 0,-1 0-1 0 0,1 0 1 0 0,0-1 0 0 0,-1 1-1 0 0,1 0 1 0 0,0 0 0 0 0,-1 0-1 0 0,1 0 1 0 0,0 0 0 0 0,-1 0-1 0 0,1 0 1 0 0,0 1 0 0 0,-1-1-1 0 0,1 0 1 0 0,0 0-1 0 0,-1 0 1 0 0,1 0 0 0 0,0 0-1 0 0,-1 0 1 0 0,1 1 0 0 0,0-1-1 0 0,0 0 1 0 0,-1 0 0 0 0,1 0-1 0 0,0 1 1 0 0,0-1 0 0 0,-1 0-1 0 0,1 1 1 0 0,0-1 0 0 0,0 0-1 0 0,0 0 1 0 0,-1 1-1 0 0,1-1 1 0 0,0 0 0 0 0,0 1-1 0 0,0-1 1 0 0,-10 21 2076 0 0,9-17-1876 0 0,-13 28 259 0 0,-7 14 77 0 0,-13 49-1 0 0,33-93-536 0 0,0 0-1 0 0,0 0 1 0 0,1 1 0 0 0,-1-1-1 0 0,1 0 1 0 0,0 1-1 0 0,0-1 1 0 0,0 1-1 0 0,0-1 1 0 0,0 0 0 0 0,0 1-1 0 0,0-1 1 0 0,1 0-1 0 0,0 1 1 0 0,-1-1-1 0 0,1 0 1 0 0,0 0 0 0 0,1 3-1 0 0,-1-4-18 0 0,0 0 1 0 0,1 0-1 0 0,-1 0 0 0 0,0 1 0 0 0,1-1 0 0 0,-1-1 1 0 0,1 1-1 0 0,-1 0 0 0 0,1 0 0 0 0,-1 0 1 0 0,1-1-1 0 0,0 1 0 0 0,-1-1 0 0 0,1 1 1 0 0,0-1-1 0 0,-1 0 0 0 0,1 0 0 0 0,0 0 0 0 0,-1 0 1 0 0,1 0-1 0 0,0 0 0 0 0,0 0 0 0 0,-1 0 1 0 0,4-2-1 0 0,10-1 92 0 0,0-1 1 0 0,23-11-1 0 0,-27 10-57 0 0,-1 1 1 0 0,1 1-1 0 0,-1-1 1 0 0,1 2-1 0 0,0-1 1 0 0,19-1-1 0 0,-29 4-324 0 0,0 1 0 0 0,0-1-1 0 0,0 0 1 0 0,0 0 0 0 0,0 0-1 0 0,0 1 1 0 0,0-1 0 0 0,0 0 0 0 0,0 1-1 0 0,0-1 1 0 0,-1 1 0 0 0,1-1 0 0 0,0 1-1 0 0,0-1 1 0 0,0 1 0 0 0,0 0-1 0 0,-1-1 1 0 0,1 1 0 0 0,0 0 0 0 0,-1 0-1 0 0,1 0 1 0 0,-1-1 0 0 0,1 1-1 0 0,-1 0 1 0 0,1 0 0 0 0,-1 0 0 0 0,1 1-1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5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55 157 10823 0 0,'-2'4'300'0'0,"1"0"0"0"0,0 0-1 0 0,1 0 1 0 0,-1 0 0 0 0,1 0-1 0 0,-1 1 1 0 0,1-1 0 0 0,1 0 0 0 0,-1 0-1 0 0,0 0 1 0 0,1 1 0 0 0,0-1-1 0 0,0 0 1 0 0,0 0 0 0 0,3 5-1 0 0,-4-7-176 0 0,1 0-1 0 0,-1-1 1 0 0,1 1-1 0 0,0 0 1 0 0,0 0-1 0 0,0 0 1 0 0,0 0-1 0 0,0-1 1 0 0,0 1-1 0 0,0-1 1 0 0,1 1-1 0 0,-1-1 1 0 0,1 1-1 0 0,-1-1 1 0 0,1 0-1 0 0,-1 1 1 0 0,1-1-1 0 0,0 0 1 0 0,-1 0-1 0 0,1 0 1 0 0,0 0-1 0 0,0-1 1 0 0,0 1-1 0 0,0 0 1 0 0,0-1-1 0 0,0 0 1 0 0,0 1-1 0 0,0-1 1 0 0,0 0-1 0 0,0 0 1 0 0,0 0-1 0 0,4 0 1 0 0,2-4 10 0 0,-1 1 1 0 0,1-1 0 0 0,-1 0 0 0 0,0-1-1 0 0,0 0 1 0 0,0 0 0 0 0,0 0 0 0 0,-1-1 0 0 0,0 0-1 0 0,0 0 1 0 0,-1-1 0 0 0,0 0 0 0 0,0 0-1 0 0,0 0 1 0 0,-1 0 0 0 0,0-1 0 0 0,4-11-1 0 0,-6 14-113 0 0,-1-1-1 0 0,0 1 0 0 0,0-1 0 0 0,0 1 0 0 0,0-1 1 0 0,-1 1-1 0 0,0-1 0 0 0,-1 0 0 0 0,1 1 0 0 0,-1-1 0 0 0,0 1 1 0 0,0-1-1 0 0,0 1 0 0 0,-1-1 0 0 0,0 1 0 0 0,0 0 1 0 0,-1 0-1 0 0,1 0 0 0 0,-5-5 0 0 0,5 7-13 0 0,0 0 1 0 0,0 0-1 0 0,-1 1 0 0 0,0-1 1 0 0,1 1-1 0 0,-1-1 0 0 0,0 1 0 0 0,0 0 1 0 0,0 0-1 0 0,0 1 0 0 0,-1-1 1 0 0,1 1-1 0 0,0-1 0 0 0,-1 1 0 0 0,1 0 1 0 0,-1 0-1 0 0,1 1 0 0 0,-1-1 1 0 0,0 1-1 0 0,1 0 0 0 0,-1-1 1 0 0,1 2-1 0 0,-1-1 0 0 0,0 0 0 0 0,1 1 1 0 0,-1-1-1 0 0,1 1 0 0 0,-1 0 1 0 0,1 1-1 0 0,-6 1 0 0 0,1 1-75 0 0,0 0-1 0 0,0 1 1 0 0,1 0-1 0 0,0 0 0 0 0,0 0 1 0 0,0 1-1 0 0,0 0 1 0 0,1 0-1 0 0,-10 13 1 0 0,14-16-58 0 0,0-1 0 0 0,0 1 0 0 0,0 0 0 0 0,0 0 1 0 0,1 0-1 0 0,-1 0 0 0 0,1 0 0 0 0,-1 0 0 0 0,1 0 1 0 0,0 1-1 0 0,1-1 0 0 0,-1 0 0 0 0,0 1 0 0 0,1-1 0 0 0,0 0 1 0 0,0 1-1 0 0,0-1 0 0 0,0 1 0 0 0,0-1 0 0 0,1 0 0 0 0,-1 1 1 0 0,1-1-1 0 0,0 0 0 0 0,0 1 0 0 0,0-1 0 0 0,1 0 1 0 0,-1 0-1 0 0,4 4 0 0 0,-3-4-248 0 0,1 0 1 0 0,0 0-1 0 0,0-1 1 0 0,0 0-1 0 0,0 1 1 0 0,0-1-1 0 0,0 0 1 0 0,1 0-1 0 0,3 1 1 0 0,8 2-5012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5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5 10591 0 0,'-3'-5'904'0'0,"1"12"348"0"0,0 14 1523 0 0,2-20-2362 0 0,-3 28 1423 0 0,-1 29-453 0 0,4-54-1260 0 0,0 0-1 0 0,0 0 0 0 0,1 0 0 0 0,-1 0 1 0 0,1 0-1 0 0,0-1 0 0 0,0 1 1 0 0,1 0-1 0 0,-1 0 0 0 0,1-1 1 0 0,2 5-1 0 0,-4-7-105 0 0,1 0-1 0 0,-1-1 1 0 0,0 1 0 0 0,1-1 0 0 0,-1 1-1 0 0,1-1 1 0 0,-1 1 0 0 0,1-1 0 0 0,-1 1-1 0 0,1-1 1 0 0,-1 1 0 0 0,1-1-1 0 0,-1 0 1 0 0,1 1 0 0 0,0-1 0 0 0,-1 0-1 0 0,1 0 1 0 0,0 1 0 0 0,-1-1 0 0 0,1 0-1 0 0,0 0 1 0 0,-1 0 0 0 0,1 0 0 0 0,0 0-1 0 0,-1 0 1 0 0,1 0 0 0 0,0 0 0 0 0,-1 0-1 0 0,2 0 1 0 0,5-7-1417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5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11519 0 0,'-1'-1'209'0'0,"1"1"0"0"0,0-1-1 0 0,0 0 1 0 0,0 1 0 0 0,0-1 0 0 0,0 1-1 0 0,0-1 1 0 0,1 0 0 0 0,-1 1-1 0 0,0-1 1 0 0,0 0 0 0 0,0 1 0 0 0,0-1-1 0 0,1 1 1 0 0,-1-1 0 0 0,0 1-1 0 0,1-1 1 0 0,1-2 1043 0 0,-1 3-1043 0 0,-1-1 0 0 0,1 1 0 0 0,0-1-1 0 0,23-9 2686 0 0,25 3-1505 0 0,-16 8-1026 0 0,43 5-1 0 0,20 2-2152 0 0,-76-8-5584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08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5527 0 0,'-3'3'349'0'0,"0"0"-1"0"0,0 0 0 0 0,0 0 0 0 0,0 0 1 0 0,0 1-1 0 0,1-1 0 0 0,-1 1 1 0 0,1-1-1 0 0,0 1 0 0 0,0 0 0 0 0,1 0 1 0 0,-1 0-1 0 0,1 0 0 0 0,0 0 0 0 0,-1 6 1 0 0,0-3 160 0 0,1 0 0 0 0,0 1 0 0 0,1-1 0 0 0,0 1 0 0 0,0-1 0 0 0,0 1 0 0 0,1-1 0 0 0,2 8 0 0 0,-3-14-454 0 0,0 0 0 0 0,0 0 0 0 0,1 0 0 0 0,-1 0 0 0 0,0 0 0 0 0,1 0 0 0 0,-1 0 0 0 0,0 0-1 0 0,1 0 1 0 0,-1 0 0 0 0,1 0 0 0 0,0-1 0 0 0,-1 1 0 0 0,1 0 0 0 0,0 0 0 0 0,-1 0 0 0 0,1-1 0 0 0,0 1 0 0 0,0 0 0 0 0,0-1 0 0 0,0 1 0 0 0,0-1 0 0 0,0 1 0 0 0,1 0 0 0 0,-1-1-9 0 0,1 0-1 0 0,-1 0 0 0 0,1 0 0 0 0,-1 0 1 0 0,0-1-1 0 0,1 1 0 0 0,-1 0 1 0 0,1-1-1 0 0,-1 1 0 0 0,0-1 0 0 0,0 1 1 0 0,1-1-1 0 0,-1 0 0 0 0,0 1 0 0 0,2-3 1 0 0,3-1 43 0 0,-1 0 1 0 0,0-1 0 0 0,0 0-1 0 0,-1 0 1 0 0,1 0 0 0 0,4-8-1 0 0,-7 9-28 0 0,1-1 0 0 0,-1 0 0 0 0,0 0-1 0 0,0 0 1 0 0,1-6 0 0 0,-3 10-46 0 0,1 0-1 0 0,-1 0 1 0 0,0 1-1 0 0,0-1 1 0 0,1 0-1 0 0,-1 0 1 0 0,0 0-1 0 0,0 0 1 0 0,0 1-1 0 0,0-1 1 0 0,0 0-1 0 0,0 0 1 0 0,0 0-1 0 0,0 0 1 0 0,-1 1-1 0 0,1-1 1 0 0,0 0-1 0 0,0 0 1 0 0,-1 0-1 0 0,1 1 1 0 0,0-1-1 0 0,-1 0 1 0 0,1 0-1 0 0,-1 1 1 0 0,1-1-1 0 0,-1 0 1 0 0,1 1 0 0 0,-1-1-1 0 0,0 0 1 0 0,1 1-1 0 0,-1-1 1 0 0,0 1-1 0 0,1-1 1 0 0,-1 1-1 0 0,0 0 1 0 0,0-1-1 0 0,1 1 1 0 0,-1 0-1 0 0,0-1 1 0 0,-1 1-1 0 0,1 0-8 0 0,0 0-1 0 0,0 0 1 0 0,0 0-1 0 0,0 1 0 0 0,0-1 1 0 0,0 0-1 0 0,0 0 1 0 0,0 1-1 0 0,0-1 1 0 0,0 1-1 0 0,0-1 1 0 0,0 1-1 0 0,0 0 1 0 0,0-1-1 0 0,1 1 0 0 0,-1 0 1 0 0,0-1-1 0 0,0 1 1 0 0,1 0-1 0 0,-1 0 1 0 0,0 0-1 0 0,1 0 1 0 0,-1-1-1 0 0,1 1 1 0 0,-1 0-1 0 0,1 0 0 0 0,0 0 1 0 0,-1 0-1 0 0,1 0 1 0 0,0 0-1 0 0,0 0 1 0 0,-1 2-1 0 0,0 1-6 0 0,1 1 0 0 0,-1-1 0 0 0,1 0 0 0 0,-1 0-1 0 0,1 1 1 0 0,1 7 0 0 0,5 7-1348 0 0,3-1-5170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0.4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293 111 8639 0 0,'1'-4'285'0'0,"1"-1"0"0"0,-1 1-1 0 0,0-1 1 0 0,0 0 0 0 0,-1 1 0 0 0,0-1-1 0 0,1 0 1 0 0,-2 1 0 0 0,1-1-1 0 0,0 0 1 0 0,-1 1 0 0 0,0-1-1 0 0,0 0 1 0 0,0 1 0 0 0,-3-7-1 0 0,2 9-245 0 0,1 0-1 0 0,0-1 0 0 0,-1 1 1 0 0,1 1-1 0 0,-1-1 0 0 0,0 0 1 0 0,0 0-1 0 0,0 1 0 0 0,0-1 1 0 0,0 1-1 0 0,0-1 0 0 0,0 1 0 0 0,0 0 1 0 0,0 0-1 0 0,-1 0 0 0 0,1 0 1 0 0,0 0-1 0 0,-1 0 0 0 0,1 1 1 0 0,-1-1-1 0 0,1 1 0 0 0,-1 0 1 0 0,1 0-1 0 0,-1 0 0 0 0,1 0 0 0 0,-1 0 1 0 0,1 0-1 0 0,-1 1 0 0 0,1-1 1 0 0,-5 2-1 0 0,-4 2 55 0 0,0-1 0 0 0,0 2 1 0 0,0 0-1 0 0,1 0 0 0 0,0 1 0 0 0,0 0 0 0 0,1 0 0 0 0,-1 1 1 0 0,1 1-1 0 0,-14 14 0 0 0,13-11 19 0 0,0 1 1 0 0,1-1-1 0 0,0 2 0 0 0,0-1 1 0 0,2 1-1 0 0,0 0 1 0 0,-11 27-1 0 0,15-30 77 0 0,0 0 0 0 0,0 1 0 0 0,1-1 0 0 0,0 1-1 0 0,1 0 1 0 0,0 0 0 0 0,1-1 0 0 0,0 1 0 0 0,3 17 0 0 0,-2-22-110 0 0,0 0 1 0 0,1 0-1 0 0,0 0 0 0 0,1 0 1 0 0,-1 0-1 0 0,1 0 0 0 0,0 0 1 0 0,1-1-1 0 0,-1 0 0 0 0,1 0 1 0 0,0 0-1 0 0,1 0 0 0 0,-1 0 1 0 0,1-1-1 0 0,0 0 0 0 0,0 0 1 0 0,7 4-1 0 0,2 0-27 0 0,1 0 1 0 0,0-1-1 0 0,0-1 0 0 0,0 0 0 0 0,1-2 1 0 0,0 1-1 0 0,0-2 0 0 0,0 0 0 0 0,1-1 1 0 0,-1-1-1 0 0,1 0 0 0 0,-1-1 1 0 0,19-3-1 0 0,23-4-775 0 0,-1-3 0 0 0,73-23 0 0 0,-129 33 692 0 0,9-4-2493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0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32 8639 0 0,'0'-2'100'0'0,"1"0"-17"0"0,0-1 0 0 0,-1 1 0 0 0,1 0 0 0 0,-1-1 0 0 0,1 1 0 0 0,-1-1-1 0 0,0 1 1 0 0,0-1 0 0 0,0 1 0 0 0,-1-1 0 0 0,-8 0 3783 0 0,9 3-3761 0 0,-1 1 0 0 0,1-1 0 0 0,0 0 0 0 0,-6 11 507 0 0,-1 9-317 0 0,2-1 1 0 0,0 0-1 0 0,0 1 1 0 0,2 0-1 0 0,1 0 1 0 0,0 0-1 0 0,1 1 1 0 0,2-1 0 0 0,0 0-1 0 0,1 0 1 0 0,7 31-1 0 0,-7-42-123 0 0,1 1 0 0 0,0-1-1 0 0,1 0 1 0 0,0 0-1 0 0,1-1 1 0 0,0 1 0 0 0,0-1-1 0 0,0 0 1 0 0,1 0 0 0 0,1 0-1 0 0,-1-1 1 0 0,1 0 0 0 0,10 8-1 0 0,-12-11-115 0 0,0-1 0 0 0,0 0 0 0 0,0 0 0 0 0,0-1 0 0 0,1 1 0 0 0,-1-1 0 0 0,1-1 0 0 0,-1 1 0 0 0,1 0 0 0 0,-1-1 0 0 0,1 0 0 0 0,0-1 0 0 0,0 1 0 0 0,0-1 0 0 0,-1 0 0 0 0,1-1 0 0 0,0 1 0 0 0,0-1 0 0 0,-1-1 0 0 0,1 1 0 0 0,0-1 0 0 0,-1 1 0 0 0,9-5 0 0 0,-7 2-22 0 0,0-1-1 0 0,-1 1 1 0 0,0-1 0 0 0,0 0-1 0 0,0 0 1 0 0,0-1 0 0 0,-1 0 0 0 0,0 0-1 0 0,0 0 1 0 0,-1 0 0 0 0,1-1-1 0 0,-1 0 1 0 0,-1 0 0 0 0,1 0 0 0 0,3-12-1 0 0,-5 12-29 0 0,1 0-1 0 0,-1 0 1 0 0,-1 0-1 0 0,1 0 1 0 0,-1 0 0 0 0,0-1-1 0 0,-1 1 1 0 0,0 0-1 0 0,0 0 1 0 0,-1 0-1 0 0,1-1 1 0 0,-2 1 0 0 0,1 0-1 0 0,-1 0 1 0 0,0 0-1 0 0,-6-13 1 0 0,-5 2-222 0 0,13 18 128 0 0,-1-1 1 0 0,1 1 0 0 0,-1-1-1 0 0,1 0 1 0 0,-1 1-1 0 0,1-1 1 0 0,-1 1 0 0 0,1-1-1 0 0,-1 1 1 0 0,0 0-1 0 0,1-1 1 0 0,-1 1-1 0 0,0 0 1 0 0,1-1 0 0 0,-1 1-1 0 0,0 0 1 0 0,1 0-1 0 0,-1-1 1 0 0,0 1 0 0 0,0 0-1 0 0,1 0 1 0 0,-1 0-1 0 0,0 0 1 0 0,-1 0 0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1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3 124 4607 0 0,'-2'20'8599'0'0,"4"29"-6831"0"0,-1-23-757 0 0,-1-6-282 0 0,4 52 1468 0 0,-3-65-2247 0 0,0 0 0 0 0,1 0-1 0 0,-1 0 1 0 0,1 0 0 0 0,1 0-1 0 0,-1 0 1 0 0,6 9 0 0 0,-7-15 65 0 0,-1 1 1 0 0,1-1 0 0 0,0 0 0 0 0,0 0 0 0 0,0 1 0 0 0,0-1 0 0 0,0 0 0 0 0,0 0 0 0 0,0 0-1 0 0,0 0 1 0 0,0 0 0 0 0,0-1 0 0 0,1 1 0 0 0,-1 0 0 0 0,0 0 0 0 0,1-1 0 0 0,1 1 0 0 0,-2 0-2 0 0,0-1 1 0 0,0 0 0 0 0,0-1-1 0 0,0 1 1 0 0,0 0 0 0 0,0 0-1 0 0,0 0 1 0 0,0 0 0 0 0,0-1-1 0 0,0 1 1 0 0,0-1 0 0 0,0 1-1 0 0,0 0 1 0 0,0-1 0 0 0,-1 0-1 0 0,1 1 1 0 0,0-1 0 0 0,0 1-1 0 0,1-2 1 0 0,0-2 18 0 0,1 1 1 0 0,0-1-1 0 0,-1 1 1 0 0,0-1 0 0 0,0 0-1 0 0,0 0 1 0 0,0 0-1 0 0,-1 0 1 0 0,3-9-1 0 0,2-24 77 0 0,1-39-1 0 0,4-28-19 0 0,-9 91-78 0 0,1 0 0 0 0,1 1 0 0 0,0-1 0 0 0,0 1 0 0 0,12-22 1 0 0,-15 32-14 0 0,0 1 1 0 0,0-1 0 0 0,-1 1 0 0 0,1-1-1 0 0,0 1 1 0 0,0-1 0 0 0,1 1 0 0 0,-1 0 0 0 0,0 0-1 0 0,0-1 1 0 0,1 1 0 0 0,-1 0 0 0 0,0 0 0 0 0,1 0-1 0 0,-1 0 1 0 0,1 0 0 0 0,0 1 0 0 0,-1-1-1 0 0,1 0 1 0 0,0 1 0 0 0,-1-1 0 0 0,1 1 0 0 0,0 0-1 0 0,-1 0 1 0 0,4-1 0 0 0,-3 2-6 0 0,0-1 1 0 0,0 1-1 0 0,0 0 0 0 0,0 0 1 0 0,-1 0-1 0 0,1 0 0 0 0,0 0 1 0 0,-1 0-1 0 0,1 1 0 0 0,0-1 0 0 0,-1 0 1 0 0,1 1-1 0 0,-1-1 0 0 0,0 1 1 0 0,1 0-1 0 0,-1-1 0 0 0,0 1 1 0 0,0 0-1 0 0,0 0 0 0 0,0 0 1 0 0,0 3-1 0 0,4 6-17 0 0,-2 1 1 0 0,0-1-1 0 0,0 1 0 0 0,-1-1 1 0 0,0 1-1 0 0,-1 0 0 0 0,-1 0 1 0 0,0 17-1 0 0,-1-21-36 0 0,0-1 1 0 0,0 1-1 0 0,0 0 0 0 0,-1-1 0 0 0,0 1 0 0 0,-1-1 1 0 0,1 0-1 0 0,-1 0 0 0 0,-1 0 0 0 0,1 0 1 0 0,-1 0-1 0 0,-1-1 0 0 0,-9 13 0 0 0,14-18 74 0 0,0-1 0 0 0,1 1-1 0 0,-1 0 1 0 0,0 0 0 0 0,1 0-1 0 0,-1 0 1 0 0,0 0 0 0 0,1-1 0 0 0,-1 1-1 0 0,1 0 1 0 0,0 0 0 0 0,-1-1-1 0 0,1 1 1 0 0,0 0 0 0 0,-1-1 0 0 0,1 1-1 0 0,0 0 1 0 0,-1-1 0 0 0,1 1-1 0 0,0-1 1 0 0,0 0 0 0 0,0 1 0 0 0,0-1-1 0 0,1 1 1 0 0,26 14 705 0 0,2-1-161 0 0,-3 0-533 0 0,2-1 0 0 0,48 14 1 0 0,-65-25-1571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1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87 8351 0 0,'1'-2'147'0'0,"0"0"-1"0"0,0 0 1 0 0,0 0-1 0 0,-1 0 0 0 0,1 0 1 0 0,-1 0-1 0 0,1-1 1 0 0,-1 1-1 0 0,1 0 1 0 0,-1 0-1 0 0,0-1 0 0 0,0 1 1 0 0,0 0-1 0 0,0 0 1 0 0,-1 0-1 0 0,1-1 1 0 0,-1 1-1 0 0,1 0 0 0 0,-1 0 1 0 0,0 0-1 0 0,0 0 1 0 0,0 0-1 0 0,0 0 1 0 0,0 0-1 0 0,0 0 0 0 0,0 0 1 0 0,-1 0-1 0 0,1 0 1 0 0,-1 1-1 0 0,1-1 1 0 0,-1 1-1 0 0,0-1 0 0 0,0 1 1 0 0,1 0-1 0 0,-1-1 1 0 0,0 1-1 0 0,0 0 1 0 0,-3-1-1 0 0,1 0 61 0 0,0 1-1 0 0,0-1 1 0 0,0 1-1 0 0,0-1 1 0 0,0 1-1 0 0,0 0 1 0 0,0 1 0 0 0,-1-1-1 0 0,1 1 1 0 0,0 0-1 0 0,0 0 1 0 0,-1 0 0 0 0,1 0-1 0 0,0 1 1 0 0,0 0-1 0 0,-1 0 1 0 0,1 0 0 0 0,0 0-1 0 0,-4 2 1 0 0,6-2-158 0 0,0 1 1 0 0,-1-1 0 0 0,1 0-1 0 0,0 0 1 0 0,0 1 0 0 0,1-1-1 0 0,-1 1 1 0 0,0 0 0 0 0,1 0 0 0 0,-1-1-1 0 0,0 1 1 0 0,1 0 0 0 0,0 0-1 0 0,0 0 1 0 0,-1 1 0 0 0,1-1-1 0 0,1 0 1 0 0,-1 0 0 0 0,0 1-1 0 0,0-1 1 0 0,1 0 0 0 0,-1 1-1 0 0,1-1 1 0 0,0 0 0 0 0,0 1-1 0 0,0-1 1 0 0,0 1 0 0 0,0-1-1 0 0,0 1 1 0 0,1-1 0 0 0,-1 0 0 0 0,1 1-1 0 0,0-1 1 0 0,1 3 0 0 0,0 2-49 0 0,1-1 0 0 0,0 1 0 0 0,1-1 0 0 0,-1 0 0 0 0,1 0 0 0 0,0 0 1 0 0,1-1-1 0 0,-1 1 0 0 0,8 5 0 0 0,4 3 0 0 0,31 20 0 0 0,-34-27-2 0 0,-1 1 1 0 0,-1 1 0 0 0,0 0-1 0 0,0 0 1 0 0,-1 1 0 0 0,10 12-1 0 0,-19-21 5 0 0,0 0-1 0 0,0 0 1 0 0,-1 0-1 0 0,1 0 1 0 0,0 0-1 0 0,-1 1 1 0 0,1-1-1 0 0,-1 0 1 0 0,1 0-1 0 0,-1 0 1 0 0,0 1-1 0 0,1-1 1 0 0,-1 0-1 0 0,0 1 0 0 0,0-1 1 0 0,0 0-1 0 0,0 0 1 0 0,0 1-1 0 0,0-1 1 0 0,0 0-1 0 0,-1 1 1 0 0,1 0-1 0 0,-1 0 12 0 0,0 0-1 0 0,-1 0 0 0 0,1-1 0 0 0,0 1 1 0 0,0 0-1 0 0,-1-1 0 0 0,1 1 1 0 0,-1-1-1 0 0,1 0 0 0 0,-1 0 0 0 0,1 1 1 0 0,-4 1-1 0 0,-5 1 58 0 0,0 1-1 0 0,0-2 1 0 0,0 1-1 0 0,-12 2 1 0 0,22-6-72 0 0,-27 7 458 0 0,0-1 0 0 0,0-1-1 0 0,0-2 1 0 0,-1-1 0 0 0,-51-1 0 0 0,78-1-451 0 0,0 0 0 0 0,0 0 0 0 0,0 0 0 0 0,0 0 1 0 0,0 0-1 0 0,0 0 0 0 0,0-1 0 0 0,0 1 0 0 0,0 0 0 0 0,0 0 1 0 0,0-1-1 0 0,0 1 0 0 0,0-1 0 0 0,0 1 0 0 0,1 0 0 0 0,-1-1 1 0 0,0 0-1 0 0,0 1 0 0 0,0-1 0 0 0,1 0 0 0 0,-1 1 0 0 0,-1-2 0 0 0,2 1-23 0 0,1 0 0 0 0,-1 1 0 0 0,0-1 0 0 0,0 0 0 0 0,0 0 0 0 0,1 1 0 0 0,-1-1 0 0 0,0 0-1 0 0,1 1 1 0 0,-1-1 0 0 0,1 0 0 0 0,-1 1 0 0 0,1-1 0 0 0,-1 1 0 0 0,1-1 0 0 0,-1 1-1 0 0,1-1 1 0 0,-1 1 0 0 0,1-1 0 0 0,0 1 0 0 0,0-1 0 0 0,42-23-2762 0 0,-22 15 551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2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92 202 13215 0 0,'3'4'370'0'0,"0"0"-1"0"0,0-1 0 0 0,0 1 1 0 0,1-1-1 0 0,0 0 0 0 0,-1 0 1 0 0,1 0-1 0 0,0-1 0 0 0,1 1 1 0 0,-1-1-1 0 0,0 0 0 0 0,0 0 1 0 0,1-1-1 0 0,8 3 0 0 0,-6-3-133 0 0,-1 0-1 0 0,1-1 1 0 0,0 1-1 0 0,-1-1 1 0 0,1-1-1 0 0,0 1 1 0 0,-1-1 0 0 0,1-1-1 0 0,11-3 1 0 0,-9 2-147 0 0,0 0 0 0 0,-1-1 1 0 0,1 0-1 0 0,-1 0 0 0 0,0-1 1 0 0,-1 0-1 0 0,1-1 1 0 0,-1 1-1 0 0,0-1 0 0 0,0-1 1 0 0,-1 0-1 0 0,0 1 0 0 0,0-2 1 0 0,-1 1-1 0 0,8-14 0 0 0,-12 19-78 0 0,1-1 0 0 0,-1 1 0 0 0,0-1 0 0 0,-1 0 0 0 0,1 0-1 0 0,0 1 1 0 0,-1-1 0 0 0,0 0 0 0 0,1 0 0 0 0,-1 0 0 0 0,0 1-1 0 0,0-1 1 0 0,-1 0 0 0 0,1 0 0 0 0,-1 0 0 0 0,1 0 0 0 0,-1 1-1 0 0,-1-5 1 0 0,-1 3-3 0 0,1 0 0 0 0,0 0 0 0 0,-1 1 0 0 0,0-1-1 0 0,0 0 1 0 0,0 1 0 0 0,0 0 0 0 0,0 0 0 0 0,-1 0 0 0 0,-6-4-1 0 0,1 1-26 0 0,0 1-1 0 0,-1 0 0 0 0,0 0 1 0 0,0 1-1 0 0,0 1 0 0 0,-1 0 1 0 0,1 0-1 0 0,-22-2 0 0 0,20 5 0 0 0,1 0 0 0 0,-1 1 0 0 0,1 1 0 0 0,0 0 0 0 0,0 0 0 0 0,-1 1 0 0 0,1 0 0 0 0,1 1 0 0 0,-1 1 0 0 0,1-1 0 0 0,-1 2 0 0 0,1-1 0 0 0,1 2 0 0 0,-1-1 0 0 0,1 1 0 0 0,-16 16 0 0 0,24-22 1 0 0,-1 0 0 0 0,1 0 0 0 0,0 1 0 0 0,0-1 0 0 0,0 1 0 0 0,0-1 0 0 0,0 1 0 0 0,0-1 0 0 0,0 1 0 0 0,0 0 0 0 0,0-1 0 0 0,1 1 0 0 0,-1 0 0 0 0,1-1 0 0 0,-1 1 0 0 0,1 0 0 0 0,0 0 0 0 0,0 0 0 0 0,0 0 0 0 0,0 2 0 0 0,0-3-46 0 0,1 1 1 0 0,-1-1-1 0 0,1 1 1 0 0,0-1 0 0 0,0 1-1 0 0,0-1 1 0 0,0 0 0 0 0,0 1-1 0 0,0-1 1 0 0,0 0-1 0 0,0 0 1 0 0,0 0 0 0 0,1 1-1 0 0,-1-1 1 0 0,0-1-1 0 0,1 1 1 0 0,2 1 0 0 0,4 2-379 0 0,1 0 0 0 0,0-1 0 0 0,0-1-1 0 0,0 1 1 0 0,0-1 0 0 0,12 1 0 0 0,7-1-1518 0 0,0-3-366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2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1 266 5983 0 0,'56'9'640'0'0,"-37"1"6470"0"0,8 16-4568 0 0,-18-17-1631 0 0,-1-2-300 0 0,-2-1-219 0 0,0-1 0 0 0,0 1 1 0 0,-1 0-1 0 0,1 0 1 0 0,-1 0-1 0 0,-1 1 0 0 0,1 0 1 0 0,-1 0-1 0 0,4 8 1 0 0,-8-15-378 0 0,0 0 1 0 0,0 1 0 0 0,0-1 0 0 0,0 0-1 0 0,0 0 1 0 0,0 0 0 0 0,0 0 0 0 0,0 0 0 0 0,1 1-1 0 0,-1-1 1 0 0,0 0 0 0 0,0 0 0 0 0,0 0 0 0 0,0 0-1 0 0,0 1 1 0 0,0-1 0 0 0,0 0 0 0 0,0 0 0 0 0,0 0-1 0 0,0 0 1 0 0,0 1 0 0 0,0-1 0 0 0,0 0 0 0 0,0 0-1 0 0,0 0 1 0 0,0 0 0 0 0,-1 0 0 0 0,1 1 0 0 0,0-1-1 0 0,0 0 1 0 0,0 0 0 0 0,0 0 0 0 0,0 0 0 0 0,0 0-1 0 0,0 1 1 0 0,0-1 0 0 0,0 0 0 0 0,-1 0 0 0 0,1 0-1 0 0,0 0 1 0 0,0 0 0 0 0,0 0 0 0 0,0 1 0 0 0,-8-6 380 0 0,-7-11-25 0 0,6-6-316 0 0,0 0-1 0 0,1 0 1 0 0,2-1-1 0 0,0 1 1 0 0,2-2-1 0 0,0 1 1 0 0,2 0 0 0 0,0-1-1 0 0,1 0 1 0 0,5-38-1 0 0,-3 56-104 0 0,0 0 0 0 0,0 0 0 0 0,1 0-1 0 0,0 1 1 0 0,0-1 0 0 0,0 1 0 0 0,1-1 0 0 0,-1 1-1 0 0,1 0 1 0 0,1 0 0 0 0,-1 0 0 0 0,6-6-1 0 0,-7 10 30 0 0,0-1 0 0 0,0 0-1 0 0,0 1 1 0 0,0 0 0 0 0,0-1-1 0 0,0 1 1 0 0,0 0 0 0 0,1 0-1 0 0,-1 0 1 0 0,0 1 0 0 0,1-1-1 0 0,-1 0 1 0 0,0 1 0 0 0,1 0-1 0 0,-1-1 1 0 0,1 1-1 0 0,-1 0 1 0 0,1 0 0 0 0,-1 0-1 0 0,1 1 1 0 0,-1-1 0 0 0,0 1-1 0 0,1-1 1 0 0,-1 1 0 0 0,0 0-1 0 0,1 0 1 0 0,-1 0 0 0 0,0 0-1 0 0,0 0 1 0 0,0 0 0 0 0,0 1-1 0 0,3 1 1 0 0,-1 0-1 0 0,1 1-1 0 0,-1 0 1 0 0,1 0 0 0 0,-1 0 0 0 0,0 0-1 0 0,0 1 1 0 0,-1-1 0 0 0,0 1-1 0 0,1 0 1 0 0,-1 0 0 0 0,3 10 0 0 0,-2-6-4 0 0,-1 0 0 0 0,-1 0-1 0 0,0 1 1 0 0,0-1 0 0 0,-1 1 0 0 0,1 15 0 0 0,-3-5 42 0 0,0 0 0 0 0,-2 0-1 0 0,0 0 1 0 0,-1-1 0 0 0,-1 1-1 0 0,-9 23 1 0 0,13-40 79 0 0,0 0 1 0 0,-1 1-1 0 0,1-1 1 0 0,0 1-1 0 0,1-1 1 0 0,-1 1-1 0 0,1 0 1 0 0,-1 5-1 0 0,2-8-58 0 0,-1 0 0 0 0,0 0 0 0 0,1 1 0 0 0,-1-1 0 0 0,1 0 0 0 0,-1 0-1 0 0,1 0 1 0 0,0-1 0 0 0,-1 1 0 0 0,1 0 0 0 0,0 0 0 0 0,-1 0 0 0 0,1 0-1 0 0,0-1 1 0 0,0 1 0 0 0,0 0 0 0 0,0-1 0 0 0,0 1 0 0 0,0 0 0 0 0,0-1-1 0 0,0 0 1 0 0,0 1 0 0 0,0-1 0 0 0,0 1 0 0 0,0-1 0 0 0,0 0 0 0 0,1 0-1 0 0,-1 0 1 0 0,0 0 0 0 0,0 0 0 0 0,0 0 0 0 0,2 0 0 0 0,15 0 125 0 0,1-1 0 0 0,-1 0 0 0 0,20-5 0 0 0,8-1-7323 0 0,-27 5-425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4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21 8407 0 0,'-1'2'114'0'0,"0"0"0"0"0,0 0-1 0 0,1 0 1 0 0,-1 0 0 0 0,1 1 0 0 0,-1-1-1 0 0,1 0 1 0 0,0 0 0 0 0,0 0-1 0 0,0 1 1 0 0,0-1 0 0 0,0 0-1 0 0,0 0 1 0 0,1 1 0 0 0,0 1-1 0 0,-1-3-65 0 0,1 0-1 0 0,0 0 0 0 0,0 0 1 0 0,-1 0-1 0 0,1 0 1 0 0,0 0-1 0 0,0 0 0 0 0,0-1 1 0 0,0 1-1 0 0,0 0 0 0 0,0-1 1 0 0,0 1-1 0 0,0 0 0 0 0,0-1 1 0 0,0 1-1 0 0,1-1 1 0 0,-1 0-1 0 0,0 1 0 0 0,0-1 1 0 0,0 0-1 0 0,1 0 0 0 0,-1 0 1 0 0,0 0-1 0 0,0 0 1 0 0,0 0-1 0 0,1 0 0 0 0,-1 0 1 0 0,0 0-1 0 0,2-1 0 0 0,1 0 29 0 0,-1 0 0 0 0,0 1 0 0 0,1-1 0 0 0,-1-1 0 0 0,0 1-1 0 0,0 0 1 0 0,0-1 0 0 0,0 0 0 0 0,0 0 0 0 0,0 0 0 0 0,4-4 0 0 0,-5 5-35 0 0,-1-1 0 0 0,1 1 0 0 0,-1-1 0 0 0,1 0 0 0 0,-1 1 0 0 0,0-1 1 0 0,0 0-1 0 0,0 0 0 0 0,0 0 0 0 0,0 0 0 0 0,0 0 0 0 0,-1 0 1 0 0,1 0-1 0 0,0 0 0 0 0,-1 0 0 0 0,0 0 0 0 0,0 0 0 0 0,1 0 0 0 0,-2-4 1 0 0,2 6-21 0 0,-2-1 0 0 0,1 1 1 0 0,0 0-1 0 0,0-1 0 0 0,0 1 0 0 0,0-1 1 0 0,0 1-1 0 0,0 0 0 0 0,0-1 1 0 0,0 1-1 0 0,0 0 0 0 0,-1-1 1 0 0,1 1-1 0 0,0 0 0 0 0,0-1 0 0 0,0 1 1 0 0,-1 0-1 0 0,1 0 0 0 0,0-1 1 0 0,-1 1-1 0 0,1 0 0 0 0,0 0 1 0 0,0-1-1 0 0,-1 1 0 0 0,1 0 1 0 0,0 0-1 0 0,-1 0 0 0 0,1 0 0 0 0,0 0 1 0 0,-1-1-1 0 0,1 1 0 0 0,0 0 1 0 0,-1 0-1 0 0,0 0 0 0 0,-15 5 389 0 0,-11 16-35 0 0,19-14-281 0 0,1 0 1 0 0,1 1-1 0 0,-9 13 0 0 0,14-19-300 0 0,-1 0-1 0 0,1 0 1 0 0,0 0 0 0 0,0 0 0 0 0,0 0 0 0 0,0 0-1 0 0,1 0 1 0 0,-1 0 0 0 0,0 1 0 0 0,1-1 0 0 0,0 0-1 0 0,-1 1 1 0 0,1-1 0 0 0,0 0 0 0 0,0 0 0 0 0,0 1-1 0 0,1-1 1 0 0,-1 0 0 0 0,1 1 0 0 0,-1-1 0 0 0,2 4-1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4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51 12895 0 0,'-6'-6'359'0'0,"3"4"-185"0"0,0-1-1 0 0,0 0 1 0 0,0 0-1 0 0,0 0 1 0 0,-3-7-1 0 0,41 6 3022 0 0,29-3-2981 0 0,36-2 38 0 0,-86 9-2101 0 0,0 0-1 0 0,23 5 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4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14 5063 0 0,'-3'-13'1104'0'0,"4"24"1416"0"0,0 8-1613 0 0,-2 73 741 0 0,0 30 920 0 0,2-110-2185 0 0,0 0 0 0 0,1 0 0 0 0,1 0 0 0 0,0-1 0 0 0,0 1 0 0 0,1-1 0 0 0,10 20 0 0 0,-12-27-284 0 0,1-1 1 0 0,-1 1-1 0 0,1-1 1 0 0,0 1-1 0 0,0-1 0 0 0,0 0 1 0 0,1 0-1 0 0,-1 0 1 0 0,1-1-1 0 0,-1 1 1 0 0,1-1-1 0 0,0 0 1 0 0,0 0-1 0 0,0 0 0 0 0,0-1 1 0 0,0 1-1 0 0,1-1 1 0 0,-1 0-1 0 0,0 0 1 0 0,1 0-1 0 0,-1-1 0 0 0,0 0 1 0 0,1 0-1 0 0,-1 0 1 0 0,1 0-1 0 0,5-1 1 0 0,12-3-12 0 0,-1-1 1 0 0,0 0 0 0 0,0-2 0 0 0,22-9 0 0 0,-21 7-143 0 0,46-16-2924 0 0,-61 24 1310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5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19 11055 0 0,'-14'-13'4407'0'0,"19"14"-4258"0"0,0 0-1 0 0,0 0 1 0 0,1 0 0 0 0,-1-1-1 0 0,0 0 1 0 0,11 0 0 0 0,-5-1-79 0 0,102-6-2034 0 0,-93 6-3334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5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11663 0 0,'4'12'335'0'0,"-1"-1"-1"0"0,0 1 0 0 0,0-1 1 0 0,-1 1-1 0 0,1 12 0 0 0,0 0 228 0 0,11 94 552 0 0,4 26 626 0 0,-18-144-1727 0 0,0 1 1 0 0,-1-1 0 0 0,1 0-1 0 0,0 1 1 0 0,0-1 0 0 0,0 1-1 0 0,1-1 1 0 0,-1 0 0 0 0,0 1-1 0 0,0-1 1 0 0,0 0 0 0 0,0 1-1 0 0,0-1 1 0 0,0 0 0 0 0,0 1-1 0 0,1-1 1 0 0,-1 0 0 0 0,0 1-1 0 0,0-1 1 0 0,0 0 0 0 0,1 1-1 0 0,-1-1 1 0 0,0 0 0 0 0,1 0-1 0 0,-1 1 1 0 0,0-1 0 0 0,0 0-1 0 0,1 0 1 0 0,-1 0 0 0 0,0 1-1 0 0,1-1 1 0 0,-1 0 0 0 0,0 0-1 0 0,1 0 1 0 0,-1 0 0 0 0,1 0-1 0 0,-1 0 1 0 0,0 0 0 0 0,1 0-1 0 0,0 0 1 0 0,-1 0-287 0 0,1 0-1 0 0,0-1 1 0 0,5-7-3282 0 0,-6 7 3282 0 0,0 0-1 0 0,1-1 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5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74 7831 0 0,'-1'0'136'0'0,"1"0"0"0"0,-1-1 0 0 0,1 1-1 0 0,0-1 1 0 0,0 1 0 0 0,-1-1-1 0 0,1 1 1 0 0,0-1 0 0 0,-1 1 0 0 0,1-1-1 0 0,0 0 1 0 0,0 1 0 0 0,0-1 0 0 0,0 1-1 0 0,0-1 1 0 0,0 0 0 0 0,0 1-1 0 0,0-1 1 0 0,0 1 0 0 0,0-1 0 0 0,0 1-1 0 0,0-1 1 0 0,0 0 0 0 0,0 1 0 0 0,0-1-1 0 0,1 1 1 0 0,-1-1 0 0 0,21-3 5305 0 0,-19 4-5569 0 0,16 1 177 0 0,0 1 1 0 0,0 0-1 0 0,0 1 1 0 0,0 1 0 0 0,0 1-1 0 0,22 9 1 0 0,45 11-55 0 0,-47-19 6 0 0,1-1 0 0 0,0-2-1 0 0,73-3 1 0 0,-50-5-1227 0 0,103-23 0 0 0,-63 0-312 0 0,-88 23 1794 0 0,0-1-1 0 0,-1 0 0 0 0,0-1 1 0 0,0 0-1 0 0,13-10 1 0 0,-26 17-165 0 0,1 0 0 0 0,-1-1 0 0 0,1 1 0 0 0,-1 0 0 0 0,1 0 0 0 0,-1-1 0 0 0,0 1 0 0 0,1-1 1 0 0,-1 1-1 0 0,0 0 0 0 0,1-1 0 0 0,-1 1 0 0 0,0-1 0 0 0,1 1 0 0 0,-1 0 0 0 0,0-1 0 0 0,0 1 0 0 0,1-1 1 0 0,-1 1-1 0 0,0-1 0 0 0,0 1 0 0 0,0-1 0 0 0,0 0 0 0 0,0 0 0 0 0,-9-4 1831 0 0,-20 6-75 0 0,12 4-1473 0 0,-1 1 0 0 0,1 0 0 0 0,0 1-1 0 0,-26 16 1 0 0,10-3 19 0 0,-35 29 0 0 0,58-41-248 0 0,0 0-1 0 0,1 0 1 0 0,0 2 0 0 0,1-1 0 0 0,0 1 0 0 0,-10 16-1 0 0,16-23-106 0 0,1 0-1 0 0,-1 0 1 0 0,1 0-1 0 0,0 0 0 0 0,0 0 1 0 0,0 1-1 0 0,0-1 0 0 0,1 0 1 0 0,-1 0-1 0 0,1 1 1 0 0,0-1-1 0 0,0 7 0 0 0,1-8-25 0 0,-1 0-1 0 0,1 1 0 0 0,0-1 1 0 0,0 0-1 0 0,0 0 1 0 0,0 0-1 0 0,0 1 0 0 0,0-1 1 0 0,1 0-1 0 0,-1 0 0 0 0,1-1 1 0 0,0 1-1 0 0,-1 0 0 0 0,1-1 1 0 0,0 1-1 0 0,0 0 0 0 0,0-1 1 0 0,0 0-1 0 0,4 2 0 0 0,5 3 2 0 0,0-2 0 0 0,0 0-1 0 0,0 0 1 0 0,0-1 0 0 0,1 0-1 0 0,14 1 1 0 0,75 2 11 0 0,-38-3-181 0 0,-11 1-1435 0 0,103 23-1 0 0,-130-20-183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6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6623 0 0,'-3'109'1563'0'0,"12"130"0"0"0,-2-116-990 0 0,-5-52-245 0 0,9 124 628 0 0,-6-154-770 0 0,1 0 0 0 0,20 67 1 0 0,-18-83-337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7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26 325 5527 0 0,'-25'-11'6175'0'0,"31"15"-4357"0"0,16 9-1748 0 0,33 3 202 0 0,0-2 1 0 0,1-3-1 0 0,82 6 0 0 0,38-4 268 0 0,335-19 0 0 0,202-62 403 0 0,-193 16-542 0 0,609-25 407 0 0,-400 27-638 0 0,-392 23-132 0 0,287-27 26 0 0,-380 32-19 0 0,17-1 38 0 0,-134 15-69 0 0,304-7-441 0 0,-359 18-3888 0 0,-6 0-1517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8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4607 0 0,'15'221'5635'0'0,"-4"-97"-3752"0"0,1 61-343 0 0,28 307 2530 0 0,-33-447-3879 0 0,16 56 0 0 0,-4-40-5105 0 0,-7-27-754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18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12839 0 0,'11'-12'568'0'0,"-3"7"120"0"0,5 1-552 0 0,5 1-136 0 0,-3 1 0 0 0,1 1 0 0 0,6 1 0 0 0,17 0 80 0 0,24-1-80 0 0,22-4 64 0 0,13-2-64 0 0,2-4-128 0 0,-1-3 32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20.3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70 3679 0 0,'0'-2'380'0'0,"-1"1"-1"0"0,1-1 0 0 0,-1 1 0 0 0,0 0 0 0 0,0-1 0 0 0,1 1 0 0 0,-1 0 0 0 0,0-1 0 0 0,0 1 0 0 0,0 0 0 0 0,-1 0 0 0 0,1 0 0 0 0,0 0 0 0 0,-3-2 0 0 0,-7-9 3794 0 0,12 12-4135 0 0,-1-1 0 0 0,0 1 1 0 0,1-1-1 0 0,-1 1 0 0 0,0-1 0 0 0,1 1 0 0 0,-1-1 0 0 0,1 1 0 0 0,-1 0 0 0 0,0-1 1 0 0,1 1-1 0 0,-1 0 0 0 0,1-1 0 0 0,-1 1 0 0 0,1 0 0 0 0,-1 0 0 0 0,1 0 0 0 0,-1-1 0 0 0,1 1 1 0 0,0 0-1 0 0,-1 0 0 0 0,1 0 0 0 0,-1 0 0 0 0,1 0 0 0 0,-1 0 0 0 0,1 0 0 0 0,0 0 0 0 0,-1 0 1 0 0,1 0-1 0 0,-1 0 0 0 0,1 1 0 0 0,260-30 1246 0 0,-205 27-1024 0 0,0 4 0 0 0,81 11 0 0 0,-24-1 21 0 0,-28-6-64 0 0,265 26 188 0 0,19-8-1553 0 0,-306-22-166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0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13 13271 0 0,'-1'-1'76'0'0,"0"0"1"0"0,1 0-1 0 0,-1 0 0 0 0,0 0 0 0 0,0 0 0 0 0,1 0 0 0 0,-1 1 1 0 0,0-1-1 0 0,0 0 0 0 0,0 1 0 0 0,0-1 0 0 0,0 0 1 0 0,0 1-1 0 0,0-1 0 0 0,0 1 0 0 0,-2-1 0 0 0,3 1-44 0 0,-1 0-1 0 0,1 0 1 0 0,-1 0-1 0 0,1 0 0 0 0,-1 1 1 0 0,1-1-1 0 0,-1 0 1 0 0,1 0-1 0 0,-1 0 1 0 0,1 1-1 0 0,-1-1 1 0 0,1 0-1 0 0,-1 0 1 0 0,1 1-1 0 0,0-1 1 0 0,-1 1-1 0 0,1-1 0 0 0,-1 0 1 0 0,1 1-1 0 0,0-1 1 0 0,-1 1-1 0 0,1-1 1 0 0,0 1-1 0 0,-1 0 1 0 0,-1 5 110 0 0,-1 0 1 0 0,1 1 0 0 0,1-1-1 0 0,-2 11 1 0 0,1-6-15 0 0,-18 111 803 0 0,-8 233 1 0 0,25-273-381 0 0,5 0 1 0 0,2 0 0 0 0,24 121-1 0 0,-25-188-480 0 0,0-1-1 0 0,2 0 0 0 0,-1 0 1 0 0,2 0-1 0 0,0-1 1 0 0,0 1-1 0 0,1-1 0 0 0,1-1 1 0 0,0 1-1 0 0,1-2 1 0 0,0 1-1 0 0,1-1 0 0 0,0 0 1 0 0,1-1-1 0 0,0 0 1 0 0,1-1-1 0 0,0 0 0 0 0,0-1 1 0 0,1-1-1 0 0,0 0 1 0 0,0 0-1 0 0,1-1 0 0 0,-1-1 1 0 0,26 7-1 0 0,7-2 35 0 0,1-1 0 0 0,1-2 1 0 0,60 0-1 0 0,145-15 202 0 0,-60-16-148 0 0,0 0-374 0 0,-192 24 182 0 0,1 0 0 0 0,-1-1 0 0 0,1 1 0 0 0,0 0 0 0 0,-1 0 0 0 0,1 0 0 0 0,-1 0 0 0 0,1 0-1 0 0,-1 0 1 0 0,1 1 0 0 0,-1-1 0 0 0,1 0 0 0 0,-1 1 0 0 0,1-1 0 0 0,-1 1 0 0 0,1 0 0 0 0,-1 0 0 0 0,0-1 0 0 0,1 1 0 0 0,-1 0 0 0 0,0 0-1 0 0,0 0 1 0 0,1 0 0 0 0,-1 0 0 0 0,0 0 0 0 0,0 1 0 0 0,0-1 0 0 0,1 2 0 0 0,-1 2-299 0 0,0-1 1 0 0,0 1-1 0 0,0-1 1 0 0,-1 0 0 0 0,0 1-1 0 0,0-1 1 0 0,0 1-1 0 0,-1 8 1 0 0,-2 10-1103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1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218 204 919 0 0,'94'-167'8379'0'0,"-88"155"-7781"0"0,-5 9-247 0 0,1-1 0 0 0,0 1 0 0 0,-1 0 0 0 0,1 0 0 0 0,0 0 0 0 0,3-3 0 0 0,-8 34 2709 0 0,-10 22-1936 0 0,-33 76 1 0 0,-32 45-359 0 0,58-129-669 0 0,-5 12 2 0 0,-7 15-65 0 0,-72 118-1 0 0,104-187-53 0 0,0 1 1 0 0,-1 0-1 0 0,1-1 0 0 0,0 1 0 0 0,-1-1 0 0 0,1 1 0 0 0,-1 0 0 0 0,1-1 1 0 0,0 1-1 0 0,-1-1 0 0 0,1 1 0 0 0,-1-1 0 0 0,0 1 0 0 0,1-1 0 0 0,-1 0 1 0 0,1 1-1 0 0,-1-1 0 0 0,0 0 0 0 0,1 1 0 0 0,-2-1 0 0 0,2-12-879 0 0,11-24-4158 0 0,-2 8-246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1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99 4143 0 0,'-1'-3'213'0'0,"0"0"-1"0"0,0 0 1 0 0,1 0-1 0 0,-1 0 0 0 0,1 0 1 0 0,0 0-1 0 0,0 0 1 0 0,0 0-1 0 0,0 0 1 0 0,0 0-1 0 0,1 0 0 0 0,0 0 1 0 0,-1 0-1 0 0,1 0 1 0 0,0 0-1 0 0,0 0 0 0 0,1 0 1 0 0,-1 0-1 0 0,1 1 1 0 0,-1-1-1 0 0,1 1 0 0 0,0-1 1 0 0,0 1-1 0 0,0-1 1 0 0,0 1-1 0 0,0 0 0 0 0,1 0 1 0 0,-1 0-1 0 0,5-2 1 0 0,-4 2-55 0 0,-1 0 0 0 0,1 1 0 0 0,0-1 1 0 0,0 1-1 0 0,0-1 0 0 0,0 1 0 0 0,0 0 0 0 0,0 0 1 0 0,1 1-1 0 0,-1-1 0 0 0,0 1 0 0 0,0-1 1 0 0,1 1-1 0 0,-1 0 0 0 0,0 0 0 0 0,1 1 0 0 0,-1-1 1 0 0,0 1-1 0 0,0-1 0 0 0,0 1 0 0 0,1 0 1 0 0,-1 0-1 0 0,0 1 0 0 0,0-1 0 0 0,0 1 0 0 0,-1-1 1 0 0,6 5-1 0 0,-1 1 56 0 0,1 0 0 0 0,-2 1 0 0 0,1 0 0 0 0,-1 0 0 0 0,-1 1 1 0 0,1 0-1 0 0,-1 0 0 0 0,4 12 0 0 0,26 81 1167 0 0,-30-85-1148 0 0,32 132 1273 0 0,-26-94-1089 0 0,3-2 0 0 0,35 90 1 0 0,-46-136-512 0 0,0 0 0 0 0,1 0 1 0 0,0-1-1 0 0,0 1 0 0 0,10 10 1 0 0,-12-15-624 0 0,-1 0 1 0 0,1-1-1 0 0,0 1 0 0 0,0-1 1 0 0,0 1-1 0 0,1-1 1 0 0,3 2-1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4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10135 0 0,'2'32'7545'0'0,"5"107"-5946"0"0,-15 52-522 0 0,1-52-746 0 0,7-136-338 0 0,-1 3 5 0 0,1 0-1 0 0,-1-1 1 0 0,1 1 0 0 0,1-1-1 0 0,-1 1 1 0 0,1-1-1 0 0,0 1 1 0 0,0-1-1 0 0,1 1 1 0 0,0-1 0 0 0,4 10-1 0 0,-6-15-21 0 0,0 0 0 0 0,0 0 0 0 0,1 0 0 0 0,-1 0 0 0 0,0 1 1 0 0,0-1-1 0 0,0 0 0 0 0,1 0 0 0 0,-1 0 0 0 0,0 0 0 0 0,0 0 0 0 0,0 0 0 0 0,1 0 0 0 0,-1 1 0 0 0,0-1 0 0 0,0 0 0 0 0,1 0 0 0 0,-1 0 0 0 0,0 0 0 0 0,0 0 0 0 0,1 0 0 0 0,-1 0 1 0 0,0 0-1 0 0,0 0 0 0 0,0 0 0 0 0,1 0 0 0 0,-1 0 0 0 0,0-1 0 0 0,0 1 0 0 0,1 0 0 0 0,-1 0 0 0 0,0 0 0 0 0,0 0 0 0 0,0 0 0 0 0,1 0 0 0 0,-1 0 0 0 0,0-1 0 0 0,0 1 0 0 0,0 0 0 0 0,0 0 1 0 0,1 0-1 0 0,-1 0 0 0 0,0-1 0 0 0,0 1 0 0 0,0 0 0 0 0,0 0 0 0 0,0 0 0 0 0,0-1 0 0 0,0 1 0 0 0,1 0 0 0 0,-1 0 0 0 0,0-1 0 0 0,0 1 0 0 0,0 0 0 0 0,0 0 0 0 0,0-1 0 0 0,0 1 1 0 0,0 0-1 0 0,0 0 0 0 0,0 0 0 0 0,0-1 0 0 0,3-15-5846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4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10943 0 0,'1'7'425'0'0,"0"-1"0"0"0,1 0-1 0 0,0 0 1 0 0,0 0 0 0 0,1 0-1 0 0,0 0 1 0 0,7 11 0 0 0,1 4 132 0 0,27 65 1105 0 0,17 35 577 0 0,-47-106-1783 0 0,1 0 0 0 0,18 22 0 0 0,-25-33-397 0 0,1 0 1 0 0,0-1-1 0 0,1 0 0 0 0,-1 1 0 0 0,0-1 0 0 0,1 0 1 0 0,0-1-1 0 0,0 1 0 0 0,0-1 0 0 0,0 0 0 0 0,0 0 1 0 0,0 0-1 0 0,0 0 0 0 0,9 2 0 0 0,-12-4-49 0 0,0-1 0 0 0,0 1-1 0 0,0 0 1 0 0,-1 0 0 0 0,1 0-1 0 0,0 0 1 0 0,0-1 0 0 0,0 1-1 0 0,0 0 1 0 0,-1 0 0 0 0,1-1-1 0 0,0 1 1 0 0,0-1 0 0 0,-1 1-1 0 0,1-1 1 0 0,0 1 0 0 0,-1-1-1 0 0,1 0 1 0 0,-1 1 0 0 0,1-1-1 0 0,-1 0 1 0 0,1 1 0 0 0,-1-1-1 0 0,1 0 1 0 0,-1 1 0 0 0,1-1-1 0 0,-1 0 1 0 0,0 0 0 0 0,0 0-1 0 0,1 1 1 0 0,-1-1 0 0 0,0 0-1 0 0,0 0 1 0 0,0 0 0 0 0,0 0-1 0 0,0-1 1 0 0,1-37 216 0 0,-2 29-167 0 0,-5-98 460 0 0,0-26-114 0 0,7 119-528 0 0,0 1 0 0 0,1-1 0 0 0,0 1 0 0 0,1 0 0 0 0,1-1 0 0 0,10-26-1 0 0,-13 39-152 0 0,0 0 0 0 0,0 1 0 0 0,0-1 0 0 0,0 0 0 0 0,0 1 0 0 0,0-1-1 0 0,0 0 1 0 0,0 1 0 0 0,1-1 0 0 0,-1 1 0 0 0,1 0 0 0 0,-1-1 0 0 0,1 1-1 0 0,-1 0 1 0 0,1 0 0 0 0,2-1 0 0 0,3 0-1319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5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47 183 5983 0 0,'-1'10'622'0'0,"-1"-1"0"0"0,2 0 0 0 0,-1 1 0 0 0,1-1 0 0 0,1 1 0 0 0,0-1 0 0 0,0 1 0 0 0,1-1-1 0 0,0 0 1 0 0,0 0 0 0 0,1 0 0 0 0,1 0 0 0 0,-1 0 0 0 0,1-1 0 0 0,1 0 0 0 0,5 9 0 0 0,-5-10-458 0 0,-1-1 1 0 0,2 1-1 0 0,-1-1 1 0 0,1 0-1 0 0,0 0 1 0 0,11 7-1 0 0,-14-10-73 0 0,1-1 1 0 0,-1 0-1 0 0,1 0 0 0 0,0 0 0 0 0,0 0 1 0 0,0-1-1 0 0,0 1 0 0 0,0-1 1 0 0,0 0-1 0 0,0 0 0 0 0,1-1 0 0 0,-1 1 1 0 0,0-1-1 0 0,0 0 0 0 0,1 0 0 0 0,6-1 1 0 0,-5-1-32 0 0,0 0 1 0 0,-1 1-1 0 0,1-2 1 0 0,0 1 0 0 0,-1-1-1 0 0,0 0 1 0 0,0 0 0 0 0,0 0-1 0 0,0-1 1 0 0,8-7-1 0 0,-4 2-68 0 0,-1 0 0 0 0,0 0-1 0 0,-1-1 1 0 0,1 0-1 0 0,-2-1 1 0 0,0 1-1 0 0,0-1 1 0 0,-1 0-1 0 0,0-1 1 0 0,6-23 0 0 0,-10 27-85 0 0,0 0 1 0 0,0-1-1 0 0,-1 1 1 0 0,0 0-1 0 0,0-1 1 0 0,-1 1 0 0 0,0 0-1 0 0,-1-1 1 0 0,0 1-1 0 0,0 0 1 0 0,-1 0-1 0 0,0 1 1 0 0,-6-14 0 0 0,3 11 48 0 0,1 1 0 0 0,-2-1 1 0 0,1 1-1 0 0,-2 0 1 0 0,1 1-1 0 0,-1-1 1 0 0,0 2-1 0 0,-1-1 1 0 0,-14-9-1 0 0,18 14 63 0 0,0 0 1 0 0,0 1-1 0 0,0 0 0 0 0,-1 0 0 0 0,1 1 0 0 0,0-1 0 0 0,-1 1 0 0 0,1 0 1 0 0,-1 0-1 0 0,1 1 0 0 0,-1 0 0 0 0,1 0 0 0 0,-1 0 0 0 0,1 1 0 0 0,-1 0 1 0 0,1 0-1 0 0,-1 0 0 0 0,1 0 0 0 0,0 1 0 0 0,-1 0 0 0 0,-8 5 1 0 0,4-2 79 0 0,0 1 0 0 0,0 0 1 0 0,1 0-1 0 0,0 1 0 0 0,0 0 1 0 0,1 1-1 0 0,0 0 0 0 0,0 0 1 0 0,-13 18-1 0 0,20-24-82 0 0,-1 1 1 0 0,0 0 0 0 0,0 0-1 0 0,1 0 1 0 0,0 0 0 0 0,0 1-1 0 0,-1-1 1 0 0,2 0-1 0 0,-1 0 1 0 0,0 1 0 0 0,0 5-1 0 0,1-7-87 0 0,1-1-1 0 0,-1 1 1 0 0,0-1-1 0 0,1 1 1 0 0,-1-1-1 0 0,1 1 1 0 0,-1-1-1 0 0,1 1 1 0 0,-1-1-1 0 0,1 0 1 0 0,0 1-1 0 0,0-1 1 0 0,0 0-1 0 0,0 0 1 0 0,0 0-1 0 0,0 1 1 0 0,0-1-1 0 0,0 0 1 0 0,0 0-1 0 0,1 0 1 0 0,-1-1-1 0 0,0 1 1 0 0,1 0-1 0 0,-1 0 1 0 0,0-1-1 0 0,1 1 1 0 0,2 0-1 0 0,12 2-6325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5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9671 0 0,'0'0'748'0'0,"0"22"6058"0"0,0 168-4475 0 0,3 32-813 0 0,-3-216-1514 0 0,5 28 84 0 0,-4-33-94 0 0,-1 1 0 0 0,1 0 1 0 0,-1 0-1 0 0,1 0 0 0 0,0-1 1 0 0,0 1-1 0 0,0 0 0 0 0,0-1 1 0 0,0 1-1 0 0,0-1 0 0 0,0 1 1 0 0,0-1-1 0 0,1 1 0 0 0,-1-1 1 0 0,2 1-1 0 0,-2-1-29 0 0,-1-1 0 0 0,1 0 0 0 0,0 0 0 0 0,-1 0-1 0 0,1 0 1 0 0,0 0 0 0 0,-1 0 0 0 0,1 0 0 0 0,0 0 0 0 0,-1 0-1 0 0,1 0 1 0 0,0 0 0 0 0,-1 0 0 0 0,1-1 0 0 0,0 1 0 0 0,-1 0-1 0 0,1 0 1 0 0,0-1 0 0 0,-1 1 0 0 0,1 0 0 0 0,-1-1 0 0 0,1 1-1 0 0,-1 0 1 0 0,1-1 0 0 0,-1 1 0 0 0,1-1 0 0 0,-1 1 0 0 0,1-1-1 0 0,-1 1 1 0 0,0-1 0 0 0,1 0 0 0 0,-1 1 0 0 0,0-1 0 0 0,1 1-1 0 0,-1-1 1 0 0,0 0 0 0 0,1 0 0 0 0,8-27-3865 0 0,-7 12-2028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6.4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8287 0 0,'13'19'1770'0'0,"-1"0"0"0"0,-1 1 0 0 0,-1 0 0 0 0,9 26-1 0 0,3 4-576 0 0,-2-8 269 0 0,28 42 1 0 0,-39-70-1215 0 0,0-1 1 0 0,1 0 0 0 0,1 0 0 0 0,0-1 0 0 0,1 0-1 0 0,21 16 1 0 0,-29-26-230 0 0,0 1-1 0 0,0 0 0 0 0,0-1 1 0 0,1 0-1 0 0,-1 0 1 0 0,1 0-1 0 0,-1-1 1 0 0,1 0-1 0 0,8 2 1 0 0,-10-3-28 0 0,-1 0 1 0 0,0 0 0 0 0,1 0 0 0 0,-1 0 0 0 0,0 0-1 0 0,1-1 1 0 0,-1 1 0 0 0,1-1 0 0 0,-1 1 0 0 0,0-1-1 0 0,0 0 1 0 0,1 0 0 0 0,-1 0 0 0 0,0 0 0 0 0,0-1-1 0 0,0 1 1 0 0,0 0 0 0 0,0-1 0 0 0,-1 0 0 0 0,1 1-1 0 0,1-3 1 0 0,3-3-151 0 0,-1-1 0 0 0,0 1 0 0 0,-1-1-1 0 0,0 0 1 0 0,0-1 0 0 0,-1 1 0 0 0,0 0-1 0 0,-1-1 1 0 0,1 0 0 0 0,-2 0 0 0 0,1 0 0 0 0,-1 0-1 0 0,0 0 1 0 0,-1 0 0 0 0,0 0 0 0 0,-1 0 0 0 0,0 1-1 0 0,-3-14 1 0 0,2 9 191 0 0,-2-1 0 0 0,0 1 0 0 0,-1 0 1 0 0,0 0-1 0 0,0 0 0 0 0,-2 1 0 0 0,1 0 0 0 0,-2 0 0 0 0,0 0 0 0 0,0 1 0 0 0,-13-13 0 0 0,-1 5 822 0 0,17 14-545 0 0,-1 1 0 0 0,1-1 0 0 0,0 0 0 0 0,0 0 0 0 0,0-1 0 0 0,1 0 0 0 0,-7-10-1 0 0,11 15-321 0 0,-1 1 0 0 0,1-1-1 0 0,0 0 1 0 0,0 1-1 0 0,0-1 1 0 0,0 0 0 0 0,0 1-1 0 0,0-1 1 0 0,0 0-1 0 0,0 0 1 0 0,1 1 0 0 0,-1-1-1 0 0,0 0 1 0 0,0 1-1 0 0,1-1 1 0 0,-1 0 0 0 0,0 1-1 0 0,1-1 1 0 0,-1 1-1 0 0,0-1 1 0 0,1 1 0 0 0,-1-1-1 0 0,1 0 1 0 0,-1 1-1 0 0,1-1 1 0 0,-1 1-1 0 0,1 0 1 0 0,-1-1 0 0 0,1 1-1 0 0,0-1 1 0 0,-1 1-1 0 0,1 0 1 0 0,-1 0 0 0 0,2-1-1 0 0,27-9-2033 0 0,-25 9 1309 0 0,9-3-1389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6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12439 0 0,'0'-1'124'0'0,"0"1"0"0"0,0-1 0 0 0,-1 0 0 0 0,1 0 0 0 0,0 0 0 0 0,0 0 0 0 0,0 0 0 0 0,0 0 0 0 0,0 0 0 0 0,0 1 0 0 0,1-1 0 0 0,-1 0 0 0 0,0 0 0 0 0,0 0 0 0 0,0 0-1 0 0,1 0 1 0 0,-1 1 0 0 0,1-1 0 0 0,-1 0 0 0 0,0 0 0 0 0,1 1 0 0 0,0-1 0 0 0,-1 0 0 0 0,2 0 0 0 0,20-6 3700 0 0,-10 4-3557 0 0,139-22 1403 0 0,-85 16-1290 0 0,-57 8-480 0 0,-8 4-169 0 0,-14 8-588 0 0,-31 14-816 0 0,39-23 1556 0 0,-7 5-6 0 0,0 0-1 0 0,0 1 1 0 0,1 1-1 0 0,0 0 1 0 0,1 0-1 0 0,-1 1 0 0 0,2 0 1 0 0,0 1-1 0 0,0 0 1 0 0,1 0-1 0 0,-14 25 1 0 0,17-25 306 0 0,0 0 1 0 0,1 0-1 0 0,0 1 1 0 0,1-1-1 0 0,0 1 1 0 0,1 0 0 0 0,0 0-1 0 0,1 0 1 0 0,0 0-1 0 0,1 0 1 0 0,0 0-1 0 0,1 0 1 0 0,1 0-1 0 0,2 14 1 0 0,0-13-41 0 0,0 0 0 0 0,0 0 0 0 0,1-1 0 0 0,1 0 0 0 0,0 0 0 0 0,1 0 0 0 0,0-1 0 0 0,1 1 0 0 0,0-2 0 0 0,13 14 1 0 0,-17-19-110 0 0,1 0 0 0 0,0-1 0 0 0,0 0 1 0 0,1 0-1 0 0,-1 0 0 0 0,1 0 0 0 0,0-1 0 0 0,0 0 1 0 0,0 0-1 0 0,0-1 0 0 0,1 0 0 0 0,-1 0 1 0 0,0 0-1 0 0,1-1 0 0 0,0 0 0 0 0,-1 0 1 0 0,1 0-1 0 0,0-1 0 0 0,-1 0 0 0 0,1-1 1 0 0,0 1-1 0 0,10-3 0 0 0,-9 0-41 0 0,0 0-1 0 0,0 0 1 0 0,0-1 0 0 0,0 0-1 0 0,-1 0 1 0 0,1 0-1 0 0,-1-1 1 0 0,0 0 0 0 0,-1-1-1 0 0,1 0 1 0 0,-1 0 0 0 0,6-8-1 0 0,-11 14-36 0 0,-1-1 1 0 0,0 1-1 0 0,1 0 0 0 0,-1-1 0 0 0,0 1 0 0 0,1-1 0 0 0,-1 1 1 0 0,0-1-1 0 0,0 1 0 0 0,1-1 0 0 0,-1 1 0 0 0,0-1 1 0 0,0 1-1 0 0,0-1 0 0 0,0 0 0 0 0,0 1 0 0 0,0-1 1 0 0,0 1-1 0 0,0-1 0 0 0,0 1 0 0 0,0-1 0 0 0,0 1 1 0 0,0-1-1 0 0,0 1 0 0 0,0-1 0 0 0,-1 0 0 0 0,1 1 1 0 0,0-1-1 0 0,0 1 0 0 0,-1 0 0 0 0,1-1 0 0 0,-1 0 0 0 0,0 0-196 0 0,0 0-1 0 0,0 1 1 0 0,0-1-1 0 0,0 1 1 0 0,-1-1-1 0 0,1 1 1 0 0,0 0-1 0 0,0-1 1 0 0,0 1-1 0 0,-1 0 1 0 0,1 0-1 0 0,0 0 0 0 0,-3 0 1 0 0,-6 0-1211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7.0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11055 0 0,'11'3'8137'0'0,"31"-1"-6099"0"0,-30-3-2105 0 0,0 0 0 0 0,0-1 0 0 0,0-1-1 0 0,-1 0 1 0 0,1-1 0 0 0,21-10 0 0 0,-14 7-2652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7.5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10591 0 0,'6'-7'7369'0'0,"9"3"-4594"0"0,16 1-1745 0 0,-29 3-657 0 0,23-1 448 0 0,37-8 1 0 0,-52 7-846 0 0,0-1 1 0 0,0 0-1 0 0,0 0 0 0 0,-1-1 1 0 0,1 0-1 0 0,12-9 0 0 0,-12 3-766 0 0,-10 10 727 0 0,0-1 0 0 0,0 1 0 0 0,0 0 0 0 0,0 0 0 0 0,0-1 0 0 0,0 1 1 0 0,0 0-1 0 0,0 0 0 0 0,0-1 0 0 0,0 1 0 0 0,0 0 0 0 0,0 0 0 0 0,0 0 1 0 0,0-1-1 0 0,0 1 0 0 0,0 0 0 0 0,0 0 0 0 0,0 0 0 0 0,0-1 0 0 0,-1 1 0 0 0,1 0 1 0 0,0 0-1 0 0,0 0 0 0 0,0-1 0 0 0,0 1 0 0 0,-1 0 0 0 0,1 0 0 0 0,0 0 1 0 0,0 0-1 0 0,0 0 0 0 0,-1 0 0 0 0,1-1 0 0 0,-1 1-149 0 0,-1-1-1 0 0,1 1 1 0 0,-1 0-1 0 0,1-1 1 0 0,0 1 0 0 0,-1 0-1 0 0,1 0 1 0 0,-1 0-1 0 0,1 0 1 0 0,-1 0-1 0 0,1 1 1 0 0,-1-1 0 0 0,1 0-1 0 0,0 1 1 0 0,-3 0-1 0 0,-9 4-1906 0 0,0 0 0 0 0,-1 2 0 0 0,-17 10 0 0 0,25-12 1531 0 0,1-1 0 0 0,-1 1 1 0 0,1 0-1 0 0,0 0 0 0 0,1 0 1 0 0,-1 1-1 0 0,1-1 0 0 0,0 1 1 0 0,-4 9-1 0 0,-1 2 2237 0 0,1 1-1 0 0,1 1 0 0 0,1-1 1 0 0,1 1-1 0 0,0 0 0 0 0,2 0 1 0 0,-3 31-1 0 0,5-38-1128 0 0,1 1 0 0 0,0-1 0 0 0,1 1 0 0 0,0-1 0 0 0,1 1 0 0 0,0-1 0 0 0,1 0 0 0 0,0 0 0 0 0,1 0 0 0 0,1 0 0 0 0,0-1 0 0 0,12 21-1 0 0,-14-28-434 0 0,-1 0 0 0 0,1-1 0 0 0,1 0-1 0 0,-1 0 1 0 0,0 0 0 0 0,1 0-1 0 0,0 0 1 0 0,-1-1 0 0 0,1 1-1 0 0,0-1 1 0 0,0 0 0 0 0,1 0 0 0 0,-1-1-1 0 0,0 1 1 0 0,0-1 0 0 0,1 0-1 0 0,-1 0 1 0 0,1 0 0 0 0,-1-1-1 0 0,1 0 1 0 0,0 0 0 0 0,7 0-1 0 0,-3-1-132 0 0,0-1 0 0 0,0 0 0 0 0,0 0 0 0 0,0 0-1 0 0,0-1 1 0 0,0-1 0 0 0,-1 1 0 0 0,0-2-1 0 0,1 1 1 0 0,8-7 0 0 0,-8 0-494 0 0,-6 5-1718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7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10591 0 0,'3'-5'8186'0'0,"7"1"-5383"0"0,17 0-3523 0 0,-20 3 1578 0 0,65-17-2711 0 0,-65 17 643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8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9215 0 0,'27'126'7722'0'0,"20"60"-2245"0"0,-47-186-5473 0 0,0 0 0 0 0,0 0 0 0 0,1 0 0 0 0,-1 0 0 0 0,0 0-1 0 0,0 0 1 0 0,0 0 0 0 0,0 0 0 0 0,0 0 0 0 0,0 0 0 0 0,0 0 0 0 0,0 0 0 0 0,0 0 0 0 0,0 0 0 0 0,0 0 0 0 0,0 0 0 0 0,0 0 0 0 0,0 0 0 0 0,0 0 0 0 0,0 0 0 0 0,0 0 0 0 0,0 0 0 0 0,0 0-1 0 0,0 0 1 0 0,0 0 0 0 0,0 0 0 0 0,0 0 0 0 0,0 0 0 0 0,1 0 0 0 0,-2-11-153 0 0,-1-14-475 0 0,-14-48 131 0 0,5 27-164 0 0,-8-79-1 0 0,18 110 597 0 0,0-1 0 0 0,1 1 0 0 0,1-1-1 0 0,4-22 1 0 0,-5 35 44 0 0,1-1 0 0 0,0 1 0 0 0,0 0 0 0 0,0 0 0 0 0,1 0-1 0 0,-1 0 1 0 0,1 0 0 0 0,0 0 0 0 0,-1 1 0 0 0,1-1 0 0 0,0 1 0 0 0,4-4-1 0 0,-5 5 12 0 0,1-1 0 0 0,0 1-1 0 0,0 0 1 0 0,0 0 0 0 0,0 0-1 0 0,0 0 1 0 0,0 1 0 0 0,1-1-1 0 0,-1 0 1 0 0,0 1-1 0 0,0 0 1 0 0,1-1 0 0 0,-1 1-1 0 0,0 0 1 0 0,0 0 0 0 0,1 0-1 0 0,-1 0 1 0 0,0 1 0 0 0,5 0-1 0 0,-2 1-10 0 0,-1-1 0 0 0,1 1 0 0 0,0 0 0 0 0,-1 0 0 0 0,1 1 0 0 0,-1-1 0 0 0,0 1 0 0 0,0 0 0 0 0,0 0 0 0 0,6 6 0 0 0,33 41 53 0 0,-30-33-18 0 0,2 4 277 0 0,0 1 0 0 0,-1 0 0 0 0,-2 1 0 0 0,0 1 0 0 0,-1-1 0 0 0,-2 2 0 0 0,8 29 0 0 0,-16-51-190 0 0,0 0 1 0 0,0 1-1 0 0,0-1 0 0 0,-1 0 1 0 0,0 1-1 0 0,0-1 1 0 0,0 0-1 0 0,0 1 0 0 0,0-1 1 0 0,0 0-1 0 0,-1 1 0 0 0,0-1 1 0 0,1 0-1 0 0,-1 0 1 0 0,-1 1-1 0 0,1-1 0 0 0,0 0 1 0 0,-1 0-1 0 0,-2 4 1 0 0,1-4 46 0 0,0 0 1 0 0,0-1 0 0 0,0 1 0 0 0,0-1 0 0 0,0 1 0 0 0,0-1 0 0 0,-1 0 0 0 0,1 0-1 0 0,-1 0 1 0 0,0-1 0 0 0,1 1 0 0 0,-1-1 0 0 0,0 0 0 0 0,0 0 0 0 0,0-1 0 0 0,-4 1-1 0 0,-5 1 35 0 0,1-2-1 0 0,-1 1 1 0 0,1-2-1 0 0,-1 0 1 0 0,1 0-1 0 0,0-1 1 0 0,-1-1-1 0 0,1 0 1 0 0,0 0-1 0 0,1-1 1 0 0,-1-1-1 0 0,1 0 1 0 0,-20-12-1 0 0,31 17-238 0 0,-1 0 0 0 0,1-1 0 0 0,0 1 0 0 0,-1 0 0 0 0,1-1 0 0 0,0 1 0 0 0,-1 0-1 0 0,1-1 1 0 0,0 1 0 0 0,0 0 0 0 0,-1-1 0 0 0,1 1 0 0 0,0 0 0 0 0,0-1 0 0 0,0 1 0 0 0,0-1 0 0 0,0 1 0 0 0,0 0 0 0 0,-1-1-1 0 0,1 1 1 0 0,0-1 0 0 0,0 1 0 0 0,0-1 0 0 0,0 1 0 0 0,0 0 0 0 0,0-1 0 0 0,1 1 0 0 0,-1-1 0 0 0,0 1 0 0 0,0-1 0 0 0,0 1 0 0 0,1-1-1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9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7831 0 0,'3'23'4016'0'0,"7"52"-42"0"0,34 190-733 0 0,-43-264-3255 0 0,9 30 347 0 0,-10-29-385 0 0,1-1 1 0 0,-1 0 0 0 0,1 1 0 0 0,0-1 0 0 0,0 0 0 0 0,-1 0-1 0 0,1 1 1 0 0,0-1 0 0 0,0 0 0 0 0,0 0 0 0 0,0 0-1 0 0,1 0 1 0 0,-1 0 0 0 0,0 0 0 0 0,0-1 0 0 0,1 1 0 0 0,-1 0-1 0 0,0-1 1 0 0,1 1 0 0 0,1 0 0 0 0,1-1-1120 0 0,-1-3-69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9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38 16095 0 0,'-1'-1'201'0'0,"0"0"1"0"0,0 0-1 0 0,0 0 0 0 0,0 0 0 0 0,0-1 0 0 0,0 1 0 0 0,0 0 1 0 0,0 0-1 0 0,0-1 0 0 0,1 1 0 0 0,-1 0 0 0 0,1-1 1 0 0,-1 1-1 0 0,1 0 0 0 0,-1-1 0 0 0,0-2 0 0 0,2 3-90 0 0,-1 0-1 0 0,1 0 0 0 0,0 0 0 0 0,-1 1 1 0 0,1-1-1 0 0,-1 0 0 0 0,1 0 1 0 0,0 1-1 0 0,0-1 0 0 0,0 0 1 0 0,-1 1-1 0 0,1-1 0 0 0,0 1 1 0 0,0-1-1 0 0,0 1 0 0 0,0 0 1 0 0,0-1-1 0 0,0 1 0 0 0,0 0 1 0 0,0-1-1 0 0,0 1 0 0 0,0 0 1 0 0,0 0-1 0 0,0 0 0 0 0,0 0 1 0 0,2 0-1 0 0,14 0 249 0 0,1 0 1 0 0,-1 1-1 0 0,1 1 1 0 0,26 6-1 0 0,3-1-156 0 0,55 10 133 0 0,47 4-3952 0 0,-142-20 1880 0 0,-2 1-367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49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62 270 13327 0 0,'3'15'708'0'0,"1"0"-1"0"0,0-1 0 0 0,2 1 0 0 0,8 16 0 0 0,-11-25-415 0 0,0 0 0 0 0,0 0 0 0 0,1 0 0 0 0,0 0 0 0 0,0-1 0 0 0,1 0 0 0 0,0 0 0 0 0,0 0 0 0 0,0 0 0 0 0,0-1 0 0 0,11 7 0 0 0,-14-10-202 0 0,0 0 0 0 0,0 0 1 0 0,0-1-1 0 0,1 1 0 0 0,-1 0 0 0 0,0-1 0 0 0,0 1 0 0 0,1-1 0 0 0,-1 0 0 0 0,0 0 1 0 0,1 0-1 0 0,-1 0 0 0 0,0 0 0 0 0,1 0 0 0 0,-1-1 0 0 0,0 1 0 0 0,4-2 0 0 0,-2 1-6 0 0,-1-1-1 0 0,1 0 0 0 0,0 0 0 0 0,-1 0 1 0 0,1-1-1 0 0,-1 0 0 0 0,1 1 0 0 0,5-7 1 0 0,-1-1-33 0 0,0-1 0 0 0,0 0 1 0 0,-1 0-1 0 0,0-1 1 0 0,5-13-1 0 0,-4 7-164 0 0,-1 0-1 0 0,-1-1 1 0 0,-1 1-1 0 0,-1-1 1 0 0,4-36-1 0 0,-7 47 60 0 0,-1-1 0 0 0,1 0 0 0 0,-2 0-1 0 0,1 1 1 0 0,-1-1 0 0 0,-1 0-1 0 0,1 1 1 0 0,-1-1 0 0 0,-1 1 0 0 0,0 0-1 0 0,0 0 1 0 0,0 0 0 0 0,-1 0-1 0 0,0 0 1 0 0,-7-9 0 0 0,8 14 68 0 0,0 0 1 0 0,0 0 0 0 0,-1 0-1 0 0,1 0 1 0 0,-1 0 0 0 0,1 1-1 0 0,-1 0 1 0 0,0-1-1 0 0,0 1 1 0 0,0 1 0 0 0,0-1-1 0 0,0 0 1 0 0,0 1-1 0 0,0 0 1 0 0,-6-1 0 0 0,3 2 80 0 0,0-1 0 0 0,-1 1 0 0 0,1 0 0 0 0,0 1 0 0 0,0 0 0 0 0,0 0 0 0 0,0 1 0 0 0,-13 4 1 0 0,9-2-8 0 0,1 1 0 0 0,-1 0 0 0 0,1 0 0 0 0,0 1 0 0 0,0 0 0 0 0,1 1 0 0 0,0 0 0 0 0,0 1 0 0 0,1 0 0 0 0,0 0 0 0 0,-11 14 0 0 0,19-21-104 0 0,-4 4 18 0 0,0 1 0 0 0,1 0 0 0 0,0-1-1 0 0,-2 8 1 0 0,4-12-48 0 0,1-1 1 0 0,0 1-1 0 0,-1 0 0 0 0,1 0 1 0 0,0-1-1 0 0,-1 1 0 0 0,1 0 1 0 0,0 0-1 0 0,0-1 1 0 0,0 1-1 0 0,0 0 0 0 0,0 0 1 0 0,0 0-1 0 0,0-1 0 0 0,0 1 1 0 0,0 0-1 0 0,0 0 0 0 0,1 0 1 0 0,-1-1-1 0 0,0 1 0 0 0,0 0 1 0 0,1 0-1 0 0,-1-1 0 0 0,1 1 1 0 0,-1 0-1 0 0,0-1 1 0 0,1 1-1 0 0,-1 0 0 0 0,1-1 1 0 0,0 1-1 0 0,-1-1 0 0 0,1 1 1 0 0,-1-1-1 0 0,1 1 0 0 0,0-1 1 0 0,-1 1-1 0 0,1-1 0 0 0,0 0 1 0 0,0 1-1 0 0,-1-1 0 0 0,1 0 1 0 0,0 1-1 0 0,1-1 0 0 0,9 1-1599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0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14335 0 0,'7'79'4384'0'0,"-2"-38"-3608"0"0,5 153 1129 0 0,-7-105-1671 0 0,0-66-131 0 0,-4-23-160 0 0,1 1 1 0 0,0 0-1 0 0,0-1 0 0 0,0 1 0 0 0,0 0 1 0 0,0-1-1 0 0,0 1 0 0 0,1-1 0 0 0,-1 1 1 0 0,0 0-1 0 0,0-1 0 0 0,0 1 0 0 0,1-1 0 0 0,-1 1 1 0 0,0 0-1 0 0,0-1 0 0 0,1 1 0 0 0,-1-1 1 0 0,1 1-1 0 0,-1-1 0 0 0,0 1 0 0 0,1-1 1 0 0,-1 1-1 0 0,1-1 0 0 0,-1 0 0 0 0,2 1 1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0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8751 0 0,'0'0'88'0'0,"0"-1"-1"0"0,0 1 0 0 0,0-1 1 0 0,0 1-1 0 0,0-1 0 0 0,0 1 0 0 0,-1 0 1 0 0,1-1-1 0 0,0 1 0 0 0,0-1 1 0 0,1 1-1 0 0,-1-1 0 0 0,0 1 0 0 0,0-1 1 0 0,0 1-1 0 0,0 0 0 0 0,0-1 1 0 0,0 1-1 0 0,1-1 0 0 0,-1 1 1 0 0,0 0-1 0 0,0-1 0 0 0,0 1 0 0 0,1-1 1 0 0,-1 1-1 0 0,0 0 0 0 0,1-1 1 0 0,-1 1-1 0 0,0 0 0 0 0,1 0 0 0 0,-1-1 1 0 0,0 1-1 0 0,1 0 0 0 0,-1 0 1 0 0,1-1-1 0 0,-1 1 0 0 0,0 0 1 0 0,1 0-1 0 0,-1 0 0 0 0,1 0 0 0 0,-1 0 1 0 0,1-1-1 0 0,19 11 5218 0 0,-11-4-5664 0 0,206 131 2692 0 0,-172-106-2045 0 0,-2 2 0 0 0,68 70-1 0 0,-102-96-273 0 0,0 1 0 0 0,-1 0 0 0 0,0 0 0 0 0,0 1 0 0 0,7 15 0 0 0,-12-22-18 0 0,0 0 1 0 0,0 0-1 0 0,0 1 0 0 0,-1-1 0 0 0,1 0 0 0 0,-1 0 1 0 0,1 1-1 0 0,-1-1 0 0 0,0 0 0 0 0,0 1 0 0 0,0-1 1 0 0,0 0-1 0 0,0 1 0 0 0,-1-1 0 0 0,1 0 1 0 0,-1 1-1 0 0,1-1 0 0 0,-1 0 0 0 0,0 0 0 0 0,0 0 1 0 0,0 0-1 0 0,0 0 0 0 0,0 0 0 0 0,-1 0 1 0 0,1 0-1 0 0,-1 0 0 0 0,1 0 0 0 0,-1-1 0 0 0,1 1 1 0 0,-4 2-1 0 0,-6 3-29 0 0,0 1 1 0 0,-1-2-1 0 0,0 1 1 0 0,0-2-1 0 0,-24 8 0 0 0,-67 14 568 0 0,68-18-176 0 0,20-5-13 0 0,1 0 0 0 0,-1-1 1 0 0,0-1-1 0 0,0 0 0 0 0,-21-1 1 0 0,28-3 23 0 0,8-3-616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1.3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8751 0 0,'2'-1'810'0'0,"-1"0"-405"0"0,0 0 0 0 0,0 1 0 0 0,0-1 0 0 0,0 1 0 0 0,0-1 0 0 0,0 1 0 0 0,0-1 0 0 0,0 1 0 0 0,0 0 0 0 0,1 0 0 0 0,-1-1 0 0 0,0 1 0 0 0,0 0 0 0 0,2 0-1 0 0,22-2 1363 0 0,56 4 725 0 0,-51 0-3696 0 0,1-1-3599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1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0 8751 0 0,'-1'1'101'0'0,"1"-1"0"0"0,-1 1 0 0 0,1-1 0 0 0,-1 1-1 0 0,1-1 1 0 0,-1 1 0 0 0,1-1 0 0 0,-1 1 0 0 0,1 0-1 0 0,-1-1 1 0 0,1 1 0 0 0,0 0 0 0 0,-1 0 0 0 0,1-1-1 0 0,0 1 1 0 0,0 0 0 0 0,0 0 0 0 0,-1-1 0 0 0,1 1-1 0 0,0 0 1 0 0,0 0 0 0 0,0 1 0 0 0,-2 26 2820 0 0,2-23-2478 0 0,-1 22 664 0 0,-3 145 2320 0 0,5-155-3179 0 0,1 0 0 0 0,0 0-1 0 0,2-1 1 0 0,-1 1 0 0 0,2-1 0 0 0,0 0-1 0 0,1 0 1 0 0,9 15 0 0 0,-13-27-170 0 0,0 0 1 0 0,0-1-1 0 0,0 1 0 0 0,1-1 1 0 0,-1 0-1 0 0,1 0 1 0 0,0 0-1 0 0,0 0 1 0 0,0 0-1 0 0,0-1 0 0 0,1 1 1 0 0,-1-1-1 0 0,1 0 1 0 0,-1 0-1 0 0,1 0 0 0 0,0 0 1 0 0,0-1-1 0 0,0 0 1 0 0,8 2-1 0 0,-5-2 101 0 0,0-1 0 0 0,0 0 0 0 0,0-1 1 0 0,0 1-1 0 0,0-1 0 0 0,1-1 0 0 0,-2 1 0 0 0,1-1 0 0 0,0 0 0 0 0,11-6 0 0 0,7-3-1624 0 0,1-1-1 0 0,24-16 0 0 0,-72 32-1222 0 0,12-1 448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1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14079 0 0,'0'-1'137'0'0,"1"0"0"0"0,-1 0-1 0 0,0 0 1 0 0,1 0 0 0 0,-1 0-1 0 0,1 0 1 0 0,-1 0 0 0 0,1 0 0 0 0,0 0-1 0 0,-1 0 1 0 0,1 0 0 0 0,0 1-1 0 0,-1-1 1 0 0,1 0 0 0 0,0 0-1 0 0,0 1 1 0 0,0-1 0 0 0,0 0-1 0 0,0 1 1 0 0,0-1 0 0 0,0 1 0 0 0,0-1-1 0 0,0 1 1 0 0,0 0 0 0 0,0-1-1 0 0,0 1 1 0 0,0 0 0 0 0,0 0-1 0 0,0 0 1 0 0,0 0 0 0 0,0 0-1 0 0,1 0 1 0 0,-1 0 0 0 0,1 0 0 0 0,51 3 925 0 0,-38-1-1038 0 0,10-1-1501 0 0,-17-3 3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2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12 14399 0 0,'-2'13'569'0'0,"1"1"-1"0"0,1 0 0 0 0,0-1 1 0 0,1 1-1 0 0,0 0 1 0 0,5 19-1 0 0,-4-19-343 0 0,-1-9-127 0 0,28 140 2215 0 0,-25-130-2020 0 0,1 1 0 0 0,0-1 0 0 0,1-1 0 0 0,1 1 0 0 0,1-1 0 0 0,0 0 0 0 0,11 14 0 0 0,-18-26-222 0 0,0-1 0 0 0,0 1 1 0 0,0-1-1 0 0,0 1 0 0 0,1-1 1 0 0,-1 0-1 0 0,0 1 0 0 0,1-1 1 0 0,-1 0-1 0 0,1 0 0 0 0,-1 0 1 0 0,1 0-1 0 0,0 0 0 0 0,-1 0 1 0 0,1-1-1 0 0,0 1 0 0 0,0-1 1 0 0,0 1-1 0 0,-1-1 0 0 0,1 1 1 0 0,0-1-1 0 0,0 0 0 0 0,0 0 1 0 0,0 0-1 0 0,0 0 0 0 0,-1 0 1 0 0,1-1-1 0 0,0 1 0 0 0,0 0 0 0 0,0-1 1 0 0,0 1-1 0 0,-1-1 0 0 0,1 0 1 0 0,0 0-1 0 0,-1 0 0 0 0,1 0 1 0 0,0 0-1 0 0,-1 0 0 0 0,1 0 1 0 0,-1 0-1 0 0,2-2 0 0 0,2-2-96 0 0,0-1-1 0 0,0 1 0 0 0,-1-1 0 0 0,1-1 0 0 0,-1 1 0 0 0,-1 0 1 0 0,1-1-1 0 0,-1 0 0 0 0,3-8 0 0 0,-1-7-88 0 0,-1 0 0 0 0,0 0-1 0 0,-2 0 1 0 0,0-1 0 0 0,-2 1 0 0 0,0 0-1 0 0,-2-1 1 0 0,0 1 0 0 0,-12-43-1 0 0,13 57 358 0 0,-1 1 0 0 0,-1 0 0 0 0,1 1 0 0 0,-1-1-1 0 0,-1 0 1 0 0,1 1 0 0 0,-7-9 0 0 0,6 10-837 0 0,0 0 0 0 0,0 1-1 0 0,-1 0 1 0 0,1 0 0 0 0,-9-6 0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2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53 12439 0 0,'20'4'8310'0'0,"-12"-2"-7874"0"0,0 0 1 0 0,0-1-1 0 0,0 0 1 0 0,0 0 0 0 0,1-1-1 0 0,-1 0 1 0 0,0 0 0 0 0,0-1-1 0 0,1 0 1 0 0,-1 0 0 0 0,10-4-1 0 0,-8 2-565 0 0,-1 0 0 0 0,0-1-1 0 0,0 0 1 0 0,-1-1 0 0 0,1 0-1 0 0,-1 0 1 0 0,0-1 0 0 0,0 0-1 0 0,8-9 1 0 0,-41 22-2683 0 0,2 6 2624 0 0,0 2 1 0 0,1 0-1 0 0,0 2 0 0 0,1 0 1 0 0,1 2-1 0 0,1 0 0 0 0,0 1 1 0 0,-16 25-1 0 0,29-36 305 0 0,0 1-1 0 0,1 0 1 0 0,1 0 0 0 0,0 0-1 0 0,0 1 1 0 0,1-1 0 0 0,0 1-1 0 0,1 0 1 0 0,0 0 0 0 0,1 0 0 0 0,0 0-1 0 0,0 0 1 0 0,3 17 0 0 0,-2-23-53 0 0,1 1 1 0 0,-1 0 0 0 0,2-1 0 0 0,-1 1 0 0 0,0-1 0 0 0,1 1 0 0 0,0-1 0 0 0,1 0 0 0 0,-1 0-1 0 0,1 0 1 0 0,0 0 0 0 0,0 0 0 0 0,0 0 0 0 0,1-1 0 0 0,0 1 0 0 0,-1-1 0 0 0,2 0 0 0 0,-1 0-1 0 0,0-1 1 0 0,1 1 0 0 0,0-1 0 0 0,-1 0 0 0 0,1 0 0 0 0,1-1 0 0 0,-1 0 0 0 0,0 1 0 0 0,10 1-1 0 0,-9-3-29 0 0,-1 0 0 0 0,1 0 0 0 0,0-1-1 0 0,0 0 1 0 0,0 0 0 0 0,0 0-1 0 0,0-1 1 0 0,0 0 0 0 0,-1 0 0 0 0,11-3-1 0 0,1-2-85 0 0,-1-1-1 0 0,19-11 1 0 0,-11 6-463 0 0,-14 8-386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2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6911 0 0,'16'-11'12888'0'0,"-9"11"-12120"0"0,3-4-480 0 0,0 0-104 0 0,0-2-24 0 0,1 0-864 0 0,0-2-168 0 0,0 0-40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3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1 4607 0 0,'-4'7'6080'0'0,"-12"25"-2263"0"0,-12 24 99 0 0,-9 29-2290 0 0,29-65-1330 0 0,1 1 0 0 0,1 0 0 0 0,1 1 1 0 0,1-1-1 0 0,-1 25 0 0 0,4-42-235 0 0,1 0-1 0 0,0 0 0 0 0,0-1 1 0 0,0 1-1 0 0,0 0 1 0 0,0 0-1 0 0,1 0 0 0 0,0-1 1 0 0,0 1-1 0 0,0 0 1 0 0,0-1-1 0 0,0 1 0 0 0,1-1 1 0 0,-1 1-1 0 0,1-1 1 0 0,0 0-1 0 0,0 0 0 0 0,1 0 1 0 0,-1 0-1 0 0,0 0 1 0 0,1 0-1 0 0,0 0 0 0 0,0-1 1 0 0,0 0-1 0 0,0 1 1 0 0,0-1-1 0 0,0 0 0 0 0,0 0 1 0 0,1-1-1 0 0,-1 1 1 0 0,1-1-1 0 0,-1 0 0 0 0,1 0 1 0 0,0 0-1 0 0,0 0 1 0 0,-1 0-1 0 0,1-1 0 0 0,0 0 1 0 0,5 0-1 0 0,118-3 1595 0 0,-27-1-805 0 0,-99 4-870 0 0,18-2-2251 0 0,-18 2 2068 0 0,-1 0 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3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0 340 17359 0 0,'8'11'504'0'0,"1"0"-1"0"0,0-1 0 0 0,0 0 1 0 0,1 0-1 0 0,1-1 1 0 0,-1 0-1 0 0,2-1 1 0 0,17 10-1 0 0,-25-15-420 0 0,0-1 0 0 0,0 0 0 0 0,0-1 0 0 0,0 1 0 0 0,0-1 1 0 0,1 1-1 0 0,-1-1 0 0 0,0-1 0 0 0,1 1 0 0 0,-1-1 0 0 0,1 1 0 0 0,-1-1 0 0 0,1 0 0 0 0,-1-1 1 0 0,0 1-1 0 0,1-1 0 0 0,-1 0 0 0 0,0 0 0 0 0,1 0 0 0 0,-1-1 0 0 0,0 0 0 0 0,0 1 0 0 0,0-1 1 0 0,0-1-1 0 0,0 1 0 0 0,-1 0 0 0 0,1-1 0 0 0,-1 0 0 0 0,6-5 0 0 0,-1-1-24 0 0,-1-1-1 0 0,0 0 0 0 0,0 0 1 0 0,-1-1-1 0 0,0 0 0 0 0,-1 0 1 0 0,0 0-1 0 0,0-1 1 0 0,3-18-1 0 0,-4 15-60 0 0,-1 0 0 0 0,-1 0 0 0 0,0 0 0 0 0,-1-1 0 0 0,-1 1 0 0 0,0 0 0 0 0,-4-20 0 0 0,2 27-7 0 0,0-1 0 0 0,0 1 0 0 0,-1 0 0 0 0,-1 0 0 0 0,1 0 0 0 0,-1 1 0 0 0,0-1 0 0 0,-1 1 0 0 0,0 0 0 0 0,0 0 0 0 0,-1 1 0 0 0,1-1 0 0 0,-1 1 0 0 0,-1 0 0 0 0,1 1 0 0 0,-9-6 0 0 0,11 8 1 0 0,-1 0 1 0 0,0 0-1 0 0,0 0 1 0 0,-1 0-1 0 0,1 1 1 0 0,-1 0-1 0 0,1 0 1 0 0,-1 1-1 0 0,1 0 0 0 0,-1-1 1 0 0,0 2-1 0 0,0-1 1 0 0,0 1-1 0 0,1 0 1 0 0,-1 0-1 0 0,0 0 1 0 0,0 1-1 0 0,0 0 1 0 0,1 0-1 0 0,-1 1 1 0 0,1 0-1 0 0,-1 0 1 0 0,1 0-1 0 0,-8 4 1 0 0,9-3-113 0 0,1-1 0 0 0,0 1-1 0 0,0-1 1 0 0,0 1 0 0 0,0 0 0 0 0,1 0 0 0 0,-1 0 0 0 0,1 1-1 0 0,-1-1 1 0 0,1 1 0 0 0,0-1 0 0 0,1 1 0 0 0,-1 0 0 0 0,1-1 0 0 0,-1 1-1 0 0,1 0 1 0 0,0 0 0 0 0,1 0 0 0 0,-1 0 0 0 0,1 0 0 0 0,-1 0 0 0 0,1 0-1 0 0,0 0 1 0 0,1 0 0 0 0,-1 0 0 0 0,1 0 0 0 0,0 0 0 0 0,0 0 0 0 0,0 0-1 0 0,0 0 1 0 0,1 0 0 0 0,-1 0 0 0 0,1-1 0 0 0,0 1 0 0 0,5 6 0 0 0,4 2-1654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1:54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1 289 6911 0 0,'4'58'1636'0'0,"-1"-22"6267"0"0,-2-23-7174 0 0,0 6 19 0 0,1 0 1 0 0,6 26 0 0 0,-8-45-741 0 0,0 0 0 0 0,1 0 1 0 0,-1 0-1 0 0,0 0 0 0 0,0 0 1 0 0,0 0-1 0 0,0 0 0 0 0,0 0 1 0 0,0 0-1 0 0,0 0 1 0 0,0 0-1 0 0,1 0 0 0 0,-1 0 1 0 0,0 0-1 0 0,0-1 0 0 0,0 1 1 0 0,0 0-1 0 0,0 0 1 0 0,0 0-1 0 0,0 0 0 0 0,1 0 1 0 0,-1 0-1 0 0,0 0 0 0 0,0 0 1 0 0,0 1-1 0 0,0-1 1 0 0,0 0-1 0 0,0 0 0 0 0,0 0 1 0 0,0 0-1 0 0,1 0 0 0 0,-1 0 1 0 0,0 0-1 0 0,0 0 0 0 0,0 0 1 0 0,0 0-1 0 0,0 0 1 0 0,0 0-1 0 0,0 0 0 0 0,0 0 1 0 0,0 0-1 0 0,0 1 0 0 0,1-1 1 0 0,-1 0-1 0 0,0 0 1 0 0,0 0-1 0 0,0 0 0 0 0,0 0 1 0 0,0 0-1 0 0,0 0 0 0 0,0 0 1 0 0,0 1-1 0 0,0-1 0 0 0,0 0 1 0 0,0 0-1 0 0,0 0 1 0 0,0 0-1 0 0,0 0 0 0 0,0 0 1 0 0,0 0-1 0 0,0 1 0 0 0,0-1 1 0 0,0 0-1 0 0,0 0 1 0 0,0 0-1 0 0,0 0 0 0 0,0 0 1 0 0,3-13 109 0 0,2-19-173 0 0,-10-85-882 0 0,2-19 582 0 0,3 122 357 0 0,2 0-1 0 0,0 0 1 0 0,0 1 0 0 0,1-1 0 0 0,1 1 0 0 0,1 0-1 0 0,9-20 1 0 0,-12 29 14 0 0,0 0 0 0 0,0 1 0 0 0,0-1-1 0 0,1 1 1 0 0,-1-1 0 0 0,1 1 0 0 0,0 0-1 0 0,0 0 1 0 0,0 0 0 0 0,1 1 0 0 0,-1-1 0 0 0,1 1-1 0 0,-1 0 1 0 0,1 0 0 0 0,0 0 0 0 0,0 0 0 0 0,0 1-1 0 0,5-2 1 0 0,-2 2 3 0 0,-1 0 0 0 0,1 0 0 0 0,-1 1 0 0 0,1 0-1 0 0,-1 0 1 0 0,0 1 0 0 0,1 0 0 0 0,-1 0 0 0 0,1 0 0 0 0,-1 1 0 0 0,8 3 0 0 0,-6-2 98 0 0,0 0 0 0 0,1 1 1 0 0,-2 0-1 0 0,1 0 1 0 0,-1 1-1 0 0,1 0 1 0 0,-1 1-1 0 0,0-1 0 0 0,-1 1 1 0 0,0 0-1 0 0,0 1 1 0 0,0 0-1 0 0,-1 0 0 0 0,1 0 1 0 0,-2 0-1 0 0,1 1 1 0 0,6 16-1 0 0,-10-21-13 0 0,0 0-1 0 0,-1 0 0 0 0,1 0 1 0 0,0 0-1 0 0,-1 0 1 0 0,0 0-1 0 0,0 0 1 0 0,0 0-1 0 0,0 1 1 0 0,-1-1-1 0 0,1 0 0 0 0,-1 0 1 0 0,1 0-1 0 0,-1 0 1 0 0,0 0-1 0 0,0 0 1 0 0,-1 0-1 0 0,1-1 0 0 0,-1 1 1 0 0,1 0-1 0 0,-1 0 1 0 0,-2 2-1 0 0,0-2 44 0 0,1 0-1 0 0,-1 0 0 0 0,0 0 1 0 0,0 0-1 0 0,0-1 0 0 0,0 1 1 0 0,-1-1-1 0 0,1 0 0 0 0,-1-1 1 0 0,1 1-1 0 0,-1-1 0 0 0,0 0 1 0 0,-8 1-1 0 0,-2 0 51 0 0,1-1 0 0 0,-1-1 0 0 0,1-1 0 0 0,-1 0-1 0 0,1 0 1 0 0,-21-6 0 0 0,28 5-122 0 0,0 0 0 0 0,0 0 0 0 0,0 0 0 0 0,0-1 0 0 0,0 0 0 0 0,1 0 1 0 0,-1-1-1 0 0,1 0 0 0 0,0 0 0 0 0,0-1 0 0 0,1 1 0 0 0,-1-1 0 0 0,1 0 0 0 0,-8-10 0 0 0,12 13-198 0 0,0 1 0 0 0,1-1 0 0 0,-1 1 0 0 0,0-1 0 0 0,1 1-1 0 0,-1-1 1 0 0,1 1 0 0 0,-1-1 0 0 0,1 1 0 0 0,0-1 0 0 0,-1 0 0 0 0,1 1 0 0 0,0-1 0 0 0,0 0-1 0 0,0 1 1 0 0,1-1 0 0 0,-1 0 0 0 0,0 1 0 0 0,1-1 0 0 0,0-2 0 0 0,5-8-1340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10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5007 0 0,'1'-1'65'0'0,"0"-1"-1"0"0,0 1 0 0 0,0 0 1 0 0,0 0-1 0 0,0 0 0 0 0,0-1 0 0 0,0 1 1 0 0,0 0-1 0 0,0 0 0 0 0,1 0 1 0 0,-1 1-1 0 0,0-1 0 0 0,0 0 0 0 0,1 0 1 0 0,-1 1-1 0 0,1-1 0 0 0,-1 1 1 0 0,1-1-1 0 0,-1 1 0 0 0,1 0 0 0 0,-1-1 1 0 0,1 1-1 0 0,-1 0 0 0 0,1 0 0 0 0,0 0 1 0 0,1 0-1 0 0,50 6 902 0 0,-37-4-828 0 0,235 41 1290 0 0,-120-17-1120 0 0,19-1-84 0 0,210 10-1 0 0,-176-35-18 0 0,308-41-1 0 0,-139-7-125 0 0,208-27 299 0 0,1 24 269 0 0,-561 51-645 0 0,81-5 85 0 0,0 3 1 0 0,96 10-1 0 0,-140-1-97 0 0,-7 1-44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06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61 4607 0 0,'2'-5'523'0'0,"29"-33"8811"0"0,-27 60-7788 0 0,-2-3-1036 0 0,-1 0-1 0 0,-1 1 1 0 0,0-1 0 0 0,-6 31-1 0 0,-21 78 933 0 0,18-93-1101 0 0,7-24-272 0 0,-22 78 356 0 0,20-78-312 0 0,0-1 0 0 0,0 0-1 0 0,-1 0 1 0 0,0 0 0 0 0,-1-1 0 0 0,-8 11 0 0 0,14-19-87 0 0,-1-1 1 0 0,1 1 0 0 0,0-1 0 0 0,-1 1-1 0 0,1-1 1 0 0,-1 1 0 0 0,1-1 0 0 0,-1 1-1 0 0,1-1 1 0 0,-1 1 0 0 0,1-1 0 0 0,-1 1-1 0 0,1-1 1 0 0,-1 0 0 0 0,0 1 0 0 0,1-1-1 0 0,-1 0 1 0 0,1 1 0 0 0,-1-1 0 0 0,0 0-1 0 0,1 0 1 0 0,-1 0 0 0 0,0 0 0 0 0,0 0-1 0 0,1 0 1 0 0,-1 0 0 0 0,0 0 0 0 0,0 0-6 0 0,0-1 0 0 0,1 0 0 0 0,-1 1 0 0 0,0-1 0 0 0,1 0 0 0 0,-1 1 0 0 0,1-1 0 0 0,-1 0 0 0 0,1 0 0 0 0,0 1 0 0 0,-1-1 0 0 0,1 0 0 0 0,0 0 0 0 0,0 0 0 0 0,-1 0 0 0 0,1 0 0 0 0,0-1 0 0 0,-1-41 226 0 0,8-16-616 0 0,3 0 0 0 0,2 0 0 0 0,28-82 0 0 0,-35 128 256 0 0,1 0 0 0 0,0 0 0 0 0,1 1 0 0 0,0 0 0 0 0,11-14 0 0 0,-14 21 96 0 0,0 1 1 0 0,0-1 0 0 0,0 1 0 0 0,0 0 0 0 0,0 0 0 0 0,1 1 0 0 0,0-1 0 0 0,0 1 0 0 0,0 0 0 0 0,0 0 0 0 0,0 0 0 0 0,1 1-1 0 0,-1 0 1 0 0,1 0 0 0 0,6-1 0 0 0,-9 3 43 0 0,1 0-1 0 0,-1 0 1 0 0,1 1 0 0 0,-1-1-1 0 0,0 1 1 0 0,1 0 0 0 0,-1 0-1 0 0,0 0 1 0 0,1 0 0 0 0,-1 1-1 0 0,0-1 1 0 0,0 1 0 0 0,0 0-1 0 0,0 0 1 0 0,-1 0-1 0 0,1 0 1 0 0,0 1 0 0 0,-1-1-1 0 0,0 1 1 0 0,1-1 0 0 0,1 4-1 0 0,7 9 174 0 0,-1-1 0 0 0,15 29 0 0 0,-23-39-166 0 0,30 64 551 0 0,34 98-1 0 0,-44-102-434 0 0,3-2 1 0 0,40 73-1 0 0,-40-98-207 0 0,-23-35 15 0 0,-1 0 0 0 0,1 0 0 0 0,0 0 0 0 0,-1 0 0 0 0,1-1 0 0 0,0 1 0 0 0,0 0 0 0 0,0-1 0 0 0,0 0 0 0 0,1 1 0 0 0,-1-1 0 0 0,0 0 0 0 0,1 0 0 0 0,-1 0 0 0 0,3 0 0 0 0,-5-1-92 0 0,1 0 1 0 0,0 0-1 0 0,-1 0 1 0 0,1 0-1 0 0,-1 0 1 0 0,1 0-1 0 0,-1 0 0 0 0,1-1 1 0 0,0 1-1 0 0,-1 0 1 0 0,1 0-1 0 0,-1-1 1 0 0,1 1-1 0 0,-1 0 1 0 0,0-1-1 0 0,1 1 1 0 0,-1-1-1 0 0,1 1 1 0 0,-1 0-1 0 0,1-1 0 0 0,-1 1 1 0 0,0-1-1 0 0,1 1 1 0 0,-1-1-1 0 0,0 1 1 0 0,0-1-1 0 0,1 1 1 0 0,-1-1-1 0 0,0 0 1 0 0,0 1-1 0 0,0-1 0 0 0,0 1 1 0 0,0-1-1 0 0,0 1 1 0 0,0-1-1 0 0,0 0 1 0 0,0 0-1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06.7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45 10135 0 0,'-1'0'260'0'0,"-1"0"-1"0"0,1 0 0 0 0,0 0 1 0 0,-1 1-1 0 0,1-1 0 0 0,0 0 1 0 0,-1 0-1 0 0,1 1 0 0 0,0-1 1 0 0,0 1-1 0 0,-1-1 1 0 0,1 1-1 0 0,0 0 0 0 0,0-1 1 0 0,0 1-1 0 0,0 0 0 0 0,0 0 1 0 0,0 0-1 0 0,0 0 0 0 0,2 9 3813 0 0,0-10-3936 0 0,18 7 100 0 0,2-4-97 0 0,1-1 0 0 0,0-1 1 0 0,0-1-1 0 0,0-1 0 0 0,34-5 1 0 0,-3-4-168 0 0,56-17 0 0 0,-60 12-394 0 0,-14 4-5015 0 0,-13 4-875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18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377 226 2759 0 0,'2'-8'1195'0'0,"-1"0"0"0"0,1 1-1 0 0,-2-1 1 0 0,1 0 0 0 0,-1 0-1 0 0,0 0 1 0 0,-2-11 0 0 0,1 12-1730 0 0,0-4 1033 0 0,0 0 1 0 0,-1 0-1 0 0,0 0 0 0 0,-1 0 1 0 0,0 0-1 0 0,0 1 0 0 0,-1-1 1 0 0,-6-10-1 0 0,8 19-448 0 0,1-1 0 0 0,-1 1 0 0 0,0-1-1 0 0,1 1 1 0 0,-1 0 0 0 0,0 0 0 0 0,0 0 0 0 0,-1 0 0 0 0,1 0 0 0 0,0 0-1 0 0,-1 0 1 0 0,1 1 0 0 0,-1-1 0 0 0,1 1 0 0 0,-1 0 0 0 0,0 0 0 0 0,0 0-1 0 0,1 0 1 0 0,-1 0 0 0 0,0 1 0 0 0,0-1 0 0 0,0 1 0 0 0,0 0 0 0 0,0 0-1 0 0,0 0 1 0 0,0 0 0 0 0,0 0 0 0 0,1 1 0 0 0,-1-1 0 0 0,0 1 0 0 0,0 0-1 0 0,0 0 1 0 0,1 0 0 0 0,-1 0 0 0 0,-4 2 0 0 0,-6 4 125 0 0,0 1-1 0 0,0 0 1 0 0,0 1 0 0 0,1 0 0 0 0,1 1 0 0 0,-21 21 0 0 0,-54 76 610 0 0,78-97-699 0 0,1 0 91 0 0,0 0 0 0 0,0 1-1 0 0,1 0 1 0 0,0 0 0 0 0,1 0 0 0 0,-7 21 0 0 0,11-27-96 0 0,-1 0 0 0 0,2 0 0 0 0,-1 0-1 0 0,0 0 1 0 0,1 0 0 0 0,0 0 0 0 0,0 1-1 0 0,1-1 1 0 0,-1 0 0 0 0,1 0 0 0 0,0 0 0 0 0,1 0-1 0 0,-1 0 1 0 0,1 0 0 0 0,0-1 0 0 0,0 1-1 0 0,1 0 1 0 0,4 7 0 0 0,0-3-38 0 0,0 0 1 0 0,1-1 0 0 0,0 0-1 0 0,0 0 1 0 0,0-1 0 0 0,1 0-1 0 0,0 0 1 0 0,1-1 0 0 0,0 0-1 0 0,0-1 1 0 0,0 0 0 0 0,0-1-1 0 0,1 0 1 0 0,-1 0-1 0 0,1-1 1 0 0,16 2 0 0 0,-12-3-87 0 0,-1-1-1 0 0,1 0 1 0 0,0-1 0 0 0,-1 0 0 0 0,1-2-1 0 0,0 1 1 0 0,-1-2 0 0 0,0 0 0 0 0,1-1 0 0 0,-1 0-1 0 0,-1-1 1 0 0,17-8 0 0 0,-18 7-841 0 0,25-12-357 0 0,-11 9-4997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18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53 6447 0 0,'-2'4'740'0'0,"0"0"0"0"0,0 0 0 0 0,1 0 0 0 0,-1 0 0 0 0,1 0 0 0 0,0 0 0 0 0,0 0 0 0 0,0 1 0 0 0,0-1 0 0 0,1 0 0 0 0,-1 7 0 0 0,-1 8 399 0 0,-3 14-366 0 0,2 0 0 0 0,0-1 0 0 0,3 39 0 0 0,1-60-603 0 0,0 0 0 0 0,0-1 1 0 0,1 1-1 0 0,0-1 0 0 0,1 1 0 0 0,0-1 1 0 0,1 0-1 0 0,0 0 0 0 0,0 0 1 0 0,1-1-1 0 0,0 1 0 0 0,1-1 1 0 0,12 15-1 0 0,-16-22-140 0 0,0 0 0 0 0,0 0 0 0 0,1 0-1 0 0,-1 0 1 0 0,0 0 0 0 0,1 0 0 0 0,-1-1 0 0 0,1 1 0 0 0,0-1 0 0 0,-1 0 0 0 0,1 0 0 0 0,0 0 0 0 0,0 0-1 0 0,0 0 1 0 0,0 0 0 0 0,0-1 0 0 0,0 0 0 0 0,0 1 0 0 0,0-1 0 0 0,0 0 0 0 0,0 0 0 0 0,0-1 0 0 0,0 1 0 0 0,-1-1-1 0 0,1 1 1 0 0,0-1 0 0 0,0 0 0 0 0,0 0 0 0 0,0 0 0 0 0,-1-1 0 0 0,1 1 0 0 0,0-1 0 0 0,-1 1 0 0 0,1-1-1 0 0,-1 0 1 0 0,4-3 0 0 0,3-3-48 0 0,-1-1-1 0 0,1 0 0 0 0,-1-1 1 0 0,-1 1-1 0 0,0-2 0 0 0,0 1 1 0 0,8-18-1 0 0,-5 6-81 0 0,-1 0-1 0 0,-2 0 0 0 0,0-1 1 0 0,-1 0-1 0 0,3-27 0 0 0,-7 36 86 0 0,-1-1 0 0 0,0 0 0 0 0,-1 0-1 0 0,-1 0 1 0 0,0 1 0 0 0,-1-1 0 0 0,-1 0 0 0 0,0 1-1 0 0,-7-20 1 0 0,9 32 33 0 0,0-1-1 0 0,0 1 1 0 0,0 0-1 0 0,-1 0 1 0 0,1 0-1 0 0,0 0 0 0 0,-1 0 1 0 0,0 0-1 0 0,1 0 1 0 0,-1 1-1 0 0,0-1 1 0 0,0 0-1 0 0,0 1 1 0 0,0 0-1 0 0,0-1 1 0 0,-5-1-1 0 0,6 3-15 0 0,0-1 1 0 0,0 1-1 0 0,-1 0 0 0 0,1 0 0 0 0,0 0 0 0 0,0 0 1 0 0,-1 0-1 0 0,1 0 0 0 0,0 0 0 0 0,-1 0 1 0 0,1 0-1 0 0,0 1 0 0 0,0-1 0 0 0,-1 0 0 0 0,1 1 1 0 0,0-1-1 0 0,0 1 0 0 0,0-1 0 0 0,0 1 1 0 0,0 0-1 0 0,-1 0 0 0 0,1-1 0 0 0,0 1 0 0 0,1 0 1 0 0,-1 0-1 0 0,0 0 0 0 0,0 0 0 0 0,0 0 0 0 0,0 0 1 0 0,1 0-1 0 0,-1 0 0 0 0,1 0 0 0 0,-1 0 1 0 0,0 2-1 0 0,0-1-182 0 0,1 0 0 0 0,-1 0 0 0 0,1 0 1 0 0,-1 0-1 0 0,1 1 0 0 0,0-1 0 0 0,0 0 0 0 0,0 0 1 0 0,0 0-1 0 0,0 0 0 0 0,0 0 0 0 0,0 0 0 0 0,1 0 1 0 0,-1 0-1 0 0,1 0 0 0 0,0 0 0 0 0,-1 0 0 0 0,1 0 0 0 0,0 0 1 0 0,2 3-1 0 0,4 2-1531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19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175 122 2303 0 0,'15'-21'131'0'0,"-12"16"936"0"0,0 1-1 0 0,-1-1 1 0 0,1 0 0 0 0,-1 0-1 0 0,2-8 1 0 0,-3 11-640 0 0,-1 0-1 0 0,0 0 1 0 0,1 0-1 0 0,-1-1 1 0 0,0 1-1 0 0,0 0 1 0 0,0 0 0 0 0,0 0-1 0 0,0 0 1 0 0,-1 0-1 0 0,1 0 1 0 0,-1 0-1 0 0,1-1 1 0 0,-1 1 0 0 0,-1-2-1 0 0,0 2-345 0 0,1 0-1 0 0,0 0 1 0 0,-1 0 0 0 0,1 0-1 0 0,-1 1 1 0 0,0-1-1 0 0,1 1 1 0 0,-1-1 0 0 0,0 1-1 0 0,-4-2 1 0 0,3 1 136 0 0,-1 1 1 0 0,0 0-1 0 0,0 0 0 0 0,-1 0 1 0 0,1 1-1 0 0,0-1 0 0 0,0 1 1 0 0,0 0-1 0 0,0 0 0 0 0,0 0 1 0 0,-1 1-1 0 0,1 0 0 0 0,0-1 1 0 0,0 1-1 0 0,0 1 0 0 0,0-1 1 0 0,-4 3-1 0 0,-1-1 339 0 0,0 2-1 0 0,-1-1 1 0 0,2 1 0 0 0,-1 1 0 0 0,-15 12-1 0 0,21-16-535 0 0,0 1-1 0 0,0 1 1 0 0,0-1-1 0 0,0 0 1 0 0,1 0-1 0 0,-1 1 0 0 0,1 0 1 0 0,0-1-1 0 0,0 1 1 0 0,0 0-1 0 0,1 0 0 0 0,-1 0 1 0 0,1 0-1 0 0,0 1 1 0 0,0-1-1 0 0,0 0 0 0 0,1 0 1 0 0,-1 6-1 0 0,2-6-16 0 0,-1 1 0 0 0,1 0-1 0 0,0 0 1 0 0,0-1 0 0 0,1 1-1 0 0,0-1 1 0 0,-1 1 0 0 0,1-1 0 0 0,1 0-1 0 0,-1 1 1 0 0,1-1 0 0 0,-1 0-1 0 0,1 0 1 0 0,0-1 0 0 0,1 1-1 0 0,3 3 1 0 0,81 67-862 0 0,-63-55 537 0 0,-1 1-1 0 0,-1 0 0 0 0,-1 2 1 0 0,37 46-1 0 0,-56-64 320 0 0,-1 0 0 0 0,1 0 0 0 0,-1 1 0 0 0,0-1 0 0 0,0 1 0 0 0,0-1 0 0 0,-1 1 0 0 0,1 0 0 0 0,-1-1 0 0 0,-1 1 0 0 0,1 0 0 0 0,0 0 0 0 0,-1 8 0 0 0,-1-10 47 0 0,1 0 0 0 0,-1 0 0 0 0,0 0 0 0 0,0 0 0 0 0,0-1 0 0 0,0 1 0 0 0,0 0 0 0 0,0-1 0 0 0,-1 1 0 0 0,0-1 0 0 0,1 1 0 0 0,-1-1 0 0 0,0 0 0 0 0,0 0 0 0 0,0 1 0 0 0,0-1 0 0 0,-1-1 1 0 0,1 1-1 0 0,0 0 0 0 0,-1-1 0 0 0,1 1 0 0 0,-1-1 0 0 0,-5 2 0 0 0,0 0 212 0 0,-1 0 1 0 0,0 0-1 0 0,0-1 0 0 0,0-1 1 0 0,0 1-1 0 0,0-2 1 0 0,-1 1-1 0 0,-10-2 0 0 0,14 1-125 0 0,1 0 0 0 0,-1-1 0 0 0,0 0 0 0 0,0 0 0 0 0,1-1 0 0 0,-1 1-1 0 0,1-1 1 0 0,-1 0 0 0 0,1-1 0 0 0,0 0 0 0 0,0 1 0 0 0,0-2 0 0 0,0 1 0 0 0,-5-5-1 0 0,11 8-215 0 0,-1-1 0 0 0,0 1-1 0 0,1 0 1 0 0,-1-1-1 0 0,0 1 1 0 0,1-1-1 0 0,-1 1 1 0 0,0 0-1 0 0,1-1 1 0 0,-1 1-1 0 0,1 0 1 0 0,-1-1-1 0 0,1 1 1 0 0,-1 0 0 0 0,1 0-1 0 0,-1 0 1 0 0,1-1-1 0 0,-1 1 1 0 0,1 0-1 0 0,-1 0 1 0 0,1 0-1 0 0,-1 0 1 0 0,1 0-1 0 0,-1 0 1 0 0,1 0 0 0 0,-1 0-1 0 0,2 0 1 0 0,23-4-7228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19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1 919 0 0,'-7'18'16808'0'0,"0"12"-13229"0"0,2 7-3004 0 0,2-1 1 0 0,1 1 0 0 0,2 0-1 0 0,1-1 1 0 0,2 1 0 0 0,12 51-1 0 0,-13-80-493 0 0,0-1-1 0 0,1 0 1 0 0,0 0 0 0 0,4 9-1 0 0,-6-15-270 0 0,0 1-1 0 0,1 0 0 0 0,-1 0 0 0 0,0-1 1 0 0,1 1-1 0 0,-1 0 0 0 0,1-1 1 0 0,3 3-1 0 0,-4-4-167 0 0,0 1 1 0 0,-1-1-1 0 0,1 1 1 0 0,0-1-1 0 0,0 0 1 0 0,0 0-1 0 0,0 1 1 0 0,0-1-1 0 0,0 0 1 0 0,0 0-1 0 0,0 0 0 0 0,0 0 1 0 0,0 0-1 0 0,0 0 1 0 0,0 0-1 0 0,0 0 1 0 0,0 0-1 0 0,-1-1 1 0 0,1 1-1 0 0,2-1 1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0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75 7367 0 0,'-3'-22'9201'0'0,"3"20"-8762"0"0,0 1 0 0 0,0 0 1 0 0,1 0-1 0 0,-1 0 0 0 0,0 0 1 0 0,1 0-1 0 0,-1-1 1 0 0,1 1-1 0 0,1-2 879 0 0,0 1-879 0 0,0 0-146 0 0,0 1-1 0 0,0 0 1 0 0,0-1 0 0 0,0 1-1 0 0,0 0 1 0 0,0 0 0 0 0,0 0-1 0 0,1 0 1 0 0,-1 0 0 0 0,0 0-1 0 0,1 1 1 0 0,-1-1-1 0 0,5 1 1 0 0,6-1-117 0 0,0 1 0 0 0,0 0 0 0 0,0 1 0 0 0,17 4 0 0 0,59 15 563 0 0,-52-11-690 0 0,-1-2 0 0 0,43 4 0 0 0,-73-11-446 0 0,0-1 1 0 0,0 1-1 0 0,0-1 0 0 0,10-3 1 0 0,-12 2-408 0 0,1 1 1 0 0,-1 0-1 0 0,1 0 0 0 0,-1 1 1 0 0,1-1-1 0 0,-1 1 0 0 0,10 0 1 0 0,-13 1 666 0 0,1-1 1 0 0,-1 1-1 0 0,0 0 0 0 0,0-1 1 0 0,0 1-1 0 0,0 0 1 0 0,0 0-1 0 0,0 0 0 0 0,0 0 1 0 0,0 0-1 0 0,0 0 1 0 0,0 0-1 0 0,-1 0 0 0 0,1 0 1 0 0,0 0-1 0 0,-1 0 1 0 0,1 1-1 0 0,-1-1 0 0 0,1 0 1 0 0,-1 0-1 0 0,1 1 1 0 0,-1-1-1 0 0,0 0 0 0 0,0 1 1 0 0,0-1-1 0 0,0 0 1 0 0,0 1-1 0 0,0 1 0 0 0,-3 44-1194 0 0,1-37 1369 0 0,-3 40 1065 0 0,1 1 0 0 0,4 52-1 0 0,1-86-776 0 0,0-1 0 0 0,1 1 0 0 0,1-1 0 0 0,1 0-1 0 0,0 0 1 0 0,1-1 0 0 0,1 1 0 0 0,0-1 0 0 0,1 0-1 0 0,12 19 1 0 0,-17-32-273 0 0,-1 1 0 0 0,1-1 0 0 0,-1 0 0 0 0,1 0 0 0 0,0 0 0 0 0,0 0 0 0 0,0-1 0 0 0,0 1 0 0 0,0 0 0 0 0,0-1 0 0 0,0 1 0 0 0,1-1 0 0 0,-1 0 0 0 0,1 0 0 0 0,-1 0 0 0 0,1 0 0 0 0,-1 0 0 0 0,1-1 0 0 0,-1 1 0 0 0,1-1 0 0 0,0 1 0 0 0,-1-1 0 0 0,1 0 0 0 0,0 0 0 0 0,-1 0 0 0 0,1 0 0 0 0,0-1 0 0 0,-1 1 0 0 0,1-1 0 0 0,-1 0 0 0 0,1 0 0 0 0,-1 0 0 0 0,1 0 0 0 0,-1 0 0 0 0,1 0 0 0 0,-1 0 0 0 0,3-3 0 0 0,5-3 101 0 0,-1 0-1 0 0,0-1 0 0 0,0 0 1 0 0,-1 0-1 0 0,0-1 1 0 0,0 0-1 0 0,7-12 0 0 0,5-9 234 0 0,-2-1-1 0 0,-1 0 1 0 0,24-61-1 0 0,-35 73-232 0 0,0 1-1 0 0,-2-1 1 0 0,0 0-1 0 0,0-1 0 0 0,-2 1 1 0 0,-1 0-1 0 0,0-1 1 0 0,-4-31-1 0 0,3 45-196 0 0,-1-1-1 0 0,-1 1 1 0 0,1 1-1 0 0,-1-1 1 0 0,0 0 0 0 0,0 0-1 0 0,-1 1 1 0 0,0-1-1 0 0,0 1 1 0 0,0 0 0 0 0,0 0-1 0 0,-9-9 1 0 0,10 12 79 0 0,0 0 0 0 0,-1 0 0 0 0,1 0 1 0 0,-1 0-1 0 0,1 1 0 0 0,-1-1 0 0 0,0 1 0 0 0,0-1 1 0 0,0 1-1 0 0,0 0 0 0 0,0 0 0 0 0,0 1 1 0 0,0-1-1 0 0,0 1 0 0 0,0-1 0 0 0,0 1 0 0 0,0 0 1 0 0,-1 0-1 0 0,1 0 0 0 0,0 1 0 0 0,0-1 0 0 0,0 1 1 0 0,0 0-1 0 0,0-1 0 0 0,0 1 0 0 0,-5 3 0 0 0,-2 1 37 0 0,1 0 0 0 0,0 0 0 0 0,1 1 0 0 0,0 0 0 0 0,-1 1 0 0 0,2 0-1 0 0,-1 0 1 0 0,1 1 0 0 0,0 0 0 0 0,1 0 0 0 0,-7 11 0 0 0,4-4-679 0 0,0 0 0 0 0,-6 17 1 0 0,-7 32-6927 0 0,13-23-855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0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1839 0 0,'0'0'250'0'0,"1"1"0"0"0,0 0 0 0 0,-1 0 0 0 0,1-1 0 0 0,-1 1 0 0 0,1 0 0 0 0,-1 0 0 0 0,1 0-1 0 0,-1-1 1 0 0,0 1 0 0 0,1 0 0 0 0,-1 0 0 0 0,0 0 0 0 0,0 0 0 0 0,1 0 0 0 0,-1 0 0 0 0,0 0-1 0 0,0 0 1 0 0,0 0 0 0 0,0 1 0 0 0,4 29 6778 0 0,6 106-61 0 0,-17 184-4061 0 0,4-255-2882 0 0,3-66-38 0 0,0 0-1 0 0,0 0 1 0 0,0 0-1 0 0,-1 0 1 0 0,1 0-1 0 0,0 1 0 0 0,0-1 1 0 0,0 0-1 0 0,0 0 1 0 0,0 0-1 0 0,0 0 0 0 0,0 0 1 0 0,0 1-1 0 0,0-1 1 0 0,0 0-1 0 0,0 0 0 0 0,0 0 1 0 0,0 0-1 0 0,0 0 1 0 0,0 1-1 0 0,0-1 0 0 0,0 0 1 0 0,0 0-1 0 0,0 0 1 0 0,0 0-1 0 0,0 0 1 0 0,0 0-1 0 0,0 1 0 0 0,0-1 1 0 0,1 0-1 0 0,-1 0 1 0 0,0 0-1 0 0,0 0 0 0 0,0 0 1 0 0,0 0-1 0 0,0 0 1 0 0,0 1-1 0 0,0-1 0 0 0,0 0 1 0 0,1 0-1 0 0,-1 0 1 0 0,0 0-1 0 0,0 0 1 0 0,0 0-1 0 0,0 0 0 0 0,0 0 1 0 0,0 0-1 0 0,1 0 1 0 0,-1 0-1 0 0,0 0 0 0 0,0 0 1 0 0,0 0-1 0 0,0 0 1 0 0,0 0-1 0 0,1 0 0 0 0,-1 0 1 0 0,0 0-1 0 0,0 0 1 0 0,0 0-1 0 0,0 0 1 0 0,1 0-1 0 0,5-8-2156 0 0,1-4 569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1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2303 0 0,'22'49'12126'0'0,"-2"2"-6318"0"0,-12-29-5359 0 0,0 1 1 0 0,2-1-1 0 0,1 0 1 0 0,0-1-1 0 0,2-1 1 0 0,17 23-1 0 0,-28-39-382 0 0,1-1 1 0 0,0 0-1 0 0,0 0 0 0 0,0 0 0 0 0,0-1 0 0 0,1 1 1 0 0,-1-1-1 0 0,1 0 0 0 0,-1 0 0 0 0,1 0 1 0 0,0 0-1 0 0,0-1 0 0 0,0 1 0 0 0,0-1 0 0 0,0 0 1 0 0,0 0-1 0 0,6 0 0 0 0,-4-1-40 0 0,-1 0-1 0 0,0-1 1 0 0,0 0-1 0 0,0 0 1 0 0,0 0-1 0 0,0-1 1 0 0,0 0-1 0 0,-1 0 1 0 0,1 0 0 0 0,0 0-1 0 0,-1-1 1 0 0,6-4-1 0 0,7-7-151 0 0,0 0 1 0 0,-1-1-1 0 0,-1-1 0 0 0,-1-1 1 0 0,17-25-1 0 0,18-29-792 0 0,45-57-377 0 0,-94 128 1301 0 0,0 0 1 0 0,0 0-1 0 0,0 0 0 0 0,0 0 1 0 0,0 0-1 0 0,0 0 0 0 0,0 0 1 0 0,0 0-1 0 0,0 0 0 0 0,0 0 1 0 0,0 0-1 0 0,0 0 0 0 0,0 0 0 0 0,0 1 1 0 0,0-1-1 0 0,0 0 0 0 0,0 0 1 0 0,0 0-1 0 0,0 0 0 0 0,0 0 1 0 0,0 0-1 0 0,0 0 0 0 0,0 0 1 0 0,0 0-1 0 0,0 0 0 0 0,0 0 0 0 0,0 0 1 0 0,0 0-1 0 0,0 0 0 0 0,0 0 1 0 0,1 0-1 0 0,-1 1 0 0 0,0-1 1 0 0,0 0-1 0 0,0 0 0 0 0,0 0 0 0 0,0 0 1 0 0,0 0-1 0 0,0 0 0 0 0,0 0 1 0 0,0 0-1 0 0,0 0 0 0 0,0 0 1 0 0,0 0-1 0 0,0 0 0 0 0,0 0 1 0 0,1 0-1 0 0,-1 0 0 0 0,0 0 0 0 0,0 0 1 0 0,0 0-1 0 0,0 0 0 0 0,0 0 1 0 0,0 0-1 0 0,0 0 0 0 0,0 0 1 0 0,0 0-1 0 0,0 0 0 0 0,0 0 1 0 0,0 0-1 0 0,0 0 0 0 0,0 0 0 0 0,1 0 1 0 0,-1-1-1 0 0,-1 13 455 0 0,-3 12 326 0 0,-10 35 170 0 0,-44 209 1948 0 0,47-200-2329 0 0,3 0-1 0 0,0 69 1 0 0,8-129-578 0 0,0 0 0 0 0,0 0 0 0 0,1 0 0 0 0,0 0 1 0 0,0 0-1 0 0,1 0 0 0 0,4 11 0 0 0,-6-18-48 0 0,0-1 0 0 0,0 0 0 0 0,0 1 0 0 0,1-1 0 0 0,-1 1 0 0 0,0-1 0 0 0,0 0 0 0 0,0 1 0 0 0,1-1 0 0 0,-1 0 0 0 0,0 0 0 0 0,0 1 0 0 0,1-1 0 0 0,-1 0 0 0 0,0 0 0 0 0,0 1 0 0 0,1-1 0 0 0,-1 0 0 0 0,0 0 0 0 0,1 0 0 0 0,-1 1 0 0 0,0-1 0 0 0,1 0 0 0 0,-1 0 0 0 0,1 0 0 0 0,-1 0 0 0 0,0 0 0 0 0,1 0 0 0 0,-1 0 0 0 0,0 0 0 0 0,1 0 0 0 0,-1 0 0 0 0,1 0 0 0 0,-1 0 0 0 0,0 0 0 0 0,1 0 0 0 0,-1 0 0 0 0,0 0 0 0 0,1 0 0 0 0,0-1 0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1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3679 0 0,'-3'25'8891'0'0,"2"7"-3445"0"0,3 48-1730 0 0,15 85-2907 0 0,-12-129-106 0 0,3-1 1 0 0,19 58 0 0 0,-21-77-484 0 0,1-1 1 0 0,0 1-1 0 0,1-2 0 0 0,0 1 1 0 0,1-1-1 0 0,1-1 0 0 0,0 0 1 0 0,14 13-1 0 0,-21-22-236 0 0,1-1-1 0 0,-1 0 1 0 0,1 0 0 0 0,0 0-1 0 0,-1-1 1 0 0,1 0 0 0 0,1 1-1 0 0,-1-1 1 0 0,0-1 0 0 0,0 1-1 0 0,1-1 1 0 0,-1 1 0 0 0,1-1-1 0 0,-1 0 1 0 0,1-1 0 0 0,0 1-1 0 0,-1-1 1 0 0,1 0 0 0 0,0 0-1 0 0,-1-1 1 0 0,1 1 0 0 0,0-1-1 0 0,7-2 1 0 0,-3-1 28 0 0,0 1 0 0 0,0-2 0 0 0,-1 1 0 0 0,0-1 0 0 0,0 0 0 0 0,0-1 0 0 0,-1 0 0 0 0,0 0 0 0 0,0 0 0 0 0,12-15 0 0 0,-6 3-53 0 0,0 0 0 0 0,-1-2-1 0 0,-1 1 1 0 0,-1-1 0 0 0,-1-1 0 0 0,0 0 0 0 0,-2 0-1 0 0,0-1 1 0 0,4-30 0 0 0,0-13-165 0 0,3-127 0 0 0,-14 179 211 0 0,1 7 3 0 0,-1 0 0 0 0,0 0 0 0 0,0 0 0 0 0,0 0 0 0 0,-2-7 0 0 0,0 18-303 0 0,1 1-1 0 0,-1-1 0 0 0,1 1 0 0 0,1-1 1 0 0,-1 7-1 0 0,5 9-2308 0 0,1-10 401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2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10591 0 0,'1'0'111'0'0,"-1"0"0"0"0,1 0 0 0 0,-1 0 0 0 0,1 0 0 0 0,0 0 0 0 0,-1 0 0 0 0,1 0 0 0 0,-1 0 0 0 0,1 0 0 0 0,-1 0 0 0 0,1 1 0 0 0,-1-1 0 0 0,1 0 0 0 0,0 0 0 0 0,-1 1 0 0 0,1-1 0 0 0,-1 0 0 0 0,0 1 0 0 0,1-1-1 0 0,-1 0 1 0 0,1 1 0 0 0,-1-1 0 0 0,1 1 0 0 0,-1-1 0 0 0,0 0 0 0 0,1 1 0 0 0,-1-1 0 0 0,0 1 0 0 0,0-1 0 0 0,1 1 0 0 0,-1 0 0 0 0,0-1 0 0 0,0 2 0 0 0,10 24 4820 0 0,-8-21-4569 0 0,9 31 976 0 0,-1 1 1 0 0,-2 0 0 0 0,-2 1-1 0 0,3 64 1 0 0,-17 155 318 0 0,8-252-1814 0 0,-1 18 431 0 0,1-22-385 0 0,0 0 1 0 0,0 0 0 0 0,0 0-1 0 0,0 0 1 0 0,0 0 0 0 0,0 0-1 0 0,1-1 1 0 0,-1 1-1 0 0,0 0 1 0 0,0 0 0 0 0,1 0-1 0 0,-1 0 1 0 0,1-1 0 0 0,-1 1-1 0 0,0 0 1 0 0,1 0 0 0 0,0-1-1 0 0,-1 1 1 0 0,2 1-1 0 0,3-1-2030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3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50 161 11519 0 0,'3'20'3318'0'0,"1"21"-1005"0"0,-1 55-1 0 0,-17 109-489 0 0,11-172-1410 0 0,0 1-65 0 0,-2-1 1 0 0,-15 49-1 0 0,20-81-340 0 0,1-1 0 0 0,-1 0 0 0 0,0 0 0 0 0,0 0 0 0 0,0 0 0 0 0,0 0 0 0 0,0 1-1 0 0,0-1 1 0 0,0 0 0 0 0,0 0 0 0 0,0 0 0 0 0,0 0 0 0 0,0 1 0 0 0,0-1 0 0 0,-1 0 0 0 0,1 0 0 0 0,0 0-1 0 0,0 0 1 0 0,0 0 0 0 0,0 1 0 0 0,0-1 0 0 0,0 0 0 0 0,0 0 0 0 0,0 0 0 0 0,0 0 0 0 0,-1 0 0 0 0,1 0 0 0 0,0 1-1 0 0,0-1 1 0 0,0 0 0 0 0,0 0 0 0 0,0 0 0 0 0,0 0 0 0 0,-1 0 0 0 0,1 0 0 0 0,0 0 0 0 0,0 0 0 0 0,0 0-1 0 0,0 0 1 0 0,-1 0 0 0 0,1 0 0 0 0,0 0 0 0 0,0 0 0 0 0,0 0 0 0 0,0 0 0 0 0,0 0 0 0 0,-1 0 0 0 0,1 0 0 0 0,0 0-1 0 0,0 0 1 0 0,-5-10 267 0 0,0-15 7 0 0,4-9-203 0 0,2-1-1 0 0,2 0 1 0 0,0 1 0 0 0,17-65-1 0 0,-5 24-92 0 0,-15 72 5 0 0,10-51-210 0 0,19-65 0 0 0,-24 104 160 0 0,1-1 0 0 0,0 1 0 0 0,1 1 1 0 0,0-1-1 0 0,1 1 0 0 0,1 1 0 0 0,1-1 1 0 0,18-21-1 0 0,-24 32 46 0 0,0-1 1 0 0,-1 1-1 0 0,1 0 0 0 0,0 0 1 0 0,0 0-1 0 0,1 1 1 0 0,-1-1-1 0 0,0 1 1 0 0,1 0-1 0 0,0 0 0 0 0,-1 1 1 0 0,10-3-1 0 0,-10 4 9 0 0,-1 0 0 0 0,1 0 0 0 0,-1 0 0 0 0,1 0 0 0 0,-1 0 0 0 0,1 1 1 0 0,-1 0-1 0 0,0 0 0 0 0,1 0 0 0 0,-1 0 0 0 0,0 0 0 0 0,1 1 0 0 0,-1-1 0 0 0,0 1 0 0 0,0 0 0 0 0,-1 0 0 0 0,1 0 0 0 0,0 0 0 0 0,2 3 0 0 0,6 7 34 0 0,0 0-1 0 0,-1 0 0 0 0,0 1 1 0 0,-1 1-1 0 0,9 17 1 0 0,31 76 413 0 0,-47-104-430 0 0,22 59 177 0 0,-3 0 0 0 0,-3 1-1 0 0,14 90 1 0 0,-25-103-1090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3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6447 0 0,'0'-5'2802'0'0,"0"5"-2732"0"0,9-5 3440 0 0,18-2 2163 0 0,-16 5-5221 0 0,139-35 2428 0 0,-76 20-2276 0 0,-64 15-1043 0 0,42-9 1565 0 0,-18 8-7945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3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8751 0 0,'1'1'139'0'0,"1"1"-1"0"0,-1-1 1 0 0,0 0-1 0 0,0 0 0 0 0,1 1 1 0 0,-1-1-1 0 0,0 1 1 0 0,-1-1-1 0 0,1 1 0 0 0,0-1 1 0 0,0 1-1 0 0,-1 0 1 0 0,1-1-1 0 0,-1 1 0 0 0,1 0 1 0 0,0 2-1 0 0,2 35 5068 0 0,-2-26-3861 0 0,3 40-105 0 0,42 344 3979 0 0,-46-501-5041 0 0,-2 48-217 0 0,-1-1 60 0 0,3 0 0 0 0,7-62 0 0 0,-5 103-53 0 0,1 0-1 0 0,0 0 1 0 0,1 0 0 0 0,1 1 0 0 0,0 0-1 0 0,1 0 1 0 0,1 0 0 0 0,0 1-1 0 0,1 0 1 0 0,1 0 0 0 0,0 1 0 0 0,13-15-1 0 0,-17 23-41 0 0,0 0 0 0 0,1 0 0 0 0,-1 0 0 0 0,1 1 0 0 0,0 0-1 0 0,0 0 1 0 0,0 1 0 0 0,1-1 0 0 0,-1 1 0 0 0,1 1-1 0 0,0-1 1 0 0,7-1 0 0 0,-10 4 38 0 0,0-1-1 0 0,0 1 1 0 0,0-1 0 0 0,0 1-1 0 0,0 1 1 0 0,0-1-1 0 0,0 0 1 0 0,0 1 0 0 0,0 0-1 0 0,0 0 1 0 0,0 0-1 0 0,0 0 1 0 0,-1 1 0 0 0,1-1-1 0 0,0 1 1 0 0,-1 0 0 0 0,1 0-1 0 0,-1 1 1 0 0,0-1-1 0 0,0 1 1 0 0,0-1 0 0 0,4 6-1 0 0,-2-4 70 0 0,-2 1 0 0 0,1 0 0 0 0,0 0-1 0 0,-1 0 1 0 0,0 1 0 0 0,0-1 0 0 0,-1 1 0 0 0,1 0 0 0 0,-1-1-1 0 0,-1 1 1 0 0,1 0 0 0 0,-1 0 0 0 0,0 0 0 0 0,0 0 0 0 0,0 9-1 0 0,-2-11 57 0 0,1 0 1 0 0,0 0-1 0 0,-1 0 0 0 0,0 0 0 0 0,0 0 0 0 0,0 0 0 0 0,-1 0 0 0 0,1 0 0 0 0,-1-1 1 0 0,0 1-1 0 0,0 0 0 0 0,0-1 0 0 0,0 1 0 0 0,-1-1 0 0 0,0 0 0 0 0,1 0 0 0 0,-1 0 0 0 0,0 0 1 0 0,0-1-1 0 0,-1 1 0 0 0,1-1 0 0 0,0 1 0 0 0,-8 2 0 0 0,2-1 56 0 0,-1 0 1 0 0,1-1-1 0 0,-1 0 0 0 0,0 0 0 0 0,-1-1 0 0 0,1 0 1 0 0,0-1-1 0 0,0 0 0 0 0,-1-1 0 0 0,1 0 1 0 0,-1-1-1 0 0,1 0 0 0 0,0 0 0 0 0,0-1 0 0 0,-1 0 1 0 0,2-1-1 0 0,-1 0 0 0 0,0-1 0 0 0,0 0 1 0 0,1-1-1 0 0,0 0 0 0 0,0 0 0 0 0,-14-11 0 0 0,22 16-165 0 0,1 0-1 0 0,0-1 0 0 0,-1 1 1 0 0,1 0-1 0 0,0 0 0 0 0,-1-1 0 0 0,1 1 1 0 0,0 0-1 0 0,-1 0 0 0 0,1-1 1 0 0,0 1-1 0 0,-1 0 0 0 0,1-1 0 0 0,0 1 1 0 0,0 0-1 0 0,-1-1 0 0 0,1 1 1 0 0,0-1-1 0 0,0 1 0 0 0,0 0 0 0 0,-1-1 1 0 0,1 1-1 0 0,0-1 0 0 0,0 1 1 0 0,0 0-1 0 0,0-1 0 0 0,0 1 1 0 0,0-1-1 0 0,0 1 0 0 0,0-1 0 0 0,0 0 1 0 0,14 0-1361 0 0,19 10-1220 0 0,-15-1 972 0 0,3 2-39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0T00:32:24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10 458 8751 0 0,'6'65'3854'0'0,"-4"86"1"0"0,-2-17-1202 0 0,0-130-2515 0 0,1 16 853 0 0,0-35-442 0 0,-10-142 23 0 0,0 11 327 0 0,9 123-726 0 0,-2-37 468 0 0,14-117 0 0 0,-10 161-625 0 0,1 0 1 0 0,0 0-1 0 0,2 0 1 0 0,0 0-1 0 0,0 1 1 0 0,1 0-1 0 0,1 0 1 0 0,1 0-1 0 0,0 1 1 0 0,1 0-1 0 0,1 1 1 0 0,12-15-1 0 0,-19 24-61 0 0,1 0 0 0 0,0 0 0 0 0,0 1 0 0 0,0-1 0 0 0,1 1 0 0 0,-1 0 0 0 0,1 0 0 0 0,-1 1 0 0 0,1-1 0 0 0,0 1 0 0 0,0 0 0 0 0,0 1 0 0 0,0-1 0 0 0,1 1 0 0 0,-1 0 0 0 0,0 0 0 0 0,0 0 0 0 0,1 1 0 0 0,-1 0 0 0 0,1 0 0 0 0,-1 0 0 0 0,0 1 0 0 0,1 0 0 0 0,-1 0 0 0 0,0 0 0 0 0,0 0 0 0 0,0 1 0 0 0,0 0 0 0 0,0 0 0 0 0,0 0 0 0 0,0 1 0 0 0,-1 0 0 0 0,1 0 0 0 0,-1 0 0 0 0,5 4 0 0 0,-1 0-17 0 0,-1 1 0 0 0,0-1-1 0 0,0 1 1 0 0,-1 0 0 0 0,0 0-1 0 0,0 1 1 0 0,-1 0 0 0 0,0 0-1 0 0,-1 0 1 0 0,0 0 0 0 0,0 1-1 0 0,-1 0 1 0 0,0 0 0 0 0,-1 0-1 0 0,2 12 1 0 0,-4-17 143 0 0,1 0 0 0 0,-1 1 0 0 0,0-1 0 0 0,0 0 0 0 0,0 0 0 0 0,-1 0 0 0 0,0 1 0 0 0,0-1 0 0 0,0 0 0 0 0,-1 0 0 0 0,1 0 0 0 0,-1-1 0 0 0,0 1 0 0 0,-1 0 0 0 0,1-1 0 0 0,-1 1 0 0 0,0-1 0 0 0,0 0 0 0 0,-1 0 0 0 0,1 0 0 0 0,-1 0 0 0 0,0 0 0 0 0,1-1 0 0 0,-2 0 0 0 0,1 0 0 0 0,0 0 0 0 0,-1 0 0 0 0,1-1 0 0 0,-1 1-1 0 0,-9 2 1 0 0,0-2 336 0 0,-1 0 0 0 0,1-1 0 0 0,0 0 0 0 0,-1-1 0 0 0,1-1 0 0 0,-1 0 0 0 0,1-1 0 0 0,-1-1 0 0 0,1 0 0 0 0,0-1 0 0 0,0 0 0 0 0,0-1 0 0 0,-24-10 0 0 0,35 12-331 0 0,0 0-1 0 0,0 0 1 0 0,0 0 0 0 0,1 0 0 0 0,-1 0 0 0 0,-4-5 0 0 0,1-6-1754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04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10 3623 0 0,'0'0'21'0'0,"0"-1"-1"0"0,0 1 0 0 0,0-1 1 0 0,0 1-1 0 0,0 0 0 0 0,0-1 1 0 0,0 1-1 0 0,0 0 0 0 0,0-1 1 0 0,0 1-1 0 0,0-1 0 0 0,-1 1 1 0 0,1 0-1 0 0,0-1 0 0 0,0 1 1 0 0,0 0-1 0 0,-1-1 0 0 0,1 1 1 0 0,0 0-1 0 0,0 0 0 0 0,-1-1 1 0 0,1 1-1 0 0,0 0 0 0 0,-1 0 1 0 0,1-1-1 0 0,0 1 0 0 0,-1 0 1 0 0,1 0-1 0 0,0 0 0 0 0,-1 0 1 0 0,0-1-1 0 0,-15 3 940 0 0,13-1-774 0 0,-1 0 1 0 0,1 0 0 0 0,0 1 0 0 0,-1-1 0 0 0,1 1 0 0 0,-5 3 0 0 0,4 0 22 0 0,0 1 0 0 0,0-1 0 0 0,1 1 0 0 0,0-1 0 0 0,0 1 0 0 0,0 0 0 0 0,1 0 0 0 0,0 1 0 0 0,0-1-1 0 0,0 0 1 0 0,-1 12 0 0 0,0 10 108 0 0,0 36-1 0 0,2-56-233 0 0,1 12-13 0 0,1-1 1 0 0,1 1 0 0 0,1-1 0 0 0,0 0-1 0 0,1 1 1 0 0,1-2 0 0 0,1 1 0 0 0,16 34-1 0 0,-6-22-234 0 0,2 0 0 0 0,2-2 0 0 0,0 0 0 0 0,26 27 0 0 0,-39-48-308 0 0,-2-1-22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4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1839 0 0,'-1'8'567'0'0,"0"0"-1"0"0,0 1 0 0 0,1-1 0 0 0,0 0 0 0 0,0 1 0 0 0,1-1 0 0 0,0 0 0 0 0,4 12 0 0 0,-1 8-697 0 0,24 409 1888 0 0,-32 4-1208 0 0,0-254-371 0 0,-27 810 1046 0 0,3-161 968 0 0,30 0-262 0 0,85 481-918 0 0,-26-535-500 0 0,-32-342 194 0 0,33 541-271 0 0,-53-814-396 0 0,19 314 16 0 0,26-3 48 0 0,13-11 447 0 0,-66-461-558 0 0,4 64 181 0 0,-5-65-191 0 0,-1 0 0 0 0,1 0-1 0 0,0 0 1 0 0,-1 0-1 0 0,0 0 1 0 0,0-1 0 0 0,-1 1-1 0 0,1 0 1 0 0,-1-1 0 0 0,0 1-1 0 0,-5 7 1 0 0,7-12-9 0 0,0-1 1 0 0,0 1-1 0 0,0 0 0 0 0,0 0 0 0 0,0 0 1 0 0,0 0-1 0 0,0 0 0 0 0,0 0 1 0 0,0 0-1 0 0,0 0 0 0 0,0 0 1 0 0,0 0-1 0 0,0 0 0 0 0,0 0 1 0 0,0 0-1 0 0,0-1 0 0 0,0 1 1 0 0,-1 0-615 0 0,0 0 614 0 0,1 0 1 0 0,0 0-1 0 0,0 0 0 0 0,0 0 1 0 0,0 0-1 0 0,0 0 0 0 0,0 0 0 0 0,0 0 1 0 0,0 0-1 0 0,0 0 0 0 0,0 0 1 0 0,-1 0-134 0 0,1-3-1198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51 1839 0 0,'0'-13'-246'0'0,"-1"11"797"0"0,1 0-1 0 0,0-1 1 0 0,0 1 0 0 0,0 0-1 0 0,0 0 1 0 0,0 0-1 0 0,1 0 1 0 0,-1 0-1 0 0,2-3 1 0 0,-2 4-435 0 0,1 0 1 0 0,0 0-1 0 0,0 0 1 0 0,0 0 0 0 0,0 0-1 0 0,0 0 1 0 0,0 0-1 0 0,0 1 1 0 0,0-1-1 0 0,0 0 1 0 0,0 1-1 0 0,0-1 1 0 0,0 1-1 0 0,0-1 1 0 0,1 1-1 0 0,-1 0 1 0 0,0-1-1 0 0,0 1 1 0 0,1 0-1 0 0,1 0 1 0 0,14-1 57 0 0,-1 2 0 0 0,0 0 0 0 0,0 0 0 0 0,0 2-1 0 0,0 0 1 0 0,30 10 0 0 0,-12-3-154 0 0,510 104 40 0 0,-377-82-56 0 0,786 102-4 0 0,-816-121 0 0 0,589 48 0 0 0,957 40 64 0 0,-680-44 162 0 0,-727-38-185 0 0,1824 120 66 0 0,-444-57-36 0 0,-1388-71-68 0 0,267 19-3 0 0,-196-10 0 0 0,-86-6 0 0 0,368 16 0 0 0,-354-23 9 0 0,637 9 46 0 0,518-39 81 0 0,-683-14-82 0 0,-219 6 3 0 0,310-19 32 0 0,-291 46 175 0 0,-507 5-119 0 0,-1 3 0 0 0,0 0 0 0 0,1 2 0 0 0,-2 1 0 0 0,1 2 0 0 0,37 15 0 0 0,-54-18-97 0 0,-1 1 0 0 0,1 1 0 0 0,-1 0 0 0 0,-1 0 0 0 0,1 1 0 0 0,-2 1 0 0 0,1 0 1 0 0,-1 0-1 0 0,-1 2 0 0 0,0-1 0 0 0,0 1 0 0 0,-1 0 0 0 0,-1 1 0 0 0,0 0 0 0 0,6 15 0 0 0,-7-13-17 0 0,-1 0 0 0 0,0 0 0 0 0,-2 1 0 0 0,0-1 1 0 0,0 1-1 0 0,2 31 0 0 0,8 164 302 0 0,-44 297 481 0 0,-36-2-271 0 0,57-444-467 0 0,-104 872 1419 0 0,99-801-1214 0 0,-16 222 851 0 0,26 589-1 0 0,81 21-113 0 0,40-3-615 0 0,-52-302-308 0 0,-28 2-52 0 0,-1-29-30 0 0,98 398 100 0 0,-41-615 33 0 0,-74-343-136 0 0,7 28-10 0 0,-1-5 0 0 0,-4-13 0 0 0,-4-12 0 0 0,-4-8 0 0 0,-3-3 0 0 0,-4-7-16 0 0,-5-49 3 0 0,-1 0 0 0 0,1 1 0 0 0,-1-1 0 0 0,0 1 1 0 0,0-1-1 0 0,0 1 0 0 0,-1-1 0 0 0,1 1 0 0 0,-3 5 0 0 0,1 1-4 0 0,1-7 16 0 0,0 1 0 0 0,-1-1 0 0 0,1 0 0 0 0,-1 1 0 0 0,1-1 0 0 0,-1 0 0 0 0,-1 0 0 0 0,1 0 0 0 0,0-1 0 0 0,-1 1 0 0 0,0-1 0 0 0,0 1 0 0 0,0-1 0 0 0,-4 3 0 0 0,-2 2 1 0 0,-1-1 1 0 0,0 0-1 0 0,-15 7 0 0 0,-10 4-21 0 0,0-3 0 0 0,-64 20 0 0 0,-78 10-51 0 0,159-41 71 0 0,-386 63 241 0 0,-5-29 107 0 0,309-29-310 0 0,-471 30 567 0 0,287-21-328 0 0,-923 22 865 0 0,-2-47-218 0 0,684 2-506 0 0,-1747-49 422 0 0,1098 6-839 0 0,304 12 0 0 0,723 30 0 0 0,-257-9 35 0 0,-798-33-6 0 0,-197-2-301 0 0,-220 53 131 0 0,1259 2 130 0 0,-1227 14 27 0 0,529-21-32 0 0,835 10-135 0 0,-31-1-90 0 0,245-7 218 0 0,-112 4-468 0 0,103-3 244 0 0,-1 2-1 0 0,1 0 0 0 0,0 1 1 0 0,-26 10-1 0 0,26-5 58 0 0,11-1-1362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7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6447 0 0,'0'7'551'0'0,"-1"-1"0"0"0,1 0 0 0 0,0 1 1 0 0,1-1-1 0 0,0 1 0 0 0,0-1 0 0 0,0 1 0 0 0,0-1 0 0 0,1 0 0 0 0,5 10 0 0 0,2 16 899 0 0,4 33-1441 0 0,-3 1-1 0 0,1 73 1 0 0,-9 135 69 0 0,-2-250-68 0 0,-27 671 341 0 0,2-84-112 0 0,24-553-486 0 0,15 112-1 0 0,-8-135-143 0 0,1 0 0 0 0,2-1 0 0 0,1 0 0 0 0,19 41 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46 919 0 0,'2'-8'662'0'0,"-2"6"-317"0"0,1 0-1 0 0,0-1 0 0 0,-1 1 0 0 0,1 0 1 0 0,-1 0-1 0 0,0 0 0 0 0,0-1 1 0 0,1 1-1 0 0,-2 0 0 0 0,1 0 1 0 0,0 0-1 0 0,0-1 0 0 0,-1 1 0 0 0,1 0 1 0 0,-2-3-1 0 0,1 7-147 0 0,0 1 1 0 0,0-1-1 0 0,0 0 0 0 0,0 0 1 0 0,0 1-1 0 0,1-1 0 0 0,-1 1 1 0 0,1-1-1 0 0,-1 4 0 0 0,-36 736 3643 0 0,37-722-3798 0 0,5 167 735 0 0,-2-156-640 0 0,1 0 1 0 0,1 0-1 0 0,19 58 0 0 0,-19-74-175 0 0,6 14-181 0 0,-11-29 209 0 0,0 0-1 0 0,0 0 1 0 0,0 0-1 0 0,0-1 1 0 0,0 1-1 0 0,0 0 1 0 0,0 0-1 0 0,0 0 1 0 0,0 0-1 0 0,0 0 1 0 0,0-1 0 0 0,0 1-1 0 0,0 0 1 0 0,0 0-1 0 0,0 0 1 0 0,0 0-1 0 0,0 0 1 0 0,0-1-1 0 0,0 1 1 0 0,0 0 0 0 0,1 0-1 0 0,-1 0 1 0 0,0 0-1 0 0,0 0 1 0 0,0-1-1 0 0,0 1 1 0 0,0 0-1 0 0,0 0 1 0 0,0 0 0 0 0,0 0-1 0 0,1 0 1 0 0,-1 0-1 0 0,0 0 1 0 0,0 0-1 0 0,0 0 1 0 0,0 0-1 0 0,0-1 1 0 0,0 1 0 0 0,1 0-1 0 0,-1 0 1 0 0,0 0-1 0 0,0 0 1 0 0,0 0-1 0 0,0 0 1 0 0,1 0-1 0 0,-1 0 1 0 0,0 0 0 0 0,0 0-1 0 0,0 0 1 0 0,0 0-1 0 0,0 0 1 0 0,1 0-1 0 0,-1 0 1 0 0,0 1-1 0 0,0-1 1 0 0,0 0 0 0 0,0 0-1 0 0,0 0 1 0 0,0 0-1 0 0,1 0 1 0 0,-1 0-1 0 0,0 0 1 0 0,0 0-1 0 0,0 0 1 0 0,0 0 0 0 0,0 1-1 0 0,0-1 1 0 0,0 0-1 0 0,3-14-775 0 0,-3 13 765 0 0,1-15-618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9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1 165 6911 0 0,'0'-1'104'0'0,"0"0"-1"0"0,0 0 1 0 0,0 0-1 0 0,-1 0 1 0 0,1 0-1 0 0,0 0 1 0 0,0 0-1 0 0,0 0 0 0 0,0 0 1 0 0,0 0-1 0 0,1 1 1 0 0,-1-1-1 0 0,0 0 1 0 0,0 0-1 0 0,1 0 1 0 0,-1 0-1 0 0,0 0 1 0 0,1 0-1 0 0,-1 1 0 0 0,1-1 1 0 0,-1 0-1 0 0,1 0 1 0 0,-1 1-1 0 0,1-1 1 0 0,0 0-1 0 0,-1 0 1 0 0,1 1-1 0 0,0-1 0 0 0,-1 1 1 0 0,2-1-1 0 0,7-8 978 0 0,-7 6-1070 0 0,1 1 0 0 0,0-1 0 0 0,0 1 0 0 0,0-1-1 0 0,0 1 1 0 0,0 0 0 0 0,0 0 0 0 0,0 0-1 0 0,1 0 1 0 0,-1 1 0 0 0,1-1 0 0 0,0 1 0 0 0,-1 0-1 0 0,1 0 1 0 0,0 0 0 0 0,6 0 0 0 0,-4 1-8 0 0,-1 1 0 0 0,0-1-1 0 0,0 1 1 0 0,0 0 0 0 0,0 1 0 0 0,0-1 0 0 0,0 1 0 0 0,0 0 0 0 0,-1 0 0 0 0,1 0-1 0 0,4 4 1 0 0,5 3-12 0 0,-1 1-1 0 0,-1 1 1 0 0,0 0 0 0 0,0 1-1 0 0,-1 0 1 0 0,18 25-1 0 0,69 128 148 0 0,-65-103-23 0 0,43 56-1 0 0,-71-111-82 0 0,0 0 0 0 0,1 0-1 0 0,-1-1 1 0 0,1 0 0 0 0,1 0 0 0 0,-1-1 0 0 0,1 0 0 0 0,0 0 0 0 0,12 6-1 0 0,-15-9-24 0 0,-1-1 1 0 0,0 0-1 0 0,1 0 0 0 0,0 0 0 0 0,-1 0 0 0 0,1 0 0 0 0,0-1 1 0 0,-1 0-1 0 0,1 0 0 0 0,0 0 0 0 0,0 0 0 0 0,-1 0 0 0 0,1-1 1 0 0,0 0-1 0 0,-1 1 0 0 0,1-1 0 0 0,-1-1 0 0 0,1 1 0 0 0,-1 0 1 0 0,1-1-1 0 0,-1 0 0 0 0,0 0 0 0 0,0 0 0 0 0,4-3 0 0 0,5-5 24 0 0,-1-1 0 0 0,0 0-1 0 0,0-1 1 0 0,-1-1 0 0 0,-1 1-1 0 0,0-2 1 0 0,0 1-1 0 0,-2-1 1 0 0,11-24 0 0 0,2-13-168 0 0,18-76-1 0 0,-8 1-210 0 0,10-35-432 0 0,-36 155 532 0 0,-3 17 236 0 0,-2 21 80 0 0,-46 512 1785 0 0,43-417-1558 0 0,6 0 0 0 0,23 164 1 0 0,-22-269-464 0 0,0 0 0 0 0,2 0 0 0 0,1 0 0 0 0,0-1 0 0 0,1 0 0 0 0,18 34 0 0 0,-13-35-4323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0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135 486 12207 0 0,'-8'13'101'0'0,"2"0"0"0"0,0 0 0 0 0,0 0 0 0 0,1 1 0 0 0,1 0 0 0 0,-6 26 1 0 0,-4 90 482 0 0,12-102-556 0 0,-2 21-42 0 0,-7 80-275 0 0,8 172 0 0 0,13-349-964 0 0,16-129-233 0 0,18-161-391 0 0,-29 150 1508 0 0,14-133-254 0 0,-26 296 576 0 0,9-31-1 0 0,-10 48 91 0 0,1 0 0 0 0,0 0 0 0 0,0 1 0 0 0,0-1 0 0 0,1 1 0 0 0,0-1 0 0 0,8-9-1 0 0,-11 16-7 0 0,0-1 0 0 0,0 1-1 0 0,-1 0 1 0 0,1 0 0 0 0,0 0-1 0 0,0 0 1 0 0,0 0 0 0 0,0 0-1 0 0,1 0 1 0 0,-1 0 0 0 0,0 0-1 0 0,0 0 1 0 0,0 1 0 0 0,1-1-1 0 0,-1 0 1 0 0,0 1 0 0 0,1-1 0 0 0,-1 1-1 0 0,1 0 1 0 0,-1-1 0 0 0,0 1-1 0 0,1 0 1 0 0,-1 0 0 0 0,1 0-1 0 0,-1 0 1 0 0,1 0 0 0 0,-1 0-1 0 0,0 0 1 0 0,1 1 0 0 0,-1-1-1 0 0,1 0 1 0 0,-1 1 0 0 0,0-1-1 0 0,1 1 1 0 0,-1 0 0 0 0,0-1-1 0 0,1 1 1 0 0,-1 0 0 0 0,0 0-1 0 0,0 0 1 0 0,0 0 0 0 0,0-1-1 0 0,0 2 1 0 0,0-1 0 0 0,0 0-1 0 0,0 0 1 0 0,0 0 0 0 0,-1 0-1 0 0,2 2 1 0 0,4 7 194 0 0,-1 0 0 0 0,1 0 0 0 0,-2 0 0 0 0,7 21 0 0 0,55 237 1222 0 0,-22 7-577 0 0,-1-5 78 0 0,12-30 44 0 0,-55-240-995 0 0,6 31 118 0 0,-6-30-115 0 0,0-1 0 0 0,0 0-1 0 0,0 1 1 0 0,0-1-1 0 0,0 1 1 0 0,0-1-1 0 0,0 0 1 0 0,0 1 0 0 0,0-1-1 0 0,0 0 1 0 0,0 1-1 0 0,-1-1 1 0 0,1 0 0 0 0,0 0-1 0 0,0 1 1 0 0,0-1-1 0 0,0 0 1 0 0,-1 1-1 0 0,1-1 1 0 0,0 0 0 0 0,0 0-1 0 0,-1 1 1 0 0,1-1-1 0 0,0 0 1 0 0,0 0-1 0 0,-1 1 1 0 0,0-1 0 0 0,1 0 2 0 0,-1 0-1 0 0,0 0 1 0 0,0 0 0 0 0,0-1 0 0 0,0 1 0 0 0,0 0 0 0 0,0 0 0 0 0,1-1 0 0 0,-1 1 0 0 0,0-1 0 0 0,0 1 0 0 0,0-1 0 0 0,1 1 0 0 0,-1-1 0 0 0,0 1 0 0 0,0-2 0 0 0,-27-23-95 0 0,2-2 0 0 0,1 0 0 0 0,-37-53 1 0 0,1 1-456 0 0,51 67 416 0 0,-73-80-343 0 0,73 83 475 0 0,0-1 0 0 0,-1 2 0 0 0,0-1 0 0 0,-1 1-1 0 0,0 1 1 0 0,-21-10 0 0 0,30 15 29 0 0,0 1 0 0 0,0 0 0 0 0,0 0 1 0 0,-1 0-1 0 0,1 1 0 0 0,0-1 0 0 0,0 1 0 0 0,0-1 0 0 0,-1 1 0 0 0,1 0 0 0 0,0 0 1 0 0,-1 1-1 0 0,1-1 0 0 0,0 1 0 0 0,0-1 0 0 0,0 1 0 0 0,0 0 0 0 0,0 0 1 0 0,0 1-1 0 0,-4 1 0 0 0,3 0 2 0 0,1 0 0 0 0,-1 0 0 0 0,1 0 0 0 0,0 0 0 0 0,0 0-1 0 0,0 1 1 0 0,0-1 0 0 0,1 1 0 0 0,-1 0 0 0 0,1 0 0 0 0,0 0 0 0 0,0 0 0 0 0,-1 6 0 0 0,0-2-177 0 0,1 1 0 0 0,0-1 0 0 0,0 1 0 0 0,1-1-1 0 0,0 1 1 0 0,0 0 0 0 0,1 0 0 0 0,0 0 0 0 0,1-1 0 0 0,0 1 0 0 0,0 0 0 0 0,1-1 0 0 0,0 1-1 0 0,6 14 1 0 0,3-7-1234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1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99 9239 0 0,'-1'-11'159'0'0,"1"1"-11"0"0,0 0 1 0 0,-1 0-1 0 0,-1 0 0 0 0,-3-12 1 0 0,5 20-145 0 0,0 1 1 0 0,-1 0-1 0 0,1 0 0 0 0,0-1 1 0 0,-1 1-1 0 0,1 0 0 0 0,-1 0 1 0 0,1 0-1 0 0,-1 0 0 0 0,0 0 1 0 0,0 0-1 0 0,1 0 0 0 0,-1 0 1 0 0,0 0-1 0 0,0 0 0 0 0,0 0 1 0 0,0 0-1 0 0,0 1 1 0 0,0-1-1 0 0,0 0 0 0 0,0 1 1 0 0,0-1-1 0 0,0 1 0 0 0,-1-1 1 0 0,1 1-1 0 0,0-1 0 0 0,0 1 1 0 0,0 0-1 0 0,-1 0 0 0 0,1 0 1 0 0,0 0-1 0 0,-1-1 0 0 0,1 2 1 0 0,0-1-1 0 0,0 0 1 0 0,-1 0-1 0 0,1 0 0 0 0,0 0 1 0 0,0 1-1 0 0,0-1 0 0 0,-1 1 1 0 0,1-1-1 0 0,-1 1 0 0 0,-5 3-2 0 0,0 0-1 0 0,1 0 1 0 0,-1 1-1 0 0,1 0 0 0 0,0 0 1 0 0,1 0-1 0 0,-1 1 0 0 0,1 0 1 0 0,-5 6-1 0 0,-39 63-71 0 0,42-63 41 0 0,-124 227 101 0 0,102-176 658 0 0,-41 128 0 0 0,64-170-377 0 0,1 0 1 0 0,0 1-1 0 0,2 0 0 0 0,0 0 0 0 0,2 0 1 0 0,1 31-1 0 0,1-46-295 0 0,-1 0 0 0 0,2 0 0 0 0,-1 0 0 0 0,1 0 0 0 0,0 0 0 0 0,0 0 0 0 0,1 0 0 0 0,0 0 0 0 0,0-1 0 0 0,0 0 0 0 0,1 0 0 0 0,0 0 0 0 0,0 0 0 0 0,1 0 0 0 0,0-1 0 0 0,0 1 0 0 0,0-1 0 0 0,0-1 0 0 0,1 1 0 0 0,0-1 0 0 0,0 0 0 0 0,0 0 0 0 0,8 3 0 0 0,-4-3-35 0 0,-1-1 0 0 0,1 0 0 0 0,0 0 0 0 0,0-1 0 0 0,0 0 0 0 0,1-1 0 0 0,-1 0 0 0 0,0-1 0 0 0,0 0 0 0 0,1-1 0 0 0,-1 0 0 0 0,0 0 0 0 0,0-1 0 0 0,0 0 0 0 0,14-6 0 0 0,12-5-795 0 0,-1-3 0 0 0,60-35-1 0 0,-43 21-2688 0 0,-26 17-957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1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11519 0 0,'0'0'32'0'0,"0"0"-1"0"0,-1 0 0 0 0,1 0 0 0 0,0 0 0 0 0,-1 0 1 0 0,1 0-1 0 0,0 1 0 0 0,0-1 0 0 0,-1 0 1 0 0,1 0-1 0 0,0 0 0 0 0,0 0 0 0 0,-1 0 0 0 0,1 1 1 0 0,0-1-1 0 0,0 0 0 0 0,0 0 0 0 0,-1 0 1 0 0,1 0-1 0 0,0 1 0 0 0,0-1 0 0 0,0 0 0 0 0,0 0 1 0 0,0 1-1 0 0,-1-1 0 0 0,1 0 0 0 0,0 0 1 0 0,0 1-1 0 0,0-1 0 0 0,0 0 0 0 0,0 1 0 0 0,0-1 1 0 0,0 0-1 0 0,0 0 0 0 0,0 1 0 0 0,0-1 1 0 0,0 0-1 0 0,0 0 0 0 0,0 1 0 0 0,0-1 0 0 0,0 0 1 0 0,0 1-1 0 0,1-1 0 0 0,-1 20 75 0 0,0-17 197 0 0,4 95 1078 0 0,8 380-955 0 0,-21-60-2000 0 0,8-406 1382 0 0,1-7 58 0 0,-1 0 1 0 0,1 0-1 0 0,1 0 1 0 0,-1 0 0 0 0,1 0-1 0 0,1 8 1 0 0,2-12-378 0 0,2-8 389 0 0,3-10 284 0 0,-9 17-161 0 0,114-238 1094 0 0,-30 58-1066 0 0,-70 152-27 0 0,1 1 0 0 0,25-33 0 0 0,-30 46-12 0 0,1 2 0 0 0,0-1 0 0 0,1 2 0 0 0,1-1 0 0 0,0 2 0 0 0,14-10 0 0 0,-15 12 37 0 0,9-5-38 0 0,-1-1-1 0 0,-1 0 1 0 0,20-20 0 0 0,-33 28 83 0 0,-1 0 1 0 0,0 0-1 0 0,0 0 0 0 0,-1-1 0 0 0,0 1 0 0 0,0-1 0 0 0,0 0 0 0 0,-1-1 1 0 0,0 1-1 0 0,0-1 0 0 0,-1 1 0 0 0,0-1 0 0 0,1-13 0 0 0,-3 21-60 0 0,3-38 587 0 0,-3 35-504 0 0,0 0 1 0 0,-1 1-1 0 0,1-1 1 0 0,0 0 0 0 0,-1 0-1 0 0,0 1 1 0 0,1-1-1 0 0,-1 0 1 0 0,0 1-1 0 0,0-1 1 0 0,-2-3 0 0 0,2 6-79 0 0,1 0 0 0 0,0 0 0 0 0,-1 0 0 0 0,1 0 1 0 0,0 0-1 0 0,0 0 0 0 0,-1 0 0 0 0,1 0 0 0 0,0 0 1 0 0,0 0-1 0 0,-1 1 0 0 0,1-1 0 0 0,0 0 0 0 0,0 0 1 0 0,-1 0-1 0 0,1 0 0 0 0,0 0 0 0 0,0 0 0 0 0,0 0 0 0 0,-1 1 1 0 0,1-1-1 0 0,0 0 0 0 0,0 0 0 0 0,0 0 0 0 0,0 1 1 0 0,-1-1-1 0 0,1 0 0 0 0,0 0 0 0 0,0 0 0 0 0,0 1 1 0 0,0-1-1 0 0,0 0 0 0 0,0 0 0 0 0,-1 1 0 0 0,1-1 1 0 0,0 0-1 0 0,0 0 0 0 0,0 1 0 0 0,0-1 0 0 0,0 0 1 0 0,0 0-1 0 0,0 1 0 0 0,-5 14 561 0 0,-22 88-583 0 0,4 2-1 0 0,5 0 1 0 0,5 1 0 0 0,-1 148-1 0 0,14-248 7 0 0,0 35-95 0 0,10 79 1 0 0,-9-110-39 0 0,1 0-1 0 0,0 0 1 0 0,1 0 0 0 0,0-1-1 0 0,1 1 1 0 0,-1-1 0 0 0,2 0 0 0 0,-1 0-1 0 0,2 0 1 0 0,-1-1 0 0 0,1 1-1 0 0,0-1 1 0 0,12 12 0 0 0,1-7-5294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1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6911 0 0,'-14'64'2195'0'0,"6"28"1308"0"0,-11 198-728 0 0,18-219-2916 0 0,3 0 1 0 0,12 77-1 0 0,-8-115-210 0 0,2-7-29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2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12439 0 0,'-8'39'527'0'0,"1"-1"0"0"0,-4 60-1 0 0,8 79-558 0 0,3-112 132 0 0,-1-16-124 0 0,8 218-241 0 0,-1-245-432 0 0,-4-25-73 0 0,-2-11 468 0 0,-15-157 284 0 0,-1-55 1345 0 0,15 225-1329 0 0,1-1 0 0 0,0 1 0 0 0,0 0-1 0 0,0-1 1 0 0,0 1 0 0 0,0 0 0 0 0,0-1 0 0 0,0 1 0 0 0,0 0 0 0 0,1 0 0 0 0,-1-1 0 0 0,0 1-1 0 0,1 0 1 0 0,-1 0 0 0 0,1-1 0 0 0,0 1 0 0 0,-1 0 0 0 0,1 0 0 0 0,0 0 0 0 0,0 0-1 0 0,-1 0 1 0 0,1 0 0 0 0,0 0 0 0 0,0 0 0 0 0,2-1 0 0 0,-1 2-40 0 0,0 0-1 0 0,0 0 1 0 0,0 0 0 0 0,0 0 0 0 0,-1 0 0 0 0,1 0-1 0 0,0 1 1 0 0,0-1 0 0 0,0 1 0 0 0,0-1 0 0 0,-1 1-1 0 0,1 0 1 0 0,0 0 0 0 0,-1 0 0 0 0,1 0 0 0 0,0 0-1 0 0,1 2 1 0 0,23 17-1350 0 0,-11-10 596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2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0 351 11743 0 0,'151'267'2383'0'0,"-84"-153"-1867"0"0,-33-52-249 0 0,16 21-5 0 0,-13-25-147 0 0,-28-43-19 0 0,1-3-7 0 0,2 6-59 0 0,-6-9-20 0 0,0 0-1 0 0,1-1 1 0 0,0 0 0 0 0,1 0 0 0 0,8 8-1 0 0,-15-15-4 0 0,0 0 0 0 0,-1-1-1 0 0,1 1 1 0 0,0 0-1 0 0,-1-1 1 0 0,1 1 0 0 0,0 0-1 0 0,0-1 1 0 0,-1 1 0 0 0,1-1-1 0 0,0 1 1 0 0,0-1 0 0 0,0 1-1 0 0,0-1 1 0 0,0 0 0 0 0,0 1-1 0 0,0-1 1 0 0,0 0-1 0 0,0 0 1 0 0,0 0 0 0 0,0 0-1 0 0,0 0 1 0 0,0 0 0 0 0,0 0-1 0 0,0 0 1 0 0,0 0 0 0 0,1-1-1 0 0,-1 0 18 0 0,0 0 0 0 0,0-1 0 0 0,0 1 0 0 0,0 0 0 0 0,-1-1 0 0 0,1 1 0 0 0,0-1 0 0 0,-1 1 0 0 0,1-1 0 0 0,-1 0 0 0 0,1 1 0 0 0,-1-1 0 0 0,0 1 0 0 0,1-1 0 0 0,-1 0 0 0 0,0-1 0 0 0,5-89 642 0 0,-9-129-1 0 0,3 198-686 0 0,-22-255 23 0 0,1-4 0 0 0,21 272 0 0 0,1-44 0 0 0,0 49 0 0 0,1 1 0 0 0,-1-1 0 0 0,1 1 0 0 0,0-1 0 0 0,1 1 0 0 0,-1-1 0 0 0,1 1 0 0 0,-1 0 0 0 0,4-5 0 0 0,-5 9 0 0 0,1-1-1 0 0,-1 0 1 0 0,1 0-1 0 0,-1 1 1 0 0,1-1-1 0 0,-1 0 1 0 0,1 1-1 0 0,-1-1 1 0 0,1 1 0 0 0,0-1-1 0 0,-1 1 1 0 0,1-1-1 0 0,0 1 1 0 0,0-1-1 0 0,-1 1 1 0 0,1 0-1 0 0,0-1 1 0 0,0 1-1 0 0,0 0 1 0 0,-1 0-1 0 0,1 0 1 0 0,0-1-1 0 0,0 1 1 0 0,0 0-1 0 0,0 0 1 0 0,0 0-1 0 0,1 1-2 0 0,0-1 0 0 0,0 1-1 0 0,-1 0 1 0 0,1-1-1 0 0,-1 1 1 0 0,1 0-1 0 0,0 0 1 0 0,-1 0-1 0 0,0 0 1 0 0,1 0-1 0 0,1 3 1 0 0,4 3-93 0 0,-1 0 0 0 0,0 1 0 0 0,6 12 0 0 0,58 105-2462 0 0,-55-102 1674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3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1 182 8895 0 0,'19'-6'433'0'0,"0"0"-1"0"0,1 2 0 0 0,0 0 1 0 0,0 1-1 0 0,34 0 1 0 0,-25 1 270 0 0,-10 1-374 0 0,228-25 2551 0 0,-209 19-2537 0 0,-1-1-1 0 0,0-1 1 0 0,-1-2 0 0 0,53-24-1 0 0,-84 32-323 0 0,0 0 0 0 0,-1 1 1 0 0,1-1-1 0 0,-1-1 0 0 0,6-4 0 0 0,-9 7-17 0 0,-1 1 0 0 0,1-1 0 0 0,-1 1-1 0 0,1-1 1 0 0,-1 0 0 0 0,1 1 0 0 0,-1-1 0 0 0,0 0 0 0 0,1 1-1 0 0,-1-1 1 0 0,0 0 0 0 0,1 0 0 0 0,-1 1 0 0 0,0-1 0 0 0,0 0-1 0 0,0 0 1 0 0,0 1 0 0 0,0-1 0 0 0,0-1 0 0 0,0 1 0 0 0,0 1 1 0 0,-1-1 0 0 0,1 0-1 0 0,-1 0 1 0 0,1 1 0 0 0,-1-1-1 0 0,1 0 1 0 0,-1 1-1 0 0,1-1 1 0 0,-1 0 0 0 0,0 1-1 0 0,1-1 1 0 0,-1 1 0 0 0,0-1-1 0 0,0 1 1 0 0,1 0-1 0 0,-1-1 1 0 0,0 1 0 0 0,0 0-1 0 0,0-1 1 0 0,1 1 0 0 0,-2 0-1 0 0,-7-2-65 0 0,0 0 0 0 0,0 1 0 0 0,0 0-1 0 0,0 0 1 0 0,0 1 0 0 0,0 0 0 0 0,-1 1 0 0 0,1 0 0 0 0,0 0-1 0 0,0 1 1 0 0,1 1 0 0 0,-1-1 0 0 0,-15 8 0 0 0,4-2-145 0 0,0 2 1 0 0,1 1 0 0 0,1 0-1 0 0,-31 24 1 0 0,32-20 185 0 0,1 1 0 0 0,0 1 0 0 0,1 0 1 0 0,1 1-1 0 0,1 0 0 0 0,1 1 0 0 0,0 1 0 0 0,1 0 1 0 0,-13 36-1 0 0,13-26 49 0 0,1 2-1 0 0,1-1 1 0 0,2 1 0 0 0,2 0 0 0 0,1 1-1 0 0,-1 36 1 0 0,6-44 12 0 0,0 1-1 0 0,2-1 1 0 0,0 0-1 0 0,2 0 0 0 0,1-1 1 0 0,16 44-1 0 0,-15-50 89 0 0,0-1 0 0 0,2 0-1 0 0,0 0 1 0 0,1-1 0 0 0,1 0-1 0 0,1-1 1 0 0,0 0 0 0 0,0-1 0 0 0,25 21-1 0 0,-26-27 15 0 0,1 0-1 0 0,1 0 0 0 0,-1-1 1 0 0,1-1-1 0 0,0 0 0 0 0,1 0 1 0 0,-1-2-1 0 0,1 0 0 0 0,0 0 1 0 0,0-1-1 0 0,1-1 0 0 0,-1 0 1 0 0,0-1-1 0 0,1-1 0 0 0,22-2 1 0 0,-36 2-152 0 0,-1 0 0 0 0,1 0 0 0 0,0 0 1 0 0,0 0-1 0 0,-1 0 0 0 0,1 0 1 0 0,0-1-1 0 0,0 1 0 0 0,-1 0 0 0 0,1 0 1 0 0,0-1-1 0 0,0 1 0 0 0,-1-1 0 0 0,1 1 1 0 0,-1-1-1 0 0,1 1 0 0 0,0-1 1 0 0,-1 1-1 0 0,1-1 0 0 0,0-1 0 0 0,-1 2-216 0 0,0-1 0 0 0,0 1-1 0 0,0-1 1 0 0,0 0-1 0 0,0 1 1 0 0,0-1-1 0 0,0 0 1 0 0,0 1-1 0 0,0-1 1 0 0,0 1 0 0 0,0-1-1 0 0,0 0 1 0 0,-1 1-1 0 0,1-1 1 0 0,0 1-1 0 0,0-1 1 0 0,-1 1-1 0 0,1-1 1 0 0,-4-3-1365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16351 0 0,'16'-7'1456'0'0,"0"-1"-1168"0"0,-1 3-224 0 0,-4 4-64 0 0,0-2 160 0 0,5-1 16 0 0,9-3 8 0 0,19-2 0 0 0,12-5-96 0 0,9 2-24 0 0,2 1 0 0 0,-5 6-5144 0 0,-8 2-1032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7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0 11975 0 0,'-6'7'127'0'0,"-1"0"-1"0"0,2 0 0 0 0,-1 1 1 0 0,1 0-1 0 0,0 0 0 0 0,0 0 1 0 0,1 0-1 0 0,0 1 0 0 0,1 0 1 0 0,0 0-1 0 0,-2 11 1 0 0,0 9 10 0 0,1 0 1 0 0,1 40 0 0 0,1-28 136 0 0,-16 479 178 0 0,54 560 0 0 0,-33-1059-426 0 0,1 29 47 0 0,-4-48-72 0 0,0 1-1 0 0,0 0 1 0 0,0 0-1 0 0,0-1 1 0 0,-1 1-1 0 0,0 0 1 0 0,1-1 0 0 0,-1 1-1 0 0,0 0 1 0 0,0-1-1 0 0,0 1 1 0 0,0-1-1 0 0,-3 4 1 0 0,3-5-23 0 0,1-1 0 0 0,-1 1 0 0 0,0 0 0 0 0,1-1 1 0 0,-1 1-1 0 0,0-1 0 0 0,0 1 0 0 0,1-1 0 0 0,-1 1 0 0 0,0-1 0 0 0,0 1 0 0 0,0-1 1 0 0,0 0-1 0 0,0 0 0 0 0,0 1 0 0 0,1-1 0 0 0,-1 0 0 0 0,0 0 0 0 0,0 0 0 0 0,0 0 0 0 0,0 0 1 0 0,0 0-1 0 0,0 0 0 0 0,0 0 0 0 0,0-1 0 0 0,0 1 0 0 0,0 0 0 0 0,0-1 0 0 0,1 1 1 0 0,-3-1-1 0 0,1 0-128 0 0,-1-1 0 0 0,1 0 0 0 0,0 1 1 0 0,-1-1-1 0 0,1 0 0 0 0,0 0 0 0 0,0 0 1 0 0,0 0-1 0 0,-1-3 0 0 0,-4-4-425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23 371 7367 0 0,'-8'-4'424'0'0,"-6"-5"-127"0"0,14 5 305 0 0,10 0 817 0 0,158-32 649 0 0,-69 16-2190 0 0,287-44 236 0 0,-243 44 30 0 0,1108-130 1347 0 0,10 91 46 0 0,-239 73 658 0 0,-367-2-1321 0 0,26-32-546 0 0,-591 18-311 0 0,-85 2-210 0 0,4 1-94 0 0,30 4-1178 0 0,-21-2-4602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 15319 0 0,'0'-11'737'0'0,"0"-3"320"0"0,2 15-396 0 0,1 8 148 0 0,6 18-25 0 0,3 30-714 0 0,29 238-60 0 0,8 650 560 0 0,-11-145 428 0 0,22-249-192 0 0,-46-412-1149 0 0,-13-137 299 0 0,-1 1-1 0 0,1 0 1 0 0,-1 0-1 0 0,0 0 1 0 0,0 0 0 0 0,0 0-1 0 0,-1-1 1 0 0,1 1 0 0 0,-1 0-1 0 0,0 3 1 0 0,-1 1-147 0 0,2-6 106 0 0,0-1 1 0 0,-1 1-1 0 0,1 0 0 0 0,0 0 1 0 0,0 0-1 0 0,0 0 0 0 0,-1 0 0 0 0,1-1 1 0 0,0 1-1 0 0,-1 0 0 0 0,1 0 1 0 0,0 0-1 0 0,-1-1 0 0 0,1 1 0 0 0,-1 0 1 0 0,0 0-1 0 0,1-1 0 0 0,-1 1 1 0 0,1-1-1 0 0,-1 1 0 0 0,0 0 0 0 0,0-1 1 0 0,1 1-1 0 0,-2-1 0 0 0,0 1-283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8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89 477 16271 0 0,'-33'3'807'0'0,"25"-3"-612"0"0,0 1 1 0 0,0 0-1 0 0,0 0 1 0 0,-16 5-1 0 0,25-5-288 0 0,8 1 26 0 0,12-2-21 0 0,56-8-40 0 0,129-32 1 0 0,-106 18 162 0 0,1132-176 1926 0 0,12 82-294 0 0,1031 9 250 0 0,-1156 117-1986 0 0,-916 7-1758 0 0,-80-5-3184 0 0,-111-11 3009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39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0 13159 0 0,'-6'3'88'0'0,"0"0"-1"0"0,1 0 0 0 0,-1 0 0 0 0,1 1 0 0 0,-1 0 1 0 0,1 0-1 0 0,0 0 0 0 0,0 0 0 0 0,1 1 0 0 0,0 0 1 0 0,-1 0-1 0 0,2 0 0 0 0,-1 1 0 0 0,-3 6 0 0 0,-3 6-204 0 0,2 0 0 0 0,0 0 0 0 0,-8 28 0 0 0,5-4 72 0 0,1 0-1 0 0,3 1 0 0 0,-3 62 1 0 0,7 134-95 0 0,4-220 126 0 0,11 324-49 0 0,-5-274 35 0 0,2 1 0 0 0,36 129-1 0 0,-5-91-259 0 0,-29-88-5 0 0,30 37-10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62 8063 0 0,'-3'-4'151'0'0,"0"0"0"0"0,0 0 0 0 0,0 0 0 0 0,-1 0 1 0 0,1 1-1 0 0,-1-1 0 0 0,0 1 0 0 0,0 0 0 0 0,0 0 0 0 0,0 0 0 0 0,-1 1 0 0 0,1 0 0 0 0,-1 0 0 0 0,1 0 0 0 0,-1 0 0 0 0,0 1 0 0 0,-7-2 0 0 0,-1 0-42 0 0,0 1 1 0 0,0 0 0 0 0,0 1-1 0 0,0 1 1 0 0,-20 1-1 0 0,17 1-118 0 0,0 1 0 0 0,-1 1 0 0 0,1 0-1 0 0,0 1 1 0 0,-28 14 0 0 0,-73 47-146 0 0,55-30 267 0 0,37-23-27 0 0,-28 18 586 0 0,48-28-520 0 0,0 0 0 0 0,1 1 0 0 0,0-1 0 0 0,-1 1 0 0 0,2 0 0 0 0,-1 1-1 0 0,0-1 1 0 0,-3 6 0 0 0,7-9-120 0 0,-1 0-1 0 0,1 0 0 0 0,0 0 1 0 0,0 1-1 0 0,0-1 0 0 0,0 0 1 0 0,-1 0-1 0 0,1 0 0 0 0,1 0 1 0 0,-1 0-1 0 0,0 0 0 0 0,0 0 1 0 0,0 1-1 0 0,0-1 0 0 0,1 0 1 0 0,-1 0-1 0 0,1 0 0 0 0,-1 0 1 0 0,1 0-1 0 0,-1 0 0 0 0,1 0 1 0 0,-1 0-1 0 0,1 0 0 0 0,0 0 1 0 0,0-1-1 0 0,-1 1 0 0 0,1 0 1 0 0,0 0-1 0 0,0-1 0 0 0,0 1 1 0 0,0 0-1 0 0,0-1 0 0 0,1 1 1 0 0,43 24-66 0 0,-32-19 70 0 0,71 44-115 0 0,-43-20 68 0 0,-21-13-3 0 0,73 64-30 0 0,-75-64 45 0 0,43 38 0 0 0,98 119 0 0 0,-156-170 6 0 0,6 7 226 0 0,-1 0-1 0 0,0 1 1 0 0,-1 0-1 0 0,9 20 0 0 0,-14-29-182 0 0,-1 0-1 0 0,0 0 0 0 0,0 0 0 0 0,-1 0 1 0 0,1 0-1 0 0,-1 0 0 0 0,0 0 0 0 0,1 0 1 0 0,-1 0-1 0 0,0 1 0 0 0,-1-1 0 0 0,1 0 0 0 0,-1 0 1 0 0,1 0-1 0 0,-1 0 0 0 0,0 0 0 0 0,0 0 1 0 0,0 0-1 0 0,-1 0 0 0 0,1-1 0 0 0,0 1 0 0 0,-1 0 1 0 0,0-1-1 0 0,0 1 0 0 0,0-1 0 0 0,-2 3 1 0 0,-3 1 189 0 0,0 0 1 0 0,0 0-1 0 0,0 0 0 0 0,0-1 1 0 0,-1 0-1 0 0,0-1 1 0 0,0 0-1 0 0,0 0 1 0 0,0-1-1 0 0,-1 0 1 0 0,0 0-1 0 0,-12 2 1 0 0,1-3 76 0 0,1 0 1 0 0,-1-2 0 0 0,0 0-1 0 0,-31-4 1 0 0,13 2-197 0 0,46 1-931 0 0,-1-1 0 0 0,0 0 0 0 0,0 0 0 0 0,0-1 0 0 0,0 0 0 0 0,8-4 0 0 0,11-5-1112 0 0,-10 5 196 0 0,1 0-2855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125 377 13215 0 0,'7'-3'944'0'0,"8"-4"-624"0"0,0-1 0 0 0,0-1 0 0 0,17-13 0 0 0,-23 14-266 0 0,1-1-1 0 0,-2-1 0 0 0,1 0 1 0 0,-2 0-1 0 0,1 0 0 0 0,-1-1 1 0 0,-1 0-1 0 0,0 0 0 0 0,0-1 1 0 0,-1 0-1 0 0,-1 0 1 0 0,4-13-1 0 0,-7 19-43 0 0,0 0 1 0 0,1 0-1 0 0,-2-1 0 0 0,1 1 1 0 0,-1 0-1 0 0,0 0 0 0 0,0-1 1 0 0,-1 1-1 0 0,0 0 0 0 0,0 0 1 0 0,0 0-1 0 0,-1 0 1 0 0,0 0-1 0 0,0 0 0 0 0,0 0 1 0 0,-1 0-1 0 0,0 1 0 0 0,0-1 1 0 0,0 1-1 0 0,-1 0 0 0 0,0 0 1 0 0,0 0-1 0 0,0 1 1 0 0,-1-1-1 0 0,1 1 0 0 0,-9-6 1 0 0,10 8-27 0 0,-1-1 1 0 0,0 1-1 0 0,-1 0 1 0 0,1 0-1 0 0,0 1 1 0 0,0-1-1 0 0,-1 1 1 0 0,1 0-1 0 0,-1 0 1 0 0,1 0-1 0 0,-1 1 1 0 0,1-1-1 0 0,-1 1 1 0 0,0 0-1 0 0,1 1 1 0 0,-1-1-1 0 0,1 1 1 0 0,-1 0-1 0 0,1 0 0 0 0,-1 0 1 0 0,1 1-1 0 0,0-1 1 0 0,-1 1-1 0 0,1 0 1 0 0,0 0-1 0 0,0 1 1 0 0,-5 3-1 0 0,1 1-64 0 0,-1-1 0 0 0,1 2 0 0 0,0-1-1 0 0,0 1 1 0 0,1 0 0 0 0,0 1-1 0 0,1 0 1 0 0,0 0 0 0 0,0 0 0 0 0,-6 15-1 0 0,5-5 80 0 0,1-1-1 0 0,0 2 1 0 0,2-1-1 0 0,0 1 1 0 0,1-1-1 0 0,1 1 1 0 0,1 0-1 0 0,1 22 1 0 0,1-24 81 0 0,1-1 1 0 0,0 1-1 0 0,2 0 1 0 0,-1-1 0 0 0,2 0-1 0 0,1 0 1 0 0,0 0-1 0 0,1-1 1 0 0,11 20-1 0 0,-14-29-44 0 0,1-1 0 0 0,-1 1 0 0 0,1-1-1 0 0,0 0 1 0 0,0-1 0 0 0,1 1 0 0 0,0-1-1 0 0,0 0 1 0 0,0 0 0 0 0,1-1-1 0 0,-1 0 1 0 0,1 0 0 0 0,0-1 0 0 0,0 0-1 0 0,1 0 1 0 0,-1 0 0 0 0,15 2 0 0 0,-14-4-51 0 0,1 0 0 0 0,-1-1 0 0 0,1 0 0 0 0,-1 0 0 0 0,0-1 0 0 0,1 0 0 0 0,-1 0 0 0 0,1-1-1 0 0,-1-1 1 0 0,0 1 0 0 0,0-1 0 0 0,0 0 0 0 0,-1-1 0 0 0,1 0 0 0 0,-1 0 0 0 0,8-6 0 0 0,-6 3-271 0 0,0 0-1 0 0,-1-1 1 0 0,11-12-1 0 0,6-12-4151 0 0,-11 10-174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3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133 465 9671 0 0,'-2'1'192'0'0,"-1"1"0"0"0,1 0 0 0 0,0-1 0 0 0,0 1-1 0 0,0-1 1 0 0,-1 0 0 0 0,1 1 0 0 0,-1-1 0 0 0,1 0 0 0 0,-1-1-1 0 0,0 1 1 0 0,1 0 0 0 0,-1-1 0 0 0,0 1 0 0 0,1-1 0 0 0,-1 0-1 0 0,0 0 1 0 0,1 0 0 0 0,-1 0 0 0 0,0-1 0 0 0,1 1-1 0 0,-1-1 1 0 0,0 1 0 0 0,1-1 0 0 0,-4-1 0 0 0,3 0-113 0 0,0 0-1 0 0,0 0 1 0 0,0 0 0 0 0,0 0 0 0 0,0-1 0 0 0,0 1 0 0 0,0-1-1 0 0,1 0 1 0 0,-1 0 0 0 0,1 0 0 0 0,0 0 0 0 0,0 0 0 0 0,0 0 0 0 0,0-1-1 0 0,1 1 1 0 0,-1 0 0 0 0,-1-7 0 0 0,-2-10-186 0 0,1-1 1 0 0,0 0-1 0 0,-1-38 1 0 0,5 46 55 0 0,0 0 1 0 0,1 0-1 0 0,1 0 0 0 0,0 0 1 0 0,0 0-1 0 0,1 1 1 0 0,7-18-1 0 0,-6 21 56 0 0,1 1-1 0 0,1-1 1 0 0,-1 1-1 0 0,1 0 0 0 0,1 1 1 0 0,-1-1-1 0 0,1 1 1 0 0,1 1-1 0 0,-1-1 1 0 0,1 1-1 0 0,12-7 1 0 0,13-6-29 0 0,54-24 1 0 0,-83 41 15 0 0,18-8-1183 0 0,-3 1-3873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11 311 3679 0 0,'-1'2'-190'0'0,"-6"25"1538"0"0,6-21 668 0 0,0 0 1 0 0,1 1-1 0 0,0-1 0 0 0,0 11 0 0 0,4 16-1681 0 0,0 0-1 0 0,2 0 1 0 0,19 58-1 0 0,-18-71-337 0 0,1 0 0 0 0,0-1 0 0 0,2 0 0 0 0,0 0 0 0 0,1-1 0 0 0,1 0-1 0 0,17 18 1 0 0,-13-20-25 0 0,-13-13-112 0 0,9 2-28 0 0,40 12 0 0 0,-50-16 155 0 0,0-1 0 0 0,-1 1 0 0 0,1-1 0 0 0,0 0 0 0 0,0 0 0 0 0,0 0-1 0 0,0 0 1 0 0,0 0 0 0 0,0 0 0 0 0,-1 0 0 0 0,1-1 0 0 0,0 1 0 0 0,0 0 0 0 0,0-1 0 0 0,-1 0-1 0 0,1 1 1 0 0,0-1 0 0 0,0 0 0 0 0,-1 0 0 0 0,1 0 0 0 0,-1 0 0 0 0,1 0 0 0 0,-1-1 0 0 0,3-1-1 0 0,-1-1-12 0 0,0 0 0 0 0,0-1 0 0 0,-1 1 0 0 0,1-1 0 0 0,-1 1 0 0 0,2-7 0 0 0,-2 6 7 0 0,5-13 84 0 0,-2-1 1 0 0,0-1-1 0 0,-1 1 0 0 0,3-35 1 0 0,-3-80 604 0 0,-5 82-427 0 0,-1 29-78 0 0,2-1 0 0 0,0 0 0 0 0,2 1 0 0 0,7-38 0 0 0,-9 60-168 0 0,0 0 0 0 0,1 1 0 0 0,-1-1 0 0 0,0 0 0 0 0,0 0-1 0 0,0 1 1 0 0,1-1 0 0 0,-1 0 0 0 0,0 1 0 0 0,1-1 0 0 0,-1 1 0 0 0,1-1 0 0 0,-1 0-1 0 0,1 1 1 0 0,-1-1 0 0 0,1 1 0 0 0,-1-1 0 0 0,1 1 0 0 0,-1-1 0 0 0,1 1 0 0 0,0 0-1 0 0,-1-1 1 0 0,1 1 0 0 0,0 0 0 0 0,-1-1 0 0 0,1 1 0 0 0,1 0 0 0 0,-1 0-53 0 0,0 0 1 0 0,1 0 0 0 0,-1 0 0 0 0,0 0 0 0 0,1 1-1 0 0,-1-1 1 0 0,0 1 0 0 0,1-1 0 0 0,-1 1-1 0 0,0-1 1 0 0,0 1 0 0 0,0 0 0 0 0,2 1 0 0 0,5 4-453 0 0,0 1 1 0 0,-1 0 0 0 0,8 10-1 0 0,-12-13 254 0 0,0 0 135 0 0,19 20-1604 0 0,33 30 0 0 0,-46-47 1513 0 0,0 0 0 0 0,1 0 0 0 0,0-1 0 0 0,0 0 0 0 0,0-1 0 0 0,1 0 0 0 0,14 5 0 0 0,-12-6 532 0 0,1 0 0 0 0,-1-1 0 0 0,16 2 0 0 0,-24-5-102 0 0,1 0 0 0 0,-1 0-1 0 0,0 0 1 0 0,1-1 0 0 0,-1 1 0 0 0,0-1-1 0 0,0-1 1 0 0,1 1 0 0 0,-1-1 0 0 0,0 0 0 0 0,6-3-1 0 0,2-3 105 0 0,0 0-1 0 0,-1-1 1 0 0,1 0-1 0 0,-2-1 1 0 0,0 0-1 0 0,0-1 1 0 0,-1-1-1 0 0,0 1 1 0 0,-1-2-1 0 0,0 1 0 0 0,9-18 1 0 0,-9 12-196 0 0,-1 0-1 0 0,0 0 1 0 0,-1-1 0 0 0,-1 0-1 0 0,-1 0 1 0 0,0-1 0 0 0,-2 0-1 0 0,2-23 1 0 0,-4 36-105 0 0,-1 0 1 0 0,0 0 0 0 0,0 0-1 0 0,-1 0 1 0 0,0 0 0 0 0,0 0-1 0 0,-3-8 1 0 0,4 14-31 0 0,-1-1 1 0 0,0 0-1 0 0,1 1 1 0 0,-1 0-1 0 0,0-1 1 0 0,0 1-1 0 0,0 0 0 0 0,0-1 1 0 0,0 1-1 0 0,-1 0 1 0 0,1 0-1 0 0,0 0 1 0 0,0 0-1 0 0,-1 0 1 0 0,1 0-1 0 0,0 0 1 0 0,-1 0-1 0 0,1 1 0 0 0,-1-1 1 0 0,0 1-1 0 0,1-1 1 0 0,-1 1-1 0 0,1-1 1 0 0,-1 1-1 0 0,0 0 1 0 0,1 0-1 0 0,-1 0 1 0 0,0 0-1 0 0,1 0 1 0 0,-1 0-1 0 0,1 0 0 0 0,-1 0 1 0 0,0 1-1 0 0,-2 0 1 0 0,-6 2-101 0 0,0 1 0 0 0,0 0 0 0 0,1 0 0 0 0,-1 1 0 0 0,1 0 0 0 0,1 0-1 0 0,-1 1 1 0 0,1 1 0 0 0,0-1 0 0 0,-12 14 0 0 0,4-4-82 0 0,1 1 0 0 0,1 1-1 0 0,-22 37 1 0 0,23-30 181 0 0,0 1 0 0 0,2 0-1 0 0,-15 49 1 0 0,22-61 118 0 0,1 0 1 0 0,0 0-1 0 0,1 0 1 0 0,1 1 0 0 0,0-1-1 0 0,1 0 1 0 0,0 1-1 0 0,2-1 1 0 0,3 21-1 0 0,-2-25 8 0 0,1-1 0 0 0,0 1 0 0 0,1-1 1 0 0,0 0-1 0 0,0-1 0 0 0,1 1 0 0 0,0-1 0 0 0,11 13 0 0 0,-13-18 91 0 0,9 6-19 0 0,41 26-81 0 0,-40-26-40 0 0,2-7-5 0 0,51 9-76 0 0,-65-10-18 0 0,0-1 0 0 0,0 1 0 0 0,0-1-1 0 0,1 0 1 0 0,-1 0 0 0 0,0 0 0 0 0,0 0 0 0 0,0 0 0 0 0,1 0-1 0 0,3-2 1 0 0,44-10-446 0 0,-14-4-32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4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93 777 11055 0 0,'1'25'7596'0'0,"-3"-37"-7286"0"0,-80-324 544 0 0,79 321-787 0 0,0 1 0 0 0,1 0 0 0 0,1 0 0 0 0,0-1 0 0 0,2-14 0 0 0,-1 23-26 0 0,1 0 1 0 0,0 0-1 0 0,1 0 1 0 0,-1 1-1 0 0,1-1 1 0 0,0 0-1 0 0,1 1 1 0 0,-1-1-1 0 0,1 1 1 0 0,0 0-1 0 0,1 0 1 0 0,-1 0-1 0 0,1 0 1 0 0,7-7-1 0 0,9-5 19 0 0,0 0 0 0 0,1 1 0 0 0,39-21 0 0 0,74-32-315 0 0,-127 66 246 0 0,145-65-920 0 0,-69 31 386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13215 0 0,'12'-3'726'0'0,"0"1"0"0"0,21-2-1 0 0,-33 4-718 0 0,266-16 871 0 0,-127 8 254 0 0,-82 5-467 0 0,162-7 792 0 0,-160 10-1315 0 0,100 13 0 0 0,-131-7-137 0 0,32 10 1 0 0,24 6-58 0 0,-74-21-271 0 0,0 1 0 0 0,0-1 0 0 0,0-1 0 0 0,0 0 0 0 0,0-1 0 0 0,15-2 0 0 0,-2-3-799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8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530 289 5527 0 0,'-15'-12'832'0'0,"-1"2"0"0"0,0 0 0 0 0,-1 0 0 0 0,0 2 0 0 0,-19-8 0 0 0,30 14-802 0 0,-1 1-1 0 0,1-1 0 0 0,-1 1 0 0 0,1 0 0 0 0,-1 0 0 0 0,0 1 0 0 0,1 0 0 0 0,-1 0 0 0 0,1 1 0 0 0,-1 0 0 0 0,1 0 0 0 0,-1 0 0 0 0,1 1 0 0 0,-1 0 0 0 0,1 0 0 0 0,0 0 0 0 0,0 1 0 0 0,-7 4 0 0 0,-1 3-43 0 0,0 0 0 0 0,0 1-1 0 0,1 0 1 0 0,0 1 0 0 0,1 1-1 0 0,1 0 1 0 0,0 1 0 0 0,0 0-1 0 0,2 0 1 0 0,0 1 0 0 0,0 0-1 0 0,-12 32 1 0 0,9-14 121 0 0,2 0 0 0 0,1 0 0 0 0,1 1 0 0 0,2 0 0 0 0,-3 55 0 0 0,8-63 155 0 0,2 1-1 0 0,0-1 1 0 0,2 0 0 0 0,0 0-1 0 0,15 50 1 0 0,-14-63-134 0 0,0 0-1 0 0,1 0 1 0 0,1 0 0 0 0,0-1 0 0 0,0 0-1 0 0,2-1 1 0 0,-1 1 0 0 0,1-1 0 0 0,1-1 0 0 0,0 1-1 0 0,1-2 1 0 0,18 17 0 0 0,-23-23 81 0 0,12 3-9 0 0,52 16-32 0 0,-67-21-150 0 0,1 0 0 0 0,-1 0-1 0 0,1 0 1 0 0,0-1-1 0 0,-1 1 1 0 0,1-1 0 0 0,0 0-1 0 0,5 1 1 0 0,6-1 34 0 0,0-1 0 0 0,0 0 0 0 0,0 0 0 0 0,1-1 1 0 0,-1-1-1 0 0,-1-1 0 0 0,1 0 0 0 0,0 0 0 0 0,24-14 0 0 0,-14 2 34 0 0,-2-1 0 0 0,0-1 0 0 0,-1-1 0 0 0,-1-1 0 0 0,0-1 1 0 0,-2-1-1 0 0,-1 0 0 0 0,0-1 0 0 0,-2-1 0 0 0,0-1 0 0 0,-2 0 0 0 0,-1-1 0 0 0,-1 0 0 0 0,11-42 0 0 0,-13 38 13 0 0,-2 0 1 0 0,-1-1-1 0 0,-2 0 1 0 0,-1 0-1 0 0,-1 0 1 0 0,-2-1-1 0 0,-1 1 1 0 0,-1 0-1 0 0,-2 0 1 0 0,-1 0-1 0 0,-1 0 1 0 0,-21-59-1 0 0,20 75-85 0 0,0 0 0 0 0,-1 1 0 0 0,0 0 0 0 0,-1 0-1 0 0,-1 1 1 0 0,0 0 0 0 0,-1 0 0 0 0,0 1 0 0 0,-1 1-1 0 0,0 0 1 0 0,-1 1 0 0 0,0 0 0 0 0,-28-16 0 0 0,28 20-35 0 0,1 0 1 0 0,-1 0 0 0 0,0 2-1 0 0,0-1 1 0 0,0 2 0 0 0,-1 0 0 0 0,0 0-1 0 0,1 1 1 0 0,-1 1 0 0 0,0 0-1 0 0,0 1 1 0 0,0 1 0 0 0,1 0-1 0 0,-1 1 1 0 0,0 0 0 0 0,-25 8-1 0 0,19-2-78 0 0,1 1 0 0 0,0 0-1 0 0,1 1 1 0 0,0 1-1 0 0,0 1 1 0 0,1 0 0 0 0,1 2-1 0 0,0 0 1 0 0,-16 18 0 0 0,18-17-185 0 0,2 0 1 0 0,-1 1 0 0 0,2 1-1 0 0,0 0 1 0 0,1 0 0 0 0,1 1 0 0 0,1 0-1 0 0,0 1 1 0 0,-9 34 0 0 0,6 12-707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6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1 2471 0 0,'-14'47'202'0'0,"8"-27"-92"0"0,0 0-1 0 0,-1 0 1 0 0,-15 30-1 0 0,21-49-88 0 0,0 1 0 0 0,0-1 0 0 0,0 1 0 0 0,0-1 0 0 0,0 0 0 0 0,0 0-1 0 0,0 1 1 0 0,0-1 0 0 0,0 0 0 0 0,-3 1 0 0 0,4-1-3 0 0,0-1 0 0 0,-1 0 0 0 0,1 0 1 0 0,-1 0-1 0 0,1 0 0 0 0,0 0 0 0 0,-1 0 0 0 0,1 0 1 0 0,-1 0-1 0 0,1 0 0 0 0,0 0 0 0 0,-1 0 1 0 0,1 0-1 0 0,0 0 0 0 0,-1 0 0 0 0,1 0 0 0 0,-1 0 1 0 0,1 0-1 0 0,0 0 0 0 0,-1-1 0 0 0,1 1 1 0 0,0 0-1 0 0,-1 0 0 0 0,1 0 0 0 0,0-1 0 0 0,-1 1 1 0 0,1-1-1 0 0,-3-2 78 0 0,1 0-1 0 0,0 0 1 0 0,0 0 0 0 0,1-1-1 0 0,-1 1 1 0 0,1-1 0 0 0,-2-3-1 0 0,-2-6-261 0 0,5 10 153 0 0,-1 1-1 0 0,0 0 0 0 0,0 0 1 0 0,0-1-1 0 0,-1 1 1 0 0,1 0-1 0 0,0 0 0 0 0,-1 0 1 0 0,0 1-1 0 0,1-1 1 0 0,-1 0-1 0 0,0 0 1 0 0,0 1-1 0 0,0-1 0 0 0,0 1 1 0 0,0 0-1 0 0,0-1 1 0 0,-4 0-1 0 0,2 1 152 0 0,-1 0 0 0 0,1 1 0 0 0,-1 0 0 0 0,0 0 0 0 0,1 0 0 0 0,-1 0 1 0 0,1 1-1 0 0,-1 0 0 0 0,-5 1 0 0 0,-7 1 299 0 0,-1 0 0 0 0,0-1 0 0 0,0-1 0 0 0,0-1 0 0 0,0-1 0 0 0,0 0 0 0 0,0-1 1 0 0,1-1-1 0 0,-1-1 0 0 0,1 0 0 0 0,-24-10 0 0 0,31 10-338 0 0,-39-11 406 0 0,47 14-495 0 0,0 1 0 0 0,-1-1-1 0 0,1 1 1 0 0,0 0 0 0 0,-1-1 0 0 0,1 1 0 0 0,0 0 0 0 0,-1 1 0 0 0,1-1-1 0 0,0 0 1 0 0,-1 1 0 0 0,1-1 0 0 0,0 1 0 0 0,0 0 0 0 0,-1 0 0 0 0,1 0-1 0 0,-3 1 1 0 0,5-1-54 0 0,-1 0-1 0 0,0 0 1 0 0,1 0-1 0 0,-1 1 1 0 0,0-1-1 0 0,1 0 1 0 0,-1 0-1 0 0,1 0 1 0 0,0 1-1 0 0,-1-1 1 0 0,1 0-1 0 0,0 0 1 0 0,0 1-1 0 0,0-1 1 0 0,0 0 0 0 0,0 0-1 0 0,0 1 1 0 0,0-1-1 0 0,0 0 1 0 0,1 0-1 0 0,-1 1 1 0 0,0-1-1 0 0,1 0 1 0 0,-1 0-1 0 0,1 0 1 0 0,-1 0-1 0 0,1 1 1 0 0,0-1-1 0 0,1 1 1 0 0,6 15-3678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735 39 919 0 0,'-10'-7'4558'0'0,"10"6"-4273"0"0,-1 1 0 0 0,1-1 0 0 0,0 0 0 0 0,0 1-1 0 0,-1-1 1 0 0,1 0 0 0 0,0 0 0 0 0,0 1 0 0 0,0-1 0 0 0,0 0 0 0 0,0 0-1 0 0,-1 1 1 0 0,2-1 0 0 0,-1 0 0 0 0,0 0 0 0 0,0 0 0 0 0,0 1-1 0 0,0-2 1 0 0,1-8 1348 0 0,-1 10-1583 0 0,-1-1 0 0 0,1 1-1 0 0,-1-1 1 0 0,1 1 0 0 0,-1-1 0 0 0,1 1-1 0 0,-1-1 1 0 0,1 1 0 0 0,-1 0 0 0 0,1-1 0 0 0,-1 1-1 0 0,0 0 1 0 0,1 0 0 0 0,-1-1 0 0 0,1 1 0 0 0,-1 0-1 0 0,0 0 1 0 0,1 0 0 0 0,-1 0 0 0 0,0 0-1 0 0,1 0 1 0 0,-1 0 0 0 0,0 0 0 0 0,1 0 0 0 0,-1 0-1 0 0,-1 0 1 0 0,-19 1 306 0 0,-11 6-291 0 0,1 0-1 0 0,0 3 1 0 0,-42 17-1 0 0,-16 5 15 0 0,9-11 49 0 0,-2-4 0 0 0,-131 11 0 0 0,203-27-91 0 0,6-1-41 0 0,1 0-1 0 0,0 0 1 0 0,0 0-1 0 0,-1 1 1 0 0,1-1-1 0 0,0 1 1 0 0,0 0-1 0 0,0 0 0 0 0,0 0 1 0 0,0 0-1 0 0,-5 3 1 0 0,8-4-25 0 0,0 1 0 0 0,-1-1-1 0 0,1 0 1 0 0,0 0 0 0 0,0 0 0 0 0,0 0 0 0 0,0 0 0 0 0,0 0 0 0 0,0 0-1 0 0,0 0 1 0 0,0 0 0 0 0,0 0 0 0 0,0 0 0 0 0,0 1 0 0 0,0-1-1 0 0,0 0 1 0 0,0 0 0 0 0,0 0 0 0 0,0 0 0 0 0,0 0 0 0 0,0 0 0 0 0,0 0-1 0 0,0 0 1 0 0,0 1 0 0 0,0-1 0 0 0,0 0 0 0 0,0 0 0 0 0,0 0-1 0 0,0 0 1 0 0,0 0 0 0 0,0 0 0 0 0,0 0 0 0 0,0 0 0 0 0,0 0 0 0 0,0 1-1 0 0,0-1 1 0 0,0 0 0 0 0,0 0 0 0 0,1 0 0 0 0,-1 0 0 0 0,0 0-1 0 0,0 0 1 0 0,0 0 0 0 0,0 0 0 0 0,0 0 0 0 0,0 0 0 0 0,0 0-1 0 0,0 0 1 0 0,0 0 0 0 0,0 0 0 0 0,1 0 0 0 0,-1 0 0 0 0,0 0 0 0 0,0 0-1 0 0,0 0 1 0 0,0 0 0 0 0,0 0 0 0 0,0 0 0 0 0,1 0 0 0 0,5 3-1045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8287 0 0,'0'0'89'0'0,"-1"0"-1"0"0,1 1 0 0 0,-1-1 0 0 0,1 1 0 0 0,0-1 0 0 0,-1 1 1 0 0,1-1-1 0 0,-1 1 0 0 0,1-1 0 0 0,0 1 0 0 0,0-1 0 0 0,-1 1 1 0 0,1-1-1 0 0,0 1 0 0 0,0-1 0 0 0,0 1 0 0 0,-1 0 0 0 0,1-1 1 0 0,0 1-1 0 0,0-1 0 0 0,0 1 0 0 0,0 0 0 0 0,0-1 0 0 0,0 1 1 0 0,0-1-1 0 0,0 1 0 0 0,1 0 0 0 0,-1-1 0 0 0,0 1 0 0 0,0-1 1 0 0,1 2-1 0 0,5 29 814 0 0,-5-24-850 0 0,30 142 554 0 0,-7 1-1 0 0,7 206 0 0 0,-51 195-284 0 0,-37-1 45 0 0,20-214-277 0 0,30-272-114 0 0,-3 31-109 0 0,1 110 0 0 0,9-199 149 0 0,0-1 0 0 0,1 1 0 0 0,0 0 0 0 0,-1-1 0 0 0,2 1 1 0 0,-1-1-1 0 0,1 0 0 0 0,4 11 0 0 0,-5-14 7 0 0,0 0 1 0 0,1 0 0 0 0,-1-1-1 0 0,1 1 1 0 0,0 0 0 0 0,0 0-1 0 0,-1-1 1 0 0,1 1-1 0 0,0-1 1 0 0,0 0 0 0 0,1 1-1 0 0,-1-1 1 0 0,0 0-1 0 0,0 0 1 0 0,1 0 0 0 0,-1-1-1 0 0,0 1 1 0 0,1 0-1 0 0,-1-1 1 0 0,0 0 0 0 0,1 1-1 0 0,3-1 1 0 0,146 18 1373 0 0,-33-3-789 0 0,-113-14-443 0 0,11 0 10 0 0,188 3 474 0 0,42-20-168 0 0,285-54 0 0 0,-472 60-480 0 0,78-12 0 0 0,-133 21-7 0 0,0 1 0 0 0,0-1 0 0 0,0 1 0 0 0,0 1 0 0 0,0-1 0 0 0,7 2 0 0 0,-11-2-4 0 0,0 0 0 0 0,-1 1 0 0 0,1-1 0 0 0,0 0 1 0 0,-1 0-1 0 0,1 1 0 0 0,-1-1 0 0 0,1 0 1 0 0,-1 1-1 0 0,1-1 0 0 0,0 1 0 0 0,-1-1 0 0 0,1 1 1 0 0,-1-1-1 0 0,0 1 0 0 0,1-1 0 0 0,-1 1 1 0 0,1-1-1 0 0,-1 1 0 0 0,0 0 0 0 0,1 0 1 0 0,-1 0-14 0 0,0 0 0 0 0,0 1 0 0 0,0-1 0 0 0,0 0 0 0 0,0 0 0 0 0,0 0 0 0 0,-1 1 0 0 0,1-1 0 0 0,0 0 0 0 0,-1 0 0 0 0,1 0 0 0 0,-1 0 1 0 0,1 0-1 0 0,-1 0 0 0 0,1 0 0 0 0,-1 0 0 0 0,-1 1 0 0 0,-9 15-638 0 0,-1 0-1 0 0,-1-2 1 0 0,-23 24 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 4143 0 0,'-2'0'219'0'0,"1"0"-1"0"0,0 0 0 0 0,-1 0 1 0 0,1 0-1 0 0,-1 0 1 0 0,1 0-1 0 0,-1 1 0 0 0,1-1 1 0 0,-1 0-1 0 0,1 1 0 0 0,0-1 1 0 0,-1 1-1 0 0,1 0 0 0 0,0-1 1 0 0,-1 1-1 0 0,0 1 0 0 0,0 0-46 0 0,1-1 0 0 0,0 1 0 0 0,0 0 0 0 0,0 0 0 0 0,0 0 0 0 0,1 0 0 0 0,-1 0-1 0 0,1 0 1 0 0,-1 0 0 0 0,1 0 0 0 0,-1 5 0 0 0,-3 33 64 0 0,2 47 0 0 0,1-21 125 0 0,-14 268 951 0 0,15-331-1317 0 0,-1 30 204 0 0,0-29-42 0 0,1-21-52 0 0,-4-95-35 0 0,2-48-76 0 0,3 147 6 0 0,9-106 0 0 0,-9 108 0 0 0,2-1 0 0 0,-1 1 0 0 0,2 0 0 0 0,-1 0 0 0 0,1 0 0 0 0,1 1 0 0 0,0-1 0 0 0,7-9 0 0 0,-11 18 3 0 0,0 0 0 0 0,0 0 0 0 0,0 1 0 0 0,1-1 0 0 0,-1 1-1 0 0,0-1 1 0 0,1 1 0 0 0,-1 0 0 0 0,1-1 0 0 0,0 1 0 0 0,-1 0 0 0 0,1 0-1 0 0,0 0 1 0 0,-1 0 0 0 0,1 0 0 0 0,0 1 0 0 0,3-2 0 0 0,-3 2 14 0 0,-1 1 0 0 0,1-1 0 0 0,-1 0 0 0 0,1 1 1 0 0,-1-1-1 0 0,1 1 0 0 0,-1-1 0 0 0,0 1 0 0 0,1 0 1 0 0,-1 0-1 0 0,0-1 0 0 0,0 1 0 0 0,1 0 0 0 0,-1 0 1 0 0,0 0-1 0 0,0 0 0 0 0,0 1 0 0 0,0-1 0 0 0,0 0 1 0 0,0 0-1 0 0,-1 1 0 0 0,1-1 0 0 0,1 2 0 0 0,18 35 170 0 0,-1 1-1 0 0,-2 1 1 0 0,20 69-1 0 0,-23-62-148 0 0,2-1-1 0 0,30 58 1 0 0,-43-99-34 0 0,-1 0 0 0 0,1-1 0 0 0,1 1 0 0 0,-1-1-1 0 0,0 0 1 0 0,1 0 0 0 0,0 0 0 0 0,0 0 0 0 0,0 0 0 0 0,5 2 0 0 0,-7-5 8 0 0,-1 0-1 0 0,1-1 1 0 0,-1 1 0 0 0,1-1 0 0 0,-1 1 0 0 0,1-1-1 0 0,-1 1 1 0 0,1-1 0 0 0,-1 0 0 0 0,1 0-1 0 0,0 0 1 0 0,-1 0 0 0 0,1 0 0 0 0,-1 0 0 0 0,1 0-1 0 0,0-1 1 0 0,-1 1 0 0 0,1-1 0 0 0,-1 1 0 0 0,1-1-1 0 0,-1 1 1 0 0,1-1 0 0 0,-1 0 0 0 0,0 0-1 0 0,1 1 1 0 0,-1-1 0 0 0,0 0 0 0 0,0 0 0 0 0,1-1-1 0 0,-1 1 1 0 0,0 0 0 0 0,0 0 0 0 0,0 0-1 0 0,0-1 1 0 0,-1 1 0 0 0,1 0 0 0 0,1-4 0 0 0,4-5 161 0 0,-1-1 1 0 0,0 0-1 0 0,-1-1 1 0 0,0 1-1 0 0,-1-1 1 0 0,0 1 0 0 0,-1-1-1 0 0,1-23 1 0 0,-1-5 57 0 0,-6-52 0 0 0,-6 14-126 0 0,6 59 60 0 0,1 0 1 0 0,1 0-1 0 0,0 0 0 0 0,2-1 1 0 0,2-27-1 0 0,-1 43-365 0 0,1 0 0 0 0,0-1 0 0 0,-1 1 0 0 0,2 0 0 0 0,-1 1 0 0 0,0-1 0 0 0,1 0 0 0 0,0 1 0 0 0,-1-1 0 0 0,1 1 0 0 0,1 0 0 0 0,-1 0 0 0 0,6-4 0 0 0,-4 3-479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9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1 266 9127 0 0,'0'1'50'0'0,"0"0"0"0"0,0 0 0 0 0,1 0 0 0 0,-1 0 0 0 0,0 0 0 0 0,1 0 0 0 0,-1-1 0 0 0,1 1 0 0 0,0 0 0 0 0,-1 0 0 0 0,1 0 0 0 0,-1-1 0 0 0,1 1 0 0 0,0 0 0 0 0,0-1 0 0 0,-1 1 0 0 0,1 0 0 0 0,0-1 0 0 0,0 1 0 0 0,0-1 0 0 0,0 1 0 0 0,0-1 0 0 0,-1 0 0 0 0,1 1 0 0 0,0-1 0 0 0,0 0 0 0 0,0 0-1 0 0,0 0 1 0 0,0 0 0 0 0,0 0 0 0 0,0 0 0 0 0,0 0 0 0 0,0 0 0 0 0,2 0 0 0 0,1 0 130 0 0,0 0 0 0 0,0-1-1 0 0,0 1 1 0 0,0-1 0 0 0,0 0 0 0 0,0 0-1 0 0,6-2 1 0 0,-2-2-95 0 0,-1 0 0 0 0,0 0 0 0 0,-1 0 1 0 0,1-1-1 0 0,-1 0 0 0 0,0-1 0 0 0,-1 1 0 0 0,0-1 0 0 0,0 0 0 0 0,0 0 0 0 0,-1-1 1 0 0,0 1-1 0 0,4-11 0 0 0,-3 6-69 0 0,0 0-1 0 0,-1-1 1 0 0,-1 0 0 0 0,0 0-1 0 0,-1 0 1 0 0,0 0 0 0 0,-1-25-1 0 0,-1 35-10 0 0,0 0 0 0 0,-1 0 0 0 0,1 0-1 0 0,-1 0 1 0 0,0 0 0 0 0,0 0 0 0 0,0 0-1 0 0,0 0 1 0 0,0 0 0 0 0,-1 0 0 0 0,1 1 0 0 0,-1-1-1 0 0,-2-3 1 0 0,3 5-2 0 0,1 1 0 0 0,-1-1-1 0 0,0 1 1 0 0,1-1 0 0 0,-1 1-1 0 0,1 0 1 0 0,-1-1 0 0 0,0 1-1 0 0,1-1 1 0 0,-1 1 0 0 0,0 0-1 0 0,0 0 1 0 0,1-1 0 0 0,-1 1 0 0 0,0 0-1 0 0,0 0 1 0 0,1 0 0 0 0,-1 0-1 0 0,0 0 1 0 0,0 0 0 0 0,-1 0-1 0 0,1 1-3 0 0,-1-1 1 0 0,1 1-1 0 0,0 0 0 0 0,-1 0 0 0 0,1 0 0 0 0,0-1 0 0 0,0 1 0 0 0,-1 0 0 0 0,1 0 1 0 0,0 1-1 0 0,0-1 0 0 0,0 0 0 0 0,0 0 0 0 0,0 0 0 0 0,0 3 0 0 0,-7 8-95 0 0,2 2-1 0 0,-1-1 1 0 0,2 1-1 0 0,0 0 1 0 0,0 0-1 0 0,2 0 1 0 0,-4 27-1 0 0,4-22 79 0 0,2 1 0 0 0,0-1 0 0 0,2 1 0 0 0,0-1 0 0 0,5 28 0 0 0,-4-40 26 0 0,-1-1 0 0 0,1 1 0 0 0,1-1 0 0 0,-1 0-1 0 0,1 1 1 0 0,1-1 0 0 0,-1-1 0 0 0,1 1 0 0 0,0 0-1 0 0,0-1 1 0 0,0 0 0 0 0,1 0 0 0 0,7 6 0 0 0,-10-9 4 0 0,1 0 0 0 0,0 0 1 0 0,0 0-1 0 0,-1 0 0 0 0,1-1 1 0 0,0 1-1 0 0,1-1 0 0 0,-1 0 1 0 0,0 0-1 0 0,0 0 0 0 0,0 0 0 0 0,1 0 1 0 0,-1-1-1 0 0,0 0 0 0 0,1 0 1 0 0,-1 1-1 0 0,1-2 0 0 0,-1 1 1 0 0,0 0-1 0 0,1-1 0 0 0,-1 0 1 0 0,0 1-1 0 0,0-1 0 0 0,1-1 1 0 0,-1 1-1 0 0,0 0 0 0 0,0-1 1 0 0,4-2-1 0 0,0-1-88 0 0,-1 0 0 0 0,0 0 1 0 0,0 0-1 0 0,-1-1 0 0 0,1 0 0 0 0,-1 0 0 0 0,-1 0 1 0 0,1-1-1 0 0,-1 0 0 0 0,6-13 0 0 0,-4 7-877 0 0,-1-1-1 0 0,0 0 1 0 0,-1 0-1 0 0,4-28 1 0 0,-6 16-2385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9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1839 0 0,'1'1'150'0'0,"0"0"-1"0"0,0-1 0 0 0,0 1 1 0 0,0 0-1 0 0,0 0 0 0 0,0 0 1 0 0,0 0-1 0 0,0 0 0 0 0,-1 0 1 0 0,1 0-1 0 0,0 1 0 0 0,-1-1 1 0 0,1 0-1 0 0,-1 0 0 0 0,1 0 1 0 0,-1 1-1 0 0,1 1 0 0 0,3 26 5124 0 0,-3-14-5454 0 0,7 33 868 0 0,79 410 3085 0 0,-79-434-3764 0 0,1-1 1 0 0,15 30-1 0 0,-30-61-1394 0 0,-1 0 716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9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5983 0 0,'0'1'293'0'0,"1"0"0"0"0,-1 0 0 0 0,1 0 0 0 0,-1 0 0 0 0,1-1 0 0 0,-1 1 0 0 0,1 0 0 0 0,0 0 292 0 0,0 0-292 0 0,-1-1 0 0 0,1 1 0 0 0,0 0 0 0 0,0-1 0 0 0,0 1 0 0 0,-1-1 0 0 0,1 0 0 0 0,2 1-1 0 0,21 10 1294 0 0,-17-8-1297 0 0,0-1-124 0 0,16 8 383 0 0,35 11 0 0 0,-51-19-587 0 0,-1-1 1 0 0,0 1-1 0 0,1-1 1 0 0,0 0-1 0 0,-1-1 0 0 0,1 0 1 0 0,-1 0-1 0 0,1 0 0 0 0,-1-1 1 0 0,1 0-1 0 0,7-2 1 0 0,-12 2-157 0 0,0 0-1 0 0,1 0 1 0 0,-1 0 0 0 0,0 0 0 0 0,0 0 0 0 0,0-1 0 0 0,0 1 0 0 0,3-4 0 0 0,5-6-4359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0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28 919 0 0,'-3'-3'143'0'0,"-1"0"0"0"0,1 0 0 0 0,-1 1 0 0 0,0-1 0 0 0,0 1 0 0 0,0 0-1 0 0,-1 0 1 0 0,1 1 0 0 0,0-1 0 0 0,-1 1 0 0 0,1 0 0 0 0,0 0-1 0 0,-1 1 1 0 0,0-1 0 0 0,1 1 0 0 0,-1 0 0 0 0,1 0 0 0 0,-1 0-1 0 0,1 1 1 0 0,-1-1 0 0 0,1 1 0 0 0,-1 1 0 0 0,1-1 0 0 0,0 0 0 0 0,-1 1-1 0 0,1 0 1 0 0,0 0 0 0 0,0 0 0 0 0,-7 6 0 0 0,1-2 234 0 0,1 2 0 0 0,0 0 0 0 0,1 0 1 0 0,0 0-1 0 0,0 1 0 0 0,0 0 0 0 0,1 1 0 0 0,1 0 1 0 0,0 0-1 0 0,-9 18 0 0 0,6-6-419 0 0,1 2 0 0 0,0-1 0 0 0,2 1-1 0 0,-5 33 1 0 0,9-44 234 0 0,1 0 0 0 0,0 0-1 0 0,1 0 1 0 0,1 0 0 0 0,0-1-1 0 0,0 1 1 0 0,1 0-1 0 0,1 0 1 0 0,0-1 0 0 0,6 14-1 0 0,-6-20 22 0 0,0 1 0 0 0,1-1 0 0 0,0 1 0 0 0,0-1 0 0 0,1 0 0 0 0,0 0 0 0 0,0-1 0 0 0,0 0 0 0 0,1 0 0 0 0,-1 0 0 0 0,1 0 0 0 0,10 5 0 0 0,-7-5-13 0 0,1 0 0 0 0,0 0 1 0 0,1-1-1 0 0,-1-1 0 0 0,1 1 0 0 0,0-2 1 0 0,0 0-1 0 0,11 1 0 0 0,-10-1-181 0 0,-1-2-1 0 0,0 1 1 0 0,1-2 0 0 0,-1 1-1 0 0,0-2 1 0 0,0 1-1 0 0,0-1 1 0 0,0-1-1 0 0,0 0 1 0 0,0-1 0 0 0,0 0-1 0 0,-1-1 1 0 0,0 0-1 0 0,0 0 1 0 0,0-1-1 0 0,-1 0 1 0 0,13-11 0 0 0,-19 14-250 0 0,1-1 1 0 0,-1 0 0 0 0,0 1-1 0 0,0-1 1 0 0,-1 0-1 0 0,1 0 1 0 0,-1 0 0 0 0,0-1-1 0 0,0 1 1 0 0,0 0 0 0 0,-1-1-1 0 0,2-5 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169 361 7487 0 0,'24'-93'2559'0'0,"-22"84"-2503"0"0,-1 1 0 0 0,1-1 1 0 0,-2 0-1 0 0,1 0 0 0 0,-1 0 0 0 0,0 0 1 0 0,-1 1-1 0 0,-3-17 0 0 0,3 22-9 0 0,1 1-1 0 0,-1-1 1 0 0,0 1 0 0 0,0 0-1 0 0,0-1 1 0 0,0 1 0 0 0,0 0-1 0 0,0 0 1 0 0,0 0 0 0 0,-1-1-1 0 0,1 1 1 0 0,-1 1 0 0 0,0-1 0 0 0,1 0-1 0 0,-1 0 1 0 0,0 1 0 0 0,0-1-1 0 0,0 1 1 0 0,0-1 0 0 0,-1 1-1 0 0,1 0 1 0 0,0 0 0 0 0,0 0-1 0 0,-1 0 1 0 0,1 0 0 0 0,-1 1-1 0 0,1-1 1 0 0,-1 1 0 0 0,1-1 0 0 0,0 1-1 0 0,-1 0 1 0 0,0 0 0 0 0,1 0-1 0 0,-1 0 1 0 0,-4 2 0 0 0,2-1-29 0 0,0 1 0 0 0,0 0 0 0 0,0 0 0 0 0,1 0 1 0 0,-1 1-1 0 0,1 0 0 0 0,-1-1 0 0 0,1 2 0 0 0,0-1 0 0 0,0 0 1 0 0,0 1-1 0 0,0 0 0 0 0,1 0 0 0 0,0 0 0 0 0,-1 0 1 0 0,-1 5-1 0 0,-3 3-57 0 0,1 0 0 0 0,1 1 0 0 0,0-1 0 0 0,-8 27 0 0 0,12-31 50 0 0,0 0 1 0 0,0 0-1 0 0,1 0 0 0 0,0 0 0 0 0,1 1 0 0 0,0-1 0 0 0,0 0 0 0 0,2 12 0 0 0,-2-18 10 0 0,1 1 0 0 0,-1-1 0 0 0,1 1-1 0 0,0-1 1 0 0,-1 1 0 0 0,1-1-1 0 0,0 1 1 0 0,1-1 0 0 0,-1 0 0 0 0,0 0-1 0 0,1 0 1 0 0,-1 0 0 0 0,1 0 0 0 0,0 0-1 0 0,0 0 1 0 0,-1 0 0 0 0,1 0-1 0 0,1-1 1 0 0,-1 1 0 0 0,0-1 0 0 0,0 0-1 0 0,0 1 1 0 0,1-1 0 0 0,-1 0 0 0 0,0 0-1 0 0,1-1 1 0 0,-1 1 0 0 0,1 0 0 0 0,-1-1-1 0 0,5 1 1 0 0,2-1 17 0 0,0-1 0 0 0,0 1 1 0 0,0-2-1 0 0,0 1 0 0 0,0-1 0 0 0,0 0 1 0 0,0-1-1 0 0,0 0 0 0 0,-1-1 0 0 0,11-5 1 0 0,13-9 199 0 0,35-26 1 0 0,-46 30-212 0 0,-10 7-8 0 0,-3 0 64 0 0,0 2 0 0 0,1-1-1 0 0,-1 1 1 0 0,20-7 0 0 0,-27 12-73 0 0,0-1 0 0 0,0 1 0 0 0,1-1 1 0 0,-1 1-1 0 0,1 0 0 0 0,-1 0 0 0 0,0-1 0 0 0,1 1 0 0 0,-1 0 1 0 0,0 0-1 0 0,1 0 0 0 0,-1 1 0 0 0,1-1 0 0 0,-1 0 0 0 0,0 1 1 0 0,1-1-1 0 0,-1 0 0 0 0,0 1 0 0 0,0 0 0 0 0,1-1 0 0 0,-1 1 1 0 0,0 0-1 0 0,0-1 0 0 0,0 1 0 0 0,0 0 0 0 0,0 0 0 0 0,0 0 1 0 0,0 0-1 0 0,0 0 0 0 0,0 0 0 0 0,0 0 0 0 0,0 0 0 0 0,-1 1 1 0 0,1-1-1 0 0,-1 0 0 0 0,1 0 0 0 0,-1 1 0 0 0,1-1 0 0 0,-1 0 1 0 0,1 1-1 0 0,-1-1 0 0 0,0 0 0 0 0,0 3 0 0 0,-3 17 628 0 0,-1-12-349 0 0,3-8-281 0 0,1-1-1 0 0,0 0 0 0 0,0 0 0 0 0,0 0 1 0 0,0 0-1 0 0,0 0 0 0 0,-1 0 0 0 0,1 0 1 0 0,0 0-1 0 0,0 1 0 0 0,0-1 0 0 0,0 0 1 0 0,-1 0-1 0 0,1 0 0 0 0,0 0 0 0 0,0 0 1 0 0,0 0-1 0 0,-1 0 0 0 0,1 0 0 0 0,0 0 1 0 0,0 0-1 0 0,0 0 0 0 0,-1 0 0 0 0,1 0 1 0 0,0 0-1 0 0,0 0 0 0 0,0-1 1 0 0,0 1-1 0 0,-1 0 0 0 0,1 0 0 0 0,0 0 1 0 0,0 0-1 0 0,0 0 0 0 0,0 0 0 0 0,0 0 1 0 0,-1 0-1 0 0,1-1 0 0 0,0 1 0 0 0,0 0 1 0 0,-1-3 47 0 0,0 0 0 0 0,1 1 0 0 0,-1-1 0 0 0,1 0 0 0 0,0 0 0 0 0,-1 0 1 0 0,2 1-1 0 0,-1-1 0 0 0,0 0 0 0 0,0 0 0 0 0,1 0 0 0 0,-1 1 0 0 0,2-5 0 0 0,0 1 68 0 0,2-23 47 0 0,3 0 0 0 0,0 1 0 0 0,2 0 0 0 0,0 0 0 0 0,2 1 0 0 0,2 0 0 0 0,19-32 0 0 0,-31 58-167 0 0,0-1-1 0 0,0 1 1 0 0,0-1 0 0 0,0 1-1 0 0,0 0 1 0 0,1 0 0 0 0,-1-1-1 0 0,0 1 1 0 0,1 0 0 0 0,-1 0-1 0 0,1 0 1 0 0,1 0-1 0 0,-2 1-19 0 0,-1-1-1 0 0,1 1 1 0 0,0 0-1 0 0,0 0 0 0 0,0 0 1 0 0,-1 0-1 0 0,1 0 1 0 0,0 0-1 0 0,0 0 0 0 0,0 0 1 0 0,-1 0-1 0 0,1 0 1 0 0,0 1-1 0 0,0-1 1 0 0,-1 0-1 0 0,1 0 0 0 0,0 1 1 0 0,1 0-1 0 0,2 2-200 0 0,-1 0 0 0 0,1 1 1 0 0,-1-1-1 0 0,1 1 0 0 0,-1 0 0 0 0,0 0 0 0 0,2 4 0 0 0,17 20-2284 0 0,-15-23 1639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250 408 8551 0 0,'0'-2'50'0'0,"1"1"-1"0"0,-1 0 0 0 0,1 0 1 0 0,-1-1-1 0 0,0 1 1 0 0,0 0-1 0 0,1-1 0 0 0,-1 1 1 0 0,0 0-1 0 0,0-1 1 0 0,0 1-1 0 0,-1-1 0 0 0,1 1 1 0 0,0 0-1 0 0,-1-3 0 0 0,0 4 10 0 0,1-1-1 0 0,0 1 0 0 0,-1-1 0 0 0,1 1 1 0 0,-1-1-1 0 0,1 1 0 0 0,-1-1 0 0 0,1 1 1 0 0,-1-1-1 0 0,1 1 0 0 0,-1 0 0 0 0,1-1 0 0 0,-1 1 1 0 0,1 0-1 0 0,-1 0 0 0 0,0-1 0 0 0,1 1 1 0 0,-1 0-1 0 0,0 0 0 0 0,1 0 0 0 0,-1 0 1 0 0,-1 0-1 0 0,-1 0 60 0 0,0 0-1 0 0,0 1 1 0 0,0-1 0 0 0,1 1 0 0 0,-1 0 0 0 0,0-1 0 0 0,0 2-1 0 0,1-1 1 0 0,-1 0 0 0 0,0 0 0 0 0,1 1 0 0 0,-5 3 0 0 0,-10 9-44 0 0,1 1 1 0 0,1 0 0 0 0,1 1 0 0 0,0 1-1 0 0,1 0 1 0 0,-17 30 0 0 0,23-34-35 0 0,0 0 0 0 0,0 1 0 0 0,2 0 0 0 0,-1 0 0 0 0,2 1 0 0 0,0 0 0 0 0,1-1 0 0 0,0 1 1 0 0,1 0-1 0 0,0 18 0 0 0,3-28 27 0 0,-1 0 0 0 0,1 0 0 0 0,0 0 0 0 0,0 0 1 0 0,0 0-1 0 0,0 0 0 0 0,1 0 0 0 0,0 0 0 0 0,0 0 0 0 0,1-1 1 0 0,-1 1-1 0 0,1-1 0 0 0,0 0 0 0 0,0 1 0 0 0,0-2 1 0 0,1 1-1 0 0,-1 0 0 0 0,7 4 0 0 0,-8-6-7 0 0,1 0 1 0 0,0 0-1 0 0,0-1 1 0 0,1 1-1 0 0,-1-1 0 0 0,0 1 1 0 0,0-1-1 0 0,1 0 0 0 0,-1-1 1 0 0,0 1-1 0 0,1 0 0 0 0,-1-1 1 0 0,1 0-1 0 0,-1 0 0 0 0,1 0 1 0 0,-1 0-1 0 0,1-1 0 0 0,-1 1 1 0 0,0-1-1 0 0,1 0 0 0 0,-1 0 1 0 0,0 0-1 0 0,1 0 0 0 0,-1-1 1 0 0,0 1-1 0 0,0-1 1 0 0,0 0-1 0 0,3-2 0 0 0,0-1-10 0 0,0 0 0 0 0,-1 0 1 0 0,1-1-1 0 0,-1 0 0 0 0,-1 0 0 0 0,1 0 0 0 0,-1 0 0 0 0,0-1 0 0 0,-1 1 0 0 0,1-1 0 0 0,-1 0 1 0 0,0 0-1 0 0,2-10 0 0 0,-1 2-60 0 0,-1-1 0 0 0,0 0 0 0 0,-1 0 1 0 0,-1 0-1 0 0,0-20 0 0 0,-4 7-103 0 0,0 1 1 0 0,-2 0-1 0 0,-1 0 1 0 0,-1 0-1 0 0,-15-36 1 0 0,-66-127-332 0 0,-24 2 28 0 0,111 188 429 0 0,3 5 22 0 0,6 16 69 0 0,16 26 48 0 0,0-6-152 0 0,33 59 104 0 0,-17-28 0 0 0,-19-35 0 0 0,22 36-6 0 0,-22-37-38 0 0,41 62 24 0 0,-18-33-70 0 0,4-1-182 0 0,-4-11-706 0 0,-27-32-308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2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11975 0 0,'-1'0'93'0'0,"0"1"1"0"0,0 0-1 0 0,0-1 0 0 0,1 1 0 0 0,-1 0 0 0 0,0 0 0 0 0,0 0 0 0 0,1 0 0 0 0,-1 0 0 0 0,1-1 0 0 0,-1 1 0 0 0,1 0 1 0 0,-1 0-1 0 0,1 0 0 0 0,-1 1 0 0 0,1-1 0 0 0,0 0 0 0 0,0 0 0 0 0,-1 0 0 0 0,1 0 0 0 0,0 2 0 0 0,1 29 1409 0 0,1-17-1161 0 0,31 327 325 0 0,2 22-497 0 0,-34-334-170 0 0,0-4-14 0 0,-1 0-1 0 0,-1 0 0 0 0,-1-1 1 0 0,-9 45-1 0 0,10-66-424 0 0,2-8-623 0 0,2-10-2957 0 0,0-2-760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3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5527 0 0,'-2'1'363'0'0,"0"1"-1"0"0,0-1 1 0 0,0 0-1 0 0,0 1 1 0 0,0-1-1 0 0,0 1 1 0 0,1 0 0 0 0,-1-1-1 0 0,1 1 1 0 0,-1 0-1 0 0,1 0 1 0 0,0 0-1 0 0,0 0 1 0 0,0 0-1 0 0,0 0 1 0 0,0 1-1 0 0,0-1 1 0 0,0 0-1 0 0,1 0 1 0 0,-1 1-1 0 0,1 4 1 0 0,-3 8 529 0 0,2 0 1 0 0,0 19 0 0 0,1-24-1312 0 0,4 93 602 0 0,28 171 0 0 0,-17-165 8 0 0,33 225-21 0 0,-47-313-825 0 0,-1-19-70 0 0,0-7-118 0 0,1-1 482 0 0,0-6-585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3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91 2303 0 0,'-1'-2'331'0'0,"1"1"0"0"0,0-1 1 0 0,0 0-1 0 0,0 0 0 0 0,0 1 0 0 0,0-1 0 0 0,0 0 0 0 0,0 0 0 0 0,0 1 0 0 0,1-1 0 0 0,-1 0 0 0 0,1 0 0 0 0,-1 1 0 0 0,1-1 0 0 0,0 1 0 0 0,0-1 0 0 0,-1 1 0 0 0,1-1 0 0 0,0 1 0 0 0,0-1 0 0 0,1 1 0 0 0,-1 0 0 0 0,0-1 0 0 0,0 1 0 0 0,1 0 0 0 0,-1 0 0 0 0,3-1 0 0 0,2-4-78 0 0,1 1 0 0 0,0 0 1 0 0,0 0-1 0 0,14-5 0 0 0,-12 7-215 0 0,0 0 0 0 0,0 0 0 0 0,0 1 0 0 0,1 0 0 0 0,0 1-1 0 0,-1 0 1 0 0,1 1 0 0 0,-1 0 0 0 0,1 0 0 0 0,16 4 0 0 0,-5 0 76 0 0,0 1 0 0 0,-1 0 0 0 0,29 13 0 0 0,-43-15 62 0 0,13 7 8 0 0,-5-2-134 0 0,120 73 572 0 0,-111-66-432 0 0,28 23-13 0 0,-47-34-163 0 0,0-1 0 0 0,-1 1 0 0 0,1 0 0 0 0,-1 0 0 0 0,0 0 0 0 0,0 0 0 0 0,0 1 0 0 0,0-1 0 0 0,2 8 0 0 0,-4-10-3 0 0,-1 0-1 0 0,1-1 1 0 0,-1 1 0 0 0,0 0-1 0 0,0-1 1 0 0,0 1 0 0 0,0 0-1 0 0,0-1 1 0 0,0 1 0 0 0,0 0 0 0 0,0-1-1 0 0,-1 1 1 0 0,1-1 0 0 0,-1 1-1 0 0,1 0 1 0 0,-1-1 0 0 0,-1 3-1 0 0,0 0 27 0 0,-1 0 0 0 0,1-1 0 0 0,-1 0 0 0 0,0 1 0 0 0,0-1 0 0 0,-6 5 0 0 0,-1-1 158 0 0,-1 1-1 0 0,0-2 1 0 0,-20 10-1 0 0,19-12-9 0 0,1 0-1 0 0,-1-1 1 0 0,0 0 0 0 0,0-1-1 0 0,0-1 1 0 0,-22 1-1 0 0,-18 2 212 0 0,52-4-397 0 0,0 0 0 0 0,0 0 0 0 0,0 0 0 0 0,0 0 0 0 0,-1 0 0 0 0,1 0 0 0 0,0 0 0 0 0,0 0 0 0 0,0 0 0 0 0,0 0 0 0 0,0 0 0 0 0,0 0 0 0 0,-1 0 1 0 0,1 0-1 0 0,0 0 0 0 0,0 0 0 0 0,0 0 0 0 0,0 0 0 0 0,0 0 0 0 0,0 0 0 0 0,0 0 0 0 0,-1 0 0 0 0,1 0 0 0 0,0 0 0 0 0,0 0 0 0 0,0 0 0 0 0,0 0 0 0 0,0 0 0 0 0,0 1 0 0 0,0-1 0 0 0,0 0 0 0 0,0 0 0 0 0,0 0 0 0 0,0 0 0 0 0,-1 0 0 0 0,1 0 0 0 0,0 0 0 0 0,0 1 0 0 0,0-1 0 0 0,0 0 0 0 0,0 0 0 0 0,0 0 0 0 0,0 0 0 0 0,0 0 0 0 0,0 0 0 0 0,0 0 0 0 0,0 1 0 0 0,0-1 0 0 0,0 0 0 0 0,0 0 0 0 0,0 0 0 0 0,0 0 0 0 0,0 0 0 0 0,1 1 0 0 0,6 5-137 0 0,12 3-252 0 0,8-3-894 0 0,-12-3 542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 4607 0 0,'-11'4'2039'0'0,"-36"11"2640"0"0,-63 16-2125 0 0,52-15-1632 0 0,13-4-1615 0 0,14-5-3630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9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 11863 0 0,'-3'3'130'0'0,"-1"0"-1"0"0,1 1 0 0 0,0-1 1 0 0,0 1-1 0 0,0 0 0 0 0,1 0 0 0 0,-1 0 1 0 0,1 0-1 0 0,0 0 0 0 0,0 1 1 0 0,0-1-1 0 0,-1 7 0 0 0,-1 6-3 0 0,1 0 0 0 0,-1 19 0 0 0,2-15-11 0 0,-22 517 144 0 0,22-432-244 0 0,1-78-87 0 0,2 0 0 0 0,0 0 0 0 0,8 37 0 0 0,-9-63 25 0 0,1-1 1 0 0,-1 1-1 0 0,0-1 0 0 0,1 1 0 0 0,0-1 0 0 0,-1 1 0 0 0,1-1 0 0 0,0 0 0 0 0,0 1 0 0 0,0-1 1 0 0,0 0-1 0 0,0 0 0 0 0,1 2 0 0 0,-1-3 2 0 0,0 1 0 0 0,-1-1 1 0 0,1 0-1 0 0,0 1 0 0 0,-1-1 0 0 0,1 0 1 0 0,0 0-1 0 0,-1 1 0 0 0,1-1 0 0 0,0 0 1 0 0,0 0-1 0 0,-1 0 0 0 0,1 0 0 0 0,0 0 1 0 0,0 0-1 0 0,-1 0 0 0 0,1 0 0 0 0,0 0 0 0 0,-1 0 1 0 0,1-1-1 0 0,0 1 0 0 0,0 0 0 0 0,-1 0 1 0 0,1-1-1 0 0,0 1 0 0 0,-1 0 0 0 0,1-1 1 0 0,-1 1-1 0 0,1-1 0 0 0,0 0 0 0 0,7-6-719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9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5 408 8783 0 0,'-2'23'192'0'0,"0"-1"0"0"0,1 0 0 0 0,2 1 0 0 0,2 24 0 0 0,-1-33-82 0 0,12 59 479 0 0,-12-65-509 0 0,0-1 0 0 0,1 1 1 0 0,0-1-1 0 0,0 0 1 0 0,0 1-1 0 0,1-2 0 0 0,6 9 1 0 0,-9-14-64 0 0,-1 0 0 0 0,1 0 0 0 0,0 0 0 0 0,0 0 1 0 0,0 0-1 0 0,0 0 0 0 0,0 0 0 0 0,0 0 0 0 0,0 0 0 0 0,0-1 1 0 0,1 1-1 0 0,-1 0 0 0 0,0-1 0 0 0,0 1 0 0 0,1-1 0 0 0,-1 1 1 0 0,0-1-1 0 0,0 0 0 0 0,1 0 0 0 0,-1 1 0 0 0,0-1 0 0 0,1 0 1 0 0,-1 0-1 0 0,3-1 0 0 0,-2 1 9 0 0,1-1 1 0 0,-1 0-1 0 0,0 0 0 0 0,1 0 0 0 0,-1-1 1 0 0,0 1-1 0 0,1 0 0 0 0,-1-1 1 0 0,0 0-1 0 0,0 1 0 0 0,3-5 1 0 0,2-2 64 0 0,0-1 0 0 0,0 0 0 0 0,-1-1 1 0 0,9-18-1 0 0,-3 0 97 0 0,-2-1-1 0 0,0 0 1 0 0,-2 0 0 0 0,-2-1-1 0 0,4-32 1 0 0,-4-5-69 0 0,-3-81 0 0 0,-9 51-13 0 0,4 85-84 0 0,0 1-1 0 0,0-1 1 0 0,-2 1 0 0 0,1 0 0 0 0,-1 0 0 0 0,-7-13 0 0 0,11 23-22 0 0,0 0 1 0 0,-1 0-1 0 0,1 0 1 0 0,-1 0-1 0 0,0 0 1 0 0,1 0-1 0 0,-1 0 1 0 0,0 0 0 0 0,1 1-1 0 0,-1-1 1 0 0,0 0-1 0 0,0 0 1 0 0,0 1-1 0 0,0-1 1 0 0,0 0-1 0 0,0 1 1 0 0,0-1-1 0 0,0 1 1 0 0,0-1 0 0 0,0 1-1 0 0,0-1 1 0 0,0 1-1 0 0,-1 0 1 0 0,0 0-2 0 0,1 0 1 0 0,0 1 0 0 0,0-1-1 0 0,0 0 1 0 0,0 1 0 0 0,0-1-1 0 0,0 1 1 0 0,0 0 0 0 0,0-1-1 0 0,0 1 1 0 0,0 0-1 0 0,0-1 1 0 0,0 1 0 0 0,0 0-1 0 0,1 0 1 0 0,-1 0 0 0 0,0 0-1 0 0,0 1 1 0 0,-4 6-70 0 0,0 1 0 0 0,1 0 0 0 0,-7 18 0 0 0,5-8-102 0 0,0 0 0 0 0,1 1 0 0 0,2-1 0 0 0,0 1 0 0 0,1 0 0 0 0,0 0 0 0 0,3 28 0 0 0,1-30-1029 0 0,0 1-1 0 0,7 23 0 0 0,4 0-2525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9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14279 0 0,'-8'1'1272'0'0,"0"-1"-1016"0"0,0 1 944 0 0,5-1-560 0 0,-4 2 8 0 0,2-1-1232 0 0,0 2-248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20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1 8751 0 0,'-8'2'524'0'0,"5"-1"-334"0"0,0-1 0 0 0,-1 1 0 0 0,1 0 0 0 0,0 0 0 0 0,0 1 0 0 0,0-1 0 0 0,0 1 0 0 0,0-1 0 0 0,1 1 0 0 0,-1 0 0 0 0,0 0 0 0 0,1 0 0 0 0,-1 0 0 0 0,-2 4 0 0 0,-11 13 974 0 0,1 0 0 0 0,-20 32 0 0 0,32-45-1198 0 0,0 0 0 0 0,0-1 1 0 0,0 1-1 0 0,1 0 0 0 0,-1 0 0 0 0,2 1 0 0 0,-1-1 0 0 0,1 0 0 0 0,0 1 0 0 0,0-1 1 0 0,0 1-1 0 0,1-1 0 0 0,0 0 0 0 0,1 1 0 0 0,0 8 0 0 0,0-13-14 0 0,0 0 0 0 0,0 0 1 0 0,0 0-1 0 0,0 1 0 0 0,1-1 0 0 0,-1 0 0 0 0,0 0 0 0 0,1-1 0 0 0,-1 1 0 0 0,1 0 0 0 0,0 0 0 0 0,0-1 0 0 0,-1 1 1 0 0,1-1-1 0 0,0 0 0 0 0,0 1 0 0 0,4 1 0 0 0,5 2-82 0 0,0-1 0 0 0,18 5 1 0 0,0 0 70 0 0,-20-5 56 0 0,1 0 1 0 0,-1 1 0 0 0,0 0 0 0 0,0 0 0 0 0,0 1 0 0 0,-1 0 0 0 0,0 1 0 0 0,0 0-1 0 0,0 0 1 0 0,-1 0 0 0 0,0 1 0 0 0,-1 0 0 0 0,0 1 0 0 0,0-1 0 0 0,-1 1-1 0 0,0 0 1 0 0,0 1 0 0 0,-1-1 0 0 0,0 1 0 0 0,-1 0 0 0 0,0 0 0 0 0,-1 0 0 0 0,0 0-1 0 0,1 16 1 0 0,-1-7 1 0 0,-2 1-1 0 0,-1-1 1 0 0,0 0-1 0 0,-1 0 1 0 0,-1 0-1 0 0,-6 20 1 0 0,5-27 13 0 0,0 0-1 0 0,0 0 1 0 0,-1 0 0 0 0,-1 0 0 0 0,1-1-1 0 0,-2 0 1 0 0,0 0 0 0 0,0-1-1 0 0,-1 0 1 0 0,-10 10 0 0 0,16-18 19 0 0,1 0 0 0 0,-1-1 0 0 0,0 1 0 0 0,0 0 0 0 0,0-1 0 0 0,0 0 0 0 0,0 1-1 0 0,0-1 1 0 0,0 0 0 0 0,0 0 0 0 0,-1 0 0 0 0,1-1 0 0 0,0 1 0 0 0,0 0 0 0 0,-1-1 0 0 0,1 0 0 0 0,-1 1 0 0 0,-1-1 0 0 0,2-1-7 0 0,0 1-1 0 0,1-1 1 0 0,-1 0 0 0 0,1 1 0 0 0,-1-1 0 0 0,1 0 0 0 0,0 0-1 0 0,-1 0 1 0 0,1 0 0 0 0,0 0 0 0 0,0 0 0 0 0,-1-1-1 0 0,1 1 1 0 0,0 0 0 0 0,0-1 0 0 0,0 1 0 0 0,1-1-1 0 0,-1 1 1 0 0,0-1 0 0 0,0 1 0 0 0,1-1 0 0 0,-1 1-1 0 0,1-1 1 0 0,0 0 0 0 0,-1 1 0 0 0,1-3 0 0 0,-5-31-276 0 0,1 1 0 0 0,1-1 1 0 0,4-57-1 0 0,0 66-119 0 0,0-34-533 0 0,-1 1-36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20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6911 0 0,'8'-5'731'0'0,"0"1"-1"0"0,1 0 1 0 0,-1 1-1 0 0,1-1 0 0 0,0 2 1 0 0,0-1-1 0 0,0 1 1 0 0,0 0-1 0 0,0 1 1 0 0,17 0-1 0 0,8 1 147 0 0,55 9 0 0 0,-19-2-388 0 0,-62-6-613 0 0,16 0-840 0 0,38-1 0 0 0,-49-2-606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21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26 12751 0 0,'-21'0'2067'0'0,"21"0"-2004"0"0,-1 1 0 0 0,1-1-1 0 0,-1 0 1 0 0,1 0 0 0 0,-1 0-1 0 0,1 0 1 0 0,0 0 0 0 0,-1 0 0 0 0,1 0-1 0 0,-1 0 1 0 0,1 0 0 0 0,-1-1 0 0 0,1 1-1 0 0,0 0 1 0 0,-1 0 0 0 0,1 0 0 0 0,-1 0-1 0 0,1-1 1 0 0,0 1 0 0 0,-1 0-1 0 0,1 0 1 0 0,0-1 0 0 0,-1 1 0 0 0,1 0-1 0 0,0 0 1 0 0,-1-1 0 0 0,1 1 0 0 0,0 0-1 0 0,-1-1 1 0 0,1 1 0 0 0,0-1 0 0 0,0 1-1 0 0,0 0 1 0 0,0-1 0 0 0,-1 1-1 0 0,1-1 1 0 0,0 0 0 0 0,12-10-2002 0 0,-5 5 331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22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48 3679 0 0,'6'-25'1620'0'0,"-6"24"-1317"0"0,0 0 0 0 0,0 0 0 0 0,0 0 0 0 0,0 0 0 0 0,0-1-1 0 0,0 1 1 0 0,-1 0 0 0 0,1 0 0 0 0,0 0 0 0 0,0 0 0 0 0,-1 0 0 0 0,1 0 0 0 0,-1 0 0 0 0,1 0 0 0 0,-1 1 0 0 0,1-1 0 0 0,-1 0 0 0 0,0 0 0 0 0,1 0 0 0 0,-2-1 0 0 0,1 2-267 0 0,1 0 1 0 0,0 0 0 0 0,-1 0 0 0 0,1 0 0 0 0,0 0 0 0 0,0 0 0 0 0,-1 0-1 0 0,1 0 1 0 0,0 0 0 0 0,-1 0 0 0 0,1 0 0 0 0,0 0 0 0 0,-1 1-1 0 0,1-1 1 0 0,0 0 0 0 0,0 0 0 0 0,-1 0 0 0 0,1 0 0 0 0,0 0 0 0 0,0 1-1 0 0,-1-1 1 0 0,1 0 0 0 0,0 0 0 0 0,0 1 0 0 0,0-1 0 0 0,-1 0-1 0 0,1 0 1 0 0,0 1 0 0 0,0-1 0 0 0,0 0 0 0 0,0 0 0 0 0,0 1 0 0 0,0-1-1 0 0,-1 1 1 0 0,-5 13 123 0 0,5-11-95 0 0,-74 200-341 0 0,72-194 296 0 0,-1 4-9 0 0,-28 90-64 0 0,29-91 201 0 0,1-1 0 0 0,0 1-1 0 0,1 0 1 0 0,0 0 0 0 0,1 0 0 0 0,3 22-1 0 0,-2-31-84 0 0,0 0 1 0 0,0 0-1 0 0,0 0 0 0 0,1-1 0 0 0,-1 1 0 0 0,1 0 0 0 0,0-1 0 0 0,0 1 0 0 0,0-1 0 0 0,0 0 0 0 0,0 1 1 0 0,0-1-1 0 0,1 0 0 0 0,-1 0 0 0 0,1-1 0 0 0,0 1 0 0 0,-1-1 0 0 0,1 1 0 0 0,0-1 0 0 0,0 0 1 0 0,5 2-1 0 0,3 0-65 0 0,-1 0 0 0 0,1 0 1 0 0,-1-1-1 0 0,1-1 1 0 0,11 1-1 0 0,-17-2-141 0 0,0 0 0 0 0,1 0 0 0 0,-1 0 0 0 0,0-1 0 0 0,0 0 0 0 0,0 0 0 0 0,0-1 0 0 0,0 1 0 0 0,0-1 0 0 0,0 0 0 0 0,0-1 0 0 0,-1 1 0 0 0,1-1 0 0 0,4-3 0 0 0,8-10-1451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22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3223 0 0,'0'151'8389'0'0,"-1"17"-5198"0"0,10 223-3091 0 0,-6-357-854 0 0,-2-6-284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22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0 17967 0 0,'-16'3'1600'0'0,"0"0"-1280"0"0,0-1-256 0 0,2 1-64 0 0,9-2 136 0 0,4-1 24 0 0,2 0 0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2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14743 0 0,'-1'1'76'0'0,"0"-1"-1"0"0,0 1 1 0 0,1 0 0 0 0,-1 0-1 0 0,0-1 1 0 0,0 1-1 0 0,0 0 1 0 0,1 0-1 0 0,-1 0 1 0 0,0 0-1 0 0,1 0 1 0 0,-1 0 0 0 0,1 0-1 0 0,-1 1 1 0 0,1-1-1 0 0,-1 0 1 0 0,1 0-1 0 0,0 0 1 0 0,0 0-1 0 0,-1 1 1 0 0,1-1 0 0 0,0 0-1 0 0,0 0 1 0 0,0 0-1 0 0,1 1 1 0 0,-1-1-1 0 0,0 0 1 0 0,0 0 0 0 0,1 2-1 0 0,9 47 2228 0 0,-7-38-2105 0 0,78 432-718 0 0,-73-370 336 0 0,-3-21-420 0 0,2 1 1 0 0,27 99 0 0 0,-21-121-995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10535 0 0,'-2'2'80'0'0,"1"0"-1"0"0,0 0 1 0 0,0 0-1 0 0,0 0 1 0 0,0 0-1 0 0,0 0 1 0 0,0 0-1 0 0,0 0 1 0 0,1 1 0 0 0,-1-1-1 0 0,1 0 1 0 0,0 0-1 0 0,-1 1 1 0 0,1-1-1 0 0,1 4 1 0 0,4 41 32 0 0,-2-27 135 0 0,13 110 453 0 0,53 213 0 0 0,-66-334-704 0 0,-1 0-42 0 0,0-1 0 0 0,1 1 1 0 0,0-1-1 0 0,0 0 0 0 0,1 0 0 0 0,6 10 0 0 0,-10-18 22 0 0,0 0-1 0 0,0 0 1 0 0,0 0 0 0 0,0-1-1 0 0,0 1 1 0 0,0 0 0 0 0,0 0 0 0 0,0 0-1 0 0,0 0 1 0 0,0 0 0 0 0,0 0-1 0 0,1 0 1 0 0,-1 0 0 0 0,0 0-1 0 0,0 0 1 0 0,0 0 0 0 0,0 0-1 0 0,0 0 1 0 0,0-1 0 0 0,0 1 0 0 0,0 0-220 0 0,0 0 220 0 0,0 0 0 0 0,1 0 0 0 0,-1 0-1 0 0,0 0 1 0 0,0 0 0 0 0,0 0-1 0 0,0 0 1 0 0,0 0 0 0 0,0 0-1 0 0,0 0 1 0 0,0 0 0 0 0,0 0 0 0 0,0 0-1 0 0,0 0 1 0 0,0 0 0 0 0,1 0-1 0 0,-1 0 1 0 0,0 0 0 0 0,0 0-1 0 0,0 0 1 0 0,0 0 0 0 0,0 0-1 0 0,0 0 1 0 0,0 0 0 0 0,0 0 0 0 0,0 0-74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3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7367 0 0,'2'-20'633'0'0,"-2"18"-473"0"0,0 0-1 0 0,0 0 0 0 0,1-1 0 0 0,-1 1 0 0 0,0 0 0 0 0,1 0 1 0 0,-1 0-1 0 0,1 0 0 0 0,0 0 0 0 0,0 0 0 0 0,-1 0 0 0 0,1 0 1 0 0,1 0-1 0 0,-1 1 0 0 0,0-1 0 0 0,0 0 0 0 0,1 1 0 0 0,1-3 1 0 0,6-3 163 0 0,0 0 0 0 0,1 0 0 0 0,0 1 0 0 0,0 0 0 0 0,0 1 0 0 0,1 0 0 0 0,-1 0 0 0 0,1 2 0 0 0,0-1 0 0 0,1 1 0 0 0,14-2 0 0 0,-18 4-341 0 0,0 0 0 0 0,0 0 1 0 0,1 1-1 0 0,-1 0 0 0 0,0 0 0 0 0,1 1 1 0 0,-1 0-1 0 0,0 1 0 0 0,0 0 0 0 0,0 0 1 0 0,0 0-1 0 0,0 1 0 0 0,-1 1 0 0 0,1-1 1 0 0,-1 1-1 0 0,12 8 0 0 0,-16-10 12 0 0,-1 0 1 0 0,1 1-1 0 0,-1-1 0 0 0,0 1 0 0 0,0-1 0 0 0,0 1 0 0 0,0 0 1 0 0,0-1-1 0 0,0 1 0 0 0,-1 0 0 0 0,0 0 0 0 0,1 1 0 0 0,-1-1 0 0 0,0 0 1 0 0,-1 0-1 0 0,2 6 0 0 0,-2-4-13 0 0,0 1-1 0 0,0-1 1 0 0,0 1 0 0 0,-1-1 0 0 0,0 1-1 0 0,0-1 1 0 0,0 0 0 0 0,-1 1 0 0 0,-2 5-1 0 0,-3 4 7 0 0,-1-1-1 0 0,1-1 1 0 0,-2 1-1 0 0,0-1 1 0 0,-1-1-1 0 0,-12 13 1 0 0,17-19 65 0 0,2-3-17 0 0,1 0 0 0 0,-1 0-1 0 0,0-1 1 0 0,1 1 0 0 0,-1 0 0 0 0,0-1-1 0 0,-1 0 1 0 0,1 0 0 0 0,0 0 0 0 0,-6 2-1 0 0,21-10-212 0 0,10-6-3965 0 0,-6 5-296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138 165 12695 0 0,'1'1'124'0'0,"-1"0"0"0"0,1 0-1 0 0,-1 1 1 0 0,1-1 0 0 0,-1 0-1 0 0,1 0 1 0 0,0 0 0 0 0,0 0-1 0 0,-1 1 1 0 0,1-1 0 0 0,0-1-1 0 0,1 3 1 0 0,-1-3-63 0 0,0 0 0 0 0,0 0 0 0 0,0 0 0 0 0,0 1 0 0 0,0-1 0 0 0,0 0 0 0 0,0 0 0 0 0,0 0 0 0 0,0 0-1 0 0,0 0 1 0 0,0-1 0 0 0,0 1 0 0 0,0 0 0 0 0,0 0 0 0 0,0-1 0 0 0,-1 1 0 0 0,1-1 0 0 0,0 1 0 0 0,1-1 0 0 0,1-1-44 0 0,0 0 0 0 0,0 0 0 0 0,0 0 0 0 0,0 0 0 0 0,0-1 0 0 0,-1 1 1 0 0,0-1-1 0 0,1 0 0 0 0,-1 1 0 0 0,0-1 0 0 0,0 0 0 0 0,0 0 0 0 0,-1 0 0 0 0,1-1 0 0 0,-1 1 0 0 0,1 0 0 0 0,-1-1 1 0 0,0 1-1 0 0,-1-1 0 0 0,1 1 0 0 0,-1-1 0 0 0,1 1 0 0 0,-1-1 0 0 0,0 1 0 0 0,0-1 0 0 0,0 1 0 0 0,-1-1 0 0 0,1 1 0 0 0,-3-8 1 0 0,2 7-4 0 0,0 0 1 0 0,0 0-1 0 0,0 0 1 0 0,-1 0 0 0 0,1 0-1 0 0,-1 0 1 0 0,0 0-1 0 0,0 0 1 0 0,-1 1-1 0 0,1-1 1 0 0,-1 1 0 0 0,0 0-1 0 0,0 0 1 0 0,0-1-1 0 0,0 2 1 0 0,0-1 0 0 0,0 0-1 0 0,-1 1 1 0 0,0 0-1 0 0,1-1 1 0 0,-1 1-1 0 0,0 1 1 0 0,0-1 0 0 0,-7-1-1 0 0,6 2-41 0 0,0 1 0 0 0,0 0 0 0 0,0 0 1 0 0,0 1-1 0 0,0-1 0 0 0,0 1 0 0 0,0 0 0 0 0,0 1 0 0 0,0-1 0 0 0,0 1 0 0 0,1 0 0 0 0,-1 0 0 0 0,0 1 0 0 0,1-1 0 0 0,0 1 0 0 0,0 0 0 0 0,0 0 0 0 0,0 0 1 0 0,0 1-1 0 0,0-1 0 0 0,1 1 0 0 0,0 0 0 0 0,0 0 0 0 0,0 0 0 0 0,0 1 0 0 0,0-1 0 0 0,1 0 0 0 0,-4 10 0 0 0,4-9-11 0 0,0-1-1 0 0,1 1 0 0 0,-1-1 1 0 0,1 1-1 0 0,0 0 0 0 0,0 0 1 0 0,1-1-1 0 0,-1 1 0 0 0,1 0 0 0 0,0 0 1 0 0,0 0-1 0 0,1-1 0 0 0,0 1 1 0 0,-1 0-1 0 0,1 0 0 0 0,1-1 1 0 0,-1 1-1 0 0,1-1 0 0 0,0 1 1 0 0,0-1-1 0 0,0 0 0 0 0,1 1 1 0 0,-1-1-1 0 0,1 0 0 0 0,0-1 1 0 0,0 1-1 0 0,0 0 0 0 0,1-1 1 0 0,-1 0-1 0 0,8 5 0 0 0,12 5-837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78 263 11143 0 0,'0'2'137'0'0,"-7"22"2707"0"0,7-24-2813 0 0,0 0-1 0 0,-1 0 0 0 0,1 1 0 0 0,0-1 1 0 0,0 0-1 0 0,0 0 0 0 0,0 0 1 0 0,0 0-1 0 0,0 0 0 0 0,0 0 1 0 0,0 0-1 0 0,-1 1 0 0 0,1-1 0 0 0,0 0 1 0 0,0 0-1 0 0,0 0 0 0 0,0 0 1 0 0,0 0-1 0 0,0 0 0 0 0,-1 0 0 0 0,1 0 1 0 0,0 0-1 0 0,0 0 0 0 0,0 0 1 0 0,0 0-1 0 0,-1 0 0 0 0,1 0 1 0 0,0 0-1 0 0,0 0 0 0 0,0 0 0 0 0,0 0 1 0 0,0 0-1 0 0,-1 0 0 0 0,1 0 1 0 0,0 0-1 0 0,0 0 0 0 0,0 0 0 0 0,0 0 1 0 0,0 0-1 0 0,-1-1 0 0 0,-6-11 209 0 0,-6-18-127 0 0,2-1 1 0 0,1 0-1 0 0,2-1 1 0 0,-6-42-1 0 0,13 70-118 0 0,1 1-1 0 0,-1-1 1 0 0,1 0-1 0 0,0 1 1 0 0,1-1 0 0 0,-1 0-1 0 0,0 1 1 0 0,1-1-1 0 0,0 1 1 0 0,0-1-1 0 0,0 1 1 0 0,0-1 0 0 0,1 1-1 0 0,2-4 1 0 0,-3 5-44 0 0,1 0 0 0 0,-1 0 0 0 0,1 1 0 0 0,0-1 0 0 0,-1 1 0 0 0,1-1 0 0 0,0 1 0 0 0,0 0 0 0 0,0 0 0 0 0,0 0 0 0 0,0 0 0 0 0,0 0 0 0 0,0 0 0 0 0,0 0 0 0 0,1 1 0 0 0,-1-1 0 0 0,0 1 0 0 0,0-1 0 0 0,1 1 0 0 0,-1 0 0 0 0,0 0 0 0 0,1 0 0 0 0,2 1 0 0 0,28 4-1767 0 0,-15-1 250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12207 0 0,'-3'4'125'0'0,"1"0"-1"0"0,0 1 1 0 0,0-1 0 0 0,0 1-1 0 0,1 0 1 0 0,-1-1-1 0 0,1 1 1 0 0,0 0-1 0 0,0 0 1 0 0,1 0 0 0 0,-1 8-1 0 0,2 7-56 0 0,4 32 0 0 0,-1-18 189 0 0,4 61-265 0 0,4 0 0 0 0,5-1 0 0 0,46 150 0 0 0,-48-206-3401 0 0,-1-10-1174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16703 0 0,'4'-5'736'0'0,"-1"-1"160"0"0,0 2-720 0 0,-1 1-176 0 0,3 3 0 0 0,-1-1 0 0 0,1 1 208 0 0,3-1 8 0 0,8-2 0 0 0,7-1 0 0 0,7 1-216 0 0,5 1 0 0 0,0-1 64 0 0,1 0-5240 0 0,1 1-1040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18887 0 0,'-14'1'832'0'0,"2"1"184"0"0,1-1-816 0 0,3-1-200 0 0,6-1 0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1:5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309 172 455 0 0,'16'-16'3882'0'0,"-3"4"-1866"0"0,22-27 0 0 0,-32 35-1797 0 0,0 0-1 0 0,-1 0 0 0 0,1 0 1 0 0,-1 0-1 0 0,0 0 0 0 0,0 0 0 0 0,-1 0 1 0 0,1-1-1 0 0,-1 1 0 0 0,0-1 1 0 0,0 1-1 0 0,0-9 0 0 0,-1 12-154 0 0,0-1-1 0 0,0 1 1 0 0,0-1-1 0 0,0 1 0 0 0,-1-1 1 0 0,1 1-1 0 0,0 0 1 0 0,-1-1-1 0 0,1 1 0 0 0,-1-1 1 0 0,0 1-1 0 0,1 0 1 0 0,-1-1-1 0 0,0 1 0 0 0,0 0 1 0 0,0 0-1 0 0,0 0 1 0 0,0 0-1 0 0,0 0 0 0 0,0 0 1 0 0,0 0-1 0 0,-2-1 1 0 0,0 0 20 0 0,-1 0 0 0 0,1 1 0 0 0,-1-1 0 0 0,1 1 1 0 0,-1 0-1 0 0,1 0 0 0 0,-1 1 0 0 0,-7-2 1 0 0,-3 2 25 0 0,-1 0 0 0 0,1 1 0 0 0,-23 4 1 0 0,14 0-74 0 0,0 0-1 0 0,0 2 1 0 0,1 0 0 0 0,0 2 0 0 0,1 0 0 0 0,0 2 0 0 0,0 0 0 0 0,1 1 0 0 0,-24 20 0 0 0,42-31-33 0 0,0 0 0 0 0,1 1 0 0 0,-1-1 1 0 0,1 1-1 0 0,-1-1 0 0 0,1 1 0 0 0,-1 0 0 0 0,1 0 0 0 0,0-1 1 0 0,0 1-1 0 0,-1 0 0 0 0,1 0 0 0 0,1 0 0 0 0,-1 0 0 0 0,-1 3 1 0 0,3-4-3 0 0,-1 1 0 0 0,0-1-1 0 0,0 0 1 0 0,0 0 0 0 0,1 1 0 0 0,-1-1 0 0 0,1 0 0 0 0,-1 0 0 0 0,1 1 0 0 0,-1-1 0 0 0,1 0 0 0 0,0 0 0 0 0,-1 0 0 0 0,1 0 0 0 0,0 0 0 0 0,0 0 0 0 0,0 0 0 0 0,0 0 0 0 0,0 0 0 0 0,0 0 0 0 0,0-1-1 0 0,0 1 1 0 0,0 0 0 0 0,0-1 0 0 0,3 2 0 0 0,24 11-2 0 0,1-1 0 0 0,0 0 0 0 0,32 6 0 0 0,-4-1 0 0 0,13 4 0 0 0,46 16 0 0 0,-104-32 0 0 0,-1 0 0 0 0,-1 0 0 0 0,1 1 0 0 0,-1 0 0 0 0,0 1 0 0 0,0 0 0 0 0,14 14 0 0 0,-22-19 0 0 0,-1 0 0 0 0,1-1 0 0 0,-1 1 0 0 0,1 0 0 0 0,-1 0 0 0 0,1 0 0 0 0,-1 0 0 0 0,0 0 0 0 0,0 0 0 0 0,0 0 0 0 0,0 1 0 0 0,0-1 0 0 0,-1 0 0 0 0,1 0 0 0 0,-1 1 0 0 0,1-1 0 0 0,-1 1 0 0 0,0-1 0 0 0,0 0 0 0 0,0 4 0 0 0,-2-1 0 0 0,1 0 0 0 0,-1 0 0 0 0,0-1 0 0 0,0 1 0 0 0,-1-1 0 0 0,0 1 0 0 0,1-1 0 0 0,-7 6 0 0 0,-20 25 21 0 0,-3-1 0 0 0,-49 41 0 0 0,66-62-20 0 0,-1 1 7 0 0,2 0 24 0 0,-1 0 0 0 0,0-2 0 0 0,-1 0 0 0 0,0-1 0 0 0,-1 0 0 0 0,-23 10 0 0 0,38-20-2 0 0,0 0 0 0 0,0 0-1 0 0,0-1 1 0 0,0 1 0 0 0,0-1-1 0 0,0 1 1 0 0,0-1-1 0 0,0 0 1 0 0,0 1 0 0 0,0-1-1 0 0,-1 0 1 0 0,1-1 0 0 0,0 1-1 0 0,0 0 1 0 0,0-1 0 0 0,0 1-1 0 0,0-1 1 0 0,0 1 0 0 0,0-1-1 0 0,0 0 1 0 0,0 0 0 0 0,1 0-1 0 0,-1 0 1 0 0,-2-2-1 0 0,2 1 40 0 0,0 0-1 0 0,1-1 0 0 0,-1 1 0 0 0,1-1 0 0 0,0 1 0 0 0,-1-1 0 0 0,1 1 0 0 0,0-1 0 0 0,0 0 0 0 0,1 0 0 0 0,-1 0 0 0 0,1 1 1 0 0,-1-1-1 0 0,1 0 0 0 0,0 0 0 0 0,0 0 0 0 0,0-3 0 0 0,2-9 66 0 0,-1 0 0 0 0,2 1-1 0 0,0-1 1 0 0,1 1 0 0 0,9-24 0 0 0,38-70 94 0 0,-19 43 38 0 0,-18 36-247 0 0,19-42 84 0 0,48-149-1 0 0,-67 167-294 0 0,18 65-2514 0 0,-23-10 1354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1:51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72 360 2303 0 0,'2'5'326'0'0,"1"1"-1"0"0,0-1 0 0 0,-1-1 0 0 0,2 1 0 0 0,-1 0 0 0 0,0-1 0 0 0,1 1 1 0 0,0-1-1 0 0,0 0 0 0 0,0 0 0 0 0,1-1 0 0 0,-1 1 0 0 0,1-1 0 0 0,0 0 1 0 0,8 3-1 0 0,-5-2-166 0 0,0 0 1 0 0,0 0 0 0 0,1-1 0 0 0,-1 0 0 0 0,1-1-1 0 0,0 0 1 0 0,0 0 0 0 0,0-1 0 0 0,10 1-1 0 0,-10-3-42 0 0,-1-1-1 0 0,1 0 0 0 0,-1 0 1 0 0,0 0-1 0 0,0-1 1 0 0,0 0-1 0 0,0-1 0 0 0,0 0 1 0 0,-1 0-1 0 0,0-1 0 0 0,0 0 1 0 0,0 0-1 0 0,9-8 0 0 0,1-4 590 0 0,1 0 1 0 0,-2-2-1 0 0,20-28 0 0 0,-29 37-497 0 0,-1 0 1 0 0,0-1 0 0 0,-1 0 0 0 0,0 0-1 0 0,-1 0 1 0 0,0-1 0 0 0,-1 1 0 0 0,0-1-1 0 0,0 0 1 0 0,-2 0 0 0 0,1-15 0 0 0,-1 21-134 0 0,-1 0 1 0 0,0 1 0 0 0,-1-1 0 0 0,0 0-1 0 0,0 0 1 0 0,0 1 0 0 0,0-1 0 0 0,-1 1 0 0 0,0-1-1 0 0,0 1 1 0 0,-1-1 0 0 0,1 1 0 0 0,-1 0 0 0 0,0 0-1 0 0,0 1 1 0 0,-1-1 0 0 0,0 0 0 0 0,0 1-1 0 0,0 0 1 0 0,0 0 0 0 0,0 0 0 0 0,-1 1 0 0 0,0-1-1 0 0,1 1 1 0 0,-8-3 0 0 0,4 2-59 0 0,-1 0 0 0 0,0 1 0 0 0,0 0 1 0 0,0 1-1 0 0,0 0 0 0 0,0 0 0 0 0,0 1 0 0 0,-1 0 0 0 0,1 0 1 0 0,-1 1-1 0 0,1 1 0 0 0,-1-1 0 0 0,-13 4 0 0 0,11-1-9 0 0,0 1 0 0 0,0 0-1 0 0,0 1 1 0 0,1 0 0 0 0,0 1-1 0 0,0 0 1 0 0,1 1 0 0 0,-1 0-1 0 0,-12 12 1 0 0,8-5-11 0 0,1 0-1 0 0,1 1 1 0 0,0 0-1 0 0,1 1 1 0 0,0 1-1 0 0,2 0 1 0 0,0 1-1 0 0,0-1 1 0 0,2 2 0 0 0,1-1-1 0 0,0 1 1 0 0,-7 32-1 0 0,13-42-11 0 0,-1 0 0 0 0,2 0 0 0 0,-1 0 0 0 0,1 0 0 0 0,1 0 0 0 0,-1-1 0 0 0,1 1 0 0 0,5 17 0 0 0,-4-21-139 0 0,0 1 1 0 0,0-1-1 0 0,0 1 1 0 0,1-1 0 0 0,0 0-1 0 0,0 0 1 0 0,1 0-1 0 0,-1 0 1 0 0,1-1-1 0 0,0 1 1 0 0,0-1-1 0 0,1 0 1 0 0,-1 0-1 0 0,8 4 1 0 0,18 8-5639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1:52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 10135 0 0,'-4'-1'896'0'0,"0"2"-96"0"0,4 2-96 0 0,-1 0 24 0 0,1 1 0 0 0,0 2-1056 0 0,1 1-216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1:5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28 11087 0 0,'-8'-10'240'0'0,"2"4"48"0"0,1 0 16 0 0,2 3 16 0 0,2 2-256 0 0,1 0-64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3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675 97 1375 0 0,'3'-21'-1521'0'0,"-5"-10"5310"0"0,2 29-3488 0 0,-1 1 0 0 0,1-1 0 0 0,-1 0 0 0 0,0 0 0 0 0,0 0 0 0 0,0 1 0 0 0,0-1 1 0 0,0 0-1 0 0,0 1 0 0 0,0-1 0 0 0,0 1 0 0 0,-1-1 0 0 0,1 1 0 0 0,-1 0 0 0 0,1 0 0 0 0,-1-1 0 0 0,1 1 0 0 0,-1 0 0 0 0,0 0 1 0 0,1 1-1 0 0,-1-1 0 0 0,0 0 0 0 0,0 1 0 0 0,-2-2 0 0 0,-12-1-131 0 0,1 0-1 0 0,-1 1 1 0 0,0 0 0 0 0,0 1 0 0 0,1 1-1 0 0,-23 3 1 0 0,6 1-84 0 0,-1 1 0 0 0,-33 11 1 0 0,33-6 88 0 0,0 2 1 0 0,-59 32-1 0 0,-55 44 921 0 0,139-82-1016 0 0,1-1 0 0 0,-1 1-1 0 0,1 0 1 0 0,0 0 0 0 0,0 1 0 0 0,-8 10-1 0 0,14-14-62 0 0,-1-1 0 0 0,0 1 0 0 0,1-1 0 0 0,0 1 0 0 0,-1 0 1 0 0,1-1-1 0 0,0 1 0 0 0,0 0 0 0 0,1 0 0 0 0,-1 0 0 0 0,0 0 0 0 0,1-1 0 0 0,0 1 0 0 0,0 0 0 0 0,0 0 0 0 0,0 0 0 0 0,0 0 0 0 0,1 0 0 0 0,-1 0 0 0 0,1 0 0 0 0,0 0 0 0 0,-1 0 0 0 0,1-1 0 0 0,3 5 0 0 0,2 3-46 0 0,0-1-1 0 0,1 0 1 0 0,0 0-1 0 0,1 0 1 0 0,0-1-1 0 0,13 11 1 0 0,56 38-309 0 0,-62-46 281 0 0,35 21-193 0 0,1-2 0 0 0,58 24 0 0 0,43 26 24 0 0,-137-72 215 0 0,28 22-59 0 0,19 18 56 0 0,-7 2 4 0 0,-53-48 5 0 0,0 0 0 0 0,0 0 0 0 0,0 0 1 0 0,0 0-1 0 0,0 1 0 0 0,0-1 0 0 0,-1 1 1 0 0,2 2-1 0 0,29 55-6 0 0,-30-56 14 0 0,0 0-1 0 0,-1 0 0 0 0,0 0 1 0 0,0 0-1 0 0,0 0 0 0 0,0 0 0 0 0,-1 1 1 0 0,1-1-1 0 0,-1 0 0 0 0,0 0 1 0 0,0 0-1 0 0,-1 0 0 0 0,1 1 1 0 0,-1-1-1 0 0,0 0 0 0 0,0 0 0 0 0,0 0 1 0 0,-1 0-1 0 0,1 0 0 0 0,-1-1 1 0 0,0 1-1 0 0,-3 5 0 0 0,-2-1 19 0 0,1 1-1 0 0,-2-1 1 0 0,1 0-1 0 0,-1-1 0 0 0,0 0 1 0 0,-15 10-1 0 0,-6 2 397 0 0,-1-1 0 0 0,-1-2-1 0 0,0-2 1 0 0,-1 0 0 0 0,-1-2 0 0 0,0-2-1 0 0,0-1 1 0 0,-59 8 0 0 0,79-15-224 0 0,0-2-1 0 0,0 0 1 0 0,0 0 0 0 0,0-1 0 0 0,1-1 0 0 0,-21-4-1 0 0,29 5-170 0 0,0 0 0 0 0,0 0 0 0 0,0 0-1 0 0,0-1 1 0 0,1 1 0 0 0,-1-1 0 0 0,0 0 0 0 0,1 0-1 0 0,-1 0 1 0 0,1 0 0 0 0,0-1 0 0 0,0 0 0 0 0,0 1-1 0 0,0-1 1 0 0,1 0 0 0 0,-1 0 0 0 0,1-1 0 0 0,-1 1-1 0 0,1 0 1 0 0,0-1 0 0 0,0 1 0 0 0,1-1-1 0 0,-1 0 1 0 0,1 0 0 0 0,-1-4 0 0 0,2 6-232 0 0,0 0-1 0 0,0 0 1 0 0,0 0-1 0 0,1 0 1 0 0,-1 0 0 0 0,1 0-1 0 0,-1 0 1 0 0,1 0 0 0 0,0 0-1 0 0,0 0 1 0 0,0 1 0 0 0,0-1-1 0 0,0 0 1 0 0,0 0 0 0 0,1 1-1 0 0,-1-1 1 0 0,0 1-1 0 0,1-1 1 0 0,0 1 0 0 0,-1-1-1 0 0,1 1 1 0 0,0 0 0 0 0,-1 0-1 0 0,1 0 1 0 0,2-1 0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39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163 393 1839 0 0,'-1'18'13055'0'0,"9"-10"-12971"0"0,-5-6-126 0 0,-1 0 0 0 0,1 0 0 0 0,0-1 0 0 0,0 1 0 0 0,0-1 0 0 0,0 1 1 0 0,0-1-1 0 0,0 0 0 0 0,0-1 0 0 0,0 1 0 0 0,0 0 0 0 0,0-1 0 0 0,0 0 0 0 0,1 1 0 0 0,-1-1 0 0 0,0-1 0 0 0,0 1 0 0 0,0 0 1 0 0,1-1-1 0 0,-1 1 0 0 0,0-1 0 0 0,0 0 0 0 0,0 0 0 0 0,0-1 0 0 0,0 1 0 0 0,0 0 0 0 0,0-1 0 0 0,2-2 0 0 0,4-1-29 0 0,-1-1-1 0 0,0 0 0 0 0,0 0 1 0 0,0-1-1 0 0,-1 0 0 0 0,0-1 0 0 0,11-14 1 0 0,-8 5 152 0 0,-1 1 0 0 0,0-1 1 0 0,-1-1-1 0 0,-1 0 0 0 0,0 0 1 0 0,-2 0-1 0 0,0-1 0 0 0,-1 1 1 0 0,-1-1-1 0 0,0 0 0 0 0,-2-1 1 0 0,-1-34-1 0 0,-1 49 41 0 0,1-1-1 0 0,-1 1 1 0 0,0 0 0 0 0,-1 0 0 0 0,1 0-1 0 0,-1 0 1 0 0,0 0 0 0 0,0 1-1 0 0,0-1 1 0 0,-1 0 0 0 0,-4-5 0 0 0,6 9-81 0 0,-1-1 1 0 0,1 1-1 0 0,-1-1 1 0 0,0 1-1 0 0,0 0 1 0 0,0-1 0 0 0,0 1-1 0 0,0 0 1 0 0,0 0-1 0 0,0 0 1 0 0,0 1 0 0 0,0-1-1 0 0,0 0 1 0 0,0 1-1 0 0,0-1 1 0 0,-1 1 0 0 0,1 0-1 0 0,0 0 1 0 0,0 0-1 0 0,-1 0 1 0 0,1 0-1 0 0,0 0 1 0 0,0 1 0 0 0,0-1-1 0 0,-1 1 1 0 0,1-1-1 0 0,0 1 1 0 0,-2 1 0 0 0,-8 3-33 0 0,0 1 0 0 0,1 0 0 0 0,0 1 0 0 0,0 0 0 0 0,1 0 1 0 0,0 2-1 0 0,0-1 0 0 0,0 1 0 0 0,-9 12 0 0 0,-2 5-194 0 0,0 2-1 0 0,-22 39 0 0 0,25-35 133 0 0,1 1 0 0 0,1 1 0 0 0,2 0 0 0 0,1 1 0 0 0,2 1 0 0 0,2-1 0 0 0,-6 41 0 0 0,11-12 41 0 0,4-53 5 0 0,1-1 1 0 0,0 1-1 0 0,0 0 0 0 0,2 0 0 0 0,-1-1 0 0 0,5 12 0 0 0,-2-10 5 0 0,1 0 0 0 0,0-1 0 0 0,1 1 0 0 0,0-1 0 0 0,11 11 0 0 0,-13-16 6 0 0,0-1-1 0 0,0-1 0 0 0,0 1 0 0 0,1-1 1 0 0,-1 0-1 0 0,1 0 0 0 0,0-1 0 0 0,0 0 1 0 0,1 0-1 0 0,-1 0 0 0 0,1-1 0 0 0,-1 0 1 0 0,1 0-1 0 0,0 0 0 0 0,0-1 1 0 0,7 0-1 0 0,0 2 25 0 0,11 1-109 0 0,1-2 0 0 0,0 0 0 0 0,0-1 0 0 0,-1-2-1 0 0,1 0 1 0 0,0-2 0 0 0,-1-1 0 0 0,1-1 0 0 0,-1-1-1 0 0,0-1 1 0 0,-1-2 0 0 0,0 0 0 0 0,0-1 0 0 0,-1-2-1 0 0,0 0 1 0 0,-1-1 0 0 0,28-23 0 0 0,-21 11-774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39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1 696 6447 0 0,'0'0'90'0'0,"0"1"0"0"0,0-1 0 0 0,0 1-1 0 0,0-1 1 0 0,0 0 0 0 0,0 1-1 0 0,1-1 1 0 0,-1 0 0 0 0,0 1 0 0 0,0-1-1 0 0,0 0 1 0 0,1 1 0 0 0,-1-1-1 0 0,0 0 1 0 0,0 1 0 0 0,1-1 0 0 0,-1 0-1 0 0,0 0 1 0 0,1 1 0 0 0,-1-1-1 0 0,0 0 1 0 0,1 0 0 0 0,-1 0 0 0 0,1 1-1 0 0,-1-1 1 0 0,0 0 0 0 0,1 0-1 0 0,-1 0 1 0 0,1 0 0 0 0,-1 0 0 0 0,1 0-1 0 0,6-11 1916 0 0,-1-19-206 0 0,-16-187 1153 0 0,0 64-1941 0 0,10 134-887 0 0,-1-18 249 0 0,3-42 1 0 0,0 68-316 0 0,-1 1 0 0 0,1-1-1 0 0,0 1 1 0 0,1-1 0 0 0,1 1 0 0 0,-1 0 0 0 0,2 0 0 0 0,8-15 0 0 0,-10 21-64 0 0,0 0 1 0 0,1 0-1 0 0,-1 0 1 0 0,1 1 0 0 0,0-1-1 0 0,0 1 1 0 0,0 0-1 0 0,1 0 1 0 0,-1 1 0 0 0,1-1-1 0 0,-1 1 1 0 0,1 0 0 0 0,0 0-1 0 0,0 1 1 0 0,0-1-1 0 0,0 1 1 0 0,0 0 0 0 0,0 0-1 0 0,0 1 1 0 0,0 0-1 0 0,1 0 1 0 0,6 0 0 0 0,5 2-205 0 0,0 0 0 0 0,0 1 0 0 0,0 0 1 0 0,-1 2-1 0 0,18 6 0 0 0,-20-4-1330 0 0,30 23-4119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9 489 10135 0 0,'-1'2'154'0'0,"-1"5"41"0"0,0 0-1 0 0,1 0 0 0 0,0 0 1 0 0,0 0-1 0 0,0 0 0 0 0,1 0 1 0 0,0 0-1 0 0,0 0 0 0 0,2 8 1 0 0,3 28 1012 0 0,-4-33-1127 0 0,0-1-1 0 0,1 0 1 0 0,0 0 0 0 0,6 16 0 0 0,-3-10-7 0 0,-2-8-21 0 0,0 0 0 0 0,-1 0 0 0 0,0 0 0 0 0,-1 1-1 0 0,2 8 1 0 0,6-7-126 0 0,30 29-101 0 0,-38-37 158 0 0,1 0 1 0 0,-1 0 0 0 0,1 0-1 0 0,-1 0 1 0 0,1 0-1 0 0,-1 0 1 0 0,1-1-1 0 0,-1 1 1 0 0,1-1-1 0 0,0 1 1 0 0,-1-1-1 0 0,1 0 1 0 0,0 0 0 0 0,0 1-1 0 0,-1-1 1 0 0,1 0-1 0 0,0 0 1 0 0,-1-1-1 0 0,1 1 1 0 0,0 0-1 0 0,-1-1 1 0 0,1 1-1 0 0,0-1 1 0 0,-1 1 0 0 0,1-1-1 0 0,-1 0 1 0 0,1 1-1 0 0,-1-1 1 0 0,1 0-1 0 0,-1 0 1 0 0,2-2-1 0 0,2-1-95 0 0,0-1 0 0 0,0 1 0 0 0,-1-1-1 0 0,0-1 1 0 0,6-8 0 0 0,6-13-302 0 0,-1 0-1 0 0,-2-1 1 0 0,-1 0 0 0 0,-1-1 0 0 0,13-56-1 0 0,-9 14-189 0 0,7-100-1 0 0,-20 85 961 0 0,-3 56 897 0 0,6-45 1 0 0,-5 79-1093 0 0,1 1 0 0 0,0-1 1 0 0,0 0-1 0 0,0 0 0 0 0,0 1 0 0 0,1-1 0 0 0,-1 0 1 0 0,4 5-1 0 0,3 9 289 0 0,17 44-318 0 0,-11-33-4 0 0,15 28 20 0 0,-12-29 83 0 0,22 30 32 0 0,-37-54-218 0 0,1-1 0 0 0,0 1 0 0 0,0-1 0 0 0,0 1 0 0 0,4 3 0 0 0,15 14 141 0 0,30 20 0 0 0,-41-33-103 0 0,1 0 0 0 0,0-1 0 0 0,0 0 0 0 0,0-1 0 0 0,1 0-1 0 0,18 5 1 0 0,-21-9-49 0 0,0 0-1 0 0,0 0 0 0 0,0-1 0 0 0,0 0 0 0 0,0-1 1 0 0,1 0-1 0 0,-1-1 0 0 0,0 0 0 0 0,0 0 1 0 0,0-1-1 0 0,0-1 0 0 0,-1 0 0 0 0,1 0 1 0 0,13-7-1 0 0,-16 7-23 0 0,0-1 0 0 0,0-1 0 0 0,-1 1 0 0 0,0-1 0 0 0,1-1 1 0 0,-2 1-1 0 0,1-1 0 0 0,-1 0 0 0 0,0 0 0 0 0,0 0 0 0 0,-1-1 0 0 0,1 0 0 0 0,-1 1 0 0 0,-1-2 1 0 0,0 1-1 0 0,0 0 0 0 0,0-1 0 0 0,3-14 0 0 0,-5 12 1 0 0,1 0 0 0 0,-1 0 0 0 0,-1 0 0 0 0,0 0 0 0 0,-1-1 0 0 0,1 1 0 0 0,-2 0 0 0 0,0 0 0 0 0,0 0 0 0 0,-1 0 0 0 0,0 1 0 0 0,0-1 0 0 0,-1 1 0 0 0,0 0 0 0 0,-1-1 0 0 0,0 2 0 0 0,-7-10 0 0 0,7 12-48 0 0,0-1-1 0 0,-1 1 1 0 0,1 0-1 0 0,-1 0 1 0 0,-1 0-1 0 0,1 1 1 0 0,-1 0-1 0 0,0 1 1 0 0,0-1-1 0 0,0 1 1 0 0,-1 1-1 0 0,1-1 1 0 0,-1 1-1 0 0,0 0 1 0 0,0 1-1 0 0,0 0 1 0 0,0 0-1 0 0,-1 1 1 0 0,1 0-1 0 0,0 1 1 0 0,-12 0-1 0 0,13 0 2 0 0,-1 1 0 0 0,0 1 0 0 0,1-1 1 0 0,-1 1-1 0 0,1 1 0 0 0,-1 0 0 0 0,1-1 0 0 0,0 2 0 0 0,0-1 0 0 0,0 1 0 0 0,1 0 0 0 0,0 1 0 0 0,-1 0 0 0 0,1 0 0 0 0,1 0 0 0 0,-10 11 1 0 0,8-7 60 0 0,0 0 0 0 0,1 1 1 0 0,0-1-1 0 0,1 1 0 0 0,0 0 1 0 0,1 1-1 0 0,0-1 0 0 0,0 1 1 0 0,1 0-1 0 0,-2 14 0 0 0,5-2 123 0 0,3 42 4 0 0,3-31 23 0 0,12 40 96 0 0,-17-69-219 0 0,0-1 1 0 0,0 1 0 0 0,1 0-1 0 0,0-1 1 0 0,4 8 0 0 0,27 55 273 0 0,-31-63-270 0 0,0 0-1 0 0,0 0 1 0 0,1 0-1 0 0,-1 0 1 0 0,6 5 0 0 0,35 44 300 0 0,-41-50-316 0 0,0 0 1 0 0,0-1 0 0 0,0 1 0 0 0,1-1-1 0 0,-1 0 1 0 0,1 0 0 0 0,-1 0-1 0 0,5 2 1 0 0,3 3 37 0 0,8 6 81 0 0,1-2-1 0 0,0 0 1 0 0,29 13-1 0 0,-31-18-78 0 0,-1 0-1 0 0,1-2 1 0 0,0 1 0 0 0,0-2-1 0 0,1 0 1 0 0,-1-1-1 0 0,1-1 1 0 0,-1-1-1 0 0,28-2 1 0 0,-36 0-70 0 0,1 1-1 0 0,-1-1 1 0 0,0-1 0 0 0,-1 0-1 0 0,1 0 1 0 0,0 0 0 0 0,-1-1-1 0 0,0-1 1 0 0,0 1 0 0 0,0-2-1 0 0,0 1 1 0 0,-1-1 0 0 0,0 0 0 0 0,0 0-1 0 0,-1-1 1 0 0,1 1 0 0 0,-1-2-1 0 0,-1 1 1 0 0,9-14 0 0 0,-6 4 56 0 0,-1 0 1 0 0,0 0 0 0 0,-1-1 0 0 0,0 0 0 0 0,-2 0 0 0 0,0 0 0 0 0,-1 0 0 0 0,-1-1 0 0 0,-1 1 0 0 0,0-1 0 0 0,-3-22 0 0 0,-4-17 245 0 0,-3 0 1 0 0,-19-69 0 0 0,-28-59-381 0 0,56 185 64 0 0,-1 0 1 0 0,1 1-1 0 0,0-1 0 0 0,-1 0 1 0 0,1 0-1 0 0,0 1 1 0 0,0-1-1 0 0,-1 0 0 0 0,1 0 1 0 0,0 0-1 0 0,0 1 0 0 0,0-1 1 0 0,0 0-1 0 0,0 0 1 0 0,0 0-1 0 0,0 0 0 0 0,0 1 1 0 0,1-1-1 0 0,-1 0 0 0 0,0 0 1 0 0,0 0-1 0 0,1 1 1 0 0,-1-1-1 0 0,0 0 0 0 0,1 0 1 0 0,-1 1-1 0 0,1-1 1 0 0,-1 0-1 0 0,1 1 0 0 0,-1-1 1 0 0,1 1-1 0 0,0-1 0 0 0,-1 0 1 0 0,1 1-1 0 0,0-1 1 0 0,-1 1-1 0 0,1 0 0 0 0,0-1 1 0 0,0 1-1 0 0,-1 0 0 0 0,1-1 1 0 0,0 1-1 0 0,0 0 1 0 0,0 0-1 0 0,1-1 0 0 0,4 1-15 0 0,0 1-1 0 0,-1-1 0 0 0,1 1 0 0 0,0 0 0 0 0,9 2 1 0 0,-4 0-12 0 0,44 10-50 0 0,-1 3 0 0 0,69 29 0 0 0,98 60 87 0 0,-197-93-474 0 0,47 22 425 0 0,-23-14-6253 0 0,-34-16 193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0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43 225 7831 0 0,'-3'-1'61'0'0,"0"0"0"0"0,0 0-1 0 0,0 0 1 0 0,-1-1-1 0 0,1 1 1 0 0,0-1-1 0 0,1 1 1 0 0,-1-1 0 0 0,0 0-1 0 0,0 0 1 0 0,1 0-1 0 0,-1-1 1 0 0,-1-2-1 0 0,4 4 177 0 0,0 0 1 0 0,0 0-1 0 0,0 0 0 0 0,0 0 0 0 0,0 0 0 0 0,0 0 0 0 0,1 0 0 0 0,-1 0 0 0 0,1 0 0 0 0,-1 0 1 0 0,1 0-1 0 0,-1 0 0 0 0,1 0 0 0 0,-1 0 0 0 0,1 0 0 0 0,0 0 0 0 0,-1 0 0 0 0,1 1 1 0 0,1-2-1 0 0,17-15 4763 0 0,2 4-4802 0 0,2 1 1 0 0,-1 1 0 0 0,1 1-1 0 0,43-12 1 0 0,-37 13-199 0 0,206-59 8 0 0,-205 62-22 0 0,0 2 0 0 0,0 0 0 0 0,1 2 1 0 0,-1 2-1 0 0,1 0 0 0 0,30 5 0 0 0,-55-4-9 0 0,0 1 0 0 0,-1-1-1 0 0,1 1 1 0 0,-1-1 0 0 0,1 2 0 0 0,-1-1 0 0 0,0 0 0 0 0,0 1 0 0 0,0 0-1 0 0,5 5 1 0 0,-7-6-67 0 0,-2 11-46 0 0,-1-6 114 0 0,1 0 0 0 0,-1 0-1 0 0,0 1 0 0 0,0-1 0 0 0,0 0 0 0 0,-1 1 1 0 0,0-1-1 0 0,-1 0 0 0 0,0 1 0 0 0,0-1 1 0 0,0 0-1 0 0,-1-1 0 0 0,-4 10 0 0 0,-18 22-158 0 0,-1-2 0 0 0,-32 36 0 0 0,-67 61-315 0 0,97-104 402 0 0,-96 93-107 0 0,-103 116 231 0 0,221-230 19 0 0,0 0 1 0 0,0 0-1 0 0,1 1 0 0 0,0 0 0 0 0,0 0 0 0 0,1 0 0 0 0,-4 13 1 0 0,7-18 324 0 0,7 9-72 0 0,22 39 46 0 0,-25-49-300 0 0,0 1 1 0 0,0-1-1 0 0,0-1 1 0 0,0 1-1 0 0,0 0 1 0 0,1-1-1 0 0,-1 0 1 0 0,1 1 0 0 0,-1-1-1 0 0,1-1 1 0 0,0 1-1 0 0,0 0 1 0 0,0-1-1 0 0,0 0 1 0 0,0 0-1 0 0,0 0 1 0 0,0-1-1 0 0,0 1 1 0 0,6-1 0 0 0,2 2 84 0 0,80 5 767 0 0,0-3 0 0 0,121-11 0 0 0,-89 1-621 0 0,-77 5-255 0 0,11-2-1770 0 0,98 8 1 0 0,-121 1-5305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2303 0 0,'-2'15'96'0'0,"-3"0"32"0"0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3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93 10535 0 0,'-7'-28'1169'0'0,"-14"-35"0"0"0,21 63-1166 0 0,0 1 1 0 0,0-1 0 0 0,0 0-1 0 0,0 0 1 0 0,0 0 0 0 0,0 0-1 0 0,0 0 1 0 0,0 0-1 0 0,0 0 1 0 0,0 0 0 0 0,0 0-1 0 0,0 0 1 0 0,-1 0 0 0 0,1 0-1 0 0,0 0 1 0 0,0 0 0 0 0,0 0-1 0 0,0 0 1 0 0,0 0 0 0 0,0 0-1 0 0,0 0 1 0 0,0 0-1 0 0,0 0 1 0 0,0 0 0 0 0,0 0-1 0 0,-1 0 1 0 0,1 0 0 0 0,0 0-1 0 0,0 0 1 0 0,0 0 0 0 0,0 0-1 0 0,0 0 1 0 0,0 0 0 0 0,0 0-1 0 0,0 0 1 0 0,0 0-1 0 0,0 0 1 0 0,0 0 0 0 0,0-1-1 0 0,0 1 1 0 0,-1 0 0 0 0,1 0-1 0 0,0 0 1 0 0,0 0 0 0 0,0 0-1 0 0,0 0 1 0 0,0 0 0 0 0,0 0-1 0 0,0 0 1 0 0,0 0 0 0 0,0 0-1 0 0,0-1 1 0 0,0 1-1 0 0,0 0 1 0 0,0 0 0 0 0,0 0-1 0 0,0 0 1 0 0,0 0 0 0 0,0 0-1 0 0,0 0 1 0 0,0 0 0 0 0,0 0-1 0 0,0 0 1 0 0,0 0 0 0 0,0-1-1 0 0,0 1 1 0 0,0 0-1 0 0,-1 10 311 0 0,-1 21 168 0 0,2-26-455 0 0,-24 527 1206 0 0,0-33 868 0 0,29 0-971 0 0,27-189-1018 0 0,-13-216-112 0 0,10 33-18 0 0,3 13-162 0 0,-12-51 32 0 0,-17-76 134 0 0,1 3 3 0 0,-1-1 1 0 0,0 1-1 0 0,-1 0 0 0 0,-1 0 1 0 0,-1 21-1 0 0,0-36 15 0 0,0-1 1 0 0,0 1-1 0 0,0 0 0 0 0,0-1 0 0 0,0 1 0 0 0,0 0 0 0 0,0-1 0 0 0,0 1 0 0 0,-1 0 1 0 0,1-1-1 0 0,0 1 0 0 0,0-1 0 0 0,-1 1 0 0 0,1-1 0 0 0,0 1 0 0 0,-1-1 1 0 0,1 1-1 0 0,-1-1 0 0 0,1 1 0 0 0,-1-1 0 0 0,1 1 0 0 0,-1-1 0 0 0,1 0 1 0 0,-1 1-1 0 0,1-1 0 0 0,-1 0 0 0 0,1 1 0 0 0,-1-1 0 0 0,0 0 0 0 0,1 0 1 0 0,-2 1-1 0 0,0-1 4 0 0,1 0 1 0 0,-1-1-1 0 0,0 1 1 0 0,1-1-1 0 0,-1 1 1 0 0,1-1-1 0 0,-1 1 1 0 0,0-1-1 0 0,1 0 1 0 0,-1 1-1 0 0,-2-3 1 0 0,-4-3-73 0 0,0-1 0 0 0,-13-13 0 0 0,-7-13-2201 0 0,14 11 919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5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0 360 1375 0 0,'5'-8'6414'0'0,"-5"8"-6275"0"0,20 1 1609 0 0,27 14-2695 0 0,-40-12 1553 0 0,46 15 64 0 0,57 11-1 0 0,-81-24-352 0 0,0-1 0 0 0,1-1 1 0 0,52-1-1 0 0,320-51 1458 0 0,-196 19-1194 0 0,480-15-377 0 0,-307 45-186 0 0,156-3-62 0 0,0-22 398 0 0,18-23 934 0 0,-159 20-376 0 0,3 10 1265 0 0,-150 10-3386 0 0,492-69 1049 0 0,-484 31 638 0 0,15-2 100 0 0,-233 44-501 0 0,1 2 0 0 0,0 1 1 0 0,0 2-1 0 0,-1 2 0 0 0,1 1 0 0 0,52 13 0 0 0,-109 19 1383 0 0,14-24-1460 0 0,2 0 0 0 0,0 0 0 0 0,0 0 0 0 0,-1 18 0 0 0,3-22 0 0 0,-4 35 0 0 0,-1 50 0 0 0,-5 321 15 0 0,10-371 20 0 0,-5 657 425 0 0,13-525-423 0 0,59 345 0 0 0,-51-453-26 0 0,0 7 32 0 0,5 17-22 0 0,-11-50 22 0 0,9 42-22 0 0,-10-42 22 0 0,9 40-1 0 0,-9-42 118 0 0,11 75 224 0 0,-15-93-321 0 0,10 61 193 0 0,-3 5-23 0 0,-5-25-140 0 0,-4-40-79 0 0,1 36 31 0 0,-4-14-108 0 0,1-43 47 0 0,0 1 0 0 0,1-1 0 0 0,-1 1 0 0 0,0-1 0 0 0,-1 0 0 0 0,1 1 0 0 0,0-1 0 0 0,0 0 0 0 0,-1 1 0 0 0,1-1 0 0 0,0 0 0 0 0,-1 1 0 0 0,0-1 0 0 0,1 0 0 0 0,-1 0 0 0 0,0 1 0 0 0,1-1 0 0 0,-1 0 0 0 0,0 0 0 0 0,0 0 0 0 0,0 0 0 0 0,0 0-1 0 0,0 0 1 0 0,0 0 0 0 0,0 0 0 0 0,-2 0 0 0 0,1-1-168 0 0,1 1-1 0 0,-1-1 1 0 0,0 0-1 0 0,0 0 1 0 0,0-1-1 0 0,0 1 1 0 0,0 0-1 0 0,1 0 1 0 0,-1-1-1 0 0,0 1 1 0 0,0-1-1 0 0,1 0 1 0 0,-1 0-1 0 0,0 1 1 0 0,-1-3-1 0 0,-15-6-6903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6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13 119 14255 0 0,'-1'0'78'0'0,"0"0"0"0"0,1-1 0 0 0,-1 1 0 0 0,0-1 0 0 0,0 1 0 0 0,1 0 0 0 0,-1-1 0 0 0,0 0 0 0 0,0 1 0 0 0,1-1 0 0 0,-1 1 0 0 0,1-1 0 0 0,-1 0 0 0 0,1 1 0 0 0,-1-1 0 0 0,0-1 0 0 0,1 2-52 0 0,0-1 1 0 0,0 1 0 0 0,0 0-1 0 0,0 0 1 0 0,1-1-1 0 0,-1 1 1 0 0,0 0 0 0 0,0-1-1 0 0,0 1 1 0 0,1 0 0 0 0,-1 0-1 0 0,0 0 1 0 0,0-1 0 0 0,1 1-1 0 0,-1 0 1 0 0,0 0-1 0 0,0 0 1 0 0,1-1 0 0 0,-1 1-1 0 0,0 0 1 0 0,1 0 0 0 0,-1 0-1 0 0,0 0 1 0 0,1 0-1 0 0,-1 0 1 0 0,0 0 0 0 0,1 0-1 0 0,-1 0 1 0 0,38-4 653 0 0,-29 4-486 0 0,399-10 1000 0 0,0 21-1111 0 0,244-1-17 0 0,263-63-1108 0 0,-249 10 1849 0 0,0 29 24 0 0,860 121 517 0 0,-1281-81-337 0 0,285-5-1 0 0,-509-21-828 0 0,-8 1-45 0 0,0-1 1 0 0,0-1-1 0 0,-1 0 1 0 0,1 0-1 0 0,0-2 1 0 0,15-4-1 0 0,-27 6-201 0 0,-1 0 1 0 0,0 0-1 0 0,0 0 0 0 0,1 0 0 0 0,-1-1 1 0 0,0 1-1 0 0,0 0 0 0 0,0 0 1 0 0,0 0-1 0 0,0-1 0 0 0,-1 1 0 0 0,1 0 1 0 0,0 0-1 0 0,0 0 0 0 0,-1 0 1 0 0,1-1-1 0 0,-1 1 0 0 0,1 0 0 0 0,-2-2 1 0 0,-2-8-2741 0 0,4 6 1322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4143 0 0,'30'9'6809'0'0,"30"10"-5816"0"0,-52-16-908 0 0,21 8 1425 0 0,48 12 0 0 0,-65-21-1200 0 0,0 0 1 0 0,-1-1-1 0 0,1 0 0 0 0,0-1 1 0 0,0 0-1 0 0,0-1 0 0 0,18-4 1 0 0,2-4-124 0 0,0-1 0 0 0,-1-1 0 0 0,35-18 1 0 0,-35 14-208 0 0,0 2 0 0 0,0 1 0 0 0,37-8 0 0 0,-42 15-36 0 0,0 0 0 0 0,0 2 0 0 0,1 2 0 0 0,41 1 1 0 0,-50 2-400 0 0,-1 0 1 0 0,33 10-1 0 0,-36-7-862 0 0,1 0 0 0 0,-1 1 0 0 0,23 13 0 0 0,-21-9-3551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8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164 181 6911 0 0,'-3'1'68'0'0,"-1"0"0"0"0,1 0 0 0 0,0 0 0 0 0,0 1 0 0 0,0 0-1 0 0,0-1 1 0 0,0 1 0 0 0,0 0 0 0 0,1 0 0 0 0,-1 0 0 0 0,-4 6-1 0 0,3-2 29 0 0,0 0 0 0 0,0 0 0 0 0,0 1-1 0 0,-2 7 1 0 0,-2 2 147 0 0,-15 33 422 0 0,-25 70-1 0 0,43-103-537 0 0,0 0 0 0 0,1 0 0 0 0,1 1 0 0 0,1 0 0 0 0,0-1 0 0 0,1 1 0 0 0,1 0 0 0 0,3 32 0 0 0,-2-44-76 0 0,0-1 0 0 0,-1 0-1 0 0,2 0 1 0 0,-1 0 0 0 0,1 0-1 0 0,-1 0 1 0 0,1 0-1 0 0,0-1 1 0 0,0 1 0 0 0,1-1-1 0 0,-1 1 1 0 0,1-1 0 0 0,0 0-1 0 0,-1 0 1 0 0,1 0 0 0 0,1 0-1 0 0,-1 0 1 0 0,0-1 0 0 0,1 1-1 0 0,-1-1 1 0 0,1 0-1 0 0,0 0 1 0 0,5 2 0 0 0,-2-2 117 0 0,0-1 0 0 0,0 1 0 0 0,1-1 0 0 0,-1 0 0 0 0,0-1 1 0 0,1 0-1 0 0,-1 0 0 0 0,1-1 0 0 0,-1 1 0 0 0,0-2 0 0 0,0 1 0 0 0,13-5 1 0 0,7-4 88 0 0,0-2 0 0 0,-1-1 1 0 0,0-1-1 0 0,-1-2 0 0 0,-1 0 1 0 0,0-1-1 0 0,-2-1 0 0 0,0-2 1 0 0,31-33-1 0 0,-43 40-200 0 0,0-1-1 0 0,-1 1 1 0 0,0-1 0 0 0,-1-1 0 0 0,-1 0 0 0 0,0 0-1 0 0,-1 0 1 0 0,-1-1 0 0 0,0 0 0 0 0,-1 0 0 0 0,-1 0-1 0 0,-1 0 1 0 0,2-20 0 0 0,-4 23-24 0 0,0 1 0 0 0,0 0 0 0 0,-1 0 1 0 0,-1-1-1 0 0,0 1 0 0 0,0 0 0 0 0,-2 0 0 0 0,1 0 0 0 0,-1 1 1 0 0,-1-1-1 0 0,0 1 0 0 0,-1 0 0 0 0,0 0 0 0 0,0 1 0 0 0,-1 0 1 0 0,-1 0-1 0 0,0 0 0 0 0,-11-9 0 0 0,14 14 21 0 0,0 1 0 0 0,0 0 0 0 0,-1 0 0 0 0,0 0 0 0 0,1 1 0 0 0,-1 0-1 0 0,-1 0 1 0 0,1 0 0 0 0,0 1 0 0 0,-1 0 0 0 0,1 0 0 0 0,-1 1 0 0 0,1 0 0 0 0,-1 0 0 0 0,0 0-1 0 0,1 1 1 0 0,-1 0 0 0 0,0 1 0 0 0,0-1 0 0 0,1 1 0 0 0,-1 0 0 0 0,1 1 0 0 0,-1-1 0 0 0,1 2-1 0 0,-1-1 1 0 0,1 0 0 0 0,-9 6 0 0 0,2 0-49 0 0,0 0-1 0 0,0 1 0 0 0,1 0 1 0 0,0 1-1 0 0,1 0 0 0 0,0 1 1 0 0,1 0-1 0 0,0 1 0 0 0,1 0 1 0 0,0 1-1 0 0,-8 15 1 0 0,1 3-287 0 0,3 1 0 0 0,0 0 0 0 0,2 1 0 0 0,1 0 1 0 0,2 1-1 0 0,2-1 0 0 0,0 2 0 0 0,0 60 1 0 0,7-12-6001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8287 0 0,'-1'34'2575'0'0,"-17"185"-1936"0"0,0-3-69 0 0,18-206-602 0 0,1 0 0 0 0,0 0 0 0 0,1 0-1 0 0,0 0 1 0 0,0 0 0 0 0,1-1 0 0 0,0 1-1 0 0,1-1 1 0 0,0 0 0 0 0,8 13 0 0 0,-10-19 13 0 0,0 1 0 0 0,0-1 0 0 0,1 0 0 0 0,-1 1 0 0 0,1-1 0 0 0,0 0 0 0 0,0 0 0 0 0,0-1 0 0 0,1 1 0 0 0,-1-1 0 0 0,0 0 0 0 0,1 1 0 0 0,0-1 0 0 0,-1-1 0 0 0,1 1 0 0 0,0-1 0 0 0,0 1 1 0 0,0-1-1 0 0,0 0 0 0 0,0-1 0 0 0,0 1 0 0 0,0-1 0 0 0,0 1 0 0 0,1-1 0 0 0,-1 0 0 0 0,0-1 0 0 0,7 0 0 0 0,-10 0-196 0 0,1 1-1 0 0,0-1 1 0 0,-1 1 0 0 0,1-1 0 0 0,-1 0-1 0 0,1 1 1 0 0,0-1 0 0 0,-1 0-1 0 0,0 0 1 0 0,1 0 0 0 0,-1 0 0 0 0,0 0-1 0 0,1-1 1 0 0,-1 1 0 0 0,0 0-1 0 0,1-3 1 0 0,2-4-3032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5 224 9671 0 0,'-1'-10'269'0'0,"0"7"-203"0"0,0-1 0 0 0,0 0 0 0 0,1 0 0 0 0,-1-1 0 0 0,1 1 0 0 0,0 0 0 0 0,0 0 0 0 0,1 0 1 0 0,-1 0-1 0 0,1 0 0 0 0,0 0 0 0 0,0 0 0 0 0,0 1 0 0 0,0-1 0 0 0,1 0 0 0 0,3-7 0 0 0,12-11 612 0 0,25-26-1 0 0,-35 41-627 0 0,1 0 0 0 0,1 0 1 0 0,-1 1-1 0 0,1 0 0 0 0,0 0 1 0 0,18-7-1 0 0,-20 9-49 0 0,2 1-1 0 0,-1 1 1 0 0,0 0-1 0 0,1 0 1 0 0,-1 0-1 0 0,1 1 1 0 0,-1 0-1 0 0,1 1 1 0 0,-1 0-1 0 0,1 0 1 0 0,0 1-1 0 0,9 2 1 0 0,-13-2-15 0 0,-1 0 1 0 0,0 0-1 0 0,0 1 0 0 0,0-1 0 0 0,0 1 1 0 0,-1 0-1 0 0,1 0 0 0 0,0 1 1 0 0,-1-1-1 0 0,1 1 0 0 0,-1 0 1 0 0,0-1-1 0 0,0 2 0 0 0,0-1 1 0 0,0 0-1 0 0,-1 0 0 0 0,1 1 0 0 0,-1 0 1 0 0,0-1-1 0 0,0 1 0 0 0,0 0 1 0 0,-1 0-1 0 0,1 0 0 0 0,-1 0 1 0 0,0 0-1 0 0,1 5 0 0 0,-1 0 13 0 0,0 0 0 0 0,-1 0 0 0 0,0 0-1 0 0,0-1 1 0 0,-1 1 0 0 0,0 0-1 0 0,-1 0 1 0 0,0-1 0 0 0,0 1 0 0 0,-1-1-1 0 0,0 0 1 0 0,0 0 0 0 0,-1 0 0 0 0,0 0-1 0 0,-1 0 1 0 0,1-1 0 0 0,-1 0 0 0 0,-1 0-1 0 0,1 0 1 0 0,-1-1 0 0 0,-1 1 0 0 0,-10 7-1 0 0,6-5 38 0 0,-1 0-1 0 0,1-1 0 0 0,-1-1 0 0 0,-1 0 0 0 0,1-1 1 0 0,-1 0-1 0 0,0-1 0 0 0,-1-1 0 0 0,1 0 0 0 0,-1 0 1 0 0,0-2-1 0 0,0 1 0 0 0,-20-1 0 0 0,32-2-37 0 0,0 0 0 0 0,0 0 0 0 0,0 0 0 0 0,0 0 0 0 0,0-1 0 0 0,0 1 0 0 0,0-1 0 0 0,0 1 0 0 0,0-1 0 0 0,0 0 0 0 0,-3-1 0 0 0,4 1 7 0 0,1 1 0 0 0,-1-1 0 0 0,0 0 0 0 0,0 1-1 0 0,1-1 1 0 0,-1 0 0 0 0,1 1 0 0 0,-1-1 0 0 0,1 0 0 0 0,-1 0-1 0 0,1 1 1 0 0,-1-1 0 0 0,1 0 0 0 0,0 0 0 0 0,-1 0-1 0 0,1 0 1 0 0,0 0 0 0 0,0 1 0 0 0,0-2 0 0 0,0 0-28 0 0,0 0 1 0 0,0 0 0 0 0,1 0-1 0 0,-1 0 1 0 0,1 0 0 0 0,0 0-1 0 0,-1 0 1 0 0,1 0 0 0 0,0 1-1 0 0,0-1 1 0 0,0 0 0 0 0,0 1 0 0 0,0-1-1 0 0,1 0 1 0 0,-1 1 0 0 0,0-1-1 0 0,1 1 1 0 0,-1 0 0 0 0,1 0-1 0 0,0-1 1 0 0,3-1 0 0 0,8-4-418 0 0,3 1-22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171 208 3223 0 0,'1'4'295'0'0,"0"-1"-1"0"0,0 0 1 0 0,1 0 0 0 0,-1 0-1 0 0,1 0 1 0 0,0 0-1 0 0,0 0 1 0 0,0 0-1 0 0,0 0 1 0 0,0-1-1 0 0,1 1 1 0 0,-1-1-1 0 0,1 0 1 0 0,0 0-1 0 0,-1 0 1 0 0,1 0-1 0 0,4 2 1 0 0,-2-1-117 0 0,0-1-1 0 0,0 1 1 0 0,0-1 0 0 0,1 0 0 0 0,-1 0 0 0 0,1 0 0 0 0,0-1 0 0 0,-1 0-1 0 0,10 1 1 0 0,-8-3-57 0 0,0 0-1 0 0,1-1 1 0 0,-1 1 0 0 0,0-1-1 0 0,0-1 1 0 0,0 1-1 0 0,0-1 1 0 0,-1 0-1 0 0,1-1 1 0 0,-1 1-1 0 0,1-2 1 0 0,-1 1 0 0 0,-1 0-1 0 0,1-1 1 0 0,0 0-1 0 0,-1-1 1 0 0,6-7-1 0 0,-5 6-52 0 0,-1 0-1 0 0,0 1 0 0 0,0-2 1 0 0,-1 1-1 0 0,0-1 0 0 0,0 1 1 0 0,0-1-1 0 0,-1 0 0 0 0,-1 0 1 0 0,1-1-1 0 0,-1 1 0 0 0,-1 0 1 0 0,0-1-1 0 0,1-15 0 0 0,-2 21-61 0 0,0-1 0 0 0,-1 1 0 0 0,1-1 1 0 0,-1 1-1 0 0,0 0 0 0 0,0-1 0 0 0,0 1 0 0 0,0 0 0 0 0,0 0 0 0 0,-1 0 0 0 0,0 0 0 0 0,1 0 0 0 0,-1 0 0 0 0,0 0 0 0 0,-1 1 0 0 0,1-1 0 0 0,0 1 0 0 0,-1-1 0 0 0,1 1 0 0 0,-1 0 1 0 0,0 0-1 0 0,1 0 0 0 0,-1 0 0 0 0,0 1 0 0 0,0-1 0 0 0,-1 1 0 0 0,1 0 0 0 0,0 0 0 0 0,0 0 0 0 0,-1 0 0 0 0,1 0 0 0 0,0 1 0 0 0,-5-1 0 0 0,-2 1-1 0 0,-1-1-1 0 0,0 2 1 0 0,0-1 0 0 0,1 2-1 0 0,-1-1 1 0 0,0 2-1 0 0,1-1 1 0 0,0 1 0 0 0,-14 6-1 0 0,1 2-25 0 0,0 0-1 0 0,1 2 0 0 0,1 0 1 0 0,-23 20-1 0 0,30-22 7 0 0,1 1-1 0 0,0 1 1 0 0,1 0 0 0 0,0 0-1 0 0,1 1 1 0 0,-16 27-1 0 0,24-36-12 0 0,0 1-1 0 0,1-1 0 0 0,0 1 1 0 0,0 0-1 0 0,0-1 0 0 0,1 1 1 0 0,0 0-1 0 0,0 0 1 0 0,1 0-1 0 0,-1 10 0 0 0,1-12-8 0 0,1 0 0 0 0,-1-1 0 0 0,1 1 1 0 0,0 0-1 0 0,0 0 0 0 0,0-1 0 0 0,1 1 0 0 0,-1-1 0 0 0,1 1 0 0 0,0-1 0 0 0,0 1 0 0 0,0-1 0 0 0,0 0 0 0 0,0 0 0 0 0,1 0 0 0 0,0 0 0 0 0,4 3 0 0 0,12 7-703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78 322 8063 0 0,'19'16'1697'0'0,"-12"-16"-442"0"0,-7-13-248 0 0,-6-7-686 0 0,0 1 0 0 0,-2-1 0 0 0,0 1 0 0 0,-14-22-1 0 0,13 25-245 0 0,1 0-1 0 0,0 0 1 0 0,1 0-1 0 0,1-1 0 0 0,1 0 1 0 0,-5-22-1 0 0,10 37-70 0 0,0 1 1 0 0,0 0-1 0 0,0-1 0 0 0,0 1 0 0 0,0-1 0 0 0,0 1 0 0 0,0 0 0 0 0,1-1 0 0 0,-1 1 0 0 0,1-1 0 0 0,-1 1 1 0 0,1 0-1 0 0,-1-1 0 0 0,1 1 0 0 0,0 0 0 0 0,-1 0 0 0 0,1 0 0 0 0,0 0 0 0 0,0-1 0 0 0,0 1 0 0 0,0 0 1 0 0,0 0-1 0 0,0 1 0 0 0,0-1 0 0 0,0 0 0 0 0,1 0 0 0 0,-1 0 0 0 0,0 1 0 0 0,0-1 0 0 0,1 1 1 0 0,-1-1-1 0 0,0 1 0 0 0,1-1 0 0 0,-1 1 0 0 0,0 0 0 0 0,1 0 0 0 0,1 0 0 0 0,8-2-275 0 0,0 1-1 0 0,0 1 1 0 0,22 2 0 0 0,-12-1-457 0 0,-12-1 228 0 0,1 0-1 0 0,0-1 1 0 0,-1 0-1 0 0,0-1 1 0 0,1 0-1 0 0,-1 0 1 0 0,0-1-1 0 0,18-8 1 0 0,-11 2-2511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7599 0 0,'1'0'68'0'0,"0"0"-1"0"0,0 0 1 0 0,0 0-1 0 0,0 1 1 0 0,0-1-1 0 0,0 0 1 0 0,0 0-1 0 0,0 1 1 0 0,0-1-1 0 0,0 0 1 0 0,0 1-1 0 0,0-1 1 0 0,-1 1-1 0 0,1-1 1 0 0,0 1-1 0 0,0 0 1 0 0,0-1-1 0 0,-1 1 1 0 0,1 0-1 0 0,0 0 1 0 0,0-1-1 0 0,-1 1 1 0 0,1 0-1 0 0,-1 0 1 0 0,1 0-1 0 0,-1 0 1 0 0,1 0-1 0 0,-1 0 1 0 0,0 0-1 0 0,1 0 1 0 0,-1 0-1 0 0,0 0 1 0 0,0 1-1 0 0,8 42 1763 0 0,-6-35-1853 0 0,2 40 649 0 0,-2-1 0 0 0,-6 58 0 0 0,2 38 122 0 0,3-131-675 0 0,0 1-1 0 0,0-1 1 0 0,8 26 0 0 0,-8-35-73 0 0,0-1 1 0 0,1 1-1 0 0,0-1 1 0 0,-1 1-1 0 0,1-1 0 0 0,0 0 1 0 0,0 0-1 0 0,4 5 1 0 0,-4-7-13 0 0,-1 0 1 0 0,1 0-1 0 0,-1 1 0 0 0,1-1 1 0 0,-1 0-1 0 0,1-1 0 0 0,-1 1 1 0 0,1 0-1 0 0,0 0 0 0 0,-1-1 1 0 0,1 1-1 0 0,0-1 0 0 0,0 1 1 0 0,0-1-1 0 0,-1 0 1 0 0,1 0-1 0 0,0 0 0 0 0,3 0 1 0 0,-4 0-25 0 0,1 0 1 0 0,-1 0 0 0 0,0-1 0 0 0,1 1 0 0 0,-1-1 0 0 0,1 1-1 0 0,-1-1 1 0 0,0 0 0 0 0,1 1 0 0 0,-1-1 0 0 0,0 0 0 0 0,0 0 0 0 0,0 0-1 0 0,0 0 1 0 0,0 0 0 0 0,0 0 0 0 0,0 0 0 0 0,0 0 0 0 0,0-1-1 0 0,0 1 1 0 0,0 0 0 0 0,-1-1 0 0 0,1 1 0 0 0,0-2 0 0 0,0 0-100 0 0,0-1 0 0 0,0 1 0 0 0,0 0 1 0 0,0-1-1 0 0,-1 1 0 0 0,1-1 0 0 0,-1 1 1 0 0,0 0-1 0 0,-1-7 0 0 0,-1-4-400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9671 0 0,'1'-2'182'0'0,"-1"0"-1"0"0,1 0 0 0 0,-1 0 1 0 0,1 0-1 0 0,0 0 0 0 0,-1 1 1 0 0,1-1-1 0 0,0 0 0 0 0,0 0 1 0 0,1 1-1 0 0,-1-1 0 0 0,0 1 1 0 0,0-1-1 0 0,1 1 0 0 0,-1 0 0 0 0,1-1 1 0 0,-1 1-1 0 0,1 0 0 0 0,-1 0 1 0 0,1 0-1 0 0,0 0 0 0 0,0 0 1 0 0,0 1-1 0 0,-1-1 0 0 0,1 0 1 0 0,0 1-1 0 0,3-1 0 0 0,7-4 72 0 0,92-31 806 0 0,189-39 0 0 0,-290 74-1131 0 0,18-3-1256 0 0,34-13-1 0 0,-32 7-3950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2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740 153 10479 0 0,'-6'-18'805'0'0,"4"12"-636"0"0,0 1 0 0 0,0-1 1 0 0,0 1-1 0 0,-1 0 0 0 0,-3-7 0 0 0,4 11-145 0 0,1-1 0 0 0,0 0 0 0 0,-1 1-1 0 0,0-1 1 0 0,1 1 0 0 0,-1 0-1 0 0,0-1 1 0 0,0 1 0 0 0,0 0 0 0 0,0 0-1 0 0,0 0 1 0 0,0 0 0 0 0,0 1-1 0 0,0-1 1 0 0,0 0 0 0 0,0 1 0 0 0,0 0-1 0 0,-3-1 1 0 0,-12 0-136 0 0,1 1-1 0 0,-1 0 1 0 0,0 1 0 0 0,-26 5 0 0 0,-67 20-444 0 0,91-21 458 0 0,-189 59-180 0 0,174-51 526 0 0,0 2 1 0 0,1 1-1 0 0,-59 39 0 0 0,88-52-163 0 0,0 0 1 0 0,1 0-1 0 0,-1 1 0 0 0,0-1 1 0 0,1 1-1 0 0,0 0 1 0 0,-5 7-1 0 0,7-10-65 0 0,0 0 0 0 0,1 1-1 0 0,-1-1 1 0 0,1 0 0 0 0,-1 1 0 0 0,1-1 0 0 0,0 1-1 0 0,-1-1 1 0 0,1 1 0 0 0,0-1 0 0 0,0 1 0 0 0,0-1 0 0 0,0 1-1 0 0,0-1 1 0 0,0 0 0 0 0,1 1 0 0 0,-1-1 0 0 0,0 1-1 0 0,1-1 1 0 0,-1 1 0 0 0,1-1 0 0 0,-1 0 0 0 0,1 1-1 0 0,0-1 1 0 0,0 0 0 0 0,0 0 0 0 0,-1 1 0 0 0,1-1-1 0 0,2 2 1 0 0,5 4 8 0 0,-1-1 1 0 0,1 0-1 0 0,0 0 0 0 0,1 0 0 0 0,16 8 0 0 0,52 19-3 0 0,-37-17-27 0 0,-12-5 2 0 0,35 16 0 0 0,66 38 0 0 0,-112-55 0 0 0,0 1 0 0 0,-1 0 0 0 0,-1 1 0 0 0,0 1 0 0 0,0 0 0 0 0,-1 1 0 0 0,-1 1 0 0 0,19 26 0 0 0,-28-36 0 0 0,0 1 0 0 0,-1 0 0 0 0,0 1 0 0 0,0-1 0 0 0,0 0 0 0 0,-1 1 0 0 0,0-1 0 0 0,0 1 0 0 0,0 0 0 0 0,-1 0 0 0 0,0 0 0 0 0,-1 0 0 0 0,0-1 0 0 0,0 1 0 0 0,0 0 0 0 0,-1 0 0 0 0,0 0 0 0 0,0 0 0 0 0,0 0 0 0 0,-1-1 0 0 0,0 1 0 0 0,-1-1 0 0 0,1 1 0 0 0,-1-1 0 0 0,-1 0 0 0 0,1 0 0 0 0,-1 0 0 0 0,0 0 0 0 0,0-1 0 0 0,-1 0 0 0 0,1 1 0 0 0,-1-2 0 0 0,0 1 0 0 0,-12 7 0 0 0,9-6 12 0 0,-1 0 0 0 0,0-1 0 0 0,0 0-1 0 0,-1-1 1 0 0,0 0 0 0 0,0-1 0 0 0,0 1-1 0 0,0-2 1 0 0,0 0 0 0 0,0 0 0 0 0,-1-1-1 0 0,1 0 1 0 0,-1-1 0 0 0,1 0 0 0 0,-21-3-1 0 0,28 2 18 0 0,0 0 0 0 0,1 0 0 0 0,-1 0-1 0 0,0-1 1 0 0,1 1 0 0 0,-1-1 0 0 0,1 0 0 0 0,-1 0-1 0 0,1 0 1 0 0,0 0 0 0 0,0 0 0 0 0,0 0 0 0 0,0 0-1 0 0,0-1 1 0 0,1 1 0 0 0,-1-1 0 0 0,1 0 0 0 0,-1 1-1 0 0,1-1 1 0 0,0 0 0 0 0,0 0 0 0 0,0 0-1 0 0,0 0 1 0 0,1 0 0 0 0,-1 0 0 0 0,1 0 0 0 0,0-4-1 0 0,-1-8 216 0 0,1-1-1 0 0,1 1 1 0 0,4-30-1 0 0,4 0-7 0 0,2 0 0 0 0,2 1 0 0 0,29-69 0 0 0,73-121 58 0 0,-62 130 122 0 0,-41 81-305 0 0,0 0 0 0 0,1 1 0 0 0,26-31 0 0 0,-33 46-115 0 0,0-1 0 0 0,1 2 0 0 0,0-1 0 0 0,1 1 0 0 0,-1 0 0 0 0,1 0 1 0 0,0 1-1 0 0,1 0 0 0 0,-1 1 0 0 0,1 0 0 0 0,0 0 0 0 0,17-4 0 0 0,23-2-996 0 0,-16 5-3695 0 0,-9 2-489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3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28 9215 0 0,'0'-2'78'0'0,"-1"1"-1"0"0,0-1 0 0 0,0 1 0 0 0,1-1 1 0 0,-1 1-1 0 0,0 0 0 0 0,0-1 1 0 0,0 1-1 0 0,0 0 0 0 0,-1 0 0 0 0,1 0 1 0 0,0 0-1 0 0,-1 0 0 0 0,1 0 0 0 0,0 0 1 0 0,-1 0-1 0 0,1 0 0 0 0,-1 1 1 0 0,1-1-1 0 0,-1 1 0 0 0,-2-1 0 0 0,1 1 67 0 0,-1 0-1 0 0,0 0 1 0 0,0 0 0 0 0,0 1-1 0 0,0 0 1 0 0,0-1-1 0 0,1 2 1 0 0,-7 1-1 0 0,-1 2-203 0 0,0 0-1 0 0,0 1 1 0 0,0 0-1 0 0,1 1 0 0 0,0 0 1 0 0,-18 16-1 0 0,8-4-101 0 0,1 1-1 0 0,-17 24 0 0 0,27-32 146 0 0,1-1-1 0 0,0 2 1 0 0,1-1 0 0 0,0 1-1 0 0,1 0 1 0 0,-7 23-1 0 0,11-30 61 0 0,1-1 1 0 0,-1 1-1 0 0,1-1 0 0 0,1 1 0 0 0,-1 0 0 0 0,1-1 0 0 0,0 1 0 0 0,1-1 0 0 0,-1 1 0 0 0,1 0 0 0 0,0-1 1 0 0,0 1-1 0 0,1-1 0 0 0,0 0 0 0 0,0 1 0 0 0,0-1 0 0 0,0 0 0 0 0,1 0 0 0 0,6 9 0 0 0,7 4 192 0 0,1-1 0 0 0,1-1 0 0 0,0 0-1 0 0,29 18 1 0 0,19 18-21 0 0,-46-36-202 0 0,-1 1-1 0 0,-1 1 0 0 0,0 1 0 0 0,-2 0 1 0 0,18 27-1 0 0,-31-40-37 0 0,1 0 0 0 0,-1 1 0 0 0,0-1 0 0 0,0 1 1 0 0,0 0-1 0 0,-1 0 0 0 0,0 0 0 0 0,-1 0 0 0 0,1 0 0 0 0,-2 0 0 0 0,1 1 0 0 0,-1-1 0 0 0,0 0 0 0 0,0 1 1 0 0,-1-1-1 0 0,0 0 0 0 0,0 0 0 0 0,-1 0 0 0 0,1 0 0 0 0,-2 0 0 0 0,1 0 0 0 0,-7 13 0 0 0,2-10-8 0 0,1 0-1 0 0,-2 0 0 0 0,1-1 1 0 0,-1 1-1 0 0,0-2 0 0 0,-1 1 1 0 0,0-1-1 0 0,-1-1 0 0 0,1 0 1 0 0,-1 0-1 0 0,-1-1 1 0 0,-15 8-1 0 0,14-9 105 0 0,0 0 1 0 0,0-1-1 0 0,0 0 1 0 0,0-1-1 0 0,-1 0 0 0 0,1-1 1 0 0,-1 0-1 0 0,0-1 1 0 0,1 0-1 0 0,-1-1 1 0 0,-22-4-1 0 0,31 4 2 0 0,1-1 1 0 0,0 0-1 0 0,-1 1 0 0 0,1-2 1 0 0,0 1-1 0 0,0 0 0 0 0,0-1 1 0 0,0 1-1 0 0,0-1 0 0 0,0 0 1 0 0,1 0-1 0 0,-1 0 0 0 0,1 0 1 0 0,-1-1-1 0 0,1 1 0 0 0,0 0 1 0 0,-3-5-1 0 0,2 3 45 0 0,1-1 0 0 0,0 1 1 0 0,0-1-1 0 0,0 0 0 0 0,1 0 0 0 0,0 0 0 0 0,-1 1 1 0 0,2-1-1 0 0,-1-1 0 0 0,0-6 0 0 0,2-5 115 0 0,0-1 1 0 0,1 1-1 0 0,1 0 1 0 0,1 0-1 0 0,8-26 0 0 0,8-11-150 0 0,2 2 0 0 0,3 0-1 0 0,41-66 1 0 0,108-135 163 0 0,-6 36-858 0 0,-162 209 81 0 0,-3 2-19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6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94 396 1375 0 0,'-16'-4'1154'0'0,"-1"1"0"0"0,1 1 0 0 0,-28 1 2291 0 0,54 3-2194 0 0,16 0 151 0 0,11-3-761 0 0,-1-2-1 0 0,52-10 0 0 0,71-25 51 0 0,-1 0-96 0 0,89-3-281 0 0,-35 6-107 0 0,-81 12-175 0 0,234-10 0 0 0,-266 28 107 0 0,0-4 0 0 0,108-25-1 0 0,-190 30-78 0 0,421-91 702 0 0,-413 90-727 0 0,-1 0 0 0 0,1 2 0 0 0,43-1 0 0 0,-55 4 37 0 0,-1 0-1 0 0,1 1 1 0 0,0 1-1 0 0,0 0 1 0 0,-1 1-1 0 0,1 1 1 0 0,-1 0-1 0 0,0 0 1 0 0,12 7 0 0 0,-20-9-103 0 0,0 0 1 0 0,0 1-1 0 0,0-1 1 0 0,-1 1-1 0 0,6 5 1 0 0,-1 4-5195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7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85 9583 0 0,'0'-5'264'0'0,"-1"3"-190"0"0,1 0 1 0 0,0 0-1 0 0,0 0 0 0 0,0-1 0 0 0,0 1 0 0 0,0 0 1 0 0,1 0-1 0 0,-1 0 0 0 0,1 0 0 0 0,-1 0 0 0 0,1 0 0 0 0,0 0 1 0 0,0 0-1 0 0,0 0 0 0 0,0 0 0 0 0,0 1 0 0 0,0-1 0 0 0,2-2 1 0 0,5-5 166 0 0,12-13 404 0 0,-19 21-629 0 0,-1 0-1 0 0,1 0 1 0 0,0 1 0 0 0,0-1-1 0 0,-1 1 1 0 0,1-1 0 0 0,0 0-1 0 0,0 1 1 0 0,0-1 0 0 0,0 1-1 0 0,0 0 1 0 0,0-1 0 0 0,0 1-1 0 0,0 0 1 0 0,0 0 0 0 0,0 0-1 0 0,0-1 1 0 0,0 1 0 0 0,0 0-1 0 0,0 0 1 0 0,0 0 0 0 0,1 1-1 0 0,-1-1-20 0 0,-1 0 0 0 0,0 0 0 0 0,0 1 0 0 0,1-1-1 0 0,-1 0 1 0 0,0 0 0 0 0,0 0 0 0 0,0 1 0 0 0,0-1-1 0 0,1 0 1 0 0,-1 0 0 0 0,0 1 0 0 0,0-1 0 0 0,0 0-1 0 0,0 1 1 0 0,0-1 0 0 0,0 0 0 0 0,0 0 0 0 0,0 1 0 0 0,0-1-1 0 0,0 0 1 0 0,0 1 0 0 0,0-1 0 0 0,0 0 0 0 0,0 0-1 0 0,0 1 1 0 0,0-1 0 0 0,0 0 0 0 0,0 1 0 0 0,0-1-1 0 0,0 0 1 0 0,0 0 0 0 0,0 1 0 0 0,-1-1 0 0 0,1 0-1 0 0,0 0 1 0 0,0 1 0 0 0,0-1 0 0 0,-1 0 0 0 0,1 1 0 0 0,-10 12-339 0 0,8-11 292 0 0,-26 29-324 0 0,-1-1-1 0 0,-43 34 0 0 0,-73 44 155 0 0,101-80 220 0 0,28-19 30 0 0,-30 23 0 0 0,46-32-22 0 0,0 0 0 0 0,0 0 0 0 0,-1 0 0 0 0,1 0 0 0 0,0 0 0 0 0,0 0 1 0 0,0 1-1 0 0,0-1 0 0 0,0 0 0 0 0,0 0 0 0 0,-1 0 0 0 0,1 0 0 0 0,0 0 0 0 0,0 0 1 0 0,0 1-1 0 0,0-1 0 0 0,0 0 0 0 0,0 0 0 0 0,0 0 0 0 0,0 0 0 0 0,0 1 0 0 0,0-1 1 0 0,0 0-1 0 0,0 0 0 0 0,0 0 0 0 0,0 0 0 0 0,0 1 0 0 0,0-1 0 0 0,0 0 0 0 0,0 0 1 0 0,0 0-1 0 0,0 0 0 0 0,0 1 0 0 0,0-1 0 0 0,0 0 0 0 0,0 0 0 0 0,0 0 0 0 0,0 0 1 0 0,0 0-1 0 0,0 1 0 0 0,0-1 0 0 0,1 0 0 0 0,-1 0 0 0 0,0 0 0 0 0,10 4 183 0 0,12 0 61 0 0,147-3 676 0 0,-128-4-859 0 0,0 3 1 0 0,0 1 0 0 0,0 2 0 0 0,44 9-1 0 0,-67-8-11 0 0,-1 1 0 0 0,1 1 0 0 0,24 11 0 0 0,-47-19 1314 0 0,4 2-1266 0 0,0-1 0 0 0,-1 1-1 0 0,1-1 1 0 0,0 0 0 0 0,0 1 0 0 0,0-1 0 0 0,0 0-1 0 0,0 1 1 0 0,0-1 0 0 0,0 0 0 0 0,0 0-1 0 0,0 0 1 0 0,0 0 0 0 0,0 0 0 0 0,0 0 0 0 0,0 0-1 0 0,1 0 1 0 0,-1-1 0 0 0,1 1 0 0 0,-2-2 0 0 0,-24-73 941 0 0,-8-18 513 0 0,29 82-1752 0 0,-1 0-1 0 0,0 0 0 0 0,-1 1 1 0 0,-1-1-1 0 0,-10-11 1 0 0,16 20 81 0 0,0 1 0 0 0,0 0 0 0 0,0 0 1 0 0,0 0-1 0 0,0 0 0 0 0,0 1 1 0 0,-1-1-1 0 0,1 1 0 0 0,0-1 1 0 0,-1 1-1 0 0,1 0 0 0 0,-1 0 0 0 0,0 0 1 0 0,1 0-1 0 0,-1 0 0 0 0,0 1 1 0 0,0-1-1 0 0,-4 0 0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46 2303 0 0,'-13'-12'732'0'0,"9"8"573"0"0,0 1 1 0 0,-1-1 0 0 0,1 1-1 0 0,-1 0 1 0 0,-9-4 0 0 0,-12 2-1568 0 0,44 10 844 0 0,22-2-501 0 0,357 40 1792 0 0,-386-41-1875 0 0,-1 0-1 0 0,1 1 1 0 0,-1 0-1 0 0,1 0 1 0 0,-1 1-1 0 0,13 8 1 0 0,-21-11 2 0 0,0 0-1 0 0,0 0 1 0 0,-1 0-1 0 0,1 1 1 0 0,0-1-1 0 0,-1 1 1 0 0,1-1-1 0 0,-1 1 1 0 0,0 0-1 0 0,0 0 1 0 0,1-1-1 0 0,-1 1 1 0 0,0 0-1 0 0,0 0 1 0 0,1 4 0 0 0,-2-4 0 0 0,0 0 0 0 0,0 0 0 0 0,0 1 1 0 0,0-1-1 0 0,0 0 0 0 0,-1 0 1 0 0,1 0-1 0 0,-1 0 0 0 0,1 0 1 0 0,-1 0-1 0 0,0 0 0 0 0,0 0 1 0 0,0 0-1 0 0,0 0 0 0 0,0 0 0 0 0,0 0 1 0 0,0-1-1 0 0,-1 1 0 0 0,-1 2 1 0 0,-9 9 54 0 0,-1 0 0 0 0,-1-1 1 0 0,0 0-1 0 0,0-1 1 0 0,-1 0-1 0 0,0-1 0 0 0,-1-1 1 0 0,0 0-1 0 0,-28 9 0 0 0,16-8 101 0 0,-1-1-1 0 0,0-2 0 0 0,0-1 0 0 0,-1-1 1 0 0,-32 1-1 0 0,56-5-22 0 0,0-1 1 0 0,0 0-1 0 0,0 0 1 0 0,1-1-1 0 0,-1 1 1 0 0,0-1-1 0 0,0-1 1 0 0,1 1-1 0 0,-9-4 1 0 0,12 4-74 0 0,-1 0 0 0 0,1-1 1 0 0,0 0-1 0 0,0 1 0 0 0,0-1 1 0 0,0 0-1 0 0,0 0 0 0 0,0 0 0 0 0,0 0 1 0 0,1 0-1 0 0,-1-1 0 0 0,1 1 1 0 0,-1 0-1 0 0,1-1 0 0 0,0 1 0 0 0,0-1 1 0 0,0 0-1 0 0,0 1 0 0 0,0-1 1 0 0,1 0-1 0 0,-1-5 0 0 0,-5-41 66 0 0,4 22-2 0 0,-2-1-1 0 0,-13-47 0 0 0,8 39-244 0 0,1 3-89 0 0,5 26 116 0 0,2 12 31 0 0,-1 32-639 0 0,-10 60 0 0 0,-2 18 266 0 0,14-110 272 0 0,-1 1 0 0 0,2-1 0 0 0,-1 1 0 0 0,0 0-1 0 0,1-1 1 0 0,0 1 0 0 0,4 8 0 0 0,-1-5-379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9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51 2759 0 0,'-13'-3'8903'0'0,"7"7"-8848"0"0,-1-1-1 0 0,1 1 1 0 0,-11 8 0 0 0,14-9-90 0 0,0 0 0 0 0,0 0-1 0 0,0-1 1 0 0,-1 1 0 0 0,1-1 0 0 0,-1 0 0 0 0,0 0-1 0 0,0 0 1 0 0,0-1 0 0 0,1 1 0 0 0,-1-1 0 0 0,-1 0 0 0 0,1 0-1 0 0,0 0 1 0 0,-8 0 0 0 0,12-1 55 0 0,-1 0 0 0 0,1 0 0 0 0,0 0 0 0 0,-1 0 0 0 0,1 0 0 0 0,-1 0 0 0 0,1 0 0 0 0,0 0 0 0 0,-1 0 0 0 0,1 0 0 0 0,0 0 0 0 0,-1 0 0 0 0,1 0 0 0 0,0 0 0 0 0,-1 0 0 0 0,1 0 0 0 0,0 0 0 0 0,-1-1 1 0 0,1 1-1 0 0,0 0 0 0 0,-1 0 0 0 0,1 0 0 0 0,0-1 0 0 0,-1 1 0 0 0,1 0 0 0 0,0 0 0 0 0,0-1 0 0 0,-1 1 0 0 0,1 0 0 0 0,0 0 0 0 0,0-1 0 0 0,0 1 0 0 0,-1 0 0 0 0,1-1 0 0 0,0 1 0 0 0,0 0 0 0 0,0-1 0 0 0,0 1 0 0 0,0 0 0 0 0,0-1 0 0 0,0 1 0 0 0,0-1 0 0 0,-1 1 0 0 0,1 0 0 0 0,1-1 0 0 0,-1 1 0 0 0,0 0 0 0 0,0-1 0 0 0,0 1 0 0 0,0 0 0 0 0,0-1 0 0 0,0 1 0 0 0,0 0 0 0 0,0-1 0 0 0,0 1 0 0 0,1 0 1 0 0,-1-1-1 0 0,0 1 0 0 0,0 0 0 0 0,1-1 0 0 0,-1 1 0 0 0,0 0 0 0 0,0 0 0 0 0,1-1 0 0 0,-1 1 0 0 0,22-15 709 0 0,137-39-995 0 0,-146 50 266 0 0,-7 2 0 0 0,1-1 0 0 0,-1 1 0 0 0,0 1 0 0 0,1-1 0 0 0,12 0 0 0 0,-44 23-102 0 0,3-10 42 0 0,-1 0 0 0 0,-38 12 0 0 0,35-15 65 0 0,-46 23 0 0 0,72-31 12 0 0,0 0 0 0 0,0 0-1 0 0,-1 0 1 0 0,1 0 0 0 0,0 0 0 0 0,0 0-1 0 0,-1 1 1 0 0,1-1 0 0 0,0 0-1 0 0,-1 0 1 0 0,1 0 0 0 0,0 0-1 0 0,0 0 1 0 0,0 0 0 0 0,-1 1 0 0 0,1-1-1 0 0,0 0 1 0 0,0 0 0 0 0,-1 0-1 0 0,1 1 1 0 0,0-1 0 0 0,0 0-1 0 0,0 0 1 0 0,0 0 0 0 0,0 1 0 0 0,-1-1-1 0 0,1 0 1 0 0,0 0 0 0 0,0 1-1 0 0,0-1 1 0 0,0 0 0 0 0,0 1-1 0 0,0-1 1 0 0,0 0 0 0 0,0 0 0 0 0,0 1-1 0 0,0-1 1 0 0,0 0 0 0 0,0 1-1 0 0,0-1 1 0 0,0 0 0 0 0,13 3 289 0 0,-9-3-328 0 0,0 0 0 0 0,0 0 0 0 0,1 0 0 0 0,-2-1 0 0 0,1 0 0 0 0,0 0 0 0 0,6-1 0 0 0,7-10 70 0 0,1 0 0 0 0,15-16 0 0 0,-18 16 10 0 0,-1 1 0 0 0,2 0 0 0 0,21-13 0 0 0,-28 22-56 0 0,-7 7-1 0 0,-13 10-16 0 0,-9-1 37 0 0,-1-1 0 0 0,-1-1 0 0 0,0-1 0 0 0,0-1 0 0 0,-33 10 0 0 0,27-10 77 0 0,15-5 6 0 0,-1 1 131 0 0,0-1-1 0 0,0 0 0 0 0,-1-1 1 0 0,1 0-1 0 0,-28 2 0 0 0,40-6-118 0 0,0-1-1 0 0,0 1 1 0 0,0 0 0 0 0,0-1-1 0 0,0 1 1 0 0,0-1-1 0 0,1 0 1 0 0,-1 0-1 0 0,0 0 1 0 0,1 0-1 0 0,-1 0 1 0 0,-2-2 0 0 0,2 2-133 0 0,0-1 0 0 0,0 1 1 0 0,0 0-1 0 0,0 0 1 0 0,0 0-1 0 0,0 0 1 0 0,0 0-1 0 0,0 0 0 0 0,0 1 1 0 0,-4-1-1 0 0,-10 0-701 0 0,-1 1 0 0 0,-26 4 0 0 0,-13 0-1490 0 0,44-5-2411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40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8 7775 0 0,'-1'-1'55'0'0,"1"0"0"0"0,-1 1-1 0 0,0-1 1 0 0,0 0-1 0 0,1 1 1 0 0,-1-1-1 0 0,0 1 1 0 0,0 0-1 0 0,0-1 1 0 0,1 1 0 0 0,-1 0-1 0 0,0-1 1 0 0,0 1-1 0 0,0 0 1 0 0,0 0-1 0 0,0 0 1 0 0,0 0 0 0 0,-2 0-1 0 0,-10 13 149 0 0,8-7-209 0 0,3-3-16 0 0,-65 74-881 0 0,60-70 921 0 0,-1 0 0 0 0,0 0-1 0 0,0 0 1 0 0,0-1 0 0 0,-1 0 0 0 0,0-1-1 0 0,-15 6 1 0 0,24-10 10 0 0,0-1 0 0 0,0 0-1 0 0,0 0 1 0 0,0 0 0 0 0,0 0 0 0 0,0 0-1 0 0,0 0 1 0 0,0 0 0 0 0,0 0 0 0 0,-1 0-1 0 0,1 0 1 0 0,0 0 0 0 0,0 0 0 0 0,0 0-1 0 0,0 1 1 0 0,0-1 0 0 0,0 0 0 0 0,0 0-1 0 0,0 0 1 0 0,0 0 0 0 0,-1 0 0 0 0,1 0 0 0 0,0 0-1 0 0,0 0 1 0 0,0 0 0 0 0,0 0 0 0 0,0 0-1 0 0,0 0 1 0 0,0 0 0 0 0,0 0 0 0 0,-1 0-1 0 0,1 0 1 0 0,0-1 0 0 0,0 1 0 0 0,0 0-1 0 0,0 0 1 0 0,0 0 0 0 0,0 0 0 0 0,0 0-1 0 0,0 0 1 0 0,0 0 0 0 0,0 0 0 0 0,-1 0-1 0 0,1 0 1 0 0,0 0 0 0 0,0 0 0 0 0,0 0 0 0 0,0-1-1 0 0,0 1 1 0 0,0 0 0 0 0,0 0 0 0 0,0 0-1 0 0,0 0 1 0 0,0 0 0 0 0,0 0 0 0 0,0 0-1 0 0,0 0 1 0 0,0 0 0 0 0,0-1 0 0 0,0 1-1 0 0,0 0 1 0 0,0 0 0 0 0,0 0 0 0 0,0 0-1 0 0,5-10 1053 0 0,10-7-32 0 0,45-29 39 0 0,-43 34-1129 0 0,0 0 0 0 0,15-17 0 0 0,-63 39-487 0 0,-9 10 459 0 0,0 3 0 0 0,-70 52 1 0 0,100-63 473 0 0,18-11 281 0 0,-6-2-683 0 0,-1 1 1 0 0,1-1-1 0 0,0 1 0 0 0,-1-1 0 0 0,1 0 0 0 0,0 1 0 0 0,-1-1 0 0 0,1 0 0 0 0,-1 0 1 0 0,1 0-1 0 0,-1 0 0 0 0,3-3 0 0 0,-6 3-20 0 0,0 1 1 0 0,0-1-1 0 0,-1 0 1 0 0,1 0-1 0 0,0 1 1 0 0,0-1-1 0 0,0 1 1 0 0,0 0-1 0 0,-1 0 0 0 0,1 0 1 0 0,-3 0-1 0 0,-8 1-23 0 0,0 1 0 0 0,0 0 0 0 0,1 0 0 0 0,-1 2 0 0 0,0-1-1 0 0,-16 9 1 0 0,30-12 42 0 0,-1 0-1 0 0,0 0 1 0 0,0 0 0 0 0,0 0-1 0 0,0 0 1 0 0,0 0-1 0 0,0 0 1 0 0,0 0-1 0 0,0 0 1 0 0,0 0-1 0 0,0 0 1 0 0,0 0-1 0 0,0 0 1 0 0,0 0 0 0 0,1 0-1 0 0,-1 0 1 0 0,0 1-1 0 0,0-1 1 0 0,0 0-1 0 0,0 0 1 0 0,0 0-1 0 0,0 0 1 0 0,0 0 0 0 0,0 0-1 0 0,0 0 1 0 0,0 0-1 0 0,0 0 1 0 0,0 0-1 0 0,0 1 1 0 0,0-1-1 0 0,0 0 1 0 0,0 0-1 0 0,0 0 1 0 0,0 0 0 0 0,0 0-1 0 0,0 0 1 0 0,0 0-1 0 0,0 0 1 0 0,0 0-1 0 0,0 0 1 0 0,0 1-1 0 0,0-1 1 0 0,0 0 0 0 0,-1 0-1 0 0,1 0 1 0 0,0 0-1 0 0,0 0 1 0 0,0 0-1 0 0,0 0 1 0 0,0 0-1 0 0,0 0 1 0 0,0 0-1 0 0,0 0 1 0 0,0 0 0 0 0,0 0-1 0 0,0 0 1 0 0,0 0-1 0 0,-1 0 1 0 0,1 0-1 0 0,0 0 1 0 0,0 0-1 0 0,0 0 1 0 0,0 0 0 0 0,0 0-1 0 0,0 0 1 0 0,0 0-1 0 0,0 0 1 0 0,11 3 116 0 0,13-3 36 0 0,-13-1-135 0 0,0-1-1 0 0,0-1 0 0 0,0 0 0 0 0,0 0 1 0 0,0-1-1 0 0,-1-1 0 0 0,0 0 0 0 0,0 0 1 0 0,0-1-1 0 0,0 0 0 0 0,-1 0 0 0 0,0-1 1 0 0,-1-1-1 0 0,1 1 0 0 0,8-12 0 0 0,-16 18-20 0 0,0 0 1 0 0,-1 0-1 0 0,1 0 0 0 0,0 0 0 0 0,0 0 0 0 0,-1 0 0 0 0,1 0 0 0 0,-1 0 0 0 0,1 0 1 0 0,-1 0-1 0 0,1-1 0 0 0,-1 1 0 0 0,0 0 0 0 0,1 0 0 0 0,-1 0 0 0 0,0-1 0 0 0,0 1 0 0 0,0 0 1 0 0,0-2-1 0 0,-1 2-3 0 0,1 0 0 0 0,0 1 0 0 0,-1-1 0 0 0,1 0 1 0 0,-1 1-1 0 0,1-1 0 0 0,-1 1 0 0 0,0-1 0 0 0,1 1 0 0 0,-1 0 1 0 0,1-1-1 0 0,-1 1 0 0 0,0-1 0 0 0,1 1 0 0 0,-1 0 0 0 0,0 0 0 0 0,0-1 1 0 0,1 1-1 0 0,-1 0 0 0 0,0 0 0 0 0,1 0 0 0 0,-1 0 0 0 0,-1 0 1 0 0,-3 0-32 0 0,1 0 0 0 0,-1 0 0 0 0,1 0 0 0 0,-1 1 0 0 0,1 0 1 0 0,-1 0-1 0 0,1 0 0 0 0,-9 4 0 0 0,-1 2-3787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4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 1839 0 0,'-1'8'567'0'0,"0"0"-1"0"0,0 1 0 0 0,1-1 0 0 0,0 0 0 0 0,0 1 0 0 0,1-1 0 0 0,0 0 0 0 0,4 12 0 0 0,-1 8-697 0 0,24 409 1888 0 0,-32 4-1208 0 0,0-254-371 0 0,-27 810 1046 0 0,3-161 968 0 0,30 0-262 0 0,85 481-918 0 0,-26-535-500 0 0,-32-342 194 0 0,33 541-271 0 0,-53-814-396 0 0,19 314 16 0 0,26-3 48 0 0,13-11 447 0 0,-66-461-558 0 0,4 64 181 0 0,-5-65-191 0 0,-1 0 0 0 0,1 0-1 0 0,0 0 1 0 0,-1 0-1 0 0,0 0 1 0 0,0-1 0 0 0,-1 1-1 0 0,1 0 1 0 0,-1-1 0 0 0,0 1-1 0 0,-5 7 1 0 0,7-12-9 0 0,0-1 1 0 0,0 1-1 0 0,0 0 0 0 0,0 0 0 0 0,0 0 1 0 0,0 0-1 0 0,0 0 0 0 0,0 0 1 0 0,0 0-1 0 0,0 0 0 0 0,0 0 1 0 0,0 0-1 0 0,0 0 0 0 0,0 0 1 0 0,0 0-1 0 0,0-1 0 0 0,0 1 1 0 0,-1 0-615 0 0,0 0 614 0 0,1 0 1 0 0,0 0-1 0 0,0 0 0 0 0,0 0 1 0 0,0 0-1 0 0,0 0 0 0 0,0 0 0 0 0,0 0 1 0 0,0 0-1 0 0,0 0 0 0 0,0 0 1 0 0,-1 0-134 0 0,1-3-1198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7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51 1839 0 0,'0'-13'-246'0'0,"-1"11"797"0"0,1 0-1 0 0,0-1 1 0 0,0 1 0 0 0,0 0-1 0 0,0 0 1 0 0,0 0-1 0 0,1 0 1 0 0,-1 0-1 0 0,2-3 1 0 0,-2 4-435 0 0,1 0 1 0 0,0 0-1 0 0,0 0 1 0 0,0 0 0 0 0,0 0-1 0 0,0 0 1 0 0,0 0-1 0 0,0 1 1 0 0,0-1-1 0 0,0 0 1 0 0,0 1-1 0 0,0-1 1 0 0,0 1-1 0 0,0-1 1 0 0,1 1-1 0 0,-1 0 1 0 0,0-1-1 0 0,0 1 1 0 0,1 0-1 0 0,1 0 1 0 0,14-1 57 0 0,-1 2 0 0 0,0 0 0 0 0,0 0 0 0 0,0 2-1 0 0,0 0 1 0 0,30 10 0 0 0,-12-3-154 0 0,510 104 40 0 0,-377-82-56 0 0,786 102-4 0 0,-816-121 0 0 0,589 48 0 0 0,957 40 64 0 0,-680-44 162 0 0,-727-38-185 0 0,1824 120 66 0 0,-444-57-36 0 0,-1388-71-68 0 0,267 19-3 0 0,-196-10 0 0 0,-86-6 0 0 0,368 16 0 0 0,-354-23 9 0 0,637 9 46 0 0,518-39 81 0 0,-683-14-82 0 0,-219 6 3 0 0,310-19 32 0 0,-291 46 175 0 0,-507 5-119 0 0,-1 3 0 0 0,0 0 0 0 0,1 2 0 0 0,-2 1 0 0 0,1 2 0 0 0,37 15 0 0 0,-54-18-97 0 0,-1 1 0 0 0,1 1 0 0 0,-1 0 0 0 0,-1 0 0 0 0,1 1 0 0 0,-2 1 0 0 0,1 0 1 0 0,-1 0-1 0 0,-1 2 0 0 0,0-1 0 0 0,0 1 0 0 0,-1 0 0 0 0,-1 1 0 0 0,0 0 0 0 0,6 15 0 0 0,-7-13-17 0 0,-1 0 0 0 0,0 0 0 0 0,-2 1 0 0 0,0-1 1 0 0,0 1-1 0 0,2 31 0 0 0,8 164 302 0 0,-44 297 481 0 0,-36-2-271 0 0,57-444-467 0 0,-104 872 1419 0 0,99-801-1214 0 0,-16 222 851 0 0,26 589-1 0 0,81 21-113 0 0,40-3-615 0 0,-52-302-308 0 0,-28 2-52 0 0,-1-29-30 0 0,98 398 100 0 0,-41-615 33 0 0,-74-343-136 0 0,7 28-10 0 0,-1-5 0 0 0,-4-13 0 0 0,-4-12 0 0 0,-4-8 0 0 0,-3-3 0 0 0,-4-7-16 0 0,-5-49 3 0 0,-1 0 0 0 0,1 1 0 0 0,-1-1 0 0 0,0 1 1 0 0,0-1-1 0 0,0 1 0 0 0,-1-1 0 0 0,1 1 0 0 0,-3 5 0 0 0,1 1-4 0 0,1-7 16 0 0,0 1 0 0 0,-1-1 0 0 0,1 0 0 0 0,-1 1 0 0 0,1-1 0 0 0,-1 0 0 0 0,-1 0 0 0 0,1 0 0 0 0,0-1 0 0 0,-1 1 0 0 0,0-1 0 0 0,0 1 0 0 0,0-1 0 0 0,-4 3 0 0 0,-2 2 1 0 0,-1-1 1 0 0,0 0-1 0 0,-15 7 0 0 0,-10 4-21 0 0,0-3 0 0 0,-64 20 0 0 0,-78 10-51 0 0,159-41 71 0 0,-386 63 241 0 0,-5-29 107 0 0,309-29-310 0 0,-471 30 567 0 0,287-21-328 0 0,-923 22 865 0 0,-2-47-218 0 0,684 2-506 0 0,-1747-49 422 0 0,1098 6-839 0 0,304 12 0 0 0,723 30 0 0 0,-257-9 35 0 0,-798-33-6 0 0,-197-2-301 0 0,-220 53 131 0 0,1259 2 130 0 0,-1227 14 27 0 0,529-21-32 0 0,835 10-135 0 0,-31-1-90 0 0,245-7 218 0 0,-112 4-468 0 0,103-3 244 0 0,-1 2-1 0 0,1 0 0 0 0,0 1 1 0 0,-26 10-1 0 0,26-5 58 0 0,11-1-1362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27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6447 0 0,'0'7'551'0'0,"-1"-1"0"0"0,1 0 0 0 0,0 1 1 0 0,1-1-1 0 0,0 1 0 0 0,0-1 0 0 0,0 1 0 0 0,0-1 0 0 0,1 0 0 0 0,5 10 0 0 0,2 16 899 0 0,4 33-1441 0 0,-3 1-1 0 0,1 73 1 0 0,-9 135 69 0 0,-2-250-68 0 0,-27 671 341 0 0,2-84-112 0 0,24-553-486 0 0,15 112-1 0 0,-8-135-143 0 0,1 0 0 0 0,2-1 0 0 0,1 0 0 0 0,19 41 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2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602 62 8063 0 0,'-3'-4'151'0'0,"0"0"0"0"0,0 0 0 0 0,0 0 0 0 0,-1 0 1 0 0,1 1-1 0 0,-1-1 0 0 0,0 1 0 0 0,0 0 0 0 0,0 0 0 0 0,0 0 0 0 0,-1 1 0 0 0,1 0 0 0 0,-1 0 0 0 0,1 0 0 0 0,-1 0 0 0 0,0 1 0 0 0,-7-2 0 0 0,-1 0-42 0 0,0 1 1 0 0,0 0 0 0 0,0 1-1 0 0,0 1 1 0 0,-20 1-1 0 0,17 1-118 0 0,0 1 0 0 0,-1 1 0 0 0,1 0-1 0 0,0 1 1 0 0,-28 14 0 0 0,-73 47-146 0 0,55-30 267 0 0,37-23-27 0 0,-28 18 586 0 0,48-28-520 0 0,0 0 0 0 0,1 1 0 0 0,0-1 0 0 0,-1 1 0 0 0,2 0 0 0 0,-1 1-1 0 0,0-1 1 0 0,-3 6 0 0 0,7-9-120 0 0,-1 0-1 0 0,1 0 0 0 0,0 0 1 0 0,0 1-1 0 0,0-1 0 0 0,0 0 1 0 0,-1 0-1 0 0,1 0 0 0 0,1 0 1 0 0,-1 0-1 0 0,0 0 0 0 0,0 0 1 0 0,0 1-1 0 0,0-1 0 0 0,1 0 1 0 0,-1 0-1 0 0,1 0 0 0 0,-1 0 1 0 0,1 0-1 0 0,-1 0 0 0 0,1 0 1 0 0,-1 0-1 0 0,1 0 0 0 0,0 0 1 0 0,0-1-1 0 0,-1 1 0 0 0,1 0 1 0 0,0 0-1 0 0,0-1 0 0 0,0 1 1 0 0,0 0-1 0 0,0-1 0 0 0,1 1 1 0 0,43 24-66 0 0,-32-19 70 0 0,71 44-115 0 0,-43-20 68 0 0,-21-13-3 0 0,73 64-30 0 0,-75-64 45 0 0,43 38 0 0 0,98 119 0 0 0,-156-170 6 0 0,6 7 226 0 0,-1 0-1 0 0,0 1 1 0 0,-1 0-1 0 0,9 20 0 0 0,-14-29-182 0 0,-1 0-1 0 0,0 0 0 0 0,0 0 0 0 0,-1 0 1 0 0,1 0-1 0 0,-1 0 0 0 0,0 0 0 0 0,1 0 1 0 0,-1 0-1 0 0,0 1 0 0 0,-1-1 0 0 0,1 0 0 0 0,-1 0 1 0 0,1 0-1 0 0,-1 0 0 0 0,0 0 0 0 0,0 0 1 0 0,0 0-1 0 0,-1 0 0 0 0,1-1 0 0 0,0 1 0 0 0,-1 0 1 0 0,0-1-1 0 0,0 1 0 0 0,0-1 0 0 0,-2 3 1 0 0,-3 1 189 0 0,0 0 1 0 0,0 0-1 0 0,0 0 0 0 0,0-1 1 0 0,-1 0-1 0 0,0-1 1 0 0,0 0-1 0 0,0 0 1 0 0,0-1-1 0 0,-1 0 1 0 0,0 0-1 0 0,-12 2 1 0 0,1-3 76 0 0,1 0 1 0 0,-1-2 0 0 0,0 0-1 0 0,-31-4 1 0 0,13 2-197 0 0,46 1-931 0 0,-1-1 0 0 0,0 0 0 0 0,0 0 0 0 0,0-1 0 0 0,0 0 0 0 0,8-4 0 0 0,11-5-1112 0 0,-10 5 196 0 0,1 0-2855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3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125 377 13215 0 0,'7'-3'944'0'0,"8"-4"-624"0"0,0-1 0 0 0,0-1 0 0 0,17-13 0 0 0,-23 14-266 0 0,1-1-1 0 0,-2-1 0 0 0,1 0 1 0 0,-2 0-1 0 0,1 0 0 0 0,-1-1 1 0 0,-1 0-1 0 0,0 0 0 0 0,0-1 1 0 0,-1 0-1 0 0,-1 0 1 0 0,4-13-1 0 0,-7 19-43 0 0,0 0 1 0 0,1 0-1 0 0,-2-1 0 0 0,1 1 1 0 0,-1 0-1 0 0,0 0 0 0 0,0-1 1 0 0,-1 1-1 0 0,0 0 0 0 0,0 0 1 0 0,0 0-1 0 0,-1 0 1 0 0,0 0-1 0 0,0 0 0 0 0,0 0 1 0 0,-1 0-1 0 0,0 1 0 0 0,0-1 1 0 0,0 1-1 0 0,-1 0 0 0 0,0 0 1 0 0,0 0-1 0 0,0 1 1 0 0,-1-1-1 0 0,1 1 0 0 0,-9-6 1 0 0,10 8-27 0 0,-1-1 1 0 0,0 1-1 0 0,-1 0 1 0 0,1 0-1 0 0,0 1 1 0 0,0-1-1 0 0,-1 1 1 0 0,1 0-1 0 0,-1 0 1 0 0,1 0-1 0 0,-1 1 1 0 0,1-1-1 0 0,-1 1 1 0 0,0 0-1 0 0,1 1 1 0 0,-1-1-1 0 0,1 1 1 0 0,-1 0-1 0 0,1 0 0 0 0,-1 0 1 0 0,1 1-1 0 0,0-1 1 0 0,-1 1-1 0 0,1 0 1 0 0,0 0-1 0 0,0 1 1 0 0,-5 3-1 0 0,1 1-64 0 0,-1-1 0 0 0,1 2 0 0 0,0-1-1 0 0,0 1 1 0 0,1 0 0 0 0,0 1-1 0 0,1 0 1 0 0,0 0 0 0 0,0 0 0 0 0,-6 15-1 0 0,5-5 80 0 0,1-1-1 0 0,0 2 1 0 0,2-1-1 0 0,0 1 1 0 0,1-1-1 0 0,1 1 1 0 0,1 0-1 0 0,1 22 1 0 0,1-24 81 0 0,1-1 1 0 0,0 1-1 0 0,2 0 1 0 0,-1-1 0 0 0,2 0-1 0 0,1 0 1 0 0,0 0-1 0 0,1-1 1 0 0,11 20-1 0 0,-14-29-44 0 0,1-1 0 0 0,-1 1 0 0 0,1-1-1 0 0,0 0 1 0 0,0-1 0 0 0,1 1 0 0 0,0-1-1 0 0,0 0 1 0 0,0 0 0 0 0,1-1-1 0 0,-1 0 1 0 0,1 0 0 0 0,0-1 0 0 0,0 0-1 0 0,1 0 1 0 0,-1 0 0 0 0,15 2 0 0 0,-14-4-51 0 0,1 0 0 0 0,-1-1 0 0 0,1 0 0 0 0,-1 0 0 0 0,0-1 0 0 0,1 0 0 0 0,-1 0 0 0 0,1-1-1 0 0,-1-1 1 0 0,0 1 0 0 0,0-1 0 0 0,0 0 0 0 0,-1-1 0 0 0,1 0 0 0 0,-1 0 0 0 0,8-6 0 0 0,-6 3-271 0 0,0 0-1 0 0,-1-1 1 0 0,11-12-1 0 0,6-12-4151 0 0,-11 10-174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3.5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133 465 9671 0 0,'-2'1'192'0'0,"-1"1"0"0"0,1 0 0 0 0,0-1 0 0 0,0 1-1 0 0,0-1 1 0 0,-1 0 0 0 0,1 1 0 0 0,-1-1 0 0 0,1 0 0 0 0,-1-1-1 0 0,0 1 1 0 0,1 0 0 0 0,-1-1 0 0 0,0 1 0 0 0,1-1 0 0 0,-1 0-1 0 0,0 0 1 0 0,1 0 0 0 0,-1 0 0 0 0,0-1 0 0 0,1 1-1 0 0,-1-1 1 0 0,0 1 0 0 0,1-1 0 0 0,-4-1 0 0 0,3 0-113 0 0,0 0-1 0 0,0 0 1 0 0,0 0 0 0 0,0 0 0 0 0,0-1 0 0 0,0 1 0 0 0,0-1-1 0 0,1 0 1 0 0,-1 0 0 0 0,1 0 0 0 0,0 0 0 0 0,0 0 0 0 0,0 0 0 0 0,0-1-1 0 0,1 1 1 0 0,-1 0 0 0 0,-1-7 0 0 0,-2-10-186 0 0,1-1 1 0 0,0 0-1 0 0,-1-38 1 0 0,5 46 55 0 0,0 0 1 0 0,1 0-1 0 0,1 0 0 0 0,0 0 1 0 0,0 0-1 0 0,1 1 1 0 0,7-18-1 0 0,-6 21 56 0 0,1 1-1 0 0,1-1 1 0 0,-1 1-1 0 0,1 0 0 0 0,1 1 1 0 0,-1-1-1 0 0,1 1 1 0 0,1 1-1 0 0,-1-1 1 0 0,1 1-1 0 0,12-7 1 0 0,13-6-29 0 0,54-24 1 0 0,-83 41 15 0 0,18-8-1183 0 0,-3 1-3873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4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11 311 3679 0 0,'-1'2'-190'0'0,"-6"25"1538"0"0,6-21 668 0 0,0 0 1 0 0,1 1-1 0 0,0-1 0 0 0,0 11 0 0 0,4 16-1681 0 0,0 0-1 0 0,2 0 1 0 0,19 58-1 0 0,-18-71-337 0 0,1 0 0 0 0,0-1 0 0 0,2 0 0 0 0,0 0 0 0 0,1-1 0 0 0,1 0-1 0 0,17 18 1 0 0,-13-20-25 0 0,-13-13-112 0 0,9 2-28 0 0,40 12 0 0 0,-50-16 155 0 0,0-1 0 0 0,-1 1 0 0 0,1-1 0 0 0,0 0 0 0 0,0 0 0 0 0,0 0-1 0 0,0 0 1 0 0,0 0 0 0 0,0 0 0 0 0,-1 0 0 0 0,1-1 0 0 0,0 1 0 0 0,0 0 0 0 0,0-1 0 0 0,-1 0-1 0 0,1 1 1 0 0,0-1 0 0 0,0 0 0 0 0,-1 0 0 0 0,1 0 0 0 0,-1 0 0 0 0,1 0 0 0 0,-1-1 0 0 0,3-1-1 0 0,-1-1-12 0 0,0 0 0 0 0,0-1 0 0 0,-1 1 0 0 0,1-1 0 0 0,-1 1 0 0 0,2-7 0 0 0,-2 6 7 0 0,5-13 84 0 0,-2-1 1 0 0,0-1-1 0 0,-1 1 0 0 0,3-35 1 0 0,-3-80 604 0 0,-5 82-427 0 0,-1 29-78 0 0,2-1 0 0 0,0 0 0 0 0,2 1 0 0 0,7-38 0 0 0,-9 60-168 0 0,0 0 0 0 0,1 1 0 0 0,-1-1 0 0 0,0 0 0 0 0,0 0-1 0 0,0 1 1 0 0,1-1 0 0 0,-1 0 0 0 0,0 1 0 0 0,1-1 0 0 0,-1 1 0 0 0,1-1 0 0 0,-1 0-1 0 0,1 1 1 0 0,-1-1 0 0 0,1 1 0 0 0,-1-1 0 0 0,1 1 0 0 0,-1-1 0 0 0,1 1 0 0 0,0 0-1 0 0,-1-1 1 0 0,1 1 0 0 0,0 0 0 0 0,-1-1 0 0 0,1 1 0 0 0,1 0 0 0 0,-1 0-53 0 0,0 0 1 0 0,1 0 0 0 0,-1 0 0 0 0,0 0 0 0 0,1 1-1 0 0,-1-1 1 0 0,0 1 0 0 0,1-1 0 0 0,-1 1-1 0 0,0-1 1 0 0,0 1 0 0 0,0 0 0 0 0,2 1 0 0 0,5 4-453 0 0,0 1 1 0 0,-1 0 0 0 0,8 10-1 0 0,-12-13 254 0 0,0 0 135 0 0,19 20-1604 0 0,33 30 0 0 0,-46-47 1513 0 0,0 0 0 0 0,1 0 0 0 0,0-1 0 0 0,0 0 0 0 0,0-1 0 0 0,1 0 0 0 0,14 5 0 0 0,-12-6 532 0 0,1 0 0 0 0,-1-1 0 0 0,16 2 0 0 0,-24-5-102 0 0,1 0 0 0 0,-1 0-1 0 0,0 0 1 0 0,1-1 0 0 0,-1 1 0 0 0,0-1-1 0 0,0-1 1 0 0,1 1 0 0 0,-1-1 0 0 0,0 0 0 0 0,6-3-1 0 0,2-3 105 0 0,0 0-1 0 0,-1-1 1 0 0,1 0-1 0 0,-2-1 1 0 0,0 0-1 0 0,0-1 1 0 0,-1-1-1 0 0,0 1 1 0 0,-1-2-1 0 0,0 1 0 0 0,9-18 1 0 0,-9 12-196 0 0,-1 0-1 0 0,0 0 1 0 0,-1-1 0 0 0,-1 0-1 0 0,-1 0 1 0 0,0-1 0 0 0,-2 0-1 0 0,2-23 1 0 0,-4 36-105 0 0,-1 0 1 0 0,0 0 0 0 0,0 0-1 0 0,-1 0 1 0 0,0 0 0 0 0,0 0-1 0 0,-3-8 1 0 0,4 14-31 0 0,-1-1 1 0 0,0 0-1 0 0,1 1 1 0 0,-1 0-1 0 0,0-1 1 0 0,0 1-1 0 0,0 0 0 0 0,0-1 1 0 0,0 1-1 0 0,-1 0 1 0 0,1 0-1 0 0,0 0 1 0 0,0 0-1 0 0,-1 0 1 0 0,1 0-1 0 0,0 0 1 0 0,-1 0-1 0 0,1 1 0 0 0,-1-1 1 0 0,0 1-1 0 0,1-1 1 0 0,-1 1-1 0 0,1-1 1 0 0,-1 1-1 0 0,0 0 1 0 0,1 0-1 0 0,-1 0 1 0 0,0 0-1 0 0,1 0 1 0 0,-1 0-1 0 0,1 0 0 0 0,-1 0 1 0 0,0 1-1 0 0,-2 0 1 0 0,-6 2-101 0 0,0 1 0 0 0,0 0 0 0 0,1 0 0 0 0,-1 1 0 0 0,1 0 0 0 0,1 0-1 0 0,-1 1 1 0 0,1 1 0 0 0,0-1 0 0 0,-12 14 0 0 0,4-4-82 0 0,1 1 0 0 0,1 1-1 0 0,-22 37 1 0 0,23-30 181 0 0,0 1 0 0 0,2 0-1 0 0,-15 49 1 0 0,22-61 118 0 0,1 0 1 0 0,0 0-1 0 0,1 0 1 0 0,1 1 0 0 0,0-1-1 0 0,1 0 1 0 0,0 1-1 0 0,2-1 1 0 0,3 21-1 0 0,-2-25 8 0 0,1-1 0 0 0,0 1 0 0 0,1-1 1 0 0,0 0-1 0 0,0-1 0 0 0,1 1 0 0 0,0-1 0 0 0,11 13 0 0 0,-13-18 91 0 0,9 6-19 0 0,41 26-81 0 0,-40-26-40 0 0,2-7-5 0 0,51 9-76 0 0,-65-10-18 0 0,0-1 0 0 0,0 1 0 0 0,0-1-1 0 0,1 0 1 0 0,-1 0 0 0 0,0 0 0 0 0,0 0 0 0 0,0 0 0 0 0,1 0-1 0 0,3-2 1 0 0,44-10-446 0 0,-14-4-32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4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93 777 11055 0 0,'1'25'7596'0'0,"-3"-37"-7286"0"0,-80-324 544 0 0,79 321-787 0 0,0 1 0 0 0,1 0 0 0 0,1 0 0 0 0,0-1 0 0 0,2-14 0 0 0,-1 23-26 0 0,1 0 1 0 0,0 0-1 0 0,1 0 1 0 0,-1 1-1 0 0,1-1 1 0 0,0 0-1 0 0,1 1 1 0 0,-1-1-1 0 0,1 1 1 0 0,0 0-1 0 0,1 0 1 0 0,-1 0-1 0 0,1 0 1 0 0,7-7-1 0 0,9-5 19 0 0,0 0 0 0 0,1 1 0 0 0,39-21 0 0 0,74-32-315 0 0,-127 66 246 0 0,145-65-920 0 0,-69 31 386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7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47 13215 0 0,'12'-3'726'0'0,"0"1"0"0"0,21-2-1 0 0,-33 4-718 0 0,266-16 871 0 0,-127 8 254 0 0,-82 5-467 0 0,162-7 792 0 0,-160 10-1315 0 0,100 13 0 0 0,-131-7-137 0 0,32 10 1 0 0,24 6-58 0 0,-74-21-271 0 0,0 1 0 0 0,0-1 0 0 0,0-1 0 0 0,0 0 0 0 0,0-1 0 0 0,15-2 0 0 0,-2-3-799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48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530 289 5527 0 0,'-15'-12'832'0'0,"-1"2"0"0"0,0 0 0 0 0,-1 0 0 0 0,0 2 0 0 0,-19-8 0 0 0,30 14-802 0 0,-1 1-1 0 0,1-1 0 0 0,-1 1 0 0 0,1 0 0 0 0,-1 0 0 0 0,0 1 0 0 0,1 0 0 0 0,-1 0 0 0 0,1 1 0 0 0,-1 0 0 0 0,1 0 0 0 0,-1 0 0 0 0,1 1 0 0 0,-1 0 0 0 0,1 0 0 0 0,0 0 0 0 0,0 1 0 0 0,-7 4 0 0 0,-1 3-43 0 0,0 0 0 0 0,0 1-1 0 0,1 0 1 0 0,0 1 0 0 0,1 1-1 0 0,1 0 1 0 0,0 1 0 0 0,0 0-1 0 0,2 0 1 0 0,0 1 0 0 0,0 0-1 0 0,-12 32 1 0 0,9-14 121 0 0,2 0 0 0 0,1 0 0 0 0,1 1 0 0 0,2 0 0 0 0,-3 55 0 0 0,8-63 155 0 0,2 1-1 0 0,0-1 1 0 0,2 0 0 0 0,0 0-1 0 0,15 50 1 0 0,-14-63-134 0 0,0 0-1 0 0,1 0 1 0 0,1 0 0 0 0,0-1 0 0 0,0 0-1 0 0,2-1 1 0 0,-1 1 0 0 0,1-1 0 0 0,1-1 0 0 0,0 1-1 0 0,1-2 1 0 0,18 17 0 0 0,-23-23 81 0 0,12 3-9 0 0,52 16-32 0 0,-67-21-150 0 0,1 0 0 0 0,-1 0-1 0 0,1 0 1 0 0,0-1-1 0 0,-1 1 1 0 0,1-1 0 0 0,0 0-1 0 0,5 1 1 0 0,6-1 34 0 0,0-1 0 0 0,0 0 0 0 0,0 0 0 0 0,1-1 1 0 0,-1-1-1 0 0,-1-1 0 0 0,1 0 0 0 0,0 0 0 0 0,24-14 0 0 0,-14 2 34 0 0,-2-1 0 0 0,0-1 0 0 0,-1-1 0 0 0,-1-1 0 0 0,0-1 1 0 0,-2-1-1 0 0,-1 0 0 0 0,0-1 0 0 0,-2-1 0 0 0,0-1 0 0 0,-2 0 0 0 0,-1-1 0 0 0,-1 0 0 0 0,11-42 0 0 0,-13 38 13 0 0,-2 0 1 0 0,-1-1-1 0 0,-2 0 1 0 0,-1 0-1 0 0,-1 0 1 0 0,-2-1-1 0 0,-1 1 1 0 0,-1 0-1 0 0,-2 0 1 0 0,-1 0-1 0 0,-1 0 1 0 0,-21-59-1 0 0,20 75-85 0 0,0 0 0 0 0,-1 1 0 0 0,0 0 0 0 0,-1 0-1 0 0,-1 1 1 0 0,0 0 0 0 0,-1 0 0 0 0,0 1 0 0 0,-1 1-1 0 0,0 0 1 0 0,-1 1 0 0 0,0 0 0 0 0,-28-16 0 0 0,28 20-35 0 0,1 0 1 0 0,-1 0 0 0 0,0 2-1 0 0,0-1 1 0 0,0 2 0 0 0,-1 0 0 0 0,0 0-1 0 0,1 1 1 0 0,-1 1 0 0 0,0 0-1 0 0,0 1 1 0 0,0 1 0 0 0,1 0-1 0 0,-1 1 1 0 0,0 0 0 0 0,-25 8-1 0 0,19-2-78 0 0,1 1 0 0 0,0 0-1 0 0,1 1 1 0 0,0 1-1 0 0,0 1 1 0 0,1 0 0 0 0,1 2-1 0 0,0 0 1 0 0,-16 18 0 0 0,18-17-185 0 0,2 0 1 0 0,-1 1 0 0 0,2 1-1 0 0,0 0 1 0 0,1 0 0 0 0,1 1 0 0 0,1 0-1 0 0,0 1 1 0 0,-9 34 0 0 0,6 12-707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6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530 1 2471 0 0,'-14'47'202'0'0,"8"-27"-92"0"0,0 0-1 0 0,-1 0 1 0 0,-15 30-1 0 0,21-49-88 0 0,0 1 0 0 0,0-1 0 0 0,0 1 0 0 0,0-1 0 0 0,0 0 0 0 0,0 0-1 0 0,0 1 1 0 0,0-1 0 0 0,0 0 0 0 0,-3 1 0 0 0,4-1-3 0 0,0-1 0 0 0,-1 0 0 0 0,1 0 1 0 0,-1 0-1 0 0,1 0 0 0 0,0 0 0 0 0,-1 0 0 0 0,1 0 1 0 0,-1 0-1 0 0,1 0 0 0 0,0 0 0 0 0,-1 0 1 0 0,1 0-1 0 0,0 0 0 0 0,-1 0 0 0 0,1 0 0 0 0,-1 0 1 0 0,1 0-1 0 0,0 0 0 0 0,-1-1 0 0 0,1 1 1 0 0,0 0-1 0 0,-1 0 0 0 0,1 0 0 0 0,0-1 0 0 0,-1 1 1 0 0,1-1-1 0 0,-3-2 78 0 0,1 0-1 0 0,0 0 1 0 0,0 0 0 0 0,1-1-1 0 0,-1 1 1 0 0,1-1 0 0 0,-2-3-1 0 0,-2-6-261 0 0,5 10 153 0 0,-1 1-1 0 0,0 0 0 0 0,0 0 1 0 0,0-1-1 0 0,-1 1 1 0 0,1 0-1 0 0,0 0 0 0 0,-1 0 1 0 0,0 1-1 0 0,1-1 1 0 0,-1 0-1 0 0,0 0 1 0 0,0 1-1 0 0,0-1 0 0 0,0 1 1 0 0,0 0-1 0 0,0-1 1 0 0,-4 0-1 0 0,2 1 152 0 0,-1 0 0 0 0,1 1 0 0 0,-1 0 0 0 0,0 0 0 0 0,1 0 0 0 0,-1 0 1 0 0,1 1-1 0 0,-1 0 0 0 0,-5 1 0 0 0,-7 1 299 0 0,-1 0 0 0 0,0-1 0 0 0,0-1 0 0 0,0-1 0 0 0,0-1 0 0 0,0 0 0 0 0,0-1 1 0 0,1-1-1 0 0,-1-1 0 0 0,1 0 0 0 0,-24-10 0 0 0,31 10-338 0 0,-39-11 406 0 0,47 14-495 0 0,0 1 0 0 0,-1-1-1 0 0,1 1 1 0 0,0 0 0 0 0,-1-1 0 0 0,1 1 0 0 0,0 0 0 0 0,-1 1 0 0 0,1-1-1 0 0,0 0 1 0 0,-1 1 0 0 0,1-1 0 0 0,0 1 0 0 0,0 0 0 0 0,-1 0 0 0 0,1 0-1 0 0,-3 1 1 0 0,5-1-54 0 0,-1 0-1 0 0,0 0 1 0 0,1 0-1 0 0,-1 1 1 0 0,0-1-1 0 0,1 0 1 0 0,-1 0-1 0 0,1 0 1 0 0,0 1-1 0 0,-1-1 1 0 0,1 0-1 0 0,0 0 1 0 0,0 1-1 0 0,0-1 1 0 0,0 0 0 0 0,0 0-1 0 0,0 1 1 0 0,0-1-1 0 0,0 0 1 0 0,1 0-1 0 0,-1 1 1 0 0,0-1-1 0 0,1 0 1 0 0,-1 0-1 0 0,1 0 1 0 0,-1 0-1 0 0,1 1 1 0 0,0-1-1 0 0,1 1 1 0 0,6 15-3678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5.7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735 39 919 0 0,'-10'-7'4558'0'0,"10"6"-4273"0"0,-1 1 0 0 0,1-1 0 0 0,0 0 0 0 0,0 1-1 0 0,-1-1 1 0 0,1 0 0 0 0,0 0 0 0 0,0 1 0 0 0,0-1 0 0 0,0 0 0 0 0,0 0-1 0 0,-1 1 1 0 0,2-1 0 0 0,-1 0 0 0 0,0 0 0 0 0,0 0 0 0 0,0 1-1 0 0,0-2 1 0 0,1-8 1348 0 0,-1 10-1583 0 0,-1-1 0 0 0,1 1-1 0 0,-1-1 1 0 0,1 1 0 0 0,-1-1 0 0 0,1 1-1 0 0,-1-1 1 0 0,1 1 0 0 0,-1 0 0 0 0,1-1 0 0 0,-1 1-1 0 0,0 0 1 0 0,1 0 0 0 0,-1-1 0 0 0,1 1 0 0 0,-1 0-1 0 0,0 0 1 0 0,1 0 0 0 0,-1 0 0 0 0,0 0-1 0 0,1 0 1 0 0,-1 0 0 0 0,0 0 0 0 0,1 0 0 0 0,-1 0-1 0 0,-1 0 1 0 0,-19 1 306 0 0,-11 6-291 0 0,1 0-1 0 0,0 3 1 0 0,-42 17-1 0 0,-16 5 15 0 0,9-11 49 0 0,-2-4 0 0 0,-131 11 0 0 0,203-27-91 0 0,6-1-41 0 0,1 0-1 0 0,0 0 1 0 0,0 0-1 0 0,-1 1 1 0 0,1-1-1 0 0,0 1 1 0 0,0 0-1 0 0,0 0 0 0 0,0 0 1 0 0,0 0-1 0 0,-5 3 1 0 0,8-4-25 0 0,0 1 0 0 0,-1-1-1 0 0,1 0 1 0 0,0 0 0 0 0,0 0 0 0 0,0 0 0 0 0,0 0 0 0 0,0 0 0 0 0,0 0-1 0 0,0 0 1 0 0,0 0 0 0 0,0 0 0 0 0,0 0 0 0 0,0 1 0 0 0,0-1-1 0 0,0 0 1 0 0,0 0 0 0 0,0 0 0 0 0,0 0 0 0 0,0 0 0 0 0,0 0 0 0 0,0 0-1 0 0,0 0 1 0 0,0 1 0 0 0,0-1 0 0 0,0 0 0 0 0,0 0 0 0 0,0 0-1 0 0,0 0 1 0 0,0 0 0 0 0,0 0 0 0 0,0 0 0 0 0,0 0 0 0 0,0 0 0 0 0,0 1-1 0 0,0-1 1 0 0,0 0 0 0 0,0 0 0 0 0,1 0 0 0 0,-1 0 0 0 0,0 0-1 0 0,0 0 1 0 0,0 0 0 0 0,0 0 0 0 0,0 0 0 0 0,0 0 0 0 0,0 0-1 0 0,0 0 1 0 0,0 0 0 0 0,0 0 0 0 0,1 0 0 0 0,-1 0 0 0 0,0 0 0 0 0,0 0-1 0 0,0 0 1 0 0,0 0 0 0 0,0 0 0 0 0,0 0 0 0 0,1 0 0 0 0,5 3-1045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1 8287 0 0,'0'0'89'0'0,"-1"0"-1"0"0,1 1 0 0 0,-1-1 0 0 0,1 1 0 0 0,0-1 0 0 0,-1 1 1 0 0,1-1-1 0 0,-1 1 0 0 0,1-1 0 0 0,0 1 0 0 0,0-1 0 0 0,-1 1 1 0 0,1-1-1 0 0,0 1 0 0 0,0-1 0 0 0,0 1 0 0 0,-1 0 0 0 0,1-1 1 0 0,0 1-1 0 0,0-1 0 0 0,0 1 0 0 0,0 0 0 0 0,0-1 0 0 0,0 1 1 0 0,0-1-1 0 0,0 1 0 0 0,1 0 0 0 0,-1-1 0 0 0,0 1 0 0 0,0-1 1 0 0,1 2-1 0 0,5 29 814 0 0,-5-24-850 0 0,30 142 554 0 0,-7 1-1 0 0,7 206 0 0 0,-51 195-284 0 0,-37-1 45 0 0,20-214-277 0 0,30-272-114 0 0,-3 31-109 0 0,1 110 0 0 0,9-199 149 0 0,0-1 0 0 0,1 1 0 0 0,0 0 0 0 0,-1-1 0 0 0,2 1 1 0 0,-1-1-1 0 0,1 0 0 0 0,4 11 0 0 0,-5-14 7 0 0,0 0 1 0 0,1 0 0 0 0,-1-1-1 0 0,1 1 1 0 0,0 0 0 0 0,0 0-1 0 0,-1-1 1 0 0,1 1-1 0 0,0-1 1 0 0,0 0 0 0 0,1 1-1 0 0,-1-1 1 0 0,0 0-1 0 0,0 0 1 0 0,1 0 0 0 0,-1-1-1 0 0,0 1 1 0 0,1 0-1 0 0,-1-1 1 0 0,0 0 0 0 0,1 1-1 0 0,3-1 1 0 0,146 18 1373 0 0,-33-3-789 0 0,-113-14-443 0 0,11 0 10 0 0,188 3 474 0 0,42-20-168 0 0,285-54 0 0 0,-472 60-480 0 0,78-12 0 0 0,-133 21-7 0 0,0 1 0 0 0,0-1 0 0 0,0 1 0 0 0,0 1 0 0 0,0-1 0 0 0,7 2 0 0 0,-11-2-4 0 0,0 0 0 0 0,-1 1 0 0 0,1-1 0 0 0,0 0 1 0 0,-1 0-1 0 0,1 1 0 0 0,-1-1 0 0 0,1 0 1 0 0,-1 1-1 0 0,1-1 0 0 0,0 1 0 0 0,-1-1 0 0 0,1 1 1 0 0,-1-1-1 0 0,0 1 0 0 0,1-1 0 0 0,-1 1 1 0 0,1-1-1 0 0,-1 1 0 0 0,0 0 0 0 0,1 0 1 0 0,-1 0-14 0 0,0 0 0 0 0,0 1 0 0 0,0-1 0 0 0,0 0 0 0 0,0 0 0 0 0,0 0 0 0 0,-1 1 0 0 0,1-1 0 0 0,0 0 0 0 0,-1 0 0 0 0,1 0 0 0 0,-1 0 1 0 0,1 0-1 0 0,-1 0 0 0 0,1 0 0 0 0,-1 0 0 0 0,-1 1 0 0 0,-9 15-638 0 0,-1 0-1 0 0,-1-2 1 0 0,-23 24 0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8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14 4143 0 0,'-2'0'219'0'0,"1"0"-1"0"0,0 0 0 0 0,-1 0 1 0 0,1 0-1 0 0,-1 0 1 0 0,1 0-1 0 0,-1 1 0 0 0,1-1 1 0 0,-1 0-1 0 0,1 1 0 0 0,0-1 1 0 0,-1 1-1 0 0,1 0 0 0 0,0-1 1 0 0,-1 1-1 0 0,0 1 0 0 0,0 0-46 0 0,1-1 0 0 0,0 1 0 0 0,0 0 0 0 0,0 0 0 0 0,0 0 0 0 0,1 0 0 0 0,-1 0-1 0 0,1 0 1 0 0,-1 0 0 0 0,1 0 0 0 0,-1 5 0 0 0,-3 33 64 0 0,2 47 0 0 0,1-21 125 0 0,-14 268 951 0 0,15-331-1317 0 0,-1 30 204 0 0,0-29-42 0 0,1-21-52 0 0,-4-95-35 0 0,2-48-76 0 0,3 147 6 0 0,9-106 0 0 0,-9 108 0 0 0,2-1 0 0 0,-1 1 0 0 0,2 0 0 0 0,-1 0 0 0 0,1 0 0 0 0,1 1 0 0 0,0-1 0 0 0,7-9 0 0 0,-11 18 3 0 0,0 0 0 0 0,0 0 0 0 0,0 1 0 0 0,1-1 0 0 0,-1 1-1 0 0,0-1 1 0 0,1 1 0 0 0,-1 0 0 0 0,1-1 0 0 0,0 1 0 0 0,-1 0 0 0 0,1 0-1 0 0,0 0 1 0 0,-1 0 0 0 0,1 0 0 0 0,0 1 0 0 0,3-2 0 0 0,-3 2 14 0 0,-1 1 0 0 0,1-1 0 0 0,-1 0 0 0 0,1 1 1 0 0,-1-1-1 0 0,1 1 0 0 0,-1-1 0 0 0,0 1 0 0 0,1 0 1 0 0,-1 0-1 0 0,0-1 0 0 0,0 1 0 0 0,1 0 0 0 0,-1 0 1 0 0,0 0-1 0 0,0 0 0 0 0,0 1 0 0 0,0-1 0 0 0,0 0 1 0 0,0 0-1 0 0,-1 1 0 0 0,1-1 0 0 0,1 2 0 0 0,18 35 170 0 0,-1 1-1 0 0,-2 1 1 0 0,20 69-1 0 0,-23-62-148 0 0,2-1-1 0 0,30 58 1 0 0,-43-99-34 0 0,-1 0 0 0 0,1-1 0 0 0,1 1 0 0 0,-1-1-1 0 0,0 0 1 0 0,1 0 0 0 0,0 0 0 0 0,0 0 0 0 0,0 0 0 0 0,5 2 0 0 0,-7-5 8 0 0,-1 0-1 0 0,1-1 1 0 0,-1 1 0 0 0,1-1 0 0 0,-1 1 0 0 0,1-1-1 0 0,-1 1 1 0 0,1-1 0 0 0,-1 0 0 0 0,1 0-1 0 0,0 0 1 0 0,-1 0 0 0 0,1 0 0 0 0,-1 0 0 0 0,1 0-1 0 0,0-1 1 0 0,-1 1 0 0 0,1-1 0 0 0,-1 1 0 0 0,1-1-1 0 0,-1 1 1 0 0,1-1 0 0 0,-1 0 0 0 0,0 0-1 0 0,1 1 1 0 0,-1-1 0 0 0,0 0 0 0 0,0 0 0 0 0,1-1-1 0 0,-1 1 1 0 0,0 0 0 0 0,0 0 0 0 0,0 0-1 0 0,0-1 1 0 0,-1 1 0 0 0,1 0 0 0 0,1-4 0 0 0,4-5 161 0 0,-1-1 1 0 0,0 0-1 0 0,-1-1 1 0 0,0 1-1 0 0,-1-1 1 0 0,0 1 0 0 0,-1-1-1 0 0,1-23 1 0 0,-1-5 57 0 0,-6-52 0 0 0,-6 14-126 0 0,6 59 60 0 0,1 0 1 0 0,1 0-1 0 0,0 0 0 0 0,2-1 1 0 0,2-27-1 0 0,-1 43-365 0 0,1 0 0 0 0,0-1 0 0 0,-1 1 0 0 0,2 0 0 0 0,-1 1 0 0 0,0-1 0 0 0,1 0 0 0 0,0 1 0 0 0,-1-1 0 0 0,1 1 0 0 0,1 0 0 0 0,-1 0 0 0 0,6-4 0 0 0,-4 3-479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9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1 266 9127 0 0,'0'1'50'0'0,"0"0"0"0"0,0 0 0 0 0,1 0 0 0 0,-1 0 0 0 0,0 0 0 0 0,1 0 0 0 0,-1-1 0 0 0,1 1 0 0 0,0 0 0 0 0,-1 0 0 0 0,1 0 0 0 0,-1-1 0 0 0,1 1 0 0 0,0 0 0 0 0,0-1 0 0 0,-1 1 0 0 0,1 0 0 0 0,0-1 0 0 0,0 1 0 0 0,0-1 0 0 0,0 1 0 0 0,0-1 0 0 0,-1 0 0 0 0,1 1 0 0 0,0-1 0 0 0,0 0 0 0 0,0 0-1 0 0,0 0 1 0 0,0 0 0 0 0,0 0 0 0 0,0 0 0 0 0,0 0 0 0 0,0 0 0 0 0,2 0 0 0 0,1 0 130 0 0,0 0 0 0 0,0-1-1 0 0,0 1 1 0 0,0-1 0 0 0,0 0 0 0 0,0 0-1 0 0,6-2 1 0 0,-2-2-95 0 0,-1 0 0 0 0,0 0 0 0 0,-1 0 1 0 0,1-1-1 0 0,-1 0 0 0 0,0-1 0 0 0,-1 1 0 0 0,0-1 0 0 0,0 0 0 0 0,0 0 0 0 0,-1-1 1 0 0,0 1-1 0 0,4-11 0 0 0,-3 6-69 0 0,0 0-1 0 0,-1-1 1 0 0,-1 0 0 0 0,0 0-1 0 0,-1 0 1 0 0,0 0 0 0 0,-1-25-1 0 0,-1 35-10 0 0,0 0 0 0 0,-1 0 0 0 0,1 0-1 0 0,-1 0 1 0 0,0 0 0 0 0,0 0 0 0 0,0 0-1 0 0,0 0 1 0 0,0 0 0 0 0,-1 0 0 0 0,1 1 0 0 0,-1-1-1 0 0,-2-3 1 0 0,3 5-2 0 0,1 1 0 0 0,-1-1-1 0 0,0 1 1 0 0,1-1 0 0 0,-1 1-1 0 0,1 0 1 0 0,-1-1 0 0 0,0 1-1 0 0,1-1 1 0 0,-1 1 0 0 0,0 0-1 0 0,0 0 1 0 0,1-1 0 0 0,-1 1 0 0 0,0 0-1 0 0,0 0 1 0 0,1 0 0 0 0,-1 0-1 0 0,0 0 1 0 0,0 0 0 0 0,-1 0-1 0 0,1 1-3 0 0,-1-1 1 0 0,1 1-1 0 0,0 0 0 0 0,-1 0 0 0 0,1 0 0 0 0,0-1 0 0 0,0 1 0 0 0,-1 0 0 0 0,1 0 1 0 0,0 1-1 0 0,0-1 0 0 0,0 0 0 0 0,0 0 0 0 0,0 0 0 0 0,0 3 0 0 0,-7 8-95 0 0,2 2-1 0 0,-1-1 1 0 0,2 1-1 0 0,0 0 1 0 0,0 0-1 0 0,2 0 1 0 0,-4 27-1 0 0,4-22 79 0 0,2 1 0 0 0,0-1 0 0 0,2 1 0 0 0,0-1 0 0 0,5 28 0 0 0,-4-40 26 0 0,-1-1 0 0 0,1 1 0 0 0,1-1 0 0 0,-1 0-1 0 0,1 1 1 0 0,1-1 0 0 0,-1-1 0 0 0,1 1 0 0 0,0 0-1 0 0,0-1 1 0 0,0 0 0 0 0,1 0 0 0 0,7 6 0 0 0,-10-9 4 0 0,1 0 0 0 0,0 0 1 0 0,0 0-1 0 0,-1 0 0 0 0,1-1 1 0 0,0 1-1 0 0,1-1 0 0 0,-1 0 1 0 0,0 0-1 0 0,0 0 0 0 0,0 0 0 0 0,1 0 1 0 0,-1-1-1 0 0,0 0 0 0 0,1 0 1 0 0,-1 1-1 0 0,1-2 0 0 0,-1 1 1 0 0,0 0-1 0 0,1-1 0 0 0,-1 0 1 0 0,0 1-1 0 0,0-1 0 0 0,1-1 1 0 0,-1 1-1 0 0,0 0 0 0 0,0-1 1 0 0,4-2-1 0 0,0-1-88 0 0,-1 0 0 0 0,0 0 1 0 0,0 0-1 0 0,-1-1 0 0 0,1 0 0 0 0,-1 0 0 0 0,-1 0 1 0 0,1-1-1 0 0,-1 0 0 0 0,6-13 0 0 0,-4 7-877 0 0,-1-1-1 0 0,0 0 1 0 0,-1 0-1 0 0,4-28 1 0 0,-6 16-2385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9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1839 0 0,'1'1'150'0'0,"0"0"-1"0"0,0-1 0 0 0,0 1 1 0 0,0 0-1 0 0,0 0 0 0 0,0 0 1 0 0,0 0-1 0 0,0 0 0 0 0,-1 0 1 0 0,1 0-1 0 0,0 1 0 0 0,-1-1 1 0 0,1 0-1 0 0,-1 0 0 0 0,1 0 1 0 0,-1 1-1 0 0,1 1 0 0 0,3 26 5124 0 0,-3-14-5454 0 0,7 33 868 0 0,79 410 3085 0 0,-79-434-3764 0 0,1-1 1 0 0,15 30-1 0 0,-30-61-1394 0 0,-1 0 716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09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5983 0 0,'0'1'293'0'0,"1"0"0"0"0,-1 0 0 0 0,1 0 0 0 0,-1 0 0 0 0,1-1 0 0 0,-1 1 0 0 0,1 0 0 0 0,0 0 292 0 0,0 0-292 0 0,-1-1 0 0 0,1 1 0 0 0,0 0 0 0 0,0-1 0 0 0,0 1 0 0 0,-1-1 0 0 0,1 0 0 0 0,2 1-1 0 0,21 10 1294 0 0,-17-8-1297 0 0,0-1-124 0 0,16 8 383 0 0,35 11 0 0 0,-51-19-587 0 0,-1-1 1 0 0,0 1-1 0 0,1-1 1 0 0,0 0-1 0 0,-1-1 0 0 0,1 0 1 0 0,-1 0-1 0 0,1 0 0 0 0,-1-1 1 0 0,1 0-1 0 0,7-2 1 0 0,-12 2-157 0 0,0 0-1 0 0,1 0 1 0 0,-1 0 0 0 0,0 0 0 0 0,0 0 0 0 0,0-1 0 0 0,0 1 0 0 0,3-4 0 0 0,5-6-4359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0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28 919 0 0,'-3'-3'143'0'0,"-1"0"0"0"0,1 0 0 0 0,-1 1 0 0 0,0-1 0 0 0,0 1 0 0 0,0 0-1 0 0,-1 0 1 0 0,1 1 0 0 0,0-1 0 0 0,-1 1 0 0 0,1 0 0 0 0,0 0-1 0 0,-1 1 1 0 0,0-1 0 0 0,1 1 0 0 0,-1 0 0 0 0,1 0 0 0 0,-1 0-1 0 0,1 1 1 0 0,-1-1 0 0 0,1 1 0 0 0,-1 1 0 0 0,1-1 0 0 0,0 0 0 0 0,-1 1-1 0 0,1 0 1 0 0,0 0 0 0 0,0 0 0 0 0,-7 6 0 0 0,1-2 234 0 0,1 2 0 0 0,0 0 0 0 0,1 0 1 0 0,0 0-1 0 0,0 1 0 0 0,0 0 0 0 0,1 1 0 0 0,1 0 1 0 0,0 0-1 0 0,-9 18 0 0 0,6-6-419 0 0,1 2 0 0 0,0-1 0 0 0,2 1-1 0 0,-5 33 1 0 0,9-44 234 0 0,1 0 0 0 0,0 0-1 0 0,1 0 1 0 0,1 0 0 0 0,0-1-1 0 0,0 1 1 0 0,1 0-1 0 0,1 0 1 0 0,0-1 0 0 0,6 14-1 0 0,-6-20 22 0 0,0 1 0 0 0,1-1 0 0 0,0 1 0 0 0,0-1 0 0 0,1 0 0 0 0,0 0 0 0 0,0-1 0 0 0,0 0 0 0 0,1 0 0 0 0,-1 0 0 0 0,1 0 0 0 0,10 5 0 0 0,-7-5-13 0 0,1 0 0 0 0,0 0 1 0 0,1-1-1 0 0,-1-1 0 0 0,1 1 0 0 0,0-2 1 0 0,0 0-1 0 0,11 1 0 0 0,-10-1-181 0 0,-1-2-1 0 0,0 1 1 0 0,1-2 0 0 0,-1 1-1 0 0,0-2 1 0 0,0 1-1 0 0,0-1 1 0 0,0-1-1 0 0,0 0 1 0 0,0-1 0 0 0,0 0-1 0 0,-1-1 1 0 0,0 0-1 0 0,0 0 1 0 0,0-1-1 0 0,-1 0 1 0 0,13-11 0 0 0,-19 14-250 0 0,1-1 1 0 0,-1 0 0 0 0,0 1-1 0 0,0-1 1 0 0,-1 0-1 0 0,1 0 1 0 0,-1 0 0 0 0,0-1-1 0 0,0 1 1 0 0,0 0 0 0 0,-1-1-1 0 0,2-5 1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0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169 361 7487 0 0,'24'-93'2559'0'0,"-22"84"-2503"0"0,-1 1 0 0 0,1-1 1 0 0,-2 0-1 0 0,1 0 0 0 0,-1 0 0 0 0,0 0 1 0 0,-1 1-1 0 0,-3-17 0 0 0,3 22-9 0 0,1 1-1 0 0,-1-1 1 0 0,0 1 0 0 0,0 0-1 0 0,0-1 1 0 0,0 1 0 0 0,0 0-1 0 0,0 0 1 0 0,0 0 0 0 0,-1-1-1 0 0,1 1 1 0 0,-1 1 0 0 0,0-1 0 0 0,1 0-1 0 0,-1 0 1 0 0,0 1 0 0 0,0-1-1 0 0,0 1 1 0 0,0-1 0 0 0,-1 1-1 0 0,1 0 1 0 0,0 0 0 0 0,0 0-1 0 0,-1 0 1 0 0,1 0 0 0 0,-1 1-1 0 0,1-1 1 0 0,-1 1 0 0 0,1-1 0 0 0,0 1-1 0 0,-1 0 1 0 0,0 0 0 0 0,1 0-1 0 0,-1 0 1 0 0,-4 2 0 0 0,2-1-29 0 0,0 1 0 0 0,0 0 0 0 0,0 0 0 0 0,1 0 1 0 0,-1 1-1 0 0,1 0 0 0 0,-1-1 0 0 0,1 2 0 0 0,0-1 0 0 0,0 0 1 0 0,0 1-1 0 0,0 0 0 0 0,1 0 0 0 0,0 0 0 0 0,-1 0 1 0 0,-1 5-1 0 0,-3 3-57 0 0,1 0 0 0 0,1 1 0 0 0,0-1 0 0 0,-8 27 0 0 0,12-31 50 0 0,0 0 1 0 0,0 0-1 0 0,1 0 0 0 0,0 0 0 0 0,1 1 0 0 0,0-1 0 0 0,0 0 0 0 0,2 12 0 0 0,-2-18 10 0 0,1 1 0 0 0,-1-1 0 0 0,1 1-1 0 0,0-1 1 0 0,-1 1 0 0 0,1-1-1 0 0,0 1 1 0 0,1-1 0 0 0,-1 0 0 0 0,0 0-1 0 0,1 0 1 0 0,-1 0 0 0 0,1 0 0 0 0,0 0-1 0 0,0 0 1 0 0,-1 0 0 0 0,1 0-1 0 0,1-1 1 0 0,-1 1 0 0 0,0-1 0 0 0,0 0-1 0 0,0 1 1 0 0,1-1 0 0 0,-1 0 0 0 0,0 0-1 0 0,1-1 1 0 0,-1 1 0 0 0,1 0 0 0 0,-1-1-1 0 0,5 1 1 0 0,2-1 17 0 0,0-1 0 0 0,0 1 1 0 0,0-2-1 0 0,0 1 0 0 0,0-1 0 0 0,0 0 1 0 0,0-1-1 0 0,0 0 0 0 0,-1-1 0 0 0,11-5 1 0 0,13-9 199 0 0,35-26 1 0 0,-46 30-212 0 0,-10 7-8 0 0,-3 0 64 0 0,0 2 0 0 0,1-1-1 0 0,-1 1 1 0 0,20-7 0 0 0,-27 12-73 0 0,0-1 0 0 0,0 1 0 0 0,1-1 1 0 0,-1 1-1 0 0,1 0 0 0 0,-1 0 0 0 0,0-1 0 0 0,1 1 0 0 0,-1 0 1 0 0,0 0-1 0 0,1 0 0 0 0,-1 1 0 0 0,1-1 0 0 0,-1 0 0 0 0,0 1 1 0 0,1-1-1 0 0,-1 0 0 0 0,0 1 0 0 0,0 0 0 0 0,1-1 0 0 0,-1 1 1 0 0,0 0-1 0 0,0-1 0 0 0,0 1 0 0 0,0 0 0 0 0,0 0 0 0 0,0 0 1 0 0,0 0-1 0 0,0 0 0 0 0,0 0 0 0 0,0 0 0 0 0,0 0 0 0 0,-1 1 1 0 0,1-1-1 0 0,-1 0 0 0 0,1 0 0 0 0,-1 1 0 0 0,1-1 0 0 0,-1 0 1 0 0,1 1-1 0 0,-1-1 0 0 0,0 0 0 0 0,0 3 0 0 0,-3 17 628 0 0,-1-12-349 0 0,3-8-281 0 0,1-1-1 0 0,0 0 0 0 0,0 0 0 0 0,0 0 1 0 0,0 0-1 0 0,0 0 0 0 0,-1 0 0 0 0,1 0 1 0 0,0 0-1 0 0,0 1 0 0 0,0-1 0 0 0,0 0 1 0 0,-1 0-1 0 0,1 0 0 0 0,0 0 0 0 0,0 0 1 0 0,0 0-1 0 0,-1 0 0 0 0,1 0 0 0 0,0 0 1 0 0,0 0-1 0 0,0 0 0 0 0,-1 0 0 0 0,1 0 1 0 0,0 0-1 0 0,0 0 0 0 0,0-1 1 0 0,0 1-1 0 0,-1 0 0 0 0,1 0 0 0 0,0 0 1 0 0,0 0-1 0 0,0 0 0 0 0,0 0 0 0 0,0 0 1 0 0,-1 0-1 0 0,1-1 0 0 0,0 1 0 0 0,0 0 1 0 0,-1-3 47 0 0,0 0 0 0 0,1 1 0 0 0,-1-1 0 0 0,1 0 0 0 0,0 0 0 0 0,-1 0 1 0 0,2 1-1 0 0,-1-1 0 0 0,0 0 0 0 0,0 0 0 0 0,1 0 0 0 0,-1 1 0 0 0,2-5 0 0 0,0 1 68 0 0,2-23 47 0 0,3 0 0 0 0,0 1 0 0 0,2 0 0 0 0,0 0 0 0 0,2 1 0 0 0,2 0 0 0 0,19-32 0 0 0,-31 58-167 0 0,0-1-1 0 0,0 1 1 0 0,0-1 0 0 0,0 1-1 0 0,0 0 1 0 0,1 0 0 0 0,-1-1-1 0 0,0 1 1 0 0,1 0 0 0 0,-1 0-1 0 0,1 0 1 0 0,1 0-1 0 0,-2 1-19 0 0,-1-1-1 0 0,1 1 1 0 0,0 0-1 0 0,0 0 0 0 0,0 0 1 0 0,-1 0-1 0 0,1 0 1 0 0,0 0-1 0 0,0 0 0 0 0,0 0 1 0 0,-1 0-1 0 0,1 0 1 0 0,0 1-1 0 0,0-1 1 0 0,-1 0-1 0 0,1 0 0 0 0,0 1 1 0 0,1 0-1 0 0,2 2-200 0 0,-1 0 0 0 0,1 1 1 0 0,-1-1-1 0 0,1 1 0 0 0,-1 0 0 0 0,0 0 0 0 0,2 4 0 0 0,17 20-2284 0 0,-15-23 1639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1.2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250 408 8551 0 0,'0'-2'50'0'0,"1"1"-1"0"0,-1 0 0 0 0,1 0 1 0 0,-1-1-1 0 0,0 1 1 0 0,0 0-1 0 0,1-1 0 0 0,-1 1 1 0 0,0 0-1 0 0,0-1 1 0 0,0 1-1 0 0,-1-1 0 0 0,1 1 1 0 0,0 0-1 0 0,-1-3 0 0 0,0 4 10 0 0,1-1-1 0 0,0 1 0 0 0,-1-1 0 0 0,1 1 1 0 0,-1-1-1 0 0,1 1 0 0 0,-1-1 0 0 0,1 1 1 0 0,-1-1-1 0 0,1 1 0 0 0,-1 0 0 0 0,1-1 0 0 0,-1 1 1 0 0,1 0-1 0 0,-1 0 0 0 0,0-1 0 0 0,1 1 1 0 0,-1 0-1 0 0,0 0 0 0 0,1 0 0 0 0,-1 0 1 0 0,-1 0-1 0 0,-1 0 60 0 0,0 0-1 0 0,0 1 1 0 0,0-1 0 0 0,1 1 0 0 0,-1 0 0 0 0,0-1 0 0 0,0 2-1 0 0,1-1 1 0 0,-1 0 0 0 0,0 0 0 0 0,1 1 0 0 0,-5 3 0 0 0,-10 9-44 0 0,1 1 1 0 0,1 0 0 0 0,1 1 0 0 0,0 1-1 0 0,1 0 1 0 0,-17 30 0 0 0,23-34-35 0 0,0 0 0 0 0,0 1 0 0 0,2 0 0 0 0,-1 0 0 0 0,2 1 0 0 0,0 0 0 0 0,1-1 0 0 0,0 1 1 0 0,1 0-1 0 0,0 18 0 0 0,3-28 27 0 0,-1 0 0 0 0,1 0 0 0 0,0 0 0 0 0,0 0 1 0 0,0 0-1 0 0,0 0 0 0 0,1 0 0 0 0,0 0 0 0 0,0 0 0 0 0,1-1 1 0 0,-1 1-1 0 0,1-1 0 0 0,0 0 0 0 0,0 1 0 0 0,0-2 1 0 0,1 1-1 0 0,-1 0 0 0 0,7 4 0 0 0,-8-6-7 0 0,1 0 1 0 0,0 0-1 0 0,0-1 1 0 0,1 1-1 0 0,-1-1 0 0 0,0 1 1 0 0,0-1-1 0 0,1 0 0 0 0,-1-1 1 0 0,0 1-1 0 0,1 0 0 0 0,-1-1 1 0 0,1 0-1 0 0,-1 0 0 0 0,1 0 1 0 0,-1 0-1 0 0,1-1 0 0 0,-1 1 1 0 0,0-1-1 0 0,1 0 0 0 0,-1 0 1 0 0,0 0-1 0 0,1 0 0 0 0,-1-1 1 0 0,0 1-1 0 0,0-1 1 0 0,0 0-1 0 0,3-2 0 0 0,0-1-10 0 0,0 0 0 0 0,-1 0 1 0 0,1-1-1 0 0,-1 0 0 0 0,-1 0 0 0 0,1 0 0 0 0,-1 0 0 0 0,0-1 0 0 0,-1 1 0 0 0,1-1 0 0 0,-1 0 1 0 0,0 0-1 0 0,2-10 0 0 0,-1 2-60 0 0,-1-1 0 0 0,0 0 0 0 0,-1 0 1 0 0,-1 0-1 0 0,0-20 0 0 0,-4 7-103 0 0,0 1 1 0 0,-2 0-1 0 0,-1 0 1 0 0,-1 0-1 0 0,-15-36 1 0 0,-66-127-332 0 0,-24 2 28 0 0,111 188 429 0 0,3 5 22 0 0,6 16 69 0 0,16 26 48 0 0,0-6-152 0 0,33 59 104 0 0,-17-28 0 0 0,-19-35 0 0 0,22 36-6 0 0,-22-37-38 0 0,41 62 24 0 0,-18-33-70 0 0,4-1-182 0 0,-4-11-706 0 0,-27-32-308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2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11975 0 0,'-1'0'93'0'0,"0"1"1"0"0,0 0-1 0 0,0-1 0 0 0,1 1 0 0 0,-1 0 0 0 0,0 0 0 0 0,0 0 0 0 0,1 0 0 0 0,-1 0 0 0 0,1-1 0 0 0,-1 1 0 0 0,1 0 1 0 0,-1 0-1 0 0,1 0 0 0 0,-1 1 0 0 0,1-1 0 0 0,0 0 0 0 0,0 0 0 0 0,-1 0 0 0 0,1 0 0 0 0,0 2 0 0 0,1 29 1409 0 0,1-17-1161 0 0,31 327 325 0 0,2 22-497 0 0,-34-334-170 0 0,0-4-14 0 0,-1 0-1 0 0,-1 0 0 0 0,-1-1 1 0 0,-9 45-1 0 0,10-66-424 0 0,2-8-623 0 0,2-10-2957 0 0,0-2-760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3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0 5527 0 0,'-2'1'363'0'0,"0"1"-1"0"0,0-1 1 0 0,0 0-1 0 0,0 1 1 0 0,0-1-1 0 0,0 1 1 0 0,1 0 0 0 0,-1-1-1 0 0,1 1 1 0 0,-1 0-1 0 0,1 0 1 0 0,0 0-1 0 0,0 0 1 0 0,0 0-1 0 0,0 0 1 0 0,0 1-1 0 0,0-1 1 0 0,0 0-1 0 0,1 0 1 0 0,-1 1-1 0 0,1 4 1 0 0,-3 8 529 0 0,2 0 1 0 0,0 19 0 0 0,1-24-1312 0 0,4 93 602 0 0,28 171 0 0 0,-17-165 8 0 0,33 225-21 0 0,-47-313-825 0 0,-1-19-70 0 0,0-7-118 0 0,1-1 482 0 0,0-6-585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3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91 2303 0 0,'-1'-2'331'0'0,"1"1"0"0"0,0-1 1 0 0,0 0-1 0 0,0 0 0 0 0,0 1 0 0 0,0-1 0 0 0,0 0 0 0 0,0 0 0 0 0,0 1 0 0 0,1-1 0 0 0,-1 0 0 0 0,1 0 0 0 0,-1 1 0 0 0,1-1 0 0 0,0 1 0 0 0,0-1 0 0 0,-1 1 0 0 0,1-1 0 0 0,0 1 0 0 0,0-1 0 0 0,1 1 0 0 0,-1 0 0 0 0,0-1 0 0 0,0 1 0 0 0,1 0 0 0 0,-1 0 0 0 0,3-1 0 0 0,2-4-78 0 0,1 1 0 0 0,0 0 1 0 0,0 0-1 0 0,14-5 0 0 0,-12 7-215 0 0,0 0 0 0 0,0 0 0 0 0,0 1 0 0 0,1 0 0 0 0,0 1-1 0 0,-1 0 1 0 0,1 1 0 0 0,-1 0 0 0 0,1 0 0 0 0,16 4 0 0 0,-5 0 76 0 0,0 1 0 0 0,-1 0 0 0 0,29 13 0 0 0,-43-15 62 0 0,13 7 8 0 0,-5-2-134 0 0,120 73 572 0 0,-111-66-432 0 0,28 23-13 0 0,-47-34-163 0 0,0-1 0 0 0,-1 1 0 0 0,1 0 0 0 0,-1 0 0 0 0,0 0 0 0 0,0 0 0 0 0,0 1 0 0 0,0-1 0 0 0,2 8 0 0 0,-4-10-3 0 0,-1 0-1 0 0,1-1 1 0 0,-1 1 0 0 0,0 0-1 0 0,0-1 1 0 0,0 1 0 0 0,0 0-1 0 0,0-1 1 0 0,0 1 0 0 0,0 0 0 0 0,0-1-1 0 0,-1 1 1 0 0,1-1 0 0 0,-1 1-1 0 0,1 0 1 0 0,-1-1 0 0 0,-1 3-1 0 0,0 0 27 0 0,-1 0 0 0 0,1-1 0 0 0,-1 0 0 0 0,0 1 0 0 0,0-1 0 0 0,-6 5 0 0 0,-1-1 158 0 0,-1 1-1 0 0,0-2 1 0 0,-20 10-1 0 0,19-12-9 0 0,1 0-1 0 0,-1-1 1 0 0,0 0 0 0 0,0-1-1 0 0,0-1 1 0 0,-22 1-1 0 0,-18 2 212 0 0,52-4-397 0 0,0 0 0 0 0,0 0 0 0 0,0 0 0 0 0,0 0 0 0 0,-1 0 0 0 0,1 0 0 0 0,0 0 0 0 0,0 0 0 0 0,0 0 0 0 0,0 0 0 0 0,0 0 0 0 0,0 0 0 0 0,-1 0 1 0 0,1 0-1 0 0,0 0 0 0 0,0 0 0 0 0,0 0 0 0 0,0 0 0 0 0,0 0 0 0 0,0 0 0 0 0,0 0 0 0 0,-1 0 0 0 0,1 0 0 0 0,0 0 0 0 0,0 0 0 0 0,0 0 0 0 0,0 0 0 0 0,0 0 0 0 0,0 1 0 0 0,0-1 0 0 0,0 0 0 0 0,0 0 0 0 0,0 0 0 0 0,0 0 0 0 0,-1 0 0 0 0,1 0 0 0 0,0 0 0 0 0,0 1 0 0 0,0-1 0 0 0,0 0 0 0 0,0 0 0 0 0,0 0 0 0 0,0 0 0 0 0,0 0 0 0 0,0 0 0 0 0,0 0 0 0 0,0 1 0 0 0,0-1 0 0 0,0 0 0 0 0,0 0 0 0 0,0 0 0 0 0,0 0 0 0 0,0 0 0 0 0,1 1 0 0 0,6 5-137 0 0,12 3-252 0 0,8-3-894 0 0,-12-3 542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1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1 4607 0 0,'-11'4'2039'0'0,"-36"11"2640"0"0,-63 16-2125 0 0,52-15-1632 0 0,13-4-1615 0 0,14-5-3630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10535 0 0,'-2'2'80'0'0,"1"0"-1"0"0,0 0 1 0 0,0 0-1 0 0,0 0 1 0 0,0 0-1 0 0,0 0 1 0 0,0 0-1 0 0,0 0 1 0 0,1 1 0 0 0,-1-1-1 0 0,1 0 1 0 0,0 0-1 0 0,-1 1 1 0 0,1-1-1 0 0,1 4 1 0 0,4 41 32 0 0,-2-27 135 0 0,13 110 453 0 0,53 213 0 0 0,-66-334-704 0 0,-1 0-42 0 0,0-1 0 0 0,1 1 1 0 0,0-1-1 0 0,0 0 0 0 0,1 0 0 0 0,6 10 0 0 0,-10-18 22 0 0,0 0-1 0 0,0 0 1 0 0,0 0 0 0 0,0-1-1 0 0,0 1 1 0 0,0 0 0 0 0,0 0 0 0 0,0 0-1 0 0,0 0 1 0 0,0 0 0 0 0,0 0-1 0 0,1 0 1 0 0,-1 0 0 0 0,0 0-1 0 0,0 0 1 0 0,0 0 0 0 0,0 0-1 0 0,0 0 1 0 0,0-1 0 0 0,0 1 0 0 0,0 0-220 0 0,0 0 220 0 0,0 0 0 0 0,1 0 0 0 0,-1 0-1 0 0,0 0 1 0 0,0 0 0 0 0,0 0-1 0 0,0 0 1 0 0,0 0 0 0 0,0 0-1 0 0,0 0 1 0 0,0 0 0 0 0,0 0 0 0 0,0 0-1 0 0,0 0 1 0 0,0 0 0 0 0,1 0-1 0 0,-1 0 1 0 0,0 0 0 0 0,0 0-1 0 0,0 0 1 0 0,0 0 0 0 0,0 0-1 0 0,0 0 1 0 0,0 0 0 0 0,0 0 0 0 0,0 0-74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3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7367 0 0,'2'-20'633'0'0,"-2"18"-473"0"0,0 0-1 0 0,0 0 0 0 0,1-1 0 0 0,-1 1 0 0 0,0 0 0 0 0,1 0 1 0 0,-1 0-1 0 0,1 0 0 0 0,0 0 0 0 0,0 0 0 0 0,-1 0 0 0 0,1 0 1 0 0,1 0-1 0 0,-1 1 0 0 0,0-1 0 0 0,0 0 0 0 0,1 1 0 0 0,1-3 1 0 0,6-3 163 0 0,0 0 0 0 0,1 0 0 0 0,0 1 0 0 0,0 0 0 0 0,0 1 0 0 0,1 0 0 0 0,-1 0 0 0 0,1 2 0 0 0,0-1 0 0 0,1 1 0 0 0,14-2 0 0 0,-18 4-341 0 0,0 0 0 0 0,0 0 1 0 0,1 1-1 0 0,-1 0 0 0 0,0 0 0 0 0,1 1 1 0 0,-1 0-1 0 0,0 1 0 0 0,0 0 0 0 0,0 0 1 0 0,0 0-1 0 0,0 1 0 0 0,-1 1 0 0 0,1-1 1 0 0,-1 1-1 0 0,12 8 0 0 0,-16-10 12 0 0,-1 0 1 0 0,1 1-1 0 0,-1-1 0 0 0,0 1 0 0 0,0-1 0 0 0,0 1 0 0 0,0 0 1 0 0,0-1-1 0 0,0 1 0 0 0,-1 0 0 0 0,0 0 0 0 0,1 1 0 0 0,-1-1 0 0 0,0 0 1 0 0,-1 0-1 0 0,2 6 0 0 0,-2-4-13 0 0,0 1-1 0 0,0-1 1 0 0,0 1 0 0 0,-1-1 0 0 0,0 1-1 0 0,0-1 1 0 0,0 0 0 0 0,-1 1 0 0 0,-2 5-1 0 0,-3 4 7 0 0,-1-1-1 0 0,1-1 1 0 0,-2 1-1 0 0,0-1 1 0 0,-1-1-1 0 0,-12 13 1 0 0,17-19 65 0 0,2-3-17 0 0,1 0 0 0 0,-1 0-1 0 0,0-1 1 0 0,1 1 0 0 0,-1 0 0 0 0,0-1-1 0 0,-1 0 1 0 0,1 0 0 0 0,0 0 0 0 0,-6 2-1 0 0,21-10-212 0 0,10-6-3965 0 0,-6 5-296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3.8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138 165 12695 0 0,'1'1'124'0'0,"-1"0"0"0"0,1 0-1 0 0,-1 1 1 0 0,1-1 0 0 0,-1 0-1 0 0,1 0 1 0 0,0 0 0 0 0,0 0-1 0 0,-1 1 1 0 0,1-1 0 0 0,0-1-1 0 0,1 3 1 0 0,-1-3-63 0 0,0 0 0 0 0,0 0 0 0 0,0 0 0 0 0,0 1 0 0 0,0-1 0 0 0,0 0 0 0 0,0 0 0 0 0,0 0 0 0 0,0 0-1 0 0,0 0 1 0 0,0-1 0 0 0,0 1 0 0 0,0 0 0 0 0,0 0 0 0 0,0-1 0 0 0,-1 1 0 0 0,1-1 0 0 0,0 1 0 0 0,1-1 0 0 0,1-1-44 0 0,0 0 0 0 0,0 0 0 0 0,0 0 0 0 0,0 0 0 0 0,0-1 0 0 0,-1 1 1 0 0,0-1-1 0 0,1 0 0 0 0,-1 1 0 0 0,0-1 0 0 0,0 0 0 0 0,0 0 0 0 0,-1 0 0 0 0,1-1 0 0 0,-1 1 0 0 0,1 0 0 0 0,-1-1 1 0 0,0 1-1 0 0,-1-1 0 0 0,1 1 0 0 0,-1-1 0 0 0,1 1 0 0 0,-1-1 0 0 0,0 1 0 0 0,0-1 0 0 0,0 1 0 0 0,-1-1 0 0 0,1 1 0 0 0,-3-8 1 0 0,2 7-4 0 0,0 0 1 0 0,0 0-1 0 0,0 0 1 0 0,-1 0 0 0 0,1 0-1 0 0,-1 0 1 0 0,0 0-1 0 0,0 0 1 0 0,-1 1-1 0 0,1-1 1 0 0,-1 1 0 0 0,0 0-1 0 0,0 0 1 0 0,0-1-1 0 0,0 2 1 0 0,0-1 0 0 0,0 0-1 0 0,-1 1 1 0 0,0 0-1 0 0,1-1 1 0 0,-1 1-1 0 0,0 1 1 0 0,0-1 0 0 0,-7-1-1 0 0,6 2-41 0 0,0 1 0 0 0,0 0 0 0 0,0 0 1 0 0,0 1-1 0 0,0-1 0 0 0,0 1 0 0 0,0 0 0 0 0,0 1 0 0 0,0-1 0 0 0,0 1 0 0 0,1 0 0 0 0,-1 0 0 0 0,0 1 0 0 0,1-1 0 0 0,0 1 0 0 0,0 0 0 0 0,0 0 0 0 0,0 0 1 0 0,0 1-1 0 0,0-1 0 0 0,1 1 0 0 0,0 0 0 0 0,0 0 0 0 0,0 0 0 0 0,0 1 0 0 0,0-1 0 0 0,1 0 0 0 0,-4 10 0 0 0,4-9-11 0 0,0-1-1 0 0,1 1 0 0 0,-1-1 1 0 0,1 1-1 0 0,0 0 0 0 0,0 0 1 0 0,1-1-1 0 0,-1 1 0 0 0,1 0 0 0 0,0 0 1 0 0,0 0-1 0 0,1-1 0 0 0,0 1 1 0 0,-1 0-1 0 0,1 0 0 0 0,1-1 1 0 0,-1 1-1 0 0,1-1 0 0 0,0 1 1 0 0,0-1-1 0 0,0 0 0 0 0,1 1 1 0 0,-1-1-1 0 0,1 0 0 0 0,0-1 1 0 0,0 1-1 0 0,0 0 0 0 0,1-1 1 0 0,-1 0-1 0 0,8 5 0 0 0,12 5-837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78 263 11143 0 0,'0'2'137'0'0,"-7"22"2707"0"0,7-24-2813 0 0,0 0-1 0 0,-1 0 0 0 0,1 1 0 0 0,0-1 1 0 0,0 0-1 0 0,0 0 0 0 0,0 0 1 0 0,0 0-1 0 0,0 0 0 0 0,0 0 1 0 0,0 0-1 0 0,-1 1 0 0 0,1-1 0 0 0,0 0 1 0 0,0 0-1 0 0,0 0 0 0 0,0 0 1 0 0,0 0-1 0 0,0 0 0 0 0,-1 0 0 0 0,1 0 1 0 0,0 0-1 0 0,0 0 0 0 0,0 0 1 0 0,0 0-1 0 0,-1 0 0 0 0,1 0 1 0 0,0 0-1 0 0,0 0 0 0 0,0 0 0 0 0,0 0 1 0 0,0 0-1 0 0,-1 0 0 0 0,1 0 1 0 0,0 0-1 0 0,0 0 0 0 0,0 0 0 0 0,0 0 1 0 0,0 0-1 0 0,-1-1 0 0 0,-6-11 209 0 0,-6-18-127 0 0,2-1 1 0 0,1 0-1 0 0,2-1 1 0 0,-6-42-1 0 0,13 70-118 0 0,1 1-1 0 0,-1-1 1 0 0,1 0-1 0 0,0 1 1 0 0,1-1 0 0 0,-1 0-1 0 0,0 1 1 0 0,1-1-1 0 0,0 1 1 0 0,0-1-1 0 0,0 1 1 0 0,0-1 0 0 0,1 1-1 0 0,2-4 1 0 0,-3 5-44 0 0,1 0 0 0 0,-1 0 0 0 0,1 1 0 0 0,0-1 0 0 0,-1 1 0 0 0,1-1 0 0 0,0 1 0 0 0,0 0 0 0 0,0 0 0 0 0,0 0 0 0 0,0 0 0 0 0,0 0 0 0 0,0 0 0 0 0,0 0 0 0 0,1 1 0 0 0,-1-1 0 0 0,0 1 0 0 0,0-1 0 0 0,1 1 0 0 0,-1 0 0 0 0,0 0 0 0 0,1 0 0 0 0,2 1 0 0 0,28 4-1767 0 0,-15-1 250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12207 0 0,'-3'4'125'0'0,"1"0"-1"0"0,0 1 1 0 0,0-1 0 0 0,0 1-1 0 0,1 0 1 0 0,-1-1-1 0 0,1 1 1 0 0,0 0-1 0 0,0 0 1 0 0,1 0 0 0 0,-1 8-1 0 0,2 7-56 0 0,4 32 0 0 0,-1-18 189 0 0,4 61-265 0 0,4 0 0 0 0,5-1 0 0 0,46 150 0 0 0,-48-206-3401 0 0,-1-10-1174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16703 0 0,'4'-5'736'0'0,"-1"-1"160"0"0,0 2-720 0 0,-1 1-176 0 0,3 3 0 0 0,-1-1 0 0 0,1 1 208 0 0,3-1 8 0 0,8-2 0 0 0,7-1 0 0 0,7 1-216 0 0,5 1 0 0 0,0-1 64 0 0,1 0-5240 0 0,1 1-1040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49:54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18887 0 0,'-14'1'832'0'0,"2"1"184"0"0,1-1-816 0 0,3-1-200 0 0,6-1 0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1:52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 10135 0 0,'-4'-1'896'0'0,"0"2"-96"0"0,4 2-96 0 0,-1 0 24 0 0,1 1 0 0 0,0 2-1056 0 0,1 1-216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1:52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28 11087 0 0,'-8'-10'240'0'0,"2"4"48"0"0,1 0 16 0 0,2 3 16 0 0,2 2-256 0 0,1 0-64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3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675 97 1375 0 0,'3'-21'-1521'0'0,"-5"-10"5310"0"0,2 29-3488 0 0,-1 1 0 0 0,1-1 0 0 0,-1 0 0 0 0,0 0 0 0 0,0 0 0 0 0,0 1 0 0 0,0-1 1 0 0,0 0-1 0 0,0 1 0 0 0,0-1 0 0 0,0 1 0 0 0,-1-1 0 0 0,1 1 0 0 0,-1 0 0 0 0,1 0 0 0 0,-1-1 0 0 0,1 1 0 0 0,-1 0 0 0 0,0 0 1 0 0,1 1-1 0 0,-1-1 0 0 0,0 0 0 0 0,0 1 0 0 0,-2-2 0 0 0,-12-1-131 0 0,1 0-1 0 0,-1 1 1 0 0,0 0 0 0 0,0 1 0 0 0,1 1-1 0 0,-23 3 1 0 0,6 1-84 0 0,-1 1 0 0 0,-33 11 1 0 0,33-6 88 0 0,0 2 1 0 0,-59 32-1 0 0,-55 44 921 0 0,139-82-1016 0 0,1-1 0 0 0,-1 1-1 0 0,1 0 1 0 0,0 0 0 0 0,0 1 0 0 0,-8 10-1 0 0,14-14-62 0 0,-1-1 0 0 0,0 1 0 0 0,1-1 0 0 0,0 1 0 0 0,-1 0 1 0 0,1-1-1 0 0,0 1 0 0 0,0 0 0 0 0,1 0 0 0 0,-1 0 0 0 0,0 0 0 0 0,1-1 0 0 0,0 1 0 0 0,0 0 0 0 0,0 0 0 0 0,0 0 0 0 0,0 0 0 0 0,1 0 0 0 0,-1 0 0 0 0,1 0 0 0 0,0 0 0 0 0,-1 0 0 0 0,1-1 0 0 0,3 5 0 0 0,2 3-46 0 0,0-1-1 0 0,1 0 1 0 0,0 0-1 0 0,1 0 1 0 0,0-1-1 0 0,13 11 1 0 0,56 38-309 0 0,-62-46 281 0 0,35 21-193 0 0,1-2 0 0 0,58 24 0 0 0,43 26 24 0 0,-137-72 215 0 0,28 22-59 0 0,19 18 56 0 0,-7 2 4 0 0,-53-48 5 0 0,0 0 0 0 0,0 0 0 0 0,0 0 1 0 0,0 0-1 0 0,0 1 0 0 0,0-1 0 0 0,-1 1 1 0 0,2 2-1 0 0,29 55-6 0 0,-30-56 14 0 0,0 0-1 0 0,-1 0 0 0 0,0 0 1 0 0,0 0-1 0 0,0 0 0 0 0,0 0 0 0 0,-1 1 1 0 0,1-1-1 0 0,-1 0 0 0 0,0 0 1 0 0,0 0-1 0 0,-1 0 0 0 0,1 1 1 0 0,-1-1-1 0 0,0 0 0 0 0,0 0 0 0 0,0 0 1 0 0,-1 0-1 0 0,1 0 0 0 0,-1-1 1 0 0,0 1-1 0 0,-3 5 0 0 0,-2-1 19 0 0,1 1-1 0 0,-2-1 1 0 0,1 0-1 0 0,-1-1 0 0 0,0 0 1 0 0,-15 10-1 0 0,-6 2 397 0 0,-1-1 0 0 0,-1-2-1 0 0,0-2 1 0 0,-1 0 0 0 0,-1-2 0 0 0,0-2-1 0 0,0-1 1 0 0,-59 8 0 0 0,79-15-224 0 0,0-2-1 0 0,0 0 1 0 0,0 0 0 0 0,0-1 0 0 0,1-1 0 0 0,-21-4-1 0 0,29 5-170 0 0,0 0 0 0 0,0 0 0 0 0,0 0-1 0 0,0-1 1 0 0,1 1 0 0 0,-1-1 0 0 0,0 0 0 0 0,1 0-1 0 0,-1 0 1 0 0,1 0 0 0 0,0-1 0 0 0,0 0 0 0 0,0 1-1 0 0,0-1 1 0 0,1 0 0 0 0,-1 0 0 0 0,1-1 0 0 0,-1 1-1 0 0,1 0 1 0 0,0-1 0 0 0,0 1 0 0 0,1-1-1 0 0,-1 0 1 0 0,1 0 0 0 0,-1-4 0 0 0,2 6-232 0 0,0 0-1 0 0,0 0 1 0 0,0 0-1 0 0,1 0 1 0 0,-1 0 0 0 0,1 0-1 0 0,-1 0 1 0 0,1 0 0 0 0,0 0-1 0 0,0 0 1 0 0,0 1 0 0 0,0-1-1 0 0,0 0 1 0 0,0 0 0 0 0,1 1-1 0 0,-1-1 1 0 0,0 1-1 0 0,1-1 1 0 0,0 1 0 0 0,-1-1-1 0 0,1 1 1 0 0,0 0 0 0 0,-1 0-1 0 0,1 0 1 0 0,2-1 0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39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163 393 1839 0 0,'-1'18'13055'0'0,"9"-10"-12971"0"0,-5-6-126 0 0,-1 0 0 0 0,1 0 0 0 0,0-1 0 0 0,0 1 0 0 0,0-1 0 0 0,0 1 1 0 0,0-1-1 0 0,0 0 0 0 0,0-1 0 0 0,0 1 0 0 0,0 0 0 0 0,0-1 0 0 0,0 0 0 0 0,1 1 0 0 0,-1-1 0 0 0,0-1 0 0 0,0 1 0 0 0,0 0 1 0 0,1-1-1 0 0,-1 1 0 0 0,0-1 0 0 0,0 0 0 0 0,0 0 0 0 0,0-1 0 0 0,0 1 0 0 0,0 0 0 0 0,0-1 0 0 0,2-2 0 0 0,4-1-29 0 0,-1-1-1 0 0,0 0 0 0 0,0 0 1 0 0,0-1-1 0 0,-1 0 0 0 0,0-1 0 0 0,11-14 1 0 0,-8 5 152 0 0,-1 1 0 0 0,0-1 1 0 0,-1-1-1 0 0,-1 0 0 0 0,0 0 1 0 0,-2 0-1 0 0,0-1 0 0 0,-1 1 1 0 0,-1-1-1 0 0,0 0 0 0 0,-2-1 1 0 0,-1-34-1 0 0,-1 49 41 0 0,1-1-1 0 0,-1 1 1 0 0,0 0 0 0 0,-1 0 0 0 0,1 0-1 0 0,-1 0 1 0 0,0 0 0 0 0,0 1-1 0 0,0-1 1 0 0,-1 0 0 0 0,-4-5 0 0 0,6 9-81 0 0,-1-1 1 0 0,1 1-1 0 0,-1-1 1 0 0,0 1-1 0 0,0 0 1 0 0,0-1 0 0 0,0 1-1 0 0,0 0 1 0 0,0 0-1 0 0,0 0 1 0 0,0 1 0 0 0,0-1-1 0 0,0 0 1 0 0,0 1-1 0 0,0-1 1 0 0,-1 1 0 0 0,1 0-1 0 0,0 0 1 0 0,0 0-1 0 0,-1 0 1 0 0,1 0-1 0 0,0 0 1 0 0,0 1 0 0 0,0-1-1 0 0,-1 1 1 0 0,1-1-1 0 0,0 1 1 0 0,-2 1 0 0 0,-8 3-33 0 0,0 1 0 0 0,1 0 0 0 0,0 1 0 0 0,0 0 0 0 0,1 0 1 0 0,0 2-1 0 0,0-1 0 0 0,0 1 0 0 0,-9 12 0 0 0,-2 5-194 0 0,0 2-1 0 0,-22 39 0 0 0,25-35 133 0 0,1 1 0 0 0,1 1 0 0 0,2 0 0 0 0,1 1 0 0 0,2 1 0 0 0,2-1 0 0 0,-6 41 0 0 0,11-12 41 0 0,4-53 5 0 0,1-1 1 0 0,0 1-1 0 0,0 0 0 0 0,2 0 0 0 0,-1-1 0 0 0,5 12 0 0 0,-2-10 5 0 0,1 0 0 0 0,0-1 0 0 0,1 1 0 0 0,0-1 0 0 0,11 11 0 0 0,-13-16 6 0 0,0-1-1 0 0,0-1 0 0 0,0 1 0 0 0,1-1 1 0 0,-1 0-1 0 0,1 0 0 0 0,0-1 0 0 0,0 0 1 0 0,1 0-1 0 0,-1 0 0 0 0,1-1 0 0 0,-1 0 1 0 0,1 0-1 0 0,0 0 0 0 0,0-1 1 0 0,7 0-1 0 0,0 2 25 0 0,11 1-109 0 0,1-2 0 0 0,0 0 0 0 0,0-1 0 0 0,-1-2-1 0 0,1 0 1 0 0,0-2 0 0 0,-1-1 0 0 0,1-1 0 0 0,-1-1-1 0 0,0-1 1 0 0,-1-2 0 0 0,0 0 0 0 0,0-1 0 0 0,-1-2-1 0 0,0 0 1 0 0,-1-1 0 0 0,28-23 0 0 0,-21 11-774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39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1 696 6447 0 0,'0'0'90'0'0,"0"1"0"0"0,0-1 0 0 0,0 1-1 0 0,0-1 1 0 0,0 0 0 0 0,0 1-1 0 0,1-1 1 0 0,-1 0 0 0 0,0 1 0 0 0,0-1-1 0 0,0 0 1 0 0,1 1 0 0 0,-1-1-1 0 0,0 0 1 0 0,0 1 0 0 0,1-1 0 0 0,-1 0-1 0 0,0 0 1 0 0,1 1 0 0 0,-1-1-1 0 0,0 0 1 0 0,1 0 0 0 0,-1 0 0 0 0,1 1-1 0 0,-1-1 1 0 0,0 0 0 0 0,1 0-1 0 0,-1 0 1 0 0,1 0 0 0 0,-1 0 0 0 0,1 0-1 0 0,6-11 1916 0 0,-1-19-206 0 0,-16-187 1153 0 0,0 64-1941 0 0,10 134-887 0 0,-1-18 249 0 0,3-42 1 0 0,0 68-316 0 0,-1 1 0 0 0,1-1-1 0 0,0 1 1 0 0,1-1 0 0 0,1 1 0 0 0,-1 0 0 0 0,2 0 0 0 0,8-15 0 0 0,-10 21-64 0 0,0 0 1 0 0,1 0-1 0 0,-1 0 1 0 0,1 1 0 0 0,0-1-1 0 0,0 1 1 0 0,0 0-1 0 0,1 0 1 0 0,-1 1 0 0 0,1-1-1 0 0,-1 1 1 0 0,1 0 0 0 0,0 0-1 0 0,0 1 1 0 0,0-1-1 0 0,0 1 1 0 0,0 0 0 0 0,0 0-1 0 0,0 1 1 0 0,0 0-1 0 0,1 0 1 0 0,6 0 0 0 0,5 2-205 0 0,0 0 0 0 0,0 1 0 0 0,0 0 1 0 0,-1 2-1 0 0,18 6 0 0 0,-20-4-1330 0 0,30 23-4119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9 489 10135 0 0,'-1'2'154'0'0,"-1"5"41"0"0,0 0-1 0 0,1 0 0 0 0,0 0 1 0 0,0 0-1 0 0,0 0 0 0 0,1 0 1 0 0,0 0-1 0 0,0 0 0 0 0,2 8 1 0 0,3 28 1012 0 0,-4-33-1127 0 0,0-1-1 0 0,1 0 1 0 0,0 0 0 0 0,6 16 0 0 0,-3-10-7 0 0,-2-8-21 0 0,0 0 0 0 0,-1 0 0 0 0,0 0 0 0 0,-1 1-1 0 0,2 8 1 0 0,6-7-126 0 0,30 29-101 0 0,-38-37 158 0 0,1 0 1 0 0,-1 0 0 0 0,1 0-1 0 0,-1 0 1 0 0,1 0-1 0 0,-1 0 1 0 0,1-1-1 0 0,-1 1 1 0 0,1-1-1 0 0,0 1 1 0 0,-1-1-1 0 0,1 0 1 0 0,0 0 0 0 0,0 1-1 0 0,-1-1 1 0 0,1 0-1 0 0,0 0 1 0 0,-1-1-1 0 0,1 1 1 0 0,0 0-1 0 0,-1-1 1 0 0,1 1-1 0 0,0-1 1 0 0,-1 1 0 0 0,1-1-1 0 0,-1 0 1 0 0,1 1-1 0 0,-1-1 1 0 0,1 0-1 0 0,-1 0 1 0 0,2-2-1 0 0,2-1-95 0 0,0-1 0 0 0,0 1 0 0 0,-1-1-1 0 0,0-1 1 0 0,6-8 0 0 0,6-13-302 0 0,-1 0-1 0 0,-2-1 1 0 0,-1 0 0 0 0,-1-1 0 0 0,13-56-1 0 0,-9 14-189 0 0,7-100-1 0 0,-20 85 961 0 0,-3 56 897 0 0,6-45 1 0 0,-5 79-1093 0 0,1 1 0 0 0,0-1 1 0 0,0 0-1 0 0,0 0 0 0 0,0 1 0 0 0,1-1 0 0 0,-1 0 1 0 0,4 5-1 0 0,3 9 289 0 0,17 44-318 0 0,-11-33-4 0 0,15 28 20 0 0,-12-29 83 0 0,22 30 32 0 0,-37-54-218 0 0,1-1 0 0 0,0 1 0 0 0,0-1 0 0 0,0 1 0 0 0,4 3 0 0 0,15 14 141 0 0,30 20 0 0 0,-41-33-103 0 0,1 0 0 0 0,0-1 0 0 0,0 0 0 0 0,0-1 0 0 0,1 0-1 0 0,18 5 1 0 0,-21-9-49 0 0,0 0-1 0 0,0 0 0 0 0,0-1 0 0 0,0 0 0 0 0,0-1 1 0 0,1 0-1 0 0,-1-1 0 0 0,0 0 0 0 0,0 0 1 0 0,0-1-1 0 0,0-1 0 0 0,-1 0 0 0 0,1 0 1 0 0,13-7-1 0 0,-16 7-23 0 0,0-1 0 0 0,0-1 0 0 0,-1 1 0 0 0,0-1 0 0 0,1-1 1 0 0,-2 1-1 0 0,1-1 0 0 0,-1 0 0 0 0,0 0 0 0 0,0 0 0 0 0,-1-1 0 0 0,1 0 0 0 0,-1 1 0 0 0,-1-2 1 0 0,0 1-1 0 0,0 0 0 0 0,0-1 0 0 0,3-14 0 0 0,-5 12 1 0 0,1 0 0 0 0,-1 0 0 0 0,-1 0 0 0 0,0 0 0 0 0,-1-1 0 0 0,1 1 0 0 0,-2 0 0 0 0,0 0 0 0 0,0 0 0 0 0,-1 0 0 0 0,0 1 0 0 0,0-1 0 0 0,-1 1 0 0 0,0 0 0 0 0,-1-1 0 0 0,0 2 0 0 0,-7-10 0 0 0,7 12-48 0 0,0-1-1 0 0,-1 1 1 0 0,1 0-1 0 0,-1 0 1 0 0,-1 0-1 0 0,1 1 1 0 0,-1 0-1 0 0,0 1 1 0 0,0-1-1 0 0,0 1 1 0 0,-1 1-1 0 0,1-1 1 0 0,-1 1-1 0 0,0 0 1 0 0,0 1-1 0 0,0 0 1 0 0,0 0-1 0 0,-1 1 1 0 0,1 0-1 0 0,0 1 1 0 0,-12 0-1 0 0,13 0 2 0 0,-1 1 0 0 0,0 1 0 0 0,1-1 1 0 0,-1 1-1 0 0,1 1 0 0 0,-1 0 0 0 0,1-1 0 0 0,0 2 0 0 0,0-1 0 0 0,0 1 0 0 0,1 0 0 0 0,0 1 0 0 0,-1 0 0 0 0,1 0 0 0 0,1 0 0 0 0,-10 11 1 0 0,8-7 60 0 0,0 0 0 0 0,1 1 1 0 0,0-1-1 0 0,1 1 0 0 0,0 0 1 0 0,1 1-1 0 0,0-1 0 0 0,0 1 1 0 0,1 0-1 0 0,-2 14 0 0 0,5-2 123 0 0,3 42 4 0 0,3-31 23 0 0,12 40 96 0 0,-17-69-219 0 0,0-1 1 0 0,0 1 0 0 0,1 0-1 0 0,0-1 1 0 0,4 8 0 0 0,27 55 273 0 0,-31-63-270 0 0,0 0-1 0 0,0 0 1 0 0,1 0-1 0 0,-1 0 1 0 0,6 5 0 0 0,35 44 300 0 0,-41-50-316 0 0,0 0 1 0 0,0-1 0 0 0,0 1 0 0 0,1-1-1 0 0,-1 0 1 0 0,1 0 0 0 0,-1 0-1 0 0,5 2 1 0 0,3 3 37 0 0,8 6 81 0 0,1-2-1 0 0,0 0 1 0 0,29 13-1 0 0,-31-18-78 0 0,-1 0-1 0 0,1-2 1 0 0,0 1 0 0 0,0-2-1 0 0,1 0 1 0 0,-1-1-1 0 0,1-1 1 0 0,-1-1-1 0 0,28-2 1 0 0,-36 0-70 0 0,1 1-1 0 0,-1-1 1 0 0,0-1 0 0 0,-1 0-1 0 0,1 0 1 0 0,0 0 0 0 0,-1-1-1 0 0,0-1 1 0 0,0 1 0 0 0,0-2-1 0 0,0 1 1 0 0,-1-1 0 0 0,0 0 0 0 0,0 0-1 0 0,-1-1 1 0 0,1 1 0 0 0,-1-2-1 0 0,-1 1 1 0 0,9-14 0 0 0,-6 4 56 0 0,-1 0 1 0 0,0 0 0 0 0,-1-1 0 0 0,0 0 0 0 0,-2 0 0 0 0,0 0 0 0 0,-1 0 0 0 0,-1-1 0 0 0,-1 1 0 0 0,0-1 0 0 0,-3-22 0 0 0,-4-17 245 0 0,-3 0 1 0 0,-19-69 0 0 0,-28-59-381 0 0,56 185 64 0 0,-1 0 1 0 0,1 1-1 0 0,0-1 0 0 0,-1 0 1 0 0,1 0-1 0 0,0 1 1 0 0,0-1-1 0 0,-1 0 0 0 0,1 0 1 0 0,0 0-1 0 0,0 1 0 0 0,0-1 1 0 0,0 0-1 0 0,0 0 1 0 0,0 0-1 0 0,0 0 0 0 0,0 1 1 0 0,1-1-1 0 0,-1 0 0 0 0,0 0 1 0 0,0 0-1 0 0,1 1 1 0 0,-1-1-1 0 0,0 0 0 0 0,1 0 1 0 0,-1 1-1 0 0,1-1 1 0 0,-1 0-1 0 0,1 1 0 0 0,-1-1 1 0 0,1 1-1 0 0,0-1 0 0 0,-1 0 1 0 0,1 1-1 0 0,0-1 1 0 0,-1 1-1 0 0,1 0 0 0 0,0-1 1 0 0,0 1-1 0 0,-1 0 0 0 0,1-1 1 0 0,0 1-1 0 0,0 0 1 0 0,0 0-1 0 0,1-1 0 0 0,4 1-15 0 0,0 1-1 0 0,-1-1 0 0 0,1 1 0 0 0,0 0 0 0 0,9 2 1 0 0,-4 0-12 0 0,44 10-50 0 0,-1 3 0 0 0,69 29 0 0 0,98 60 87 0 0,-197-93-474 0 0,47 22 425 0 0,-23-14-6253 0 0,-34-16 193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0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43 225 7831 0 0,'-3'-1'61'0'0,"0"0"0"0"0,0 0-1 0 0,0 0 1 0 0,-1-1-1 0 0,1 1 1 0 0,0-1-1 0 0,1 1 1 0 0,-1-1 0 0 0,0 0-1 0 0,0 0 1 0 0,1 0-1 0 0,-1-1 1 0 0,-1-2-1 0 0,4 4 177 0 0,0 0 1 0 0,0 0-1 0 0,0 0 0 0 0,0 0 0 0 0,0 0 0 0 0,0 0 0 0 0,1 0 0 0 0,-1 0 0 0 0,1 0 0 0 0,-1 0 1 0 0,1 0-1 0 0,-1 0 0 0 0,1 0 0 0 0,-1 0 0 0 0,1 0 0 0 0,0 0 0 0 0,-1 0 0 0 0,1 1 1 0 0,1-2-1 0 0,17-15 4763 0 0,2 4-4802 0 0,2 1 1 0 0,-1 1 0 0 0,1 1-1 0 0,43-12 1 0 0,-37 13-199 0 0,206-59 8 0 0,-205 62-22 0 0,0 2 0 0 0,0 0 0 0 0,1 2 1 0 0,-1 2-1 0 0,1 0 0 0 0,30 5 0 0 0,-55-4-9 0 0,0 1 0 0 0,-1-1-1 0 0,1 1 1 0 0,-1-1 0 0 0,1 2 0 0 0,-1-1 0 0 0,0 0 0 0 0,0 1 0 0 0,0 0-1 0 0,5 5 1 0 0,-7-6-67 0 0,-2 11-46 0 0,-1-6 114 0 0,1 0 0 0 0,-1 0-1 0 0,0 1 0 0 0,0-1 0 0 0,0 0 0 0 0,-1 1 1 0 0,0-1-1 0 0,-1 0 0 0 0,0 1 0 0 0,0-1 1 0 0,0 0-1 0 0,-1-1 0 0 0,-4 10 0 0 0,-18 22-158 0 0,-1-2 0 0 0,-32 36 0 0 0,-67 61-315 0 0,97-104 402 0 0,-96 93-107 0 0,-103 116 231 0 0,221-230 19 0 0,0 0 1 0 0,0 0-1 0 0,1 1 0 0 0,0 0 0 0 0,0 0 0 0 0,1 0 0 0 0,-4 13 1 0 0,7-18 324 0 0,7 9-72 0 0,22 39 46 0 0,-25-49-300 0 0,0 1 1 0 0,0-1-1 0 0,0-1 1 0 0,0 1-1 0 0,0 0 1 0 0,1-1-1 0 0,-1 0 1 0 0,1 1 0 0 0,-1-1-1 0 0,1-1 1 0 0,0 1-1 0 0,0 0 1 0 0,0-1-1 0 0,0 0 1 0 0,0 0-1 0 0,0 0 1 0 0,0-1-1 0 0,0 1 1 0 0,6-1 0 0 0,2 2 84 0 0,80 5 767 0 0,0-3 0 0 0,121-11 0 0 0,-89 1-621 0 0,-77 5-255 0 0,11-2-1770 0 0,98 8 1 0 0,-121 1-5305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2303 0 0,'-2'15'96'0'0,"-3"0"32"0"0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4143 0 0,'30'9'6809'0'0,"30"10"-5816"0"0,-52-16-908 0 0,21 8 1425 0 0,48 12 0 0 0,-65-21-1200 0 0,0 0 1 0 0,-1-1-1 0 0,1 0 0 0 0,0-1 1 0 0,0 0-1 0 0,0-1 0 0 0,18-4 1 0 0,2-4-124 0 0,0-1 0 0 0,-1-1 0 0 0,35-18 1 0 0,-35 14-208 0 0,0 2 0 0 0,0 1 0 0 0,37-8 0 0 0,-42 15-36 0 0,0 0 0 0 0,0 2 0 0 0,1 2 0 0 0,41 1 1 0 0,-50 2-400 0 0,-1 0 1 0 0,33 10-1 0 0,-36-7-862 0 0,1 0 0 0 0,-1 1 0 0 0,23 13 0 0 0,-21-9-3551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0:48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164 181 6911 0 0,'-3'1'68'0'0,"-1"0"0"0"0,1 0 0 0 0,0 0 0 0 0,0 1 0 0 0,0 0-1 0 0,0-1 1 0 0,0 1 0 0 0,0 0 0 0 0,1 0 0 0 0,-1 0 0 0 0,-4 6-1 0 0,3-2 29 0 0,0 0 0 0 0,0 0 0 0 0,0 1-1 0 0,-2 7 1 0 0,-2 2 147 0 0,-15 33 422 0 0,-25 70-1 0 0,43-103-537 0 0,0 0 0 0 0,1 0 0 0 0,1 1 0 0 0,1 0 0 0 0,0-1 0 0 0,1 1 0 0 0,1 0 0 0 0,3 32 0 0 0,-2-44-76 0 0,0-1 0 0 0,-1 0-1 0 0,2 0 1 0 0,-1 0 0 0 0,1 0-1 0 0,-1 0 1 0 0,1 0-1 0 0,0-1 1 0 0,0 1 0 0 0,1-1-1 0 0,-1 1 1 0 0,1-1 0 0 0,0 0-1 0 0,-1 0 1 0 0,1 0 0 0 0,1 0-1 0 0,-1 0 1 0 0,0-1 0 0 0,1 1-1 0 0,-1-1 1 0 0,1 0-1 0 0,0 0 1 0 0,5 2 0 0 0,-2-2 117 0 0,0-1 0 0 0,0 1 0 0 0,1-1 0 0 0,-1 0 0 0 0,0-1 1 0 0,1 0-1 0 0,-1 0 0 0 0,1-1 0 0 0,-1 1 0 0 0,0-2 0 0 0,0 1 0 0 0,13-5 1 0 0,7-4 88 0 0,0-2 0 0 0,-1-1 1 0 0,0-1-1 0 0,-1-2 0 0 0,-1 0 1 0 0,0-1-1 0 0,-2-1 0 0 0,0-2 1 0 0,31-33-1 0 0,-43 40-200 0 0,0-1-1 0 0,-1 1 1 0 0,0-1 0 0 0,-1-1 0 0 0,-1 0 0 0 0,0 0-1 0 0,-1 0 1 0 0,-1-1 0 0 0,0 0 0 0 0,-1 0 0 0 0,-1 0-1 0 0,-1 0 1 0 0,2-20 0 0 0,-4 23-24 0 0,0 1 0 0 0,0 0 0 0 0,-1 0 1 0 0,-1-1-1 0 0,0 1 0 0 0,0 0 0 0 0,-2 0 0 0 0,1 0 0 0 0,-1 1 1 0 0,-1-1-1 0 0,0 1 0 0 0,-1 0 0 0 0,0 0 0 0 0,0 1 0 0 0,-1 0 1 0 0,-1 0-1 0 0,0 0 0 0 0,-11-9 0 0 0,14 14 21 0 0,0 1 0 0 0,0 0 0 0 0,-1 0 0 0 0,0 0 0 0 0,1 1 0 0 0,-1 0-1 0 0,-1 0 1 0 0,1 0 0 0 0,0 1 0 0 0,-1 0 0 0 0,1 0 0 0 0,-1 1 0 0 0,1 0 0 0 0,-1 0 0 0 0,0 0-1 0 0,1 1 1 0 0,-1 0 0 0 0,0 1 0 0 0,0-1 0 0 0,1 1 0 0 0,-1 0 0 0 0,1 1 0 0 0,-1-1 0 0 0,1 2-1 0 0,-1-1 1 0 0,1 0 0 0 0,-9 6 0 0 0,2 0-49 0 0,0 0-1 0 0,0 1 0 0 0,1 0 1 0 0,0 1-1 0 0,1 0 0 0 0,0 1 1 0 0,1 0-1 0 0,0 1 0 0 0,1 0 1 0 0,0 1-1 0 0,-8 15 1 0 0,1 3-287 0 0,3 1 0 0 0,0 0 0 0 0,2 1 0 0 0,1 0 1 0 0,2 1-1 0 0,2-1 0 0 0,0 2 0 0 0,0 60 1 0 0,7-12-6001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0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8287 0 0,'-1'34'2575'0'0,"-17"185"-1936"0"0,0-3-69 0 0,18-206-602 0 0,1 0 0 0 0,0 0 0 0 0,1 0-1 0 0,0 0 1 0 0,0 0 0 0 0,1-1 0 0 0,0 1-1 0 0,1-1 1 0 0,0 0 0 0 0,8 13 0 0 0,-10-19 13 0 0,0 1 0 0 0,0-1 0 0 0,1 0 0 0 0,-1 1 0 0 0,1-1 0 0 0,0 0 0 0 0,0 0 0 0 0,0-1 0 0 0,1 1 0 0 0,-1-1 0 0 0,0 0 0 0 0,1 1 0 0 0,0-1 0 0 0,-1-1 0 0 0,1 1 0 0 0,0-1 0 0 0,0 1 1 0 0,0-1-1 0 0,0 0 0 0 0,0-1 0 0 0,0 1 0 0 0,0-1 0 0 0,0 1 0 0 0,1-1 0 0 0,-1 0 0 0 0,0-1 0 0 0,7 0 0 0 0,-10 0-196 0 0,1 1-1 0 0,0-1 1 0 0,-1 1 0 0 0,1-1 0 0 0,-1 0-1 0 0,1 1 1 0 0,0-1 0 0 0,-1 0-1 0 0,0 0 1 0 0,1 0 0 0 0,-1 0 0 0 0,0 0-1 0 0,1-1 1 0 0,-1 1 0 0 0,0 0-1 0 0,1-3 1 0 0,2-4-3032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0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5 224 9671 0 0,'-1'-10'269'0'0,"0"7"-203"0"0,0-1 0 0 0,0 0 0 0 0,1 0 0 0 0,-1-1 0 0 0,1 1 0 0 0,0 0 0 0 0,0 0 0 0 0,1 0 1 0 0,-1 0-1 0 0,1 0 0 0 0,0 0 0 0 0,0 0 0 0 0,0 1 0 0 0,0-1 0 0 0,1 0 0 0 0,3-7 0 0 0,12-11 612 0 0,25-26-1 0 0,-35 41-627 0 0,1 0 0 0 0,1 0 1 0 0,-1 1-1 0 0,1 0 0 0 0,0 0 1 0 0,18-7-1 0 0,-20 9-49 0 0,2 1-1 0 0,-1 1 1 0 0,0 0-1 0 0,1 0 1 0 0,-1 0-1 0 0,1 1 1 0 0,-1 0-1 0 0,1 1 1 0 0,-1 0-1 0 0,1 0 1 0 0,0 1-1 0 0,9 2 1 0 0,-13-2-15 0 0,-1 0 1 0 0,0 0-1 0 0,0 1 0 0 0,0-1 0 0 0,0 1 1 0 0,-1 0-1 0 0,1 0 0 0 0,0 1 1 0 0,-1-1-1 0 0,1 1 0 0 0,-1 0 1 0 0,0-1-1 0 0,0 2 0 0 0,0-1 1 0 0,0 0-1 0 0,-1 0 0 0 0,1 1 0 0 0,-1 0 1 0 0,0-1-1 0 0,0 1 0 0 0,0 0 1 0 0,-1 0-1 0 0,1 0 0 0 0,-1 0 1 0 0,0 0-1 0 0,1 5 0 0 0,-1 0 13 0 0,0 0 0 0 0,-1 0 0 0 0,0 0-1 0 0,0-1 1 0 0,-1 1 0 0 0,0 0-1 0 0,-1 0 1 0 0,0-1 0 0 0,0 1 0 0 0,-1-1-1 0 0,0 0 1 0 0,0 0 0 0 0,-1 0 0 0 0,0 0-1 0 0,-1 0 1 0 0,1-1 0 0 0,-1 0 0 0 0,-1 0-1 0 0,1 0 1 0 0,-1-1 0 0 0,-1 1 0 0 0,-10 7-1 0 0,6-5 38 0 0,-1 0-1 0 0,1-1 0 0 0,-1-1 0 0 0,-1 0 0 0 0,1-1 1 0 0,-1 0-1 0 0,0-1 0 0 0,-1-1 0 0 0,1 0 0 0 0,-1 0 1 0 0,0-2-1 0 0,0 1 0 0 0,-20-1 0 0 0,32-2-37 0 0,0 0 0 0 0,0 0 0 0 0,0 0 0 0 0,0 0 0 0 0,0-1 0 0 0,0 1 0 0 0,0-1 0 0 0,0 1 0 0 0,0-1 0 0 0,0 0 0 0 0,-3-1 0 0 0,4 1 7 0 0,1 1 0 0 0,-1-1 0 0 0,0 0 0 0 0,0 1-1 0 0,1-1 1 0 0,-1 0 0 0 0,1 1 0 0 0,-1-1 0 0 0,1 0 0 0 0,-1 0-1 0 0,1 1 1 0 0,-1-1 0 0 0,1 0 0 0 0,0 0 0 0 0,-1 0-1 0 0,1 0 1 0 0,0 0 0 0 0,0 1 0 0 0,0-2 0 0 0,0 0-28 0 0,0 0 1 0 0,0 0 0 0 0,1 0-1 0 0,-1 0 1 0 0,1 0 0 0 0,0 0-1 0 0,-1 0 1 0 0,1 0 0 0 0,0 1-1 0 0,0-1 1 0 0,0 0 0 0 0,0 1 0 0 0,0-1-1 0 0,1 0 1 0 0,-1 1 0 0 0,0-1-1 0 0,1 1 1 0 0,-1 0 0 0 0,1 0-1 0 0,0-1 1 0 0,3-1 0 0 0,8-4-418 0 0,3 1-22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171 208 3223 0 0,'1'4'295'0'0,"0"-1"-1"0"0,0 0 1 0 0,1 0 0 0 0,-1 0-1 0 0,1 0 1 0 0,0 0-1 0 0,0 0 1 0 0,0 0-1 0 0,0 0 1 0 0,0-1-1 0 0,1 1 1 0 0,-1-1-1 0 0,1 0 1 0 0,0 0-1 0 0,-1 0 1 0 0,1 0-1 0 0,4 2 1 0 0,-2-1-117 0 0,0-1-1 0 0,0 1 1 0 0,0-1 0 0 0,1 0 0 0 0,-1 0 0 0 0,1 0 0 0 0,0-1 0 0 0,-1 0-1 0 0,10 1 1 0 0,-8-3-57 0 0,0 0-1 0 0,1-1 1 0 0,-1 1 0 0 0,0-1-1 0 0,0-1 1 0 0,0 1-1 0 0,0-1 1 0 0,-1 0-1 0 0,1-1 1 0 0,-1 1-1 0 0,1-2 1 0 0,-1 1 0 0 0,-1 0-1 0 0,1-1 1 0 0,0 0-1 0 0,-1-1 1 0 0,6-7-1 0 0,-5 6-52 0 0,-1 0-1 0 0,0 1 0 0 0,0-2 1 0 0,-1 1-1 0 0,0-1 0 0 0,0 1 1 0 0,0-1-1 0 0,-1 0 0 0 0,-1 0 1 0 0,1-1-1 0 0,-1 1 0 0 0,-1 0 1 0 0,0-1-1 0 0,1-15 0 0 0,-2 21-61 0 0,0-1 0 0 0,-1 1 0 0 0,1-1 1 0 0,-1 1-1 0 0,0 0 0 0 0,0-1 0 0 0,0 1 0 0 0,0 0 0 0 0,0 0 0 0 0,-1 0 0 0 0,0 0 0 0 0,1 0 0 0 0,-1 0 0 0 0,0 0 0 0 0,-1 1 0 0 0,1-1 0 0 0,0 1 0 0 0,-1-1 0 0 0,1 1 0 0 0,-1 0 1 0 0,0 0-1 0 0,1 0 0 0 0,-1 0 0 0 0,0 1 0 0 0,0-1 0 0 0,-1 1 0 0 0,1 0 0 0 0,0 0 0 0 0,0 0 0 0 0,-1 0 0 0 0,1 0 0 0 0,0 1 0 0 0,-5-1 0 0 0,-2 1-1 0 0,-1-1-1 0 0,0 2 1 0 0,0-1 0 0 0,1 2-1 0 0,-1-1 1 0 0,0 2-1 0 0,1-1 1 0 0,0 1 0 0 0,-14 6-1 0 0,1 2-25 0 0,0 0-1 0 0,1 2 0 0 0,1 0 1 0 0,-23 20-1 0 0,30-22 7 0 0,1 1-1 0 0,0 1 1 0 0,1 0 0 0 0,0 0-1 0 0,1 1 1 0 0,-16 27-1 0 0,24-36-12 0 0,0 1-1 0 0,1-1 0 0 0,0 1 1 0 0,0 0-1 0 0,0-1 0 0 0,1 1 1 0 0,0 0-1 0 0,0 0 1 0 0,1 0-1 0 0,-1 10 0 0 0,1-12-8 0 0,1 0 0 0 0,-1-1 0 0 0,1 1 1 0 0,0 0-1 0 0,0 0 0 0 0,0-1 0 0 0,1 1 0 0 0,-1-1 0 0 0,1 1 0 0 0,0-1 0 0 0,0 1 0 0 0,0-1 0 0 0,0 0 0 0 0,0 0 0 0 0,1 0 0 0 0,0 0 0 0 0,4 3 0 0 0,12 7-703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78 322 8063 0 0,'19'16'1697'0'0,"-12"-16"-442"0"0,-7-13-248 0 0,-6-7-686 0 0,0 1 0 0 0,-2-1 0 0 0,0 1 0 0 0,-14-22-1 0 0,13 25-245 0 0,1 0-1 0 0,0 0 1 0 0,1 0-1 0 0,1-1 0 0 0,1 0 1 0 0,-5-22-1 0 0,10 37-70 0 0,0 1 1 0 0,0 0-1 0 0,0-1 0 0 0,0 1 0 0 0,0-1 0 0 0,0 1 0 0 0,0 0 0 0 0,1-1 0 0 0,-1 1 0 0 0,1-1 0 0 0,-1 1 1 0 0,1 0-1 0 0,-1-1 0 0 0,1 1 0 0 0,0 0 0 0 0,-1 0 0 0 0,1 0 0 0 0,0 0 0 0 0,0-1 0 0 0,0 1 0 0 0,0 0 1 0 0,0 0-1 0 0,0 1 0 0 0,0-1 0 0 0,0 0 0 0 0,1 0 0 0 0,-1 0 0 0 0,0 1 0 0 0,0-1 0 0 0,1 1 1 0 0,-1-1-1 0 0,0 1 0 0 0,1-1 0 0 0,-1 1 0 0 0,0 0 0 0 0,1 0 0 0 0,1 0 0 0 0,8-2-275 0 0,0 1-1 0 0,0 1 1 0 0,22 2 0 0 0,-12-1-457 0 0,-12-1 228 0 0,1 0-1 0 0,0-1 1 0 0,-1 0-1 0 0,0-1 1 0 0,1 0-1 0 0,-1 0 1 0 0,0-1-1 0 0,18-8 1 0 0,-11 2-2511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7599 0 0,'1'0'68'0'0,"0"0"-1"0"0,0 0 1 0 0,0 0-1 0 0,0 1 1 0 0,0-1-1 0 0,0 0 1 0 0,0 0-1 0 0,0 1 1 0 0,0-1-1 0 0,0 0 1 0 0,0 1-1 0 0,0-1 1 0 0,-1 1-1 0 0,1-1 1 0 0,0 1-1 0 0,0 0 1 0 0,0-1-1 0 0,-1 1 1 0 0,1 0-1 0 0,0 0 1 0 0,0-1-1 0 0,-1 1 1 0 0,1 0-1 0 0,-1 0 1 0 0,1 0-1 0 0,-1 0 1 0 0,1 0-1 0 0,-1 0 1 0 0,0 0-1 0 0,1 0 1 0 0,-1 0-1 0 0,0 0 1 0 0,0 1-1 0 0,8 42 1763 0 0,-6-35-1853 0 0,2 40 649 0 0,-2-1 0 0 0,-6 58 0 0 0,2 38 122 0 0,3-131-675 0 0,0 1-1 0 0,0-1 1 0 0,8 26 0 0 0,-8-35-73 0 0,0-1 1 0 0,1 1-1 0 0,0-1 1 0 0,-1 1-1 0 0,1-1 0 0 0,0 0 1 0 0,0 0-1 0 0,4 5 1 0 0,-4-7-13 0 0,-1 0 1 0 0,1 0-1 0 0,-1 1 0 0 0,1-1 1 0 0,-1 0-1 0 0,1-1 0 0 0,-1 1 1 0 0,1 0-1 0 0,0 0 0 0 0,-1-1 1 0 0,1 1-1 0 0,0-1 0 0 0,0 1 1 0 0,0-1-1 0 0,-1 0 1 0 0,1 0-1 0 0,0 0 0 0 0,3 0 1 0 0,-4 0-25 0 0,1 0 1 0 0,-1 0 0 0 0,0-1 0 0 0,1 1 0 0 0,-1-1 0 0 0,1 1-1 0 0,-1-1 1 0 0,0 0 0 0 0,1 1 0 0 0,-1-1 0 0 0,0 0 0 0 0,0 0 0 0 0,0 0-1 0 0,0 0 1 0 0,0 0 0 0 0,0 0 0 0 0,0 0 0 0 0,0 0 0 0 0,0-1-1 0 0,0 1 1 0 0,0 0 0 0 0,-1-1 0 0 0,1 1 0 0 0,0-2 0 0 0,0 0-100 0 0,0-1 0 0 0,0 1 0 0 0,0 0 1 0 0,0-1-1 0 0,-1 1 0 0 0,1-1 0 0 0,-1 1 1 0 0,0 0-1 0 0,-1-7 0 0 0,-1-4-400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11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0 187 9671 0 0,'1'-2'182'0'0,"-1"0"-1"0"0,1 0 0 0 0,-1 0 1 0 0,1 0-1 0 0,0 0 0 0 0,-1 1 1 0 0,1-1-1 0 0,0 0 0 0 0,0 0 1 0 0,1 1-1 0 0,-1-1 0 0 0,0 1 1 0 0,0-1-1 0 0,1 1 0 0 0,-1 0 0 0 0,1-1 1 0 0,-1 1-1 0 0,1 0 0 0 0,-1 0 1 0 0,1 0-1 0 0,0 0 0 0 0,0 0 1 0 0,0 1-1 0 0,-1-1 0 0 0,1 0 1 0 0,0 1-1 0 0,3-1 0 0 0,7-4 72 0 0,92-31 806 0 0,189-39 0 0 0,-290 74-1131 0 0,18-3-1256 0 0,34-13-1 0 0,-32 7-3950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6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94 396 1375 0 0,'-16'-4'1154'0'0,"-1"1"0"0"0,1 1 0 0 0,-28 1 2291 0 0,54 3-2194 0 0,16 0 151 0 0,11-3-761 0 0,-1-2-1 0 0,52-10 0 0 0,71-25 51 0 0,-1 0-96 0 0,89-3-281 0 0,-35 6-107 0 0,-81 12-175 0 0,234-10 0 0 0,-266 28 107 0 0,0-4 0 0 0,108-25-1 0 0,-190 30-78 0 0,421-91 702 0 0,-413 90-727 0 0,-1 0 0 0 0,1 2 0 0 0,43-1 0 0 0,-55 4 37 0 0,-1 0-1 0 0,1 1 1 0 0,0 1-1 0 0,0 0 1 0 0,-1 1-1 0 0,1 1 1 0 0,-1 0-1 0 0,0 0 1 0 0,12 7 0 0 0,-20-9-103 0 0,0 0 1 0 0,0 1-1 0 0,0-1 1 0 0,-1 1-1 0 0,6 5 1 0 0,-1 4-5195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7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85 9583 0 0,'0'-5'264'0'0,"-1"3"-190"0"0,1 0 1 0 0,0 0-1 0 0,0 0 0 0 0,0-1 0 0 0,0 1 0 0 0,0 0 1 0 0,1 0-1 0 0,-1 0 0 0 0,1 0 0 0 0,-1 0 0 0 0,1 0 0 0 0,0 0 1 0 0,0 0-1 0 0,0 0 0 0 0,0 0 0 0 0,0 1 0 0 0,0-1 0 0 0,2-2 1 0 0,5-5 166 0 0,12-13 404 0 0,-19 21-629 0 0,-1 0-1 0 0,1 0 1 0 0,0 1 0 0 0,0-1-1 0 0,-1 1 1 0 0,1-1 0 0 0,0 0-1 0 0,0 1 1 0 0,0-1 0 0 0,0 1-1 0 0,0 0 1 0 0,0-1 0 0 0,0 1-1 0 0,0 0 1 0 0,0 0 0 0 0,0 0-1 0 0,0-1 1 0 0,0 1 0 0 0,0 0-1 0 0,0 0 1 0 0,0 0 0 0 0,1 1-1 0 0,-1-1-20 0 0,-1 0 0 0 0,0 0 0 0 0,0 1 0 0 0,1-1-1 0 0,-1 0 1 0 0,0 0 0 0 0,0 0 0 0 0,0 1 0 0 0,0-1-1 0 0,1 0 1 0 0,-1 0 0 0 0,0 1 0 0 0,0-1 0 0 0,0 0-1 0 0,0 1 1 0 0,0-1 0 0 0,0 0 0 0 0,0 0 0 0 0,0 1 0 0 0,0-1-1 0 0,0 0 1 0 0,0 1 0 0 0,0-1 0 0 0,0 0 0 0 0,0 0-1 0 0,0 1 1 0 0,0-1 0 0 0,0 0 0 0 0,0 1 0 0 0,0-1-1 0 0,0 0 1 0 0,0 0 0 0 0,0 1 0 0 0,-1-1 0 0 0,1 0-1 0 0,0 0 1 0 0,0 1 0 0 0,0-1 0 0 0,-1 0 0 0 0,1 1 0 0 0,-10 12-339 0 0,8-11 292 0 0,-26 29-324 0 0,-1-1-1 0 0,-43 34 0 0 0,-73 44 155 0 0,101-80 220 0 0,28-19 30 0 0,-30 23 0 0 0,46-32-22 0 0,0 0 0 0 0,0 0 0 0 0,-1 0 0 0 0,1 0 0 0 0,0 0 0 0 0,0 0 1 0 0,0 1-1 0 0,0-1 0 0 0,0 0 0 0 0,0 0 0 0 0,-1 0 0 0 0,1 0 0 0 0,0 0 0 0 0,0 0 1 0 0,0 1-1 0 0,0-1 0 0 0,0 0 0 0 0,0 0 0 0 0,0 0 0 0 0,0 0 0 0 0,0 1 0 0 0,0-1 1 0 0,0 0-1 0 0,0 0 0 0 0,0 0 0 0 0,0 0 0 0 0,0 1 0 0 0,0-1 0 0 0,0 0 0 0 0,0 0 1 0 0,0 0-1 0 0,0 0 0 0 0,0 1 0 0 0,0-1 0 0 0,0 0 0 0 0,0 0 0 0 0,0 0 0 0 0,0 0 1 0 0,0 0-1 0 0,0 1 0 0 0,0-1 0 0 0,1 0 0 0 0,-1 0 0 0 0,0 0 0 0 0,10 4 183 0 0,12 0 61 0 0,147-3 676 0 0,-128-4-859 0 0,0 3 1 0 0,0 1 0 0 0,0 2 0 0 0,44 9-1 0 0,-67-8-11 0 0,-1 1 0 0 0,1 1 0 0 0,24 11 0 0 0,-47-19 1314 0 0,4 2-1266 0 0,0-1 0 0 0,-1 1-1 0 0,1-1 1 0 0,0 0 0 0 0,0 1 0 0 0,0-1 0 0 0,0 0-1 0 0,0 1 1 0 0,0-1 0 0 0,0 0 0 0 0,0 0-1 0 0,0 0 1 0 0,0 0 0 0 0,0 0 0 0 0,0 0 0 0 0,0 0-1 0 0,1 0 1 0 0,-1-1 0 0 0,1 1 0 0 0,-2-2 0 0 0,-24-73 941 0 0,-8-18 513 0 0,29 82-1752 0 0,-1 0-1 0 0,0 0 0 0 0,-1 1 1 0 0,-1-1-1 0 0,-10-11 1 0 0,16 20 81 0 0,0 1 0 0 0,0 0 0 0 0,0 0 1 0 0,0 0-1 0 0,0 0 0 0 0,0 1 1 0 0,-1-1-1 0 0,1 1 0 0 0,0-1 1 0 0,-1 1-1 0 0,1 0 0 0 0,-1 0 0 0 0,0 0 1 0 0,1 0-1 0 0,-1 0 0 0 0,0 1 1 0 0,0-1-1 0 0,-4 0 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46 2303 0 0,'-13'-12'732'0'0,"9"8"573"0"0,0 1 1 0 0,-1-1 0 0 0,1 1-1 0 0,-1 0 1 0 0,-9-4 0 0 0,-12 2-1568 0 0,44 10 844 0 0,22-2-501 0 0,357 40 1792 0 0,-386-41-1875 0 0,-1 0-1 0 0,1 1 1 0 0,-1 0-1 0 0,1 0 1 0 0,-1 1-1 0 0,13 8 1 0 0,-21-11 2 0 0,0 0-1 0 0,0 0 1 0 0,-1 0-1 0 0,1 1 1 0 0,0-1-1 0 0,-1 1 1 0 0,1-1-1 0 0,-1 1 1 0 0,0 0-1 0 0,0 0 1 0 0,1-1-1 0 0,-1 1 1 0 0,0 0-1 0 0,0 0 1 0 0,1 4 0 0 0,-2-4 0 0 0,0 0 0 0 0,0 0 0 0 0,0 1 1 0 0,0-1-1 0 0,0 0 0 0 0,-1 0 1 0 0,1 0-1 0 0,-1 0 0 0 0,1 0 1 0 0,-1 0-1 0 0,0 0 0 0 0,0 0 1 0 0,0 0-1 0 0,0 0 0 0 0,0 0 0 0 0,0 0 1 0 0,0-1-1 0 0,-1 1 0 0 0,-1 2 1 0 0,-9 9 54 0 0,-1 0 0 0 0,-1-1 1 0 0,0 0-1 0 0,0-1 1 0 0,-1 0-1 0 0,0-1 0 0 0,-1-1 1 0 0,0 0-1 0 0,-28 9 0 0 0,16-8 101 0 0,-1-1-1 0 0,0-2 0 0 0,0-1 0 0 0,-1-1 1 0 0,-32 1-1 0 0,56-5-22 0 0,0-1 1 0 0,0 0-1 0 0,0 0 1 0 0,1-1-1 0 0,-1 1 1 0 0,0-1-1 0 0,0-1 1 0 0,1 1-1 0 0,-9-4 1 0 0,12 4-74 0 0,-1 0 0 0 0,1-1 1 0 0,0 0-1 0 0,0 1 0 0 0,0-1 1 0 0,0 0-1 0 0,0 0 0 0 0,0 0 0 0 0,0 0 1 0 0,1 0-1 0 0,-1-1 0 0 0,1 1 1 0 0,-1 0-1 0 0,1-1 0 0 0,0 1 0 0 0,0-1 1 0 0,0 0-1 0 0,0 1 0 0 0,0-1 1 0 0,1 0-1 0 0,-1-5 0 0 0,-5-41 66 0 0,4 22-2 0 0,-2-1-1 0 0,-13-47 0 0 0,8 39-244 0 0,1 3-89 0 0,5 26 116 0 0,2 12 31 0 0,-1 32-639 0 0,-10 60 0 0 0,-2 18 266 0 0,14-110 272 0 0,-1 1 0 0 0,2-1 0 0 0,-1 1 0 0 0,0 0-1 0 0,1-1 1 0 0,0 1 0 0 0,4 8 0 0 0,-1-5-379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39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426 51 2759 0 0,'-13'-3'8903'0'0,"7"7"-8848"0"0,-1-1-1 0 0,1 1 1 0 0,-11 8 0 0 0,14-9-90 0 0,0 0 0 0 0,0 0-1 0 0,0-1 1 0 0,-1 1 0 0 0,1-1 0 0 0,-1 0 0 0 0,0 0-1 0 0,0 0 1 0 0,0-1 0 0 0,1 1 0 0 0,-1-1 0 0 0,-1 0 0 0 0,1 0-1 0 0,0 0 1 0 0,-8 0 0 0 0,12-1 55 0 0,-1 0 0 0 0,1 0 0 0 0,0 0 0 0 0,-1 0 0 0 0,1 0 0 0 0,-1 0 0 0 0,1 0 0 0 0,0 0 0 0 0,-1 0 0 0 0,1 0 0 0 0,0 0 0 0 0,-1 0 0 0 0,1 0 0 0 0,0 0 0 0 0,-1 0 0 0 0,1 0 0 0 0,0 0 0 0 0,-1-1 1 0 0,1 1-1 0 0,0 0 0 0 0,-1 0 0 0 0,1 0 0 0 0,0-1 0 0 0,-1 1 0 0 0,1 0 0 0 0,0 0 0 0 0,0-1 0 0 0,-1 1 0 0 0,1 0 0 0 0,0 0 0 0 0,0-1 0 0 0,0 1 0 0 0,-1 0 0 0 0,1-1 0 0 0,0 1 0 0 0,0 0 0 0 0,0-1 0 0 0,0 1 0 0 0,0 0 0 0 0,0-1 0 0 0,0 1 0 0 0,0-1 0 0 0,-1 1 0 0 0,1 0 0 0 0,1-1 0 0 0,-1 1 0 0 0,0 0 0 0 0,0-1 0 0 0,0 1 0 0 0,0 0 0 0 0,0-1 0 0 0,0 1 0 0 0,0 0 0 0 0,0-1 0 0 0,0 1 0 0 0,1 0 1 0 0,-1-1-1 0 0,0 1 0 0 0,0 0 0 0 0,1-1 0 0 0,-1 1 0 0 0,0 0 0 0 0,0 0 0 0 0,1-1 0 0 0,-1 1 0 0 0,22-15 709 0 0,137-39-995 0 0,-146 50 266 0 0,-7 2 0 0 0,1-1 0 0 0,-1 1 0 0 0,0 1 0 0 0,1-1 0 0 0,12 0 0 0 0,-44 23-102 0 0,3-10 42 0 0,-1 0 0 0 0,-38 12 0 0 0,35-15 65 0 0,-46 23 0 0 0,72-31 12 0 0,0 0 0 0 0,0 0-1 0 0,-1 0 1 0 0,1 0 0 0 0,0 0 0 0 0,0 0-1 0 0,-1 1 1 0 0,1-1 0 0 0,0 0-1 0 0,-1 0 1 0 0,1 0 0 0 0,0 0-1 0 0,0 0 1 0 0,0 0 0 0 0,-1 1 0 0 0,1-1-1 0 0,0 0 1 0 0,0 0 0 0 0,-1 0-1 0 0,1 1 1 0 0,0-1 0 0 0,0 0-1 0 0,0 0 1 0 0,0 0 0 0 0,0 1 0 0 0,-1-1-1 0 0,1 0 1 0 0,0 0 0 0 0,0 1-1 0 0,0-1 1 0 0,0 0 0 0 0,0 1-1 0 0,0-1 1 0 0,0 0 0 0 0,0 0 0 0 0,0 1-1 0 0,0-1 1 0 0,0 0 0 0 0,0 1-1 0 0,0-1 1 0 0,0 0 0 0 0,13 3 289 0 0,-9-3-328 0 0,0 0 0 0 0,0 0 0 0 0,1 0 0 0 0,-2-1 0 0 0,1 0 0 0 0,0 0 0 0 0,6-1 0 0 0,7-10 70 0 0,1 0 0 0 0,15-16 0 0 0,-18 16 10 0 0,-1 1 0 0 0,2 0 0 0 0,21-13 0 0 0,-28 22-56 0 0,-7 7-1 0 0,-13 10-16 0 0,-9-1 37 0 0,-1-1 0 0 0,-1-1 0 0 0,0-1 0 0 0,0-1 0 0 0,-33 10 0 0 0,27-10 77 0 0,15-5 6 0 0,-1 1 131 0 0,0-1-1 0 0,0 0 0 0 0,-1-1 1 0 0,1 0-1 0 0,-28 2 0 0 0,40-6-118 0 0,0-1-1 0 0,0 1 1 0 0,0 0 0 0 0,0-1-1 0 0,0 1 1 0 0,0-1-1 0 0,1 0 1 0 0,-1 0-1 0 0,0 0 1 0 0,1 0-1 0 0,-1 0 1 0 0,-2-2 0 0 0,2 2-133 0 0,0-1 0 0 0,0 1 1 0 0,0 0-1 0 0,0 0 1 0 0,0 0-1 0 0,0 0 1 0 0,0 0-1 0 0,0 0 0 0 0,0 1 1 0 0,-4-1-1 0 0,-10 0-701 0 0,-1 1 0 0 0,-26 4 0 0 0,-13 0-1490 0 0,44-5-2411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2:40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380 8 7775 0 0,'-1'-1'55'0'0,"1"0"0"0"0,-1 1-1 0 0,0-1 1 0 0,0 0-1 0 0,1 1 1 0 0,-1-1-1 0 0,0 1 1 0 0,0 0-1 0 0,0-1 1 0 0,1 1 0 0 0,-1 0-1 0 0,0-1 1 0 0,0 1-1 0 0,0 0 1 0 0,0 0-1 0 0,0 0 1 0 0,0 0 0 0 0,-2 0-1 0 0,-10 13 149 0 0,8-7-209 0 0,3-3-16 0 0,-65 74-881 0 0,60-70 921 0 0,-1 0 0 0 0,0 0-1 0 0,0 0 1 0 0,0-1 0 0 0,-1 0 0 0 0,0-1-1 0 0,-15 6 1 0 0,24-10 10 0 0,0-1 0 0 0,0 0-1 0 0,0 0 1 0 0,0 0 0 0 0,0 0 0 0 0,0 0-1 0 0,0 0 1 0 0,0 0 0 0 0,0 0 0 0 0,-1 0-1 0 0,1 0 1 0 0,0 0 0 0 0,0 0 0 0 0,0 0-1 0 0,0 1 1 0 0,0-1 0 0 0,0 0 0 0 0,0 0-1 0 0,0 0 1 0 0,0 0 0 0 0,-1 0 0 0 0,1 0 0 0 0,0 0-1 0 0,0 0 1 0 0,0 0 0 0 0,0 0 0 0 0,0 0-1 0 0,0 0 1 0 0,0 0 0 0 0,0 0 0 0 0,-1 0-1 0 0,1 0 1 0 0,0-1 0 0 0,0 1 0 0 0,0 0-1 0 0,0 0 1 0 0,0 0 0 0 0,0 0 0 0 0,0 0-1 0 0,0 0 1 0 0,0 0 0 0 0,0 0 0 0 0,-1 0-1 0 0,1 0 1 0 0,0 0 0 0 0,0 0 0 0 0,0 0 0 0 0,0-1-1 0 0,0 1 1 0 0,0 0 0 0 0,0 0 0 0 0,0 0-1 0 0,0 0 1 0 0,0 0 0 0 0,0 0 0 0 0,0 0-1 0 0,0 0 1 0 0,0 0 0 0 0,0-1 0 0 0,0 1-1 0 0,0 0 1 0 0,0 0 0 0 0,0 0 0 0 0,0 0-1 0 0,5-10 1053 0 0,10-7-32 0 0,45-29 39 0 0,-43 34-1129 0 0,0 0 0 0 0,15-17 0 0 0,-63 39-487 0 0,-9 10 459 0 0,0 3 0 0 0,-70 52 1 0 0,100-63 473 0 0,18-11 281 0 0,-6-2-683 0 0,-1 1 1 0 0,1-1-1 0 0,0 1 0 0 0,-1-1 0 0 0,1 0 0 0 0,0 1 0 0 0,-1-1 0 0 0,1 0 0 0 0,-1 0 1 0 0,1 0-1 0 0,-1 0 0 0 0,3-3 0 0 0,-6 3-20 0 0,0 1 1 0 0,0-1-1 0 0,-1 0 1 0 0,1 0-1 0 0,0 1 1 0 0,0-1-1 0 0,0 1 1 0 0,0 0-1 0 0,-1 0 0 0 0,1 0 1 0 0,-3 0-1 0 0,-8 1-23 0 0,0 1 0 0 0,0 0 0 0 0,1 0 0 0 0,-1 2 0 0 0,0-1-1 0 0,-16 9 1 0 0,30-12 42 0 0,-1 0-1 0 0,0 0 1 0 0,0 0 0 0 0,0 0-1 0 0,0 0 1 0 0,0 0-1 0 0,0 0 1 0 0,0 0-1 0 0,0 0 1 0 0,0 0-1 0 0,0 0 1 0 0,0 0-1 0 0,0 0 1 0 0,0 0 0 0 0,1 0-1 0 0,-1 0 1 0 0,0 1-1 0 0,0-1 1 0 0,0 0-1 0 0,0 0 1 0 0,0 0-1 0 0,0 0 1 0 0,0 0 0 0 0,0 0-1 0 0,0 0 1 0 0,0 0-1 0 0,0 0 1 0 0,0 0-1 0 0,0 1 1 0 0,0-1-1 0 0,0 0 1 0 0,0 0-1 0 0,0 0 1 0 0,0 0 0 0 0,0 0-1 0 0,0 0 1 0 0,0 0-1 0 0,0 0 1 0 0,0 0-1 0 0,0 0 1 0 0,0 1-1 0 0,0-1 1 0 0,0 0 0 0 0,-1 0-1 0 0,1 0 1 0 0,0 0-1 0 0,0 0 1 0 0,0 0-1 0 0,0 0 1 0 0,0 0-1 0 0,0 0 1 0 0,0 0-1 0 0,0 0 1 0 0,0 0 0 0 0,0 0-1 0 0,0 0 1 0 0,0 0-1 0 0,-1 0 1 0 0,1 0-1 0 0,0 0 1 0 0,0 0-1 0 0,0 0 1 0 0,0 0 0 0 0,0 0-1 0 0,0 0 1 0 0,0 0-1 0 0,0 0 1 0 0,11 3 116 0 0,13-3 36 0 0,-13-1-135 0 0,0-1-1 0 0,0-1 0 0 0,0 0 0 0 0,0 0 1 0 0,0-1-1 0 0,-1-1 0 0 0,0 0 0 0 0,0 0 1 0 0,0-1-1 0 0,0 0 0 0 0,-1 0 0 0 0,0-1 1 0 0,-1-1-1 0 0,1 1 0 0 0,8-12 0 0 0,-16 18-20 0 0,0 0 1 0 0,-1 0-1 0 0,1 0 0 0 0,0 0 0 0 0,0 0 0 0 0,-1 0 0 0 0,1 0 0 0 0,-1 0 0 0 0,1 0 1 0 0,-1 0-1 0 0,1-1 0 0 0,-1 1 0 0 0,0 0 0 0 0,1 0 0 0 0,-1 0 0 0 0,0-1 0 0 0,0 1 0 0 0,0 0 1 0 0,0-2-1 0 0,-1 2-3 0 0,1 0 0 0 0,0 1 0 0 0,-1-1 0 0 0,1 0 1 0 0,-1 1-1 0 0,1-1 0 0 0,-1 1 0 0 0,0-1 0 0 0,1 1 0 0 0,-1 0 1 0 0,1-1-1 0 0,-1 1 0 0 0,0-1 0 0 0,1 1 0 0 0,-1 0 0 0 0,0 0 0 0 0,0-1 1 0 0,1 1-1 0 0,-1 0 0 0 0,0 0 0 0 0,1 0 0 0 0,-1 0 0 0 0,-1 0 1 0 0,-3 0-32 0 0,1 0 0 0 0,-1 0 0 0 0,1 0 0 0 0,-1 1 0 0 0,1 0 1 0 0,-1 0-1 0 0,1 0 0 0 0,-9 4 0 0 0,-1 2-3787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22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31 113 3679 0 0,'-1'0'136'0'0,"-1"0"-1"0"0,1-1 0 0 0,-1 1 0 0 0,1-1 0 0 0,-1 0 0 0 0,1 1 0 0 0,-1-1 0 0 0,1 0 0 0 0,0 0 0 0 0,-1 0 0 0 0,1 0 0 0 0,0 0 0 0 0,0 0 0 0 0,0 0 0 0 0,0 0 0 0 0,0 0 0 0 0,0-1 1 0 0,0 1-1 0 0,0 0 0 0 0,0-1 0 0 0,0 1 0 0 0,1-1 0 0 0,-1 1 0 0 0,1-1 0 0 0,-1 1 0 0 0,1-1 0 0 0,-1 1 0 0 0,1-1 0 0 0,0 1 0 0 0,0-1 0 0 0,0-2 0 0 0,1-1 243 0 0,0 1 0 0 0,0-1 0 0 0,1 1 0 0 0,-1 0 0 0 0,1-1 0 0 0,0 1 0 0 0,0 0 0 0 0,1 0 0 0 0,-1 0 0 0 0,4-4 0 0 0,-5 6-365 0 0,1 1 1 0 0,-1-1-1 0 0,0 0 0 0 0,1 1 0 0 0,-1-1 0 0 0,1 1 0 0 0,-1-1 0 0 0,1 1 0 0 0,0 0 0 0 0,0 0 0 0 0,-1 0 0 0 0,1 0 1 0 0,0 0-1 0 0,0 0 0 0 0,0 0 0 0 0,0 0 0 0 0,0 1 0 0 0,1-1 0 0 0,-1 1 0 0 0,0 0 0 0 0,0 0 0 0 0,0-1 0 0 0,0 1 1 0 0,3 1-1 0 0,2 0 41 0 0,-1 1 0 0 0,1 0 1 0 0,0 1-1 0 0,-1 0 0 0 0,0 0 1 0 0,8 4-1 0 0,-10-4-48 0 0,23 9 102 0 0,0 0 1 0 0,1-2-1 0 0,0 0 1 0 0,1-3-1 0 0,0 0 1 0 0,0-1-1 0 0,51 2 1 0 0,2-6-7 0 0,125-11 1 0 0,-24-12-256 0 0,-57 5-3666 0 0,-46 7-476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30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72 5815 0 0,'0'-11'456'0'0,"1"8"-218"0"0,-1-1 0 0 0,1 1 0 0 0,-1-1 0 0 0,0 1 0 0 0,-1 0 1 0 0,1-1-1 0 0,-1 1 0 0 0,1 0 0 0 0,-1-1 0 0 0,0 1 0 0 0,0 0 1 0 0,0 0-1 0 0,-1 0 0 0 0,1 0 0 0 0,-1 0 0 0 0,-4-6 0 0 0,5 13-123 0 0,0 0 0 0 0,-1-1 0 0 0,1 1 0 0 0,0 0 0 0 0,1 0 0 0 0,-1 0-1 0 0,0 3 1 0 0,1-5-71 0 0,-10 76 102 0 0,-2 101-1 0 0,12-149-148 0 0,2 0 0 0 0,0-1 0 0 0,2 1 0 0 0,1-1 0 0 0,1 0-1 0 0,18 47 1 0 0,-18-62 1 0 0,1-1-1 0 0,0 1 0 0 0,1-1 1 0 0,1-1-1 0 0,0 1 0 0 0,16 16 1 0 0,15 10-3242 0 0,-19-20-334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7:19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20 393 3767 0 0,'-13'9'906'0'0,"24"-9"1161"0"0,30-8-224 0 0,55-15-662 0 0,6-1-743 0 0,176-65 1 0 0,-237 68-222 0 0,0-2 1 0 0,-1-1 0 0 0,46-38 0 0 0,27-17 317 0 0,-44 31-351 0 0,-146 76-192 0 0,-111 74 58 0 0,104-54-36 0 0,37-26-1 0 0,0-1 0 0 0,-82 22-1 0 0,2 0 68 0 0,92-30-96 0 0,-101 45-284 0 0,110-45-55 0 0,-2-1-12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54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200 497 1375 0 0,'-28'40'7028'0'0,"35"-45"-5957"0"0,9-12-699 0 0,137-268 2495 0 0,-141 262-2835 0 0,-1-1 1 0 0,7-28-1 0 0,-14 43-32 0 0,-2-1 0 0 0,0 0-1 0 0,0 0 1 0 0,0 0 0 0 0,-2 0-1 0 0,1 0 1 0 0,-1 0 0 0 0,-2-15-1 0 0,2 23 7 0 0,0 1 0 0 0,-1-1-1 0 0,1 0 1 0 0,-1 1 0 0 0,1-1 0 0 0,-1 0-1 0 0,1 1 1 0 0,-1-1 0 0 0,0 1-1 0 0,0-1 1 0 0,0 1 0 0 0,0-1 0 0 0,-1 0-1 0 0,1 1 2 0 0,1 1 0 0 0,-1 0 0 0 0,1-1-1 0 0,-1 1 1 0 0,1 0 0 0 0,-1-1 0 0 0,1 1-1 0 0,-1 0 1 0 0,1 0 0 0 0,-1 0 0 0 0,0 0 0 0 0,1-1-1 0 0,-1 1 1 0 0,1 0 0 0 0,-1 0 0 0 0,0 0-1 0 0,1 0 1 0 0,-1 0 0 0 0,1 0 0 0 0,-1 1-1 0 0,1-1 1 0 0,-1 0 0 0 0,0 0 0 0 0,1 0 0 0 0,-1 1-1 0 0,-1 0 9 0 0,0 0 0 0 0,0 1 0 0 0,0-1 1 0 0,0 1-1 0 0,0 0 0 0 0,1-1 0 0 0,-1 1 0 0 0,1 0 0 0 0,-1 0 0 0 0,1 0 0 0 0,0 0 0 0 0,-1 0 0 0 0,1 0 0 0 0,0 1 0 0 0,1-1 0 0 0,-2 3 0 0 0,-4 22-3 0 0,2 0-1 0 0,1 1 1 0 0,1-1-1 0 0,3 50 0 0 0,-1-31-4 0 0,1 37-7 0 0,0 17 0 0 0,-22 193 0 0 0,19-278-3 0 0,-1 0-1 0 0,-1 0 0 0 0,0 0 1 0 0,-1-1-1 0 0,-1 1 0 0 0,-7 13 1 0 0,9-22 81 0 0,0 1 1 0 0,0-1-1 0 0,-1 0 1 0 0,0-1-1 0 0,0 1 1 0 0,0-1-1 0 0,0 0 1 0 0,-1 0-1 0 0,0 0 1 0 0,0-1-1 0 0,0 0 1 0 0,-1 0-1 0 0,1-1 1 0 0,-11 4-1 0 0,-24 10 242 0 0,1 1 0 0 0,-51 31 0 0 0,90-49-297 0 0,0 1-1 0 0,-1-1 0 0 0,1 1 1 0 0,0 0-1 0 0,0-1 0 0 0,0 1 1 0 0,0 0-1 0 0,0 0 1 0 0,0 0-1 0 0,0 0 0 0 0,0-1 1 0 0,0 1-1 0 0,1 1 0 0 0,-2 0 1 0 0,16-3 376 0 0,30-12-96 0 0,134-41 473 0 0,-153 48-759 0 0,1 2 1 0 0,0 0 0 0 0,1 2 0 0 0,-1 1-1 0 0,28 3 1 0 0,-52-2-13 0 0,0 0 0 0 0,0 0-1 0 0,0 0 1 0 0,0 1 0 0 0,1-1-1 0 0,-1 0 1 0 0,0 1 0 0 0,0 0-1 0 0,0 0 1 0 0,0 0 0 0 0,0 0-1 0 0,0 0 1 0 0,-1 0 0 0 0,1 0-1 0 0,0 0 1 0 0,0 1 0 0 0,-1-1-1 0 0,2 2 1 0 0,-1 1-98 0 0,0-1 0 0 0,0 1 0 0 0,-1-1 0 0 0,0 1-1 0 0,0 0 1 0 0,0 0 0 0 0,0 0 0 0 0,0 6 0 0 0,2-2-718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20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110 107 5239 0 0,'-2'-1'96'0'0,"-1"-1"-1"0"0,0 1 0 0 0,1 0 1 0 0,-1-1-1 0 0,1 0 0 0 0,-1 0 1 0 0,1 0-1 0 0,0 0 0 0 0,0 0 1 0 0,0 0-1 0 0,0 0 0 0 0,0-1 1 0 0,0 1-1 0 0,1-1 0 0 0,-1 1 1 0 0,1-1-1 0 0,0 1 0 0 0,0-1 1 0 0,0 0-1 0 0,0 0 0 0 0,0 0 1 0 0,0 0-1 0 0,0-3 0 0 0,0 1-124 0 0,0-1 0 0 0,-1 1-1 0 0,0 0 1 0 0,0 0-1 0 0,-6-9 1 0 0,8 13-40 0 0,-1 1 1 0 0,1-1-1 0 0,-1 0 0 0 0,1 1 0 0 0,-1-1 1 0 0,1 1-1 0 0,-1-1 0 0 0,1 1 1 0 0,-1-1-1 0 0,1 1 0 0 0,-1-1 0 0 0,0 1 1 0 0,0 0-1 0 0,1-1 0 0 0,-1 1 1 0 0,0 0-1 0 0,1-1 0 0 0,-1 1 0 0 0,0 0 1 0 0,-1 0-1 0 0,1 0-57 0 0,1 0 1 0 0,-1 1-1 0 0,0-1 0 0 0,0 0 1 0 0,0 1-1 0 0,0-1 0 0 0,0 1 1 0 0,0-1-1 0 0,1 1 0 0 0,-1 0 1 0 0,0-1-1 0 0,0 1 0 0 0,1 0 1 0 0,-1 0-1 0 0,0-1 0 0 0,1 1 1 0 0,-1 0-1 0 0,1 0 0 0 0,-1 0 1 0 0,1 0-1 0 0,-1 0 0 0 0,-2 7 246 0 0,-1 0 0 0 0,1 0 0 0 0,1 0-1 0 0,-1 1 1 0 0,1-1 0 0 0,1 0-1 0 0,0 1 1 0 0,-1 15 0 0 0,3 8 1485 0 0,4 32 1 0 0,-3-46-1632 0 0,0 5 206 0 0,28 195 2659 0 0,-25-193-2632 0 0,2 0 1 0 0,1 0 0 0 0,1-1-1 0 0,1 0 1 0 0,1 0-1 0 0,20 32 1 0 0,30 37-1281 0 0,-45-71 563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6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94 128 5527 0 0,'-31'-50'773'0'0,"-12"-27"6180"0"0,46 88-6801 0 0,0 1 0 0 0,-1-1 0 0 0,-1 1 0 0 0,0 0 0 0 0,-1-1 0 0 0,-1 15 0 0 0,1 1 9 0 0,-15 317 370 0 0,4-208-856 0 0,8 138-1 0 0,4-264 198 0 0,-2-2-73 0 0,2-1 0 0 0,-1 0 0 0 0,1 1 0 0 0,0-1 0 0 0,1 0 0 0 0,0 0 0 0 0,4 12 0 0 0,-3-15-406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6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12175 0 0,'1'-4'74'0'0,"0"0"-1"0"0,0 0 1 0 0,0 0-1 0 0,0 0 0 0 0,1 1 1 0 0,0-1-1 0 0,0 1 1 0 0,0-1-1 0 0,4-6 0 0 0,-2 7 3 0 0,0-1-1 0 0,1 1 0 0 0,-1-1 0 0 0,1 1 1 0 0,-1 1-1 0 0,1-1 0 0 0,7-2 0 0 0,8-4-75 0 0,1 1 0 0 0,0 1 0 0 0,0 0 0 0 0,1 2 0 0 0,-1 1 0 0 0,1 0 0 0 0,1 2 0 0 0,-1 0 0 0 0,0 2 0 0 0,0 0 0 0 0,0 2 0 0 0,1 0 0 0 0,-1 1 0 0 0,-1 2 0 0 0,1 0 0 0 0,-1 1 0 0 0,30 13 0 0 0,-38-13 4 0 0,0 1 0 0 0,-1 0 0 0 0,16 12 0 0 0,48 42 71 0 0,-72-57-65 0 0,0-1 0 0 0,0 1 0 0 0,0 0 0 0 0,0 1 0 0 0,0-1 1 0 0,2 6-1 0 0,50 66 60 0 0,-30-37 2 0 0,-13-17-50 0 0,64 113 100 0 0,-61-105-68 0 0,-1 1-1 0 0,-2 1 0 0 0,-1 0 1 0 0,11 43-1 0 0,-21-65-21 0 0,0 0 0 0 0,0 1 1 0 0,-1-1-1 0 0,0 0 0 0 0,-1 1 0 0 0,0-1 0 0 0,-1 1 0 0 0,0-1 0 0 0,-1 1 0 0 0,0-1 1 0 0,0 0-1 0 0,-1 0 0 0 0,0 0 0 0 0,-1 0 0 0 0,0 0 0 0 0,-1-1 0 0 0,0 0 0 0 0,-8 11 1 0 0,-11 7 205 0 0,-1-1 0 0 0,-1-1 0 0 0,-1-2 0 0 0,-2 0 0 0 0,0-2 0 0 0,-34 18 0 0 0,28-19-53 0 0,0-1 0 0 0,-71 25-1 0 0,85-37-159 0 0,-1 0 1 0 0,1-2-1 0 0,-1-1 0 0 0,0 0 0 0 0,0-2 1 0 0,-39 0-1 0 0,54-3-13 0 0,0 1 1 0 0,0-1-1 0 0,0-1 1 0 0,0 0-1 0 0,0 0 1 0 0,1 0-1 0 0,-1-1 1 0 0,1 1-1 0 0,-10-7 0 0 0,15 8-20 0 0,0 0 0 0 0,-1 0-1 0 0,1 0 1 0 0,0 0-1 0 0,-1-1 1 0 0,1 1 0 0 0,0 0-1 0 0,0 0 1 0 0,0-1-1 0 0,0 1 1 0 0,0-1 0 0 0,1 1-1 0 0,-1-1 1 0 0,0 0-1 0 0,1 1 1 0 0,-1-1 0 0 0,0-2-1 0 0,1 2-25 0 0,0 0-1 0 0,1 0 1 0 0,-1 0 0 0 0,0-1-1 0 0,1 1 1 0 0,-1 0-1 0 0,1 0 1 0 0,0 0 0 0 0,0 0-1 0 0,0 1 1 0 0,0-1 0 0 0,0 0-1 0 0,0 0 1 0 0,0 0-1 0 0,0 1 1 0 0,1-1 0 0 0,-1 1-1 0 0,2-2 1 0 0,12-11-1490 0 0,1 1 0 0 0,0 0 0 0 0,25-15 0 0 0,-8 8-2999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7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1 287 1839 0 0,'3'2'412'0'0,"-1"0"-1"0"0,1 0 1 0 0,0 0-1 0 0,-1 0 0 0 0,0 1 1 0 0,1-1-1 0 0,-1 1 0 0 0,0-1 1 0 0,0 1-1 0 0,0 0 0 0 0,-1 0 1 0 0,1 0-1 0 0,-1 0 1 0 0,2 4-1 0 0,3 4-542 0 0,34 78 1713 0 0,-31-67-990 0 0,0 0 1 0 0,2-1-1 0 0,24 39 0 0 0,-30-54-494 0 0,0 0 0 0 0,0 0 0 0 0,0-1 0 0 0,1 0 0 0 0,-1 0 0 0 0,1 0 0 0 0,1-1 0 0 0,-1 0 0 0 0,0 0 0 0 0,1 0 0 0 0,0-1 0 0 0,0 0 0 0 0,0 0-1 0 0,0-1 1 0 0,0 0 0 0 0,14 2 0 0 0,-11-3-44 0 0,0 0 0 0 0,0 0 0 0 0,0-1 0 0 0,0-1 0 0 0,0 0 0 0 0,0 0 0 0 0,0-1 0 0 0,0 0 0 0 0,0-1 0 0 0,0 0 0 0 0,-1 0-1 0 0,0-1 1 0 0,12-6 0 0 0,-9 3 7 0 0,-1-1-1 0 0,0 0 0 0 0,-1-1 1 0 0,0 0-1 0 0,0 0 1 0 0,-1-1-1 0 0,0 0 0 0 0,0-1 1 0 0,7-14-1 0 0,-5 8 31 0 0,-2 0-1 0 0,0-1 0 0 0,-1-1 0 0 0,-1 1 1 0 0,0-1-1 0 0,-2-1 0 0 0,0 1 0 0 0,-1-1 1 0 0,-1 0-1 0 0,-1 0 0 0 0,-1 0 0 0 0,0 0 1 0 0,-4-29-1 0 0,1 40-13 0 0,1-1 0 0 0,-2 0 0 0 0,1 1 0 0 0,-2 0 0 0 0,1 0 0 0 0,-1 0 0 0 0,0 0 0 0 0,-1 0 0 0 0,0 1 0 0 0,0 0 0 0 0,-1 0 0 0 0,0 0 0 0 0,0 1 0 0 0,-1 0 0 0 0,0 0 0 0 0,0 1 0 0 0,-1 0 0 0 0,0 0 0 0 0,0 0 0 0 0,0 1 0 0 0,-1 0 0 0 0,0 1 0 0 0,1 0 0 0 0,-2 0 0 0 0,1 1 0 0 0,0 1 0 0 0,-1-1 0 0 0,1 1 0 0 0,-1 1 0 0 0,0 0 0 0 0,1 0 0 0 0,-1 1 0 0 0,0 0 0 0 0,0 0 0 0 0,1 1 0 0 0,-1 1 0 0 0,1 0 0 0 0,-1 0 1 0 0,1 1-1 0 0,-1 0 0 0 0,-11 6 0 0 0,8-2-38 0 0,-1 2 0 0 0,1-1 0 0 0,1 2 1 0 0,0 0-1 0 0,0 0 0 0 0,1 1 1 0 0,0 1-1 0 0,1 0 0 0 0,0 0 1 0 0,1 1-1 0 0,1 0 0 0 0,0 1 0 0 0,0-1 1 0 0,2 2-1 0 0,-8 21 0 0 0,7-16-69 0 0,1 0-1 0 0,1 0 1 0 0,1 1-1 0 0,0-1 1 0 0,2 1-1 0 0,1 0 1 0 0,0 0-1 0 0,2 0 1 0 0,0 0-1 0 0,1 0 1 0 0,6 23-1 0 0,-6-35-85 0 0,1 0 0 0 0,0 0 0 0 0,0 0 0 0 0,1-1 0 0 0,0 1 0 0 0,1-1 0 0 0,0 0 0 0 0,0 0 0 0 0,1-1 0 0 0,-1 1 0 0 0,2-1 0 0 0,-1-1 0 0 0,1 1-1 0 0,13 9 1 0 0,-10-10-262 0 0,0 0 1 0 0,0-1-1 0 0,0 0 0 0 0,1 0 0 0 0,0-1 0 0 0,0-1 0 0 0,0 0 0 0 0,0 0 0 0 0,0-1 0 0 0,1-1 0 0 0,18 1 0 0 0,10-3-4594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7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60 13215 0 0,'2'-3'208'0'0,"-1"0"0"0"0,1 1 0 0 0,-1-1 0 0 0,0 0 0 0 0,0 0 0 0 0,0 0 0 0 0,0 0 0 0 0,-1 0 1 0 0,1 0-1 0 0,-1 0 0 0 0,0 0 0 0 0,0 0 0 0 0,0-4 0 0 0,0 7-151 0 0,0-1 0 0 0,0 0 1 0 0,-1 0-1 0 0,1 1 1 0 0,0-1-1 0 0,0 0 0 0 0,-1 0 1 0 0,1 1-1 0 0,-1-1 1 0 0,1 1-1 0 0,0-1 0 0 0,-1 0 1 0 0,1 1-1 0 0,-1-1 1 0 0,0 1-1 0 0,1-1 0 0 0,-1 1 1 0 0,1-1-1 0 0,-1 1 0 0 0,0-1 1 0 0,0 1-1 0 0,-1-1-19 0 0,0 1 0 0 0,1-1 0 0 0,-1 1-1 0 0,0 0 1 0 0,1 0 0 0 0,-1 0 0 0 0,0 0 0 0 0,1 0-1 0 0,-1 1 1 0 0,0-1 0 0 0,1 0 0 0 0,-1 1-1 0 0,-3 0 1 0 0,-8 5-17 0 0,0-1-1 0 0,0 2 0 0 0,1 0 1 0 0,0 0-1 0 0,0 1 0 0 0,1 1 1 0 0,-15 14-1 0 0,-66 76-511 0 0,68-70 336 0 0,-32 51 1 0 0,46-63 124 0 0,0 1 1 0 0,2-1 0 0 0,0 1 0 0 0,-10 37-1 0 0,17-51 35 0 0,0 0 1 0 0,0 0-1 0 0,0 0 0 0 0,1 0 0 0 0,0 0 0 0 0,0 0 0 0 0,0 0 0 0 0,0 0 1 0 0,0 0-1 0 0,1-1 0 0 0,0 1 0 0 0,0 0 0 0 0,0 0 0 0 0,0 0 0 0 0,1 0 1 0 0,-1-1-1 0 0,1 1 0 0 0,0-1 0 0 0,0 1 0 0 0,0-1 0 0 0,4 4 0 0 0,-1-2 14 0 0,0-1 0 0 0,0 1-1 0 0,1-1 1 0 0,-1-1-1 0 0,1 1 1 0 0,0-1-1 0 0,0 0 1 0 0,0 0 0 0 0,0-1-1 0 0,1 0 1 0 0,-1 0-1 0 0,7 1 1 0 0,3 0-157 0 0,-1-1 0 0 0,1 0 0 0 0,0-1 0 0 0,0-1 0 0 0,-1 0 0 0 0,1-2 0 0 0,0 1 0 0 0,-1-2-1 0 0,1 0 1 0 0,-1-1 0 0 0,0 0 0 0 0,16-8 0 0 0,6-6-5534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7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18 16783 0 0,'-5'-7'626'0'0,"-2"-3"440"0"0,8 19-954 0 0,4 15-233 0 0,-1 0 1 0 0,-1 1-1 0 0,-1-1 0 0 0,-2 43 1 0 0,0-40 38 0 0,-23 323-1081 0 0,-27-3-426 0 0,31-249 1154 0 0,-6 55 135 0 0,26-135 953 0 0,-1-18-611 0 0,0 0 1 0 0,0 0-1 0 0,0 1 1 0 0,0-1-1 0 0,0 0 0 0 0,0 0 1 0 0,1 1-1 0 0,-1-1 1 0 0,0 0-1 0 0,0 0 1 0 0,0 0-1 0 0,1 1 0 0 0,-1-1 1 0 0,0 0-1 0 0,0 0 1 0 0,1 0-1 0 0,-1 0 0 0 0,0 0 1 0 0,0 1-1 0 0,1-1 1 0 0,-1 0-1 0 0,0 0 1 0 0,0 0-1 0 0,1 0 0 0 0,-1 0 1 0 0,0 0-1 0 0,1 0 1 0 0,-1 0-1 0 0,0 0 1 0 0,1 0-1 0 0,2-1 182 0 0,0 0 1 0 0,0-1 0 0 0,-1 1-1 0 0,1-1 1 0 0,0 1-1 0 0,-1-1 1 0 0,4-3-1 0 0,-1 1-377 0 0,247-213 753 0 0,-180 150-531 0 0,113-92 11 0 0,-145 129-34 0 0,2 2-1 0 0,81-42 0 0 0,130-37-127 0 0,-252 107-46 0 0,0-1 1 0 0,1 1 0 0 0,-1-1-1 0 0,0 1 1 0 0,0 0 0 0 0,0-1 0 0 0,1 1-1 0 0,-1 0 1 0 0,0 0 0 0 0,0 0-1 0 0,0 0 1 0 0,1 0 0 0 0,-1 0 0 0 0,2 1-1 0 0,-8 4-1496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8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0 665 10591 0 0,'9'-8'380'0'0,"-7"6"13"0"0,1-1 0 0 0,0 0 0 0 0,0 1-1 0 0,0 0 1 0 0,1 0 0 0 0,-1 0 0 0 0,1 0-1 0 0,-1 0 1 0 0,1 1 0 0 0,-1-1 0 0 0,1 1-1 0 0,0 0 1 0 0,6-1 0 0 0,7 0-264 0 0,1 0 0 0 0,0 1 0 0 0,-1 1 0 0 0,1 1-1 0 0,0 0 1 0 0,-1 2 0 0 0,1 0 0 0 0,-1 0 0 0 0,0 2 0 0 0,0 0 0 0 0,0 1 0 0 0,-1 1 0 0 0,0 0 0 0 0,0 2 0 0 0,0-1-1 0 0,-1 2 1 0 0,-1 0 0 0 0,25 22 0 0 0,-10-5-130 0 0,38 30-87 0 0,-59-51-4 0 0,0 0-1 0 0,1-1 1 0 0,0 0-1 0 0,-1 0 1 0 0,2-1 0 0 0,12 4-1 0 0,-19-7 75 0 0,0 0 0 0 0,0-1 1 0 0,0 1-1 0 0,0-1 0 0 0,1 0 0 0 0,-1 0 0 0 0,0-1 0 0 0,0 1 0 0 0,0 0 1 0 0,0-1-1 0 0,0 0 0 0 0,0 0 0 0 0,0 0 0 0 0,0 0 0 0 0,0 0 0 0 0,0-1 0 0 0,0 1 1 0 0,4-4-1 0 0,4-3 14 0 0,-2-1 0 0 0,1 0 0 0 0,11-14 0 0 0,5-4 15 0 0,60-49 89 0 0,-43 40-19 0 0,-2-1 1 0 0,46-55-1 0 0,-80 82-84 0 0,0 0-1 0 0,0-1 0 0 0,-1 0 1 0 0,0 0-1 0 0,-1 0 1 0 0,0 0-1 0 0,-1-1 0 0 0,0 0 1 0 0,3-18-1 0 0,-6 26 3 0 0,-1 0 0 0 0,1 1 0 0 0,-1-1 0 0 0,0 0 0 0 0,0 0 0 0 0,0 0 0 0 0,0 0 0 0 0,-1 0 0 0 0,1 0 0 0 0,-1 1 0 0 0,0-1 0 0 0,0 0-1 0 0,-1 0 1 0 0,1 1 0 0 0,-1-1 0 0 0,0 1 0 0 0,0-1 0 0 0,0 1 0 0 0,0 0 0 0 0,0 0 0 0 0,-1 0 0 0 0,0 0 0 0 0,1 0 0 0 0,-1 0 0 0 0,0 1 0 0 0,0 0 0 0 0,0-1 0 0 0,-1 1 0 0 0,1 0-1 0 0,-1 0 1 0 0,1 1 0 0 0,-1-1 0 0 0,-6-1 0 0 0,2 1 1 0 0,-1 1 0 0 0,1-1 0 0 0,-1 2 0 0 0,0-1 0 0 0,1 1 0 0 0,-1 1 0 0 0,0-1 0 0 0,1 1 0 0 0,-1 1 0 0 0,1 0 0 0 0,0 0 0 0 0,-1 1 0 0 0,1 0 0 0 0,0 0 0 0 0,-8 5 0 0 0,2-1 0 0 0,0 1 0 0 0,1 1 0 0 0,0 0 0 0 0,0 0 0 0 0,1 1 0 0 0,0 1 0 0 0,-15 18 0 0 0,20-19 9 0 0,0 0 0 0 0,1 1-1 0 0,0 0 1 0 0,1 0 0 0 0,0 1-1 0 0,1-1 1 0 0,0 1 0 0 0,1 0-1 0 0,0 0 1 0 0,1 1 0 0 0,0-1 0 0 0,1 0-1 0 0,0 1 1 0 0,1-1 0 0 0,0 1-1 0 0,1-1 1 0 0,1 0 0 0 0,0 1-1 0 0,1-1 1 0 0,0 0 0 0 0,0 0 0 0 0,6 12-1 0 0,-4-15-8 0 0,-1 1 0 0 0,1-1 0 0 0,8 10 0 0 0,32 40 11 0 0,-42-55-3 0 0,-1-1-1 0 0,1 0 1 0 0,0 0-1 0 0,0-1 1 0 0,0 1 0 0 0,6 4-1 0 0,52 38 57 0 0,-56-42-53 0 0,0 1 0 0 0,0-1-1 0 0,0 0 1 0 0,8 3 0 0 0,0 1-6 0 0,16 6 24 0 0,1 0-1 0 0,39 12 0 0 0,-49-20-16 0 0,-1-1 0 0 0,1 0 0 0 0,0-2-1 0 0,0 0 1 0 0,0-1 0 0 0,0-1 0 0 0,0 0 0 0 0,0-2-1 0 0,34-7 1 0 0,-41 6-11 0 0,0-1-1 0 0,-1-1 1 0 0,0 0-1 0 0,0 0 0 0 0,0-1 1 0 0,0-1-1 0 0,-1 0 1 0 0,0 0-1 0 0,-1-1 1 0 0,0-1-1 0 0,0 1 1 0 0,0-2-1 0 0,-1 1 1 0 0,-1-1-1 0 0,13-19 1 0 0,-15 18 60 0 0,0 0 0 0 0,0 0 0 0 0,-1 0 0 0 0,-1 0 1 0 0,0-1-1 0 0,0 0 0 0 0,-1 0 0 0 0,-1 0 1 0 0,0 0-1 0 0,-1 0 0 0 0,0 0 0 0 0,-1 0 1 0 0,0-1-1 0 0,-3-19 0 0 0,-5-7 315 0 0,-1 1 0 0 0,-2 1 0 0 0,-19-46 0 0 0,-16-52 300 0 0,45 131-641 0 0,0 1 0 0 0,0-1 0 0 0,1 0-1 0 0,-1 1 1 0 0,1-1 0 0 0,0 0 0 0 0,0 1-1 0 0,0-1 1 0 0,0 0 0 0 0,1 1 0 0 0,-1-1 0 0 0,1 1-1 0 0,0-1 1 0 0,0 1 0 0 0,1-1 0 0 0,2-5 0 0 0,-1 5-10 0 0,0 0 0 0 0,0 1 0 0 0,0 0 1 0 0,1-1-1 0 0,-1 1 0 0 0,1 0 0 0 0,0 0 1 0 0,0 1-1 0 0,0-1 0 0 0,0 1 1 0 0,0 0-1 0 0,8-2 0 0 0,28-10-2 0 0,1 3 1 0 0,83-13-1 0 0,-45 11-232 0 0,-17 1-115 0 0,8 0-1588 0 0,-1-3-1 0 0,126-45 0 0 0,-156 41-398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9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15 16327 0 0,'-2'2'95'0'0,"0"0"0"0"0,0-1 0 0 0,0 1 0 0 0,0 0 0 0 0,0 1 0 0 0,0-1 0 0 0,1 0 0 0 0,-1 0 0 0 0,1 1 0 0 0,-1-1 0 0 0,1 1 0 0 0,0-1 0 0 0,0 1 0 0 0,0 0 0 0 0,0-1 0 0 0,1 1 0 0 0,-1 0 0 0 0,1 0 0 0 0,-1 3 0 0 0,0 8-193 0 0,1 1 0 0 0,3 23 0 0 0,0-8 131 0 0,21 1114-1977 0 0,-24-1122 1765 0 0,-2 99-2133 0 0,-17 127 0 0 0,18-240 2180 0 0,0-1-73 0 0,0 1-1 0 0,0-1 1 0 0,0 1-1 0 0,-1-1 1 0 0,0 0-1 0 0,-1 0 0 0 0,1 0 1 0 0,-1 0-1 0 0,-1 0 1 0 0,-7 12-1 0 0,10-18 205 0 0,1-1 0 0 0,-1 1 0 0 0,0 0 0 0 0,1-1 0 0 0,-1 1 0 0 0,0 0 0 0 0,0-1 0 0 0,1 1 0 0 0,-1-1 0 0 0,0 0 0 0 0,0 1 0 0 0,0-1 0 0 0,1 1 0 0 0,-1-1 0 0 0,0 0 0 0 0,0 0 0 0 0,0 1 0 0 0,0-1 0 0 0,0 0 0 0 0,0 0 0 0 0,0 0 0 0 0,0 0 0 0 0,0 0-1 0 0,0 0 1 0 0,-1-1 0 0 0,1 1 76 0 0,-1-1 0 0 0,1 0 0 0 0,0 0 0 0 0,-1 0-1 0 0,1 0 1 0 0,0 0 0 0 0,-1 0 0 0 0,1 0-1 0 0,0 0 1 0 0,0-1 0 0 0,0 1 0 0 0,0 0-1 0 0,-1-2 1 0 0,-1-2 361 0 0,1-1 0 0 0,-1 1 1 0 0,1 0-1 0 0,0-1 0 0 0,0 1 0 0 0,1-1 0 0 0,-2-6 0 0 0,3-4 9 0 0,0 0-1 0 0,1 0 1 0 0,0 0-1 0 0,1 1 1 0 0,9-32-1 0 0,32-76-400 0 0,-26 77-103 0 0,-2 4-215 0 0,2 2 0 0 0,28-50-1 0 0,-35 75 103 0 0,0-1 0 0 0,1 2 0 0 0,0 0-1 0 0,1 0 1 0 0,0 1 0 0 0,1 0 0 0 0,1 1-1 0 0,21-14 1 0 0,8 0-153 0 0,47-20 0 0 0,-56 30 393 0 0,-1-1 1 0 0,0-2-1 0 0,40-30 1 0 0,-44 23 265 0 0,-1 0 0 0 0,-2-2 0 0 0,0-2 0 0 0,-2 0 0 0 0,-1-1 0 0 0,29-55 0 0 0,-28 41 163 0 0,-2-1 0 0 0,-2-2 0 0 0,-2 0 0 0 0,17-75 0 0 0,-25 71-222 0 0,-1 0 0 0 0,-4-1 0 0 0,-1 0 0 0 0,-6-91 1 0 0,2 140-260 0 0,-1 0 1 0 0,1 1 0 0 0,-1-1 0 0 0,0 1 0 0 0,0-1 0 0 0,0 1 0 0 0,0-1 0 0 0,-3-3 0 0 0,4 6-12 0 0,0 1 0 0 0,0 0 0 0 0,0-1 0 0 0,0 1 0 0 0,-1 0-1 0 0,1 0 1 0 0,0-1 0 0 0,0 1 0 0 0,-1 0 0 0 0,1 0 0 0 0,0 0 0 0 0,0-1 0 0 0,-1 1 0 0 0,1 0 0 0 0,0 0 0 0 0,-1 0 0 0 0,1 0 0 0 0,0 0 0 0 0,-1-1 0 0 0,1 1 0 0 0,0 0 0 0 0,-1 0-1 0 0,1 0 1 0 0,0 0 0 0 0,-1 0 0 0 0,1 0 0 0 0,0 0 0 0 0,-1 0 0 0 0,1 0 0 0 0,0 0 0 0 0,0 0 0 0 0,-1 1 0 0 0,-1 0 0 0 0,1 0 0 0 0,0 0-1 0 0,0 0 1 0 0,0 0 0 0 0,0 0 0 0 0,0 0 0 0 0,0 0 0 0 0,0 1 0 0 0,0-1 0 0 0,1 0-1 0 0,-1 1 1 0 0,0 1 0 0 0,-10 21-7 0 0,2 0 0 0 0,1 0 0 0 0,-6 29-1 0 0,-10 82-94 0 0,17-92 51 0 0,-15 120 122 0 0,8 0-1 0 0,13 328 1 0 0,18-331-23 0 0,-3-91-53 0 0,6 2-62 0 0,-15-55-266 0 0,5-3-124 0 0,32 42-784 0 0,-40-53 867 0 0,-1 0 0 0 0,1 0 0 0 0,0 0 0 0 0,0 0 1 0 0,0-1-1 0 0,0 1 0 0 0,0-1 0 0 0,1 1 1 0 0,-1-1-1 0 0,0 0 0 0 0,3 2 0 0 0,16 2-5423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9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121 177 7367 0 0,'2'12'568'0'0,"3"13"-247"0"0,11 62-383 0 0,2-12 3225 0 0,-10-45-2890 0 0,9 34 320 0 0,31 75 1 0 0,-16-61-276 0 0,-24-58 2 0 0,1-6 0 0 0,31 42 24 0 0,-39-54-295 0 0,0-1 0 0 0,1 1 0 0 0,-1-1 0 0 0,0 1 0 0 0,1-1 0 0 0,-1 1-1 0 0,0-1 1 0 0,1 0 0 0 0,0 0 0 0 0,-1 0 0 0 0,1 0 0 0 0,0 0 0 0 0,0 0 0 0 0,-1 0-1 0 0,1-1 1 0 0,0 1 0 0 0,3 0 0 0 0,-4-1-2 0 0,0 0 0 0 0,1 0 0 0 0,-1 0 0 0 0,0-1 0 0 0,0 1 0 0 0,1 0 0 0 0,-1-1 0 0 0,0 1 0 0 0,0-1 0 0 0,0 1 0 0 0,1-1 0 0 0,-1 0 0 0 0,0 0 0 0 0,0 1 0 0 0,0-1 0 0 0,0 0 0 0 0,0 0 0 0 0,1-2 0 0 0,3-3 157 0 0,-2 0-1 0 0,1 0 0 0 0,0 0 0 0 0,-1-1 0 0 0,0 1 0 0 0,2-9 0 0 0,-5 14-164 0 0,11-31 359 0 0,-3-1 1 0 0,0 0-1 0 0,-2 0 1 0 0,-2-1-1 0 0,-1 0 1 0 0,-1 1-1 0 0,-4-47 1 0 0,-2 38-285 0 0,-2 1 0 0 0,-2-1 1 0 0,-1 1-1 0 0,-2 1 1 0 0,-25-60-1 0 0,33 91-111 0 0,-2-1-1 0 0,1 1 1 0 0,-2 0 0 0 0,1 0-1 0 0,-1 1 1 0 0,0 0 0 0 0,-1 0-1 0 0,-12-12 1 0 0,16 17-9 0 0,-1 0 1 0 0,1 1-1 0 0,-1 0 1 0 0,1 0-1 0 0,-1 0 1 0 0,0 0-1 0 0,0 0 1 0 0,0 1-1 0 0,0 0 1 0 0,0 0-1 0 0,0 0 1 0 0,0 0-1 0 0,0 0 1 0 0,0 1 0 0 0,0 0-1 0 0,-1 0 1 0 0,1 0-1 0 0,0 0 1 0 0,0 1-1 0 0,0 0 1 0 0,0 0-1 0 0,-1 0 1 0 0,-6 3-1 0 0,2 0-51 0 0,0 1 0 0 0,0 0 1 0 0,0 1-1 0 0,1 0 0 0 0,-1 0 0 0 0,1 1 0 0 0,1 0 0 0 0,-1 0 0 0 0,1 1 0 0 0,1 0 1 0 0,-11 16-1 0 0,3-2-230 0 0,1 1 0 0 0,1 0 1 0 0,-13 40-1 0 0,16-37 39 0 0,1 0 1 0 0,2 1-1 0 0,0 0 1 0 0,2 0-1 0 0,1 1 1 0 0,1-1-1 0 0,2 31 1 0 0,1-52-361 0 0,30 59-1788 0 0,-30-64 2267 0 0,0 1-1 0 0,0 0 1 0 0,0-1 0 0 0,0 1 0 0 0,0-1-1 0 0,0 1 1 0 0,0-1 0 0 0,1 1 0 0 0,-1-1 0 0 0,1 0-1 0 0,-1 0 1 0 0,1 0 0 0 0,0 0 0 0 0,1 1-1 0 0,20 6-1878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09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23 9127 0 0,'33'-19'968'0'0,"-33"16"-772"0"0,-7 3 957 0 0,-9 1 1002 0 0,-13 4-486 0 0,-50 17-1 0 0,54-13-1534 0 0,0 1 0 0 0,0 1 1 0 0,1 1-1 0 0,-27 19 0 0 0,49-30-140 0 0,1-1-1 0 0,-1 1 0 0 0,1 0 0 0 0,0 0 1 0 0,-1 0-1 0 0,1 0 0 0 0,0 0 0 0 0,0 1 1 0 0,0-1-1 0 0,0 0 0 0 0,0 0 0 0 0,0 1 1 0 0,0-1-1 0 0,0 1 0 0 0,1-1 0 0 0,-1 1 1 0 0,0-1-1 0 0,1 1 0 0 0,-1-1 0 0 0,1 1 1 0 0,0-1-1 0 0,-1 1 0 0 0,1 0 0 0 0,0-1 1 0 0,0 1-1 0 0,0 2 0 0 0,1-1-16 0 0,0 0 1 0 0,1 0-1 0 0,-1 1 0 0 0,1-1 0 0 0,0 0 0 0 0,0-1 0 0 0,0 1 1 0 0,0 0-1 0 0,0 0 0 0 0,0-1 0 0 0,5 4 0 0 0,97 96 281 0 0,-91-91-217 0 0,-3-2 13 0 0,0 0-1 0 0,-1 1 0 0 0,12 14 0 0 0,-9-11-10 0 0,-2-3 10 0 0,-1 1 1 0 0,0 0-1 0 0,8 14 0 0 0,17 23 75 0 0,-20-24 0 0 0,9 27-5 0 0,-22-49-110 0 0,1 1-1 0 0,-1-1 1 0 0,0 1 0 0 0,0 0-1 0 0,-1-1 1 0 0,1 1 0 0 0,0 4-1 0 0,1 5 13 0 0,0-4-6 0 0,-1 0-1 0 0,1 1 1 0 0,-2-1-1 0 0,1 1 1 0 0,-1-1 0 0 0,0 1-1 0 0,-1-1 1 0 0,-3 15-1 0 0,-1-9 103 0 0,0 0 0 0 0,-1 0 1 0 0,-1 0-1 0 0,0-1 0 0 0,-1 0 0 0 0,-1 0 0 0 0,0-1 0 0 0,0 0 0 0 0,-1 0 1 0 0,-1-1-1 0 0,-20 17 0 0 0,5-8 280 0 0,0-1 0 0 0,-1-1 1 0 0,-1-1-1 0 0,-44 19 0 0 0,56-29-296 0 0,-1 0-1 0 0,-1-1 1 0 0,1-1-1 0 0,-1 0 1 0 0,-31 3-1 0 0,44-7-150 0 0,0-1-1 0 0,-1 0 0 0 0,1 0 0 0 0,0 0 0 0 0,0 0 1 0 0,0-1-1 0 0,0 0 0 0 0,0 0 0 0 0,0 0 0 0 0,0-1 1 0 0,0 1-1 0 0,0-1 0 0 0,0-1 0 0 0,1 1 0 0 0,-1 0 1 0 0,1-1-1 0 0,0 0 0 0 0,0 0 0 0 0,0-1 0 0 0,0 1 1 0 0,0-1-1 0 0,1 1 0 0 0,-1-1 0 0 0,-4-8 1 0 0,6 8-189 0 0,0 1 1 0 0,1-1-1 0 0,-1 0 1 0 0,1 0 0 0 0,0 0-1 0 0,0 0 1 0 0,0 0 0 0 0,0-1-1 0 0,0-5 1 0 0,3-22-4581 0 0,4-6-1376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0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19175 0 0,'0'3'197'0'0,"0"1"0"0"0,1-1 0 0 0,0 0-1 0 0,0 0 1 0 0,0 0 0 0 0,0 0 0 0 0,2 4 0 0 0,4 9 332 0 0,3 18-529 0 0,60 281-113 0 0,-15 17-84 0 0,-18-101 121 0 0,22 41 62 0 0,-36-197 14 0 0,15 22 0 0 0,-5-26-17 0 0,-27-57-75 0 0,1-2-40 0 0,23 38-11 0 0,-22-38-19 0 0,-3-10-1394 0 0,-1-1 1362 0 0,11 3 89 0 0,-14-4 63 0 0,-1 0 1 0 0,0-1-1 0 0,1 1 0 0 0,-1 0 1 0 0,1 0-1 0 0,-1 0 0 0 0,0 0 1 0 0,1-1-1 0 0,-1 1 1 0 0,0 0-1 0 0,0 0 0 0 0,1-1 1 0 0,-1 1-1 0 0,0 0 0 0 0,1 0 1 0 0,-1-1-1 0 0,0 1 0 0 0,0 0 1 0 0,0-1-1 0 0,1 1 0 0 0,-1 0 1 0 0,0-1-1 0 0,0 1 1 0 0,0 0-1 0 0,0-1 0 0 0,0 1 1 0 0,0-1-1 0 0,1 1 0 0 0,-1 0 1 0 0,0-1-1 0 0,0 1 0 0 0,0-1 1 0 0,0 1-1 0 0,0 0 0 0 0,-1-1 1 0 0,1 1-1 0 0,0 0 0 0 0,0-1 1 0 0,0 1-1 0 0,0-1 1 0 0,0 1-1 0 0,-1-1 0 0 0,-2-20-6014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0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21191 0 0,'18'-12'1888'0'0,"2"4"-1512"0"0,0 4-304 0 0,4 2-72 0 0,1 2 360 0 0,11-2 56 0 0,26-4 16 0 0,35-3 0 0 0,43-1-688 0 0,27 1-144 0 0,13-2-24 0 0,-4-4-9256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1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1494 2759 0 0,'-30'0'238'0'0,"-8"-1"677"0"0,18-6 3811 0 0,20 6-4710 0 0,0 1 1 0 0,0 0-1 0 0,0-1 1 0 0,0 1-1 0 0,0-1 0 0 0,-1 1 1 0 0,1-1-1 0 0,0 1 0 0 0,0-1 1 0 0,0 1-1 0 0,0-1 1 0 0,0 1-1 0 0,0 0 0 0 0,0-1 1 0 0,1 1-1 0 0,-1-1 0 0 0,0 1 1 0 0,0-1-1 0 0,0 1 1 0 0,0 0-1 0 0,1-1 0 0 0,-1 1 1 0 0,0-1-1 0 0,0 1 1 0 0,1 0-1 0 0,-1-1 0 0 0,0 1 1 0 0,0 0-1 0 0,1-1 0 0 0,-1 1 1 0 0,1-1-1 0 0,15-14 143 0 0,-12 11-87 0 0,287-261 2424 0 0,-199 185-1956 0 0,656-601 532 0 0,-633 572-1096 0 0,57-53 60 0 0,-128 125-427 0 0,2 1 0 0 0,51-30 1 0 0,-68 49-120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2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7 343 8695 0 0,'-2'-13'216'0'0,"-2"-21"349"0"0,4 32-553 0 0,0 0 0 0 0,0 1 0 0 0,0-1 0 0 0,0 0 0 0 0,0 0 0 0 0,1 1 0 0 0,-1-1 0 0 0,0 0 0 0 0,1 1 0 0 0,-1-1 0 0 0,1 1 0 0 0,0-1-1 0 0,0 0 1 0 0,-1 1 0 0 0,2-2 0 0 0,0 1 15 0 0,0 0 1 0 0,-1 0-1 0 0,1 1 0 0 0,0-1 0 0 0,0 1 0 0 0,0-1 0 0 0,0 1 0 0 0,0 0 0 0 0,1 0 1 0 0,-1 0-1 0 0,0 0 0 0 0,0 0 0 0 0,1 0 0 0 0,-1 1 0 0 0,1-1 0 0 0,-1 1 0 0 0,0-1 1 0 0,1 1-1 0 0,-1 0 0 0 0,1 0 0 0 0,-1 0 0 0 0,1 1 0 0 0,-1-1 0 0 0,1 0 1 0 0,-1 1-1 0 0,0 0 0 0 0,1-1 0 0 0,-1 1 0 0 0,0 0 0 0 0,0 0 0 0 0,1 0 0 0 0,-1 1 1 0 0,0-1-1 0 0,0 0 0 0 0,0 1 0 0 0,0-1 0 0 0,-1 1 0 0 0,1 0 0 0 0,2 2 0 0 0,3 4-3 0 0,0 1 0 0 0,0 0 0 0 0,-1 0 0 0 0,0 1 0 0 0,-1-1 0 0 0,0 1-1 0 0,6 16 1 0 0,5 30 224 0 0,-2 0-1 0 0,9 72 0 0 0,8 40 168 0 0,-24-142-378 0 0,1 0 1 0 0,1 0-1 0 0,1-1 1 0 0,16 29-1 0 0,-24-50-36 0 0,0 0 0 0 0,1 0-1 0 0,-1-1 1 0 0,1 1-1 0 0,0-1 1 0 0,-1 0 0 0 0,2 0-1 0 0,-1 0 1 0 0,0 0-1 0 0,0 0 1 0 0,1-1-1 0 0,4 3 1 0 0,-6-4 10 0 0,0 0 0 0 0,0-1 0 0 0,0 1 0 0 0,0-1 0 0 0,0 0 0 0 0,0 0 0 0 0,0 0 0 0 0,0 0 0 0 0,0 0 0 0 0,0 0 0 0 0,0 0 0 0 0,0-1 0 0 0,0 1 0 0 0,0-1-1 0 0,0 1 1 0 0,0-1 0 0 0,0 0 0 0 0,0 0 0 0 0,0 0 0 0 0,-1 0 0 0 0,1 0 0 0 0,0 0 0 0 0,-1 0 0 0 0,1-1 0 0 0,-1 1 0 0 0,1 0 0 0 0,1-3 0 0 0,7-8 116 0 0,0 1 0 0 0,-1-1 0 0 0,0 0 0 0 0,10-21 0 0 0,24-59 350 0 0,-27 56-312 0 0,107-266 75 0 0,2-6-112 0 0,-122 301-128 0 0,7-15-14 0 0,18-28 0 0 0,-25 45 7 0 0,0 0 0 0 0,0 1-1 0 0,1-1 1 0 0,0 1 0 0 0,0-1-1 0 0,0 1 1 0 0,0 0 0 0 0,1 1-1 0 0,0-1 1 0 0,0 1 0 0 0,7-4-1 0 0,-10 6-46 0 0,0 1-1 0 0,-1-1 1 0 0,1 1 0 0 0,0 0-1 0 0,0 0 1 0 0,-1 0-1 0 0,1 0 1 0 0,0 0-1 0 0,0 0 1 0 0,-1 0 0 0 0,1 1-1 0 0,0-1 1 0 0,-1 1-1 0 0,1-1 1 0 0,0 1 0 0 0,-1 0-1 0 0,1-1 1 0 0,-1 1-1 0 0,1 0 1 0 0,-1 0-1 0 0,0 0 1 0 0,1 0 0 0 0,-1 0-1 0 0,0 1 1 0 0,1-1-1 0 0,-1 0 1 0 0,1 3-1 0 0,1-1-299 0 0,0 1 0 0 0,0 0 0 0 0,-1 0 0 0 0,0 0 0 0 0,0 0 0 0 0,0 0 0 0 0,0 0 0 0 0,0 0 0 0 0,1 7 0 0 0,-2 0-618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2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7831 0 0,'-1'0'43'0'0,"1"0"-1"0"0,0 0 0 0 0,-1 1 1 0 0,1-1-1 0 0,0 0 0 0 0,-1 0 1 0 0,1 1-1 0 0,0-1 0 0 0,-1 0 0 0 0,1 0 1 0 0,0 1-1 0 0,-1-1 0 0 0,1 0 1 0 0,0 1-1 0 0,0-1 0 0 0,-1 0 1 0 0,1 1-1 0 0,0-1 0 0 0,0 1 0 0 0,0-1 1 0 0,0 0-1 0 0,0 1 0 0 0,-1-1 1 0 0,1 1-1 0 0,0-1 0 0 0,0 0 1 0 0,0 1-1 0 0,0-1 0 0 0,0 1 0 0 0,0 18 843 0 0,0-13-453 0 0,-7 133 556 0 0,-2 346 6 0 0,10-477-996 0 0,6 81-47 0 0,-5-77-104 0 0,1-1 0 0 0,-1 1 0 0 0,2-1 0 0 0,-1 1 0 0 0,8 14 0 0 0,-10-25 132 0 0,-1 0-42 0 0,1 0-1 0 0,-1 0 1 0 0,0 0 0 0 0,1 0 0 0 0,0 0-1 0 0,-1 0 1 0 0,1 0 0 0 0,0 0 0 0 0,-1 0 0 0 0,1-1-1 0 0,0 1 1 0 0,0 0 0 0 0,0 0 0 0 0,-1-1-1 0 0,1 1 1 0 0,0 0 0 0 0,0-1 0 0 0,2 2-1 0 0,3-4-856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2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0 297 10079 0 0,'1'10'180'0'0,"1"-1"-1"0"0,0 0 1 0 0,0 0-1 0 0,0 0 0 0 0,1 0 1 0 0,1 0-1 0 0,4 9 1 0 0,-6-14-131 0 0,0-1 0 0 0,0 0 1 0 0,0 1-1 0 0,0-1 1 0 0,0 0-1 0 0,1 0 1 0 0,0 0-1 0 0,-1-1 0 0 0,1 1 1 0 0,0 0-1 0 0,0-1 1 0 0,1 0-1 0 0,-1 0 1 0 0,0 0-1 0 0,1 0 1 0 0,-1-1-1 0 0,1 1 0 0 0,0-1 1 0 0,6 2-1 0 0,-5-3 13 0 0,-1 0 0 0 0,1 0 0 0 0,0 0 0 0 0,-1-1 0 0 0,1 0 0 0 0,-1 0 0 0 0,1 0 0 0 0,-1 0 0 0 0,1-1 0 0 0,-1 0 0 0 0,0 0 0 0 0,0 0 0 0 0,0 0 0 0 0,0 0 0 0 0,0-1 0 0 0,0 0 0 0 0,-1 0 0 0 0,6-5 0 0 0,5-7 143 0 0,0 0 0 0 0,21-32 0 0 0,-28 37-151 0 0,13-22 45 0 0,-2-1 1 0 0,-1 0-1 0 0,-2-1 1 0 0,-1-1-1 0 0,10-39 1 0 0,-13 40-44 0 0,-10 31-50 0 0,0-1 0 0 0,1 1 0 0 0,-1-1 0 0 0,1 1 0 0 0,0-1 0 0 0,0 1-1 0 0,3-4 1 0 0,-5 7-5 0 0,0 0 0 0 0,1-1-1 0 0,-1 1 1 0 0,0 0 0 0 0,0 0-1 0 0,1 0 1 0 0,-1-1 0 0 0,0 1-1 0 0,0 0 1 0 0,1 0 0 0 0,-1 0-1 0 0,0 0 1 0 0,1-1 0 0 0,-1 1-1 0 0,0 0 1 0 0,1 0 0 0 0,-1 0-1 0 0,0 0 1 0 0,1 0-1 0 0,-1 0 1 0 0,0 0 0 0 0,1 0-1 0 0,-1 0 1 0 0,0 0 0 0 0,1 0-1 0 0,-1 0 1 0 0,0 0 0 0 0,1 0-1 0 0,-1 1 1 0 0,1-1 0 0 0,0 1-1 0 0,0 0 1 0 0,0 0 0 0 0,-1 0-1 0 0,1 0 1 0 0,0 0-1 0 0,0 0 1 0 0,-1 0 0 0 0,1 1-1 0 0,-1-1 1 0 0,1 0-1 0 0,-1 0 1 0 0,0 1 0 0 0,1 0-1 0 0,11 52 0 0 0,-2 0 0 0 0,3 69 0 0 0,-2-16 0 0 0,10 26 88 0 0,-14-94 0 0 0,15 63 0 0 0,-10-52-14 0 0,24 69-60 0 0,3-12-3 0 0,-22-70-11 0 0,-9-23-41 0 0,53 87-442 0 0,-37-66 156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3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12 10223 0 0,'-19'-11'1019'0'0,"32"18"-804"0"0,-1 0-1 0 0,1-2 1 0 0,16 6 0 0 0,14 6-37 0 0,99 55 668 0 0,-132-67-732 0 0,74 39 240 0 0,-38-20 35 0 0,336 159 1838 0 0,-244-126-1524 0 0,3-7 1 0 0,238 54-1 0 0,-73-45-645 0 0,-227-48-867 0 0,152 2 0 0 0,-166-15-712 0 0,-38 1 682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4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0 11287 0 0,'-1'7'167'0'0,"1"-1"0"0"0,0 0 0 0 0,0 0 0 0 0,1 1-1 0 0,-1-1 1 0 0,3 7 0 0 0,-1 6-95 0 0,8 138-77 0 0,-13 175-1 0 0,-3-92 97 0 0,7-235-162 0 0,-1-6-281 0 0,1-9-2127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4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17 252 14023 0 0,'-1'0'51'0'0,"1"0"0"0"0,-1 0-1 0 0,0 0 1 0 0,0 0-1 0 0,1 0 1 0 0,-1 1 0 0 0,0-1-1 0 0,0 0 1 0 0,1 0-1 0 0,-1 0 1 0 0,0 1 0 0 0,1-1-1 0 0,-1 1 1 0 0,0-1 0 0 0,1 0-1 0 0,-1 1 1 0 0,1-1-1 0 0,-1 1 1 0 0,1-1 0 0 0,-1 1-1 0 0,1-1 1 0 0,-1 1-1 0 0,1 0 1 0 0,-1-1 0 0 0,1 1-1 0 0,-1 0 1 0 0,1 1-37 0 0,1 0 0 0 0,-1 0 1 0 0,0 0-1 0 0,1 0 0 0 0,0 0 1 0 0,-1 0-1 0 0,1 0 0 0 0,0-1 1 0 0,0 1-1 0 0,1 2 0 0 0,1 2-52 0 0,0-1 0 0 0,1 0-1 0 0,-1 0 1 0 0,1 0 0 0 0,0 0-1 0 0,0 0 1 0 0,1-1 0 0 0,-1 0-1 0 0,1 0 1 0 0,0 0 0 0 0,0 0-1 0 0,0-1 1 0 0,1 0 0 0 0,-1 0 0 0 0,1-1-1 0 0,0 1 1 0 0,0-1 0 0 0,0 0-1 0 0,9 1 1 0 0,-7-2-64 0 0,0 0 0 0 0,0-1 0 0 0,0 0 0 0 0,0 0 0 0 0,0-1 0 0 0,0 0 0 0 0,0-1 0 0 0,-1 0 1 0 0,1 0-1 0 0,0 0 0 0 0,-1-1 0 0 0,0 0 0 0 0,0-1 0 0 0,0 1 0 0 0,8-7 0 0 0,-4 2-65 0 0,0 0 0 0 0,-1-1 0 0 0,-1 0 0 0 0,1 0 0 0 0,-1-1 0 0 0,-1-1 1 0 0,0 1-1 0 0,10-18 0 0 0,1-8-202 0 0,20-56 0 0 0,2-1 562 0 0,-41 93-172 0 0,0-1-1 0 0,0 1 1 0 0,0 0 0 0 0,0-1-1 0 0,0 1 1 0 0,0 0-1 0 0,1-1 1 0 0,-1 1 0 0 0,0 0-1 0 0,0-1 1 0 0,0 1-1 0 0,1 0 1 0 0,-1-1 0 0 0,0 1-1 0 0,0 0 1 0 0,1 0-1 0 0,-1-1 1 0 0,0 1-1 0 0,0 0 1 0 0,1 0 0 0 0,-1 0-1 0 0,0-1 1 0 0,1 1-1 0 0,-1 0 1 0 0,0 0 0 0 0,1 0-1 0 0,-1 0 1 0 0,1 0-1 0 0,-1 0 1 0 0,0 0-1 0 0,1-1 1 0 0,-1 1 0 0 0,0 0-1 0 0,1 0 1 0 0,-1 1-1 0 0,1-1 1 0 0,-1 0 0 0 0,0 0-1 0 0,1 0 1 0 0,0 0-1 0 0,10 16 589 0 0,2 25-43 0 0,49 301 681 0 0,-12-52-1129 0 0,-42-247-126 0 0,-2-11-153 0 0,14 42 0 0 0,-17-62 83 0 0,5 16-263 0 0,2 1-1 0 0,23 48 1 0 0,-19-56-415 0 0,-1-6-32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5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379 158 14191 0 0,'0'-54'1473'0'0,"1"36"-2027"0"0,-3-33 1 0 0,2 50 477 0 0,0-1 0 0 0,0 1 0 0 0,0-1 0 0 0,0 1 1 0 0,0-1-1 0 0,-1 1 0 0 0,1 0 0 0 0,-1-1 0 0 0,1 1 0 0 0,-1-1 1 0 0,1 1-1 0 0,-1 0 0 0 0,0 0 0 0 0,0-1 0 0 0,0 1 0 0 0,1 0 1 0 0,-1 0-1 0 0,0 0 0 0 0,0 0 0 0 0,-1 0 0 0 0,1 0 1 0 0,0 0-1 0 0,0 0 0 0 0,0 1 0 0 0,-1-1 0 0 0,1 0 0 0 0,0 1 1 0 0,-1-1-1 0 0,1 1 0 0 0,0-1 0 0 0,-1 1 0 0 0,1 0 1 0 0,-1-1-1 0 0,1 1 0 0 0,-1 0 0 0 0,1 0 0 0 0,0 0 0 0 0,-1 0 1 0 0,1 0-1 0 0,-1 1 0 0 0,1-1 0 0 0,-1 0 0 0 0,1 1 1 0 0,0-1-1 0 0,-1 1 0 0 0,1-1 0 0 0,-2 2 0 0 0,-8 3-364 0 0,0 0 0 0 0,0 1 0 0 0,0 0 0 0 0,-12 11-1 0 0,19-15 466 0 0,-23 19 285 0 0,1 0 1 0 0,1 2-1 0 0,0 1 1 0 0,2 0-1 0 0,1 2 1 0 0,1 1-1 0 0,1 1 1 0 0,-29 55-1 0 0,46-77-157 0 0,0 0 0 0 0,0 0 0 0 0,1 1 0 0 0,0-1 0 0 0,0 1 0 0 0,1-1 0 0 0,0 1 0 0 0,0 0 0 0 0,0-1 0 0 0,1 12 0 0 0,0-16-125 0 0,1 0-1 0 0,-1 0 0 0 0,0 0 0 0 0,1 0 0 0 0,0-1 0 0 0,-1 1 0 0 0,1 0 0 0 0,0 0 0 0 0,0-1 0 0 0,0 1 0 0 0,0-1 0 0 0,0 1 0 0 0,0 0 0 0 0,0-1 0 0 0,0 0 0 0 0,4 3 0 0 0,-3-3-26 0 0,0 0 1 0 0,0 1-1 0 0,1-1 1 0 0,-1-1-1 0 0,0 1 1 0 0,1 0-1 0 0,-1-1 1 0 0,1 1-1 0 0,-1-1 1 0 0,1 0-1 0 0,-1 0 1 0 0,1 0-1 0 0,-1 0 1 0 0,1 0-1 0 0,-1 0 1 0 0,3-1-1 0 0,12-3-11 0 0,0 0 0 0 0,0-1 0 0 0,0-1 0 0 0,-1-1-1 0 0,0 0 1 0 0,-1-1 0 0 0,23-16 0 0 0,-5 1-144 0 0,-1-1 0 0 0,34-34 1 0 0,-36 27 95 0 0,-19 18 50 0 0,1 1 0 0 0,1 0 0 0 0,0 1 0 0 0,15-10 0 0 0,-26 21 41 0 0,-1-1 0 0 0,0 0-1 0 0,1 1 1 0 0,-1-1 0 0 0,1 1-1 0 0,-1-1 1 0 0,1 1-1 0 0,-1-1 1 0 0,1 1 0 0 0,-1 0-1 0 0,1 0 1 0 0,-1 0 0 0 0,1 0-1 0 0,-1 0 1 0 0,1 0 0 0 0,-1 0-1 0 0,1 1 1 0 0,-1-1 0 0 0,4 1-1 0 0,-2 1 43 0 0,0 0 0 0 0,0-1 1 0 0,0 1-1 0 0,-1 0 0 0 0,1 0 0 0 0,0 0 0 0 0,-1 1 0 0 0,4 3 0 0 0,3 5 124 0 0,0 1-1 0 0,-2 0 0 0 0,9 16 0 0 0,-12-20-210 0 0,-1-4 94 0 0,4 8-15 0 0,60 92-68 0 0,-64-99-94 0 0,1 0-1 0 0,0 0 1 0 0,0 0 0 0 0,1-1 0 0 0,7 6 0 0 0,-10-8-162 0 0,-1-1 1 0 0,1 0-1 0 0,0 0 1 0 0,0 0-1 0 0,0 0 1 0 0,0 0-1 0 0,0 0 1 0 0,0-1-1 0 0,0 1 1 0 0,0-1-1 0 0,0 0 1 0 0,0 1-1 0 0,0-1 1 0 0,1 0-1 0 0,-1 0 0 0 0,0 0 1 0 0,0 0-1 0 0,0-1 1 0 0,3 0-1 0 0,11-6-3899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4463 0 0,'20'-30'87'0'0,"-6"9"86"0"0,13-29-1 0 0,-23 45 4 0 0,0 0-1 0 0,0 1 0 0 0,0-1 0 0 0,1 1 1 0 0,-1 0-1 0 0,1 0 0 0 0,0 0 0 0 0,0 0 0 0 0,0 1 1 0 0,1 0-1 0 0,8-4 0 0 0,-13 7-145 0 0,0 0 0 0 0,-1-1 0 0 0,1 1 0 0 0,0 0 1 0 0,0 0-1 0 0,-1-1 0 0 0,1 1 0 0 0,0 0 0 0 0,0 0 0 0 0,-1 0 0 0 0,1 0 0 0 0,0 0 0 0 0,0 0 0 0 0,-1 0 1 0 0,1 0-1 0 0,0 0 0 0 0,0 1 0 0 0,-1-1 0 0 0,1 0 0 0 0,0 0 0 0 0,0 1 0 0 0,-1-1 0 0 0,1 0 0 0 0,0 1 0 0 0,-1-1 1 0 0,1 1-1 0 0,0 0 0 0 0,0 0 25 0 0,0 0 0 0 0,-1 0 0 0 0,1 1 0 0 0,0-1 1 0 0,-1 0-1 0 0,1 1 0 0 0,-1-1 0 0 0,0 0 0 0 0,1 1 0 0 0,-1-1 0 0 0,0 1 1 0 0,0-1-1 0 0,0 3 0 0 0,-1 4 228 0 0,1 1 1 0 0,-2 0-1 0 0,-2 12 0 0 0,4-20-278 0 0,-42 132 1911 0 0,27-93-1325 0 0,2 0 0 0 0,2 1 0 0 0,-8 65 0 0 0,18-102-507 0 0,1 0 0 0 0,0 0 0 0 0,0 1 0 0 0,0-1 0 0 0,0 0 0 0 0,1 0 0 0 0,0 1 0 0 0,0-1 0 0 0,0 0 0 0 0,3 6 0 0 0,-4-9-69 0 0,1 1-1 0 0,0-1 1 0 0,0 0-1 0 0,0 0 1 0 0,0 0 0 0 0,0 0-1 0 0,0 0 1 0 0,0 0 0 0 0,0-1-1 0 0,0 1 1 0 0,0 0 0 0 0,0 0-1 0 0,1-1 1 0 0,-1 1 0 0 0,0-1-1 0 0,0 1 1 0 0,1-1-1 0 0,-1 0 1 0 0,0 1 0 0 0,1-1-1 0 0,-1 0 1 0 0,0 0 0 0 0,1 0-1 0 0,-1 0 1 0 0,1 0 0 0 0,-1 0-1 0 0,0 0 1 0 0,1 0-1 0 0,-1-1 1 0 0,0 1 0 0 0,1-1-1 0 0,-1 1 1 0 0,0-1 0 0 0,0 1-1 0 0,2-2 1 0 0,10-3-119 0 0,-1-1 0 0 0,0-1 0 0 0,0 0 0 0 0,-1-1 0 0 0,20-17 0 0 0,22-25-4362 0 0,-51 49 4289 0 0,24-25-4223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5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 11975 0 0,'-4'19'230'0'0,"0"1"1"0"0,1 1-1 0 0,1-1 0 0 0,1 0 0 0 0,1 1 0 0 0,3 23 0 0 0,-2 1-86 0 0,5 110 117 0 0,30 186-1 0 0,-19-250-201 0 0,6 5-20 0 0,-18-75-115 0 0,2-6-55 0 0,21 47-12 0 0,-27-60 117 0 0,0 0-1 0 0,0 1 1 0 0,0-1-1 0 0,1 0 1 0 0,-1 0-1 0 0,1 0 0 0 0,-1 0 1 0 0,1 0-1 0 0,3 2 1 0 0,-4-3 9 0 0,-1-1 0 0 0,0 0 1 0 0,1 0-1 0 0,-1 1 0 0 0,0-1 0 0 0,1 0 1 0 0,-1 0-1 0 0,1 0 0 0 0,-1 0 0 0 0,1 0 1 0 0,-1 0-1 0 0,0 0 0 0 0,1 0 0 0 0,-1 0 1 0 0,1 0-1 0 0,-1 0 0 0 0,1 0 0 0 0,-1 0 1 0 0,0 0-1 0 0,1 0 0 0 0,-1 0 0 0 0,1 0 1 0 0,-1-1-1 0 0,0 1 0 0 0,1 0 0 0 0,-1 0 1 0 0,1 0-1 0 0,-1-1 0 0 0,0 1 0 0 0,1-1 1 0 0,1-2-86 0 0,0 0 0 0 0,0 0 0 0 0,0 0 1 0 0,0 0-1 0 0,-1-1 0 0 0,1 1 0 0 0,-1 0 1 0 0,1-5-1 0 0,0 3 58 0 0,62-208-229 0 0,36-95-243 0 0,-99 307 515 0 0,23-48-20 0 0,-23 46 22 0 0,0 1 1 0 0,1-1-1 0 0,0 1 1 0 0,-1 0-1 0 0,1 0 1 0 0,0 0-1 0 0,0 0 1 0 0,0 0-1 0 0,0 0 0 0 0,1 1 1 0 0,-1-1-1 0 0,0 1 1 0 0,1-1-1 0 0,-1 1 1 0 0,1 0-1 0 0,3-1 1 0 0,-3 2 17 0 0,-1 0 1 0 0,0 0-1 0 0,0 1 0 0 0,0-1 1 0 0,0 1-1 0 0,0 0 1 0 0,0-1-1 0 0,0 1 0 0 0,0 0 1 0 0,0 0-1 0 0,0 0 1 0 0,0 1-1 0 0,0-1 1 0 0,-1 0-1 0 0,1 1 0 0 0,0-1 1 0 0,-1 1-1 0 0,0-1 1 0 0,1 1-1 0 0,1 2 0 0 0,0-1 32 0 0,-1 0 143 0 0,6 15 39 0 0,24 54 20 0 0,-20-37 3 0 0,8 30 6 0 0,-10-29 23 0 0,12 43 16 0 0,-10-36 3 0 0,12 48-36 0 0,-13-49-158 0 0,-5-19-99 0 0,18 63 46 0 0,2-16-47 0 0,-18-52-4 0 0,19 29 0 0 0,-26-46-4 0 0,-1 0 1 0 0,1 0-1 0 0,-1 0 0 0 0,1 0 0 0 0,-1-1 1 0 0,1 1-1 0 0,-1 0 0 0 0,1 0 0 0 0,0 0 0 0 0,0-1 1 0 0,-1 1-1 0 0,1 0 0 0 0,0-1 0 0 0,0 1 0 0 0,0-1 1 0 0,-1 1-1 0 0,1-1 0 0 0,0 1 0 0 0,0-1 1 0 0,0 0-1 0 0,0 1 0 0 0,0-1 0 0 0,0 0 0 0 0,0 0 1 0 0,0 0-1 0 0,0 0 0 0 0,0 0 0 0 0,0 0 0 0 0,0 0 1 0 0,0 0-1 0 0,0 0 0 0 0,0 0 0 0 0,0 0 1 0 0,0-1-1 0 0,0 1 0 0 0,0 0 0 0 0,0-1 0 0 0,0 1 1 0 0,0-1-1 0 0,0 1 0 0 0,0-1 0 0 0,-1 1 0 0 0,1-1 1 0 0,0 1-1 0 0,1-2 0 0 0,2-2 15 0 0,-1-1-1 0 0,1 1 1 0 0,-1-1 0 0 0,0 0 0 0 0,4-8-1 0 0,-5 10-14 0 0,30-66-398 0 0,-4-1 0 0 0,35-128 1 0 0,-38 115 190 0 0,-21 69 96 0 0,-3 8 27 0 0,0 1 0 0 0,1-1 0 0 0,0 0 0 0 0,0 1-1 0 0,1-1 1 0 0,0 1 0 0 0,0 0 0 0 0,4-7 0 0 0,-6 12 77 0 0,-1-1-1 0 0,0 1 1 0 0,1 0-1 0 0,-1-1 1 0 0,1 1-1 0 0,-1 0 1 0 0,1-1-1 0 0,-1 1 1 0 0,1 0-1 0 0,0 0 1 0 0,-1 0-1 0 0,1-1 1 0 0,-1 1 0 0 0,1 0-1 0 0,-1 0 1 0 0,1 0-1 0 0,-1 0 1 0 0,1 0-1 0 0,0 0 1 0 0,-1 0-1 0 0,1 0 1 0 0,-1 0-1 0 0,1 1 1 0 0,-1-1-1 0 0,1 0 1 0 0,0 0-1 0 0,-1 0 1 0 0,1 1-1 0 0,-1-1 1 0 0,1 0-1 0 0,-1 0 1 0 0,1 1-1 0 0,-1-1 1 0 0,0 0-1 0 0,1 1 1 0 0,-1-1-1 0 0,1 1 1 0 0,-1-1-1 0 0,0 1 1 0 0,1-1-1 0 0,-1 1 1 0 0,0-1-1 0 0,1 1 1 0 0,-1 0-1 0 0,14 25-99 0 0,-14-26 105 0 0,15 42 0 0 0,16 63 16 0 0,4 24 118 0 0,-30-109-126 0 0,19 57 53 0 0,-5-23-158 0 0,-14-40-67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6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6991 0 0,'0'-3'152'0'0,"1"14"32"0"0,1 1 8 0 0,0-1 8 0 0,2-2-200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16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1 445 7567 0 0,'0'0'167'0'0,"3"13"28"0"0,19 65 235 0 0,17 65-30 0 0,-13-37-8 0 0,-21-82-313 0 0,14 67 409 0 0,-12-127 45 0 0,35-210 827 0 0,-24 149-1088 0 0,-16 85-176 0 0,17-73 734 0 0,-17 77-668 0 0,1 1 1 0 0,0-1-1 0 0,0 1 1 0 0,1 0-1 0 0,-1-1 1 0 0,2 2-1 0 0,-1-1 1 0 0,8-9-1 0 0,-10 15-96 0 0,0-1-1 0 0,0 0 1 0 0,0 1-1 0 0,1-1 1 0 0,-1 1-1 0 0,0 0 1 0 0,1-1-1 0 0,-1 1 1 0 0,1 0-1 0 0,-1 1 1 0 0,1-1-1 0 0,-1 0 1 0 0,1 1-1 0 0,-1-1 1 0 0,1 1-1 0 0,0 0 1 0 0,-1 0-1 0 0,1 0 1 0 0,0 0-1 0 0,-1 0 1 0 0,1 1-1 0 0,5 1 1 0 0,1 0 28 0 0,0 2 0 0 0,0-1 0 0 0,0 1 0 0 0,-1 0 0 0 0,9 7 0 0 0,19 13 61 0 0,26 27-125 0 0,15 14-30 0 0,3-5 0 0 0,-64-49-16 0 0,0 0 0 0 0,1-1 0 0 0,0-1 0 0 0,1 0 0 0 0,28 8 0 0 0,-38-14 10 0 0,0-1 0 0 0,1 0 0 0 0,-1-1 0 0 0,1 0 0 0 0,0 0 0 0 0,-1-1 0 0 0,1 0 0 0 0,0-1 0 0 0,-1 0 0 0 0,1 0 0 0 0,-1-1 0 0 0,1 0 0 0 0,-1 0 0 0 0,0-1 0 0 0,8-4 0 0 0,-2 0 32 0 0,-1-1 1 0 0,0-1-1 0 0,-1 0 0 0 0,0 0 0 0 0,-1-1 0 0 0,0-1 1 0 0,0 0-1 0 0,-1-1 0 0 0,-1 1 0 0 0,12-19 0 0 0,-6 5 40 0 0,-1-1-1 0 0,0 0 1 0 0,-2-1 0 0 0,12-41-1 0 0,-18 47-70 0 0,-1-1 0 0 0,-1 1 0 0 0,0-1 0 0 0,-1-33 0 0 0,-3 42-44 0 0,0 0 1 0 0,-1 0-1 0 0,-1 1 0 0 0,0-1 0 0 0,0 1 0 0 0,-2-1 0 0 0,1 1 1 0 0,-2 0-1 0 0,-5-12 0 0 0,8 21 30 0 0,1 0-1 0 0,-1 0 1 0 0,0 0 0 0 0,0 0 0 0 0,0 1 0 0 0,0-1-1 0 0,0 1 1 0 0,0-1 0 0 0,-1 1 0 0 0,1 0-1 0 0,-1 0 1 0 0,0 0 0 0 0,0 0 0 0 0,0 0-1 0 0,0 1 1 0 0,0-1 0 0 0,0 1 0 0 0,-5-2 0 0 0,6 3 14 0 0,-1 0 0 0 0,0 0 0 0 0,1 0 0 0 0,-1 0 0 0 0,1 0 0 0 0,-1 1 1 0 0,1-1-1 0 0,-1 1 0 0 0,1 0 0 0 0,-1 0 0 0 0,1 0 0 0 0,0 0 0 0 0,-1 0 1 0 0,1 0-1 0 0,0 0 0 0 0,0 1 0 0 0,0-1 0 0 0,0 1 0 0 0,0 0 1 0 0,0-1-1 0 0,0 1 0 0 0,0 0 0 0 0,1 0 0 0 0,-3 4 0 0 0,-1 3 16 0 0,-1 0-1 0 0,2 0 1 0 0,-1 1-1 0 0,1 0 1 0 0,1 0-1 0 0,0 0 1 0 0,-3 14-1 0 0,-6 63 314 0 0,11-82-308 0 0,1 25 176 0 0,6 32 136 0 0,0-29 66 0 0,13 37 12 0 0,-18-66-346 0 0,0 0-1 0 0,0 0 1 0 0,1 1 0 0 0,0-1-1 0 0,0 0 1 0 0,3 5 0 0 0,33 58 397 0 0,-36-63-389 0 0,0 1 0 0 0,1-2 0 0 0,-1 1 1 0 0,1 0-1 0 0,0 0 0 0 0,5 4 0 0 0,2 3 34 0 0,11 11 167 0 0,0-1 0 0 0,43 34 1 0 0,-45-42-288 0 0,1 0 1 0 0,1-1-1 0 0,0-1 1 0 0,38 15-1 0 0,-41-20-2521 0 0,32 5 0 0 0,6-3-3813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5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61 6847 0 0,'1'-16'578'0'0,"-1"12"-452"0"0,1 0 0 0 0,-1 0 0 0 0,0-1 0 0 0,0 1-1 0 0,0 0 1 0 0,-1 0 0 0 0,1-1 0 0 0,-3-4 0 0 0,3 9-117 0 0,0-1 0 0 0,0 1 1 0 0,-1 0-1 0 0,1 0 0 0 0,0 0 0 0 0,0 0 1 0 0,-1 0-1 0 0,1 0 0 0 0,0 0 0 0 0,0 0 1 0 0,-1 0-1 0 0,1-1 0 0 0,0 1 0 0 0,-1 0 0 0 0,1 0 1 0 0,0 1-1 0 0,0-1 0 0 0,-1 0 0 0 0,1 0 1 0 0,0 0-1 0 0,-1 0 0 0 0,1 0 0 0 0,0 0 1 0 0,0 0-1 0 0,-1 0 0 0 0,1 0 0 0 0,0 1 0 0 0,0-1 1 0 0,-1 0-1 0 0,1 0 0 0 0,0 0 0 0 0,0 1 1 0 0,0-1-1 0 0,-1 0 0 0 0,1 1 0 0 0,-12 9 27 0 0,10-8-24 0 0,-23 22 15 0 0,2 1 1 0 0,0 1-1 0 0,-30 45 1 0 0,-45 96 70 0 0,26-32 11 0 0,-69 188 1 0 0,128-286-102 0 0,2 0 0 0 0,-11 66 0 0 0,19-82 14 0 0,2 0 0 0 0,0 30 0 0 0,2-25 1 0 0,2-1-1 0 0,10 47 0 0 0,-10-60-21 0 0,0 1 0 0 0,1-1 1 0 0,0 0-1 0 0,1 0 0 0 0,0 0 0 0 0,1-1 1 0 0,1 0-1 0 0,0 0 0 0 0,0 0 0 0 0,16 16 0 0 0,-14-17-117 0 0,1-1 0 0 0,0 0-1 0 0,0 0 1 0 0,1-1-1 0 0,0-1 1 0 0,1 0-1 0 0,0-1 1 0 0,0 0 0 0 0,0 0-1 0 0,1-2 1 0 0,21 7-1 0 0,-25-9 27 0 0,1-1 0 0 0,-1 0 0 0 0,1 0-1 0 0,-1-1 1 0 0,1 0 0 0 0,-1 0-1 0 0,1-1 1 0 0,0-1 0 0 0,-1 1-1 0 0,0-2 1 0 0,1 1 0 0 0,-1-1 0 0 0,0-1-1 0 0,0 1 1 0 0,-1-2 0 0 0,16-9-1 0 0,-12 6-5 0 0,0-1 0 0 0,-1 0 0 0 0,17-19 0 0 0,-23 24 188 0 0,-1-2 1 0 0,0 1-1 0 0,0 0 0 0 0,-1-1 0 0 0,0 0 0 0 0,0 0 0 0 0,0 0 0 0 0,0 0 0 0 0,-1 0 1 0 0,2-10-1 0 0,-5 12 574 0 0,-6 10-296 0 0,-5 10-24 0 0,-17 34 98 0 0,2 2 0 0 0,-40 110 0 0 0,-11 123 754 0 0,58-172-1001 0 0,5 1-1 0 0,-1 178 1 0 0,18-208-197 0 0,4 19-13 0 0,0-61-819 0 0,13 57-3075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6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182 178 9815 0 0,'2'-12'286'0'0,"0"0"-1"0"0,1 0 0 0 0,0 0 1 0 0,1 0-1 0 0,0 1 0 0 0,1 0 1 0 0,1 0-1 0 0,8-14 0 0 0,-10 19-124 0 0,1 1-1 0 0,0-1 1 0 0,0 1-1 0 0,0 0 1 0 0,1 0-1 0 0,0 0 0 0 0,-1 1 1 0 0,2 0-1 0 0,11-6 1 0 0,-16 9-133 0 0,0 0 0 0 0,0 1 0 0 0,0-1 0 0 0,0 1 0 0 0,0-1-1 0 0,0 1 1 0 0,-1 0 0 0 0,1 0 0 0 0,0-1 0 0 0,0 2 0 0 0,0-1 0 0 0,0 0 0 0 0,0 0 0 0 0,0 1 0 0 0,0-1 0 0 0,0 1 0 0 0,2 0 0 0 0,-2 0-16 0 0,0 1 0 0 0,0-1 1 0 0,0 1-1 0 0,-1-1 0 0 0,1 1 1 0 0,0 0-1 0 0,-1-1 0 0 0,1 1 1 0 0,-1 0-1 0 0,0 0 0 0 0,1 0 1 0 0,-1 0-1 0 0,0 1 0 0 0,0-1 1 0 0,0 0-1 0 0,-1 0 0 0 0,2 5 1 0 0,1 6-11 0 0,-1 1 0 0 0,0-1 0 0 0,-1 1 0 0 0,-1 0 0 0 0,0-1 0 0 0,-1 1 0 0 0,0-1 0 0 0,-5 24 0 0 0,-3-2-3 0 0,-1-1-1 0 0,-16 38 1 0 0,-18 22-189 0 0,-85 137 0 0 0,31-60-38 0 0,97-170 224 0 0,-26 56-284 0 0,25-53 266 0 0,0 1 1 0 0,1-1-1 0 0,0 0 0 0 0,0 1 1 0 0,0-1-1 0 0,0 1 1 0 0,1-1-1 0 0,0 1 0 0 0,0 0 1 0 0,0-1-1 0 0,1 6 0 0 0,0-8 16 0 0,0 1 0 0 0,0-1-1 0 0,0 0 1 0 0,0 0 0 0 0,0-1-1 0 0,1 1 1 0 0,-1 0 0 0 0,0 0-1 0 0,1-1 1 0 0,0 1 0 0 0,-1-1-1 0 0,1 1 1 0 0,0-1 0 0 0,0 0-1 0 0,0 1 1 0 0,0-1 0 0 0,0 0-1 0 0,0 0 1 0 0,0-1 0 0 0,0 1-1 0 0,0 0 1 0 0,1-1 0 0 0,-1 1-1 0 0,3-1 1 0 0,8 2 20 0 0,1 0-1 0 0,25-1 1 0 0,-24-1-3 0 0,76-1 529 0 0,157-22 0 0 0,-25-19-3030 0 0,-204 37 1174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6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48 6911 0 0,'0'-38'4996'0'0,"0"29"-1760"0"0,0 27-1780 0 0,-1 8-1551 0 0,-2 1 1 0 0,0-1-1 0 0,-2 0 0 0 0,-9 32 0 0 0,-41 101-620 0 0,36-107 607 0 0,-20 48-305 0 0,-37 119-1109 0 0,75-216 1436 0 0,-1 2-102 0 0,1 0 0 0 0,-1 0 1 0 0,1 1-1 0 0,1-1 0 0 0,-1 0 0 0 0,0 0 0 0 0,1 1 0 0 0,0-1 0 0 0,1 0 0 0 0,-1 0 0 0 0,3 10 0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6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1 13359 0 0,'-10'8'1184'0'0,"-3"8"-944"0"0,-5 11-240 0 0,1 4 0 0 0,5-2-96 0 0,1-3-72 0 0,1-4-16 0 0,-3 5 0 0 0,-9 18 80 0 0,-14 30 8 0 0,-10 26 8 0 0,-5 15 0 0 0,0 0-360 0 0,4-13-80 0 0,7-14-16 0 0,7-14-2792 0 0,4-15-568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19 900 7919 0 0,'-18'-20'714'0'0,"17"18"-678"0"0,1 0 0 0 0,0 0 1 0 0,0 0-1 0 0,0 1 0 0 0,0-1 1 0 0,1 0-1 0 0,-1 0 0 0 0,0 0 0 0 0,1 0 1 0 0,1-3-1 0 0,-1 0 126 0 0,8-28 170 0 0,2 0 0 0 0,1 0 1 0 0,22-40-1 0 0,59-88-1024 0 0,-43 88-61 0 0,2 3-1 0 0,4 2 1 0 0,2 3-1 0 0,128-110 0 0 0,-181 171 756 0 0,4-5 41 0 0,0 2 1 0 0,1-1-1 0 0,-1 1 0 0 0,1 1 0 0 0,1 0 0 0 0,-1 0 0 0 0,19-6 0 0 0,-28 12-20 0 0,0 0-1 0 0,0-1 1 0 0,-1 1 0 0 0,1 0 0 0 0,0 0-1 0 0,0 0 1 0 0,0 0 0 0 0,0 0-1 0 0,-1 0 1 0 0,1 0 0 0 0,0 0-1 0 0,0 0 1 0 0,0 1 0 0 0,-1-1-1 0 0,1 0 1 0 0,0 0 0 0 0,0 1 0 0 0,0-1-1 0 0,-1 1 1 0 0,1-1 0 0 0,0 0-1 0 0,-1 1 1 0 0,1-1 0 0 0,0 1-1 0 0,0 1 1 0 0,0-1 48 0 0,0 1 1 0 0,0-1-1 0 0,-1 1 0 0 0,1-1 1 0 0,0 1-1 0 0,-1 0 0 0 0,1-1 0 0 0,-1 1 1 0 0,0 0-1 0 0,1 0 0 0 0,-1 2 1 0 0,0 6 290 0 0,-1-1 0 0 0,0 0 0 0 0,-3 14 0 0 0,4-23-352 0 0,-12 49 1272 0 0,-38 90 1 0 0,35-104-926 0 0,2 1 0 0 0,1 1-1 0 0,2 0 1 0 0,-10 64 0 0 0,20-97-340 0 0,-1 0-1 0 0,1 0 1 0 0,0 0 0 0 0,0 1-1 0 0,0-1 1 0 0,1 0-1 0 0,0 0 1 0 0,-1 0 0 0 0,1 0-1 0 0,1 0 1 0 0,-1 0-1 0 0,1 0 1 0 0,-1-1-1 0 0,1 1 1 0 0,0 0 0 0 0,0-1-1 0 0,4 4 1 0 0,-4-4-8 0 0,1-1 1 0 0,0 0 0 0 0,0 0 0 0 0,0 0-1 0 0,0 0 1 0 0,0-1 0 0 0,0 1 0 0 0,1-1-1 0 0,-1 0 1 0 0,0 0 0 0 0,1 0-1 0 0,-1 0 1 0 0,1 0 0 0 0,-1-1 0 0 0,1 0-1 0 0,-1 0 1 0 0,1 0 0 0 0,-1 0 0 0 0,1 0-1 0 0,4-1 1 0 0,6-2 21 0 0,0 0 1 0 0,-1-1-1 0 0,1 0 1 0 0,-1-1-1 0 0,1-1 1 0 0,-1 0-1 0 0,13-9 1 0 0,83-59 132 0 0,-106 71-159 0 0,453-396 263 0 0,-448 392-268 0 0,62-69-2432 0 0,-65 72 1024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7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1 5151 0 0,'0'10'164'0'0,"-1"1"0"0"0,-1 0 0 0 0,0-1 0 0 0,0 0 0 0 0,-6 15 0 0 0,-24 52 1431 0 0,13-32-979 0 0,-12 28-44 0 0,-27 76 337 0 0,49-124-708 0 0,2 0 0 0 0,1 0 0 0 0,2 1 0 0 0,-3 26-1 0 0,7-46-127 0 0,0 0-1 0 0,0 1 1 0 0,0-1-1 0 0,1 0 1 0 0,-1 0-1 0 0,2 0 1 0 0,-1 0-1 0 0,3 8 1 0 0,-3-12-35 0 0,0 0 0 0 0,0 0 0 0 0,0-1 0 0 0,0 1 0 0 0,0-1 0 0 0,0 1 0 0 0,0-1 0 0 0,1 1 0 0 0,-1-1 0 0 0,1 0 0 0 0,-1 0 0 0 0,1 1 0 0 0,-1-1 0 0 0,1 0 0 0 0,-1 0 0 0 0,1 0 0 0 0,0-1 0 0 0,0 1 0 0 0,-1 0 0 0 0,1-1 0 0 0,0 1 0 0 0,0-1 0 0 0,0 0 0 0 0,0 1 0 0 0,0-1 0 0 0,-1 0 0 0 0,1 0 0 0 0,0 0 0 0 0,0 0 0 0 0,3-1 0 0 0,4-1 164 0 0,0-1 0 0 0,0 0 0 0 0,-1 0 0 0 0,1 0 1 0 0,-1-1-1 0 0,0-1 0 0 0,0 1 0 0 0,13-11 0 0 0,56-51 933 0 0,-69 59-1016 0 0,41-40 107 0 0,-2-3 0 0 0,-3-1 0 0 0,-1-3-1 0 0,-3-1 1 0 0,39-72 0 0 0,-72 116-339 0 0,-2 0 0 0 0,1 0 1 0 0,-2 0-1 0 0,1 0 0 0 0,-2-1 0 0 0,5-22 1 0 0,-7 34 73 0 0,-1-1 0 0 0,0 0 1 0 0,0 1-1 0 0,0-1 1 0 0,0 1-1 0 0,0-1 0 0 0,0 0 1 0 0,0 1-1 0 0,0-1 1 0 0,0 1-1 0 0,0-1 1 0 0,0 0-1 0 0,0 1 0 0 0,0-1 1 0 0,-1 1-1 0 0,1-1 1 0 0,0 1-1 0 0,0-1 0 0 0,-1 1 1 0 0,1-1-1 0 0,0 1 1 0 0,-1-1-1 0 0,1 1 1 0 0,-1-2-1 0 0,0 2-12 0 0,1 0 0 0 0,-1 0 0 0 0,1 0-1 0 0,-1 0 1 0 0,1 0 0 0 0,-1 0 0 0 0,0 0 0 0 0,1 1 0 0 0,-1-1 0 0 0,1 0-1 0 0,-1 0 1 0 0,1 0 0 0 0,-1 0 0 0 0,1 1 0 0 0,-1-1 0 0 0,1 0 0 0 0,-1 0-1 0 0,1 1 1 0 0,-2 0 0 0 0,-20 22-1383 0 0,19-19 1195 0 0,1 1 0 0 0,-1 0 0 0 0,1 1-1 0 0,0-1 1 0 0,1 0 0 0 0,-1 1 0 0 0,1-1 0 0 0,0 1-1 0 0,0-1 1 0 0,1 1 0 0 0,0 10 0 0 0,2 2-3443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7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430 55 3679 0 0,'13'-9'-355'0'0,"1"-1"1030"0"0,0 2-1 0 0,21-11 0 0 0,-33 18-469 0 0,1-1 0 0 0,0 1 0 0 0,0 0 0 0 0,0 0 0 0 0,0 0 0 0 0,0 1 0 0 0,0-1 0 0 0,0 1 0 0 0,0-1 0 0 0,0 1 0 0 0,0 0 0 0 0,0 0 0 0 0,0 0 0 0 0,0 1 0 0 0,0-1 0 0 0,0 1 0 0 0,0 0 0 0 0,0 0 0 0 0,5 2 0 0 0,-7-2-167 0 0,0-1 1 0 0,0 1-1 0 0,0 0 0 0 0,-1 0 0 0 0,1 0 0 0 0,0 0 0 0 0,0 0 0 0 0,-1 0 0 0 0,1 1 0 0 0,0-1 0 0 0,-1 0 0 0 0,1 0 0 0 0,-1 0 1 0 0,0 1-1 0 0,1-1 0 0 0,-1 0 0 0 0,0 0 0 0 0,0 1 0 0 0,0-1 0 0 0,0 0 0 0 0,0 0 0 0 0,0 1 0 0 0,0-1 0 0 0,0 0 1 0 0,0 1-1 0 0,-1-1 0 0 0,0 2 0 0 0,-13 37 316 0 0,13-38-312 0 0,-25 51 499 0 0,-52 78 1 0 0,-45 44 506 0 0,8-12 93 0 0,54-70-648 0 0,-83 170-1 0 0,141-257-510 0 0,1-2-70 0 0,0 1 0 0 0,0-1 0 0 0,1 1 0 0 0,-1-1 0 0 0,1 1 0 0 0,0 0 0 0 0,-1 8 0 0 0,2-13 68 0 0,0 0 0 0 0,0 0 1 0 0,0-1-1 0 0,0 1 0 0 0,0 0 0 0 0,0 0 1 0 0,0 0-1 0 0,0 0 0 0 0,1-1 1 0 0,-1 1-1 0 0,0 0 0 0 0,0 0 1 0 0,0 0-1 0 0,0 0 0 0 0,0 0 1 0 0,1-1-1 0 0,-1 1 0 0 0,0 0 0 0 0,0 0 1 0 0,0 0-1 0 0,0 0 0 0 0,1 0 1 0 0,-1 0-1 0 0,0 0 0 0 0,0 0 1 0 0,0 0-1 0 0,1 0 0 0 0,-1 0 0 0 0,0 0 1 0 0,0 0-1 0 0,0 0 0 0 0,1 0 1 0 0,-1 0-1 0 0,0 0 0 0 0,0 0 1 0 0,0 0-1 0 0,1 0 0 0 0,-1 0 1 0 0,0 0-1 0 0,0 0 0 0 0,0 0 0 0 0,1 0 1 0 0,-1 0-1 0 0,0 1 0 0 0,0-1 1 0 0,0 0-1 0 0,0 0 0 0 0,0 0 1 0 0,1 0-1 0 0,-1 0 0 0 0,0 0 0 0 0,0 1 1 0 0,0-1-1 0 0,0 0 0 0 0,0 0 1 0 0,0 0-1 0 0,0 1 0 0 0,0-1 1 0 0,1 0-1 0 0,-1 0 0 0 0,0 0 1 0 0,0 0-1 0 0,0 1 0 0 0,0-1 0 0 0,0 0 1 0 0,0 0-1 0 0,0 1 0 0 0,11-15-814 0 0,3-9-439 0 0,20-47 0 0 0,-27 55 947 0 0,10-23-442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3:27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7367 0 0,'-1'1'126'0'0,"0"-1"-1"0"0,0 1 0 0 0,0 0 0 0 0,0-1 0 0 0,1 1 1 0 0,-1 0-1 0 0,0-1 0 0 0,0 1 0 0 0,1 0 1 0 0,-1 0-1 0 0,0 0 0 0 0,1 0 0 0 0,-1-1 0 0 0,1 1 1 0 0,-1 0-1 0 0,1 0 0 0 0,0 0 0 0 0,-1 0 0 0 0,1 0 1 0 0,0 0-1 0 0,-1 1 0 0 0,1-1 0 0 0,0 0 1 0 0,0 0-1 0 0,0 0 0 0 0,0 0 0 0 0,0 1 0 0 0,5 37 2152 0 0,-2-27-2310 0 0,-3-2 201 0 0,10 32 1125 0 0,9 43-760 0 0,-10-48 3 0 0,18 59 322 0 0,-22-77-758 0 0,-1-1 60 0 0,2-1 1 0 0,10 24-1 0 0,15 33 75 0 0,-18-47-165 0 0,23 35 1 0 0,-30-52-256 0 0,2 0 0 0 0,-1-1 1 0 0,1 1-1 0 0,1-2 0 0 0,0 1 0 0 0,15 10 1 0 0,6 0-1138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05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125 461 4543 0 0,'-4'4'305'0'0,"-1"-1"-1"0"0,1 0 0 0 0,-1 0 0 0 0,0 0 0 0 0,-6 3 0 0 0,-20 13 1655 0 0,25-14-1527 0 0,0 1 0 0 0,-1-1 0 0 0,1 0 0 0 0,-1-1 0 0 0,0 0 0 0 0,-13 6 0 0 0,67-34 3570 0 0,-6 2-3708 0 0,288-176 1916 0 0,-270 159-1430 0 0,-34 23-793 0 0,55-36-779 0 0,110-93-1 0 0,-182 138 793 0 0,-3 3 0 0 0,0 0 0 0 0,-1-1 0 0 0,1 0 0 0 0,-1 0 0 0 0,8-10 0 0 0,-32 28-1241 0 0,1 9-952 0 0,8-11 283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06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14 7831 0 0,'-5'-8'332'0'0,"0"2"496"0"0,4 15 1414 0 0,33 647 15 0 0,-34 1-1322 0 0,0-409-377 0 0,25 420-256 0 0,-16-627-440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07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42 232 10135 0 0,'-7'-6'274'0'0,"-1"1"0"0"0,0 0 0 0 0,-10-4 0 0 0,30 25 958 0 0,-4-12-1238 0 0,0 0 0 0 0,0-1-1 0 0,0 0 1 0 0,1 0 0 0 0,-1 0 0 0 0,1-1-1 0 0,-1-1 1 0 0,1 1 0 0 0,0-1-1 0 0,17-1 1 0 0,8-1-30 0 0,50-9 1 0 0,-68 7 37 0 0,281-44 383 0 0,262-32 176 0 0,216 36-14 0 0,2 43-142 0 0,1058-49 70 0 0,-1307 32 866 0 0,1 36-114 0 0,158 49-678 0 0,-673-66-548 0 0,38 4 24 0 0,0-2 1 0 0,59-3 0 0 0,-111-1-25 0 0,0 0 0 0 0,0 0 0 0 0,0 0 0 0 0,1 0 0 0 0,-1 0 0 0 0,0 0 0 0 0,0 0 0 0 0,0 0 0 0 0,0 0 1 0 0,0 0-1 0 0,1 0 0 0 0,-1 0 0 0 0,0 0 0 0 0,0 0 0 0 0,0 0 0 0 0,0 0 0 0 0,0 0 0 0 0,0 0 1 0 0,1 0-1 0 0,-1 0 0 0 0,0 0 0 0 0,0 0 0 0 0,0-1 0 0 0,0 1 0 0 0,0 0 0 0 0,0 0 0 0 0,0 0 0 0 0,1 0 1 0 0,-1 0-1 0 0,0 0 0 0 0,0 0 0 0 0,0 0 0 0 0,0-1 0 0 0,0 1 0 0 0,0 0 0 0 0,0 0 0 0 0,0 0 0 0 0,0 0 1 0 0,0 0-1 0 0,0 0 0 0 0,0-1 0 0 0,0 1 0 0 0,0 0 0 0 0,0 0 0 0 0,0 0 0 0 0,0 0 0 0 0,0 0 1 0 0,0 0-1 0 0,0-1 0 0 0,0 1 0 0 0,0 0 0 0 0,0 0 0 0 0,0 0 0 0 0,0 0 0 0 0,0 0 0 0 0,0 0 0 0 0,0-1 1 0 0,0 1-1 0 0,0 0 0 0 0,0 0 0 0 0,-1 0 0 0 0,1 0 0 0 0,0 0 0 0 0,0 0 0 0 0,0 0 0 0 0,0 0 0 0 0,0-1 1 0 0,0 1-1 0 0,-15-11-220 0 0,-21-10-2489 0 0,23 14 1337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08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22 155 11023 0 0,'-1'0'59'0'0,"0"0"0"0"0,0 0-1 0 0,-1 0 1 0 0,1 0 0 0 0,0 0-1 0 0,0 0 1 0 0,0 1 0 0 0,0-1-1 0 0,-1 0 1 0 0,1 1 0 0 0,0-1-1 0 0,0 1 1 0 0,0-1 0 0 0,0 1-1 0 0,0-1 1 0 0,0 1 0 0 0,0 0-1 0 0,-1 1 1 0 0,2-2-49 0 0,0 1 0 0 0,0-1 0 0 0,0 1 0 0 0,1 0 1 0 0,-1-1-1 0 0,0 1 0 0 0,0-1 0 0 0,0 1 0 0 0,1-1 0 0 0,-1 1 0 0 0,0-1 0 0 0,0 1 0 0 0,1-1 1 0 0,-1 1-1 0 0,0-1 0 0 0,1 0 0 0 0,-1 1 0 0 0,1-1 0 0 0,-1 0 0 0 0,1 1 0 0 0,-1-1 1 0 0,1 0-1 0 0,-1 1 0 0 0,1-1 0 0 0,0 1 0 0 0,44 20 104 0 0,-13-11 38 0 0,0 0 0 0 0,0-2 0 0 0,62 7 0 0 0,104-5 520 0 0,474-33 2204 0 0,-392 7-2266 0 0,870-83 351 0 0,-280 16-172 0 0,701 56-333 0 0,-365 117-82 0 0,-882-71 1146 0 0,-311-51-5762 0 0,-7 23 3030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09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23 14079 0 0,'1'0'19'0'0,"-1"0"-1"0"0,0-1 1 0 0,0 1-1 0 0,0 0 0 0 0,1 0 1 0 0,-1-1-1 0 0,0 1 1 0 0,0 0-1 0 0,0 0 1 0 0,0-1-1 0 0,0 1 0 0 0,1 0 1 0 0,-1 0-1 0 0,0-1 1 0 0,0 1-1 0 0,0 0 1 0 0,0-1-1 0 0,0 1 0 0 0,0 0 1 0 0,0-1-1 0 0,0 1 1 0 0,0 0-1 0 0,0-1 1 0 0,0 1-1 0 0,0 0 1 0 0,0-1-1 0 0,0 1 0 0 0,-1 0 1 0 0,1 0-1 0 0,0-1 1 0 0,0 1-1 0 0,0 0 1 0 0,0 0-1 0 0,0-1 0 0 0,-1 1 1 0 0,1 0-1 0 0,0 0 1 0 0,-1-1-1 0 0,-3-11 821 0 0,9 17-296 0 0,1 4-418 0 0,9 33-108 0 0,-5 8-70 0 0,19 236 39 0 0,-33 292 1059 0 0,-37 2 204 0 0,10-170-735 0 0,27-353-503 0 0,0-4 32 0 0,-5 70-59 0 0,7-112-244 0 0,3-17-293 0 0,2-19-394 0 0,0 0 349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09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15 812 8143 0 0,'-14'7'1401'0'0,"17"-16"1014"0"0,21-18-912 0 0,193-232 118 0 0,-34 37-1270 0 0,-141 177-229 0 0,2 1-1 0 0,81-61 1 0 0,-91 79-28 0 0,-14 10-49 0 0,0 1 0 0 0,1 1 0 0 0,36-18 0 0 0,-39 28-38 0 0,-17 4-132 0 0,-1 0 0 0 0,0 0 0 0 0,1 0 0 0 0,-1 0 0 0 0,1 1-1 0 0,-1-1 1 0 0,1 0 0 0 0,-1 0 0 0 0,0 1 0 0 0,1-1 0 0 0,-1 0 0 0 0,1 0 0 0 0,-1 1 0 0 0,0-1 0 0 0,1 0 0 0 0,-1 1 0 0 0,0-1 0 0 0,0 1 0 0 0,1-1 0 0 0,-1 0 0 0 0,0 1 0 0 0,0-1 0 0 0,0 1 0 0 0,1-1 0 0 0,-1 1 0 0 0,0-1 0 0 0,0 0 0 0 0,0 1 0 0 0,0-1 0 0 0,0 1 0 0 0,0-1 0 0 0,0 1 0 0 0,0-1 0 0 0,0 1 0 0 0,0-1 0 0 0,0 1 0 0 0,0 0 0 0 0,-2 12-4749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0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1445 16095 0 0,'0'0'32'0'0,"-1"0"1"0"0,1-1-1 0 0,-1 1 0 0 0,1 0 0 0 0,-1 0 0 0 0,1 0 0 0 0,-1 0 1 0 0,1-1-1 0 0,-1 1 0 0 0,1 0 0 0 0,-1 0 0 0 0,1-1 0 0 0,-1 1 1 0 0,1 0-1 0 0,-1-1 0 0 0,1 1 0 0 0,0-1 0 0 0,-1 1 0 0 0,1 0 1 0 0,0-1-1 0 0,-1 1 0 0 0,1-1 0 0 0,0 1 0 0 0,0-1 1 0 0,-1 1-1 0 0,1-1 0 0 0,0 1 0 0 0,0-2 0 0 0,2-19 551 0 0,19-26-250 0 0,-17 38-392 0 0,511-959-651 0 0,-342 722 1212 0 0,-107 159 132 0 0,-46 52-3443 0 0,-12 15-2926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0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0 16039 0 0,'-3'1'37'0'0,"1"0"0"0"0,-1 0 0 0 0,1 1 1 0 0,0-1-1 0 0,0 1 0 0 0,0-1 0 0 0,-1 1 0 0 0,1 0 0 0 0,1-1 0 0 0,-1 1 0 0 0,0 0 0 0 0,0 0 0 0 0,1 0 0 0 0,-1 1 0 0 0,1-1 0 0 0,0 0 0 0 0,-1 1 1 0 0,1-1-1 0 0,0 0 0 0 0,1 1 0 0 0,-1-1 0 0 0,-1 5 0 0 0,0 7 160 0 0,0 1 0 0 0,0-1-1 0 0,1 17 1 0 0,0-4-101 0 0,-47 1227-176 0 0,65-715-486 0 0,-3-320-5157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1 317 8695 0 0,'1'-3'68'0'0,"1"0"0"0"0,-1 0 0 0 0,1 1 0 0 0,0-1 0 0 0,0 0 0 0 0,0 1 0 0 0,0-1 0 0 0,1 1 0 0 0,-1-1 0 0 0,1 1 0 0 0,0 0 0 0 0,-1 0 0 0 0,1 0 0 0 0,0 1 0 0 0,0-1-1 0 0,5-1 1 0 0,6-2-35 0 0,0 0-1 0 0,23-4 0 0 0,-13 3 76 0 0,65-15 55 0 0,117-12 0 0 0,94 11 103 0 0,362 38 403 0 0,-416-2-575 0 0,855-19 3211 0 0,-212-11-2989 0 0,342 8 147 0 0,-582-69 191 0 0,42-3-496 0 0,-584 71-95 0 0,-52 3 123 0 0,-1 3 0 0 0,77 4 0 0 0,-107 4 5 0 0,-16-2-52 0 0,-14-2 190 0 0,6-1-305 0 0,0 0 0 0 0,0 0-1 0 0,-1 0 1 0 0,1 0 0 0 0,0 0 0 0 0,-1 0-1 0 0,1 0 1 0 0,0 0 0 0 0,0 0 0 0 0,-1 0 0 0 0,1 0-1 0 0,0-1 1 0 0,0 1 0 0 0,-1 0 0 0 0,1 0 0 0 0,0 0-1 0 0,0 0 1 0 0,0-1 0 0 0,-1 1 0 0 0,1 0 0 0 0,0 0-1 0 0,0 0 1 0 0,0-1 0 0 0,0 1 0 0 0,-1 0 0 0 0,1 0-1 0 0,0-1 1 0 0,0 1 0 0 0,0 0 0 0 0,0 0 0 0 0,0-1-1 0 0,0 1 1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49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229 154 3391 0 0,'36'-77'1436'0'0,"-2"0"4520"0"0,-54 105-5121 0 0,-16 11 28 0 0,-49 41 0 0 0,48-48-160 0 0,-58 67 1 0 0,76-71-480 0 0,19-27-234 0 0,-1 0 0 0 0,0 0 0 0 0,0 1 1 0 0,1-1-1 0 0,-1 0 0 0 0,1 0 0 0 0,-1 1 1 0 0,1-1-1 0 0,-1 1 0 0 0,1-1 0 0 0,0 0 1 0 0,0 1-1 0 0,-1-1 0 0 0,1 1 0 0 0,0-1 1 0 0,1 1-1 0 0,-1-1 0 0 0,0 0 0 0 0,0 1 1 0 0,1 1-1 0 0,10 1-1463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1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13 10423 0 0,'-4'-12'1471'0'0,"3"15"-423"0"0,5 28 128 0 0,-1-9-719 0 0,-2 26-86 0 0,-2 0 0 0 0,-15 87 0 0 0,8-77-27 0 0,-1 71-1 0 0,8-117-425 0 0,3 23-554 0 0,-2-35 560 0 0,1 1 0 0 0,-1-1 0 0 0,0 0 0 0 0,0 0 1 0 0,0 0-1 0 0,1 0 0 0 0,-1 0 0 0 0,0 0 0 0 0,0 0 0 0 0,0 0 1 0 0,1 0-1 0 0,-1 0 0 0 0,0 0 0 0 0,0-1 0 0 0,0 1 1 0 0,0 0-1 0 0,1 0 0 0 0,-1 0 0 0 0,0 0 0 0 0,2-4-1668 0 0,-1 3 1506 0 0,3-4-625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1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3 7279 0 0,'-1'0'106'0'0,"0"-1"0"0"0,1 1 0 0 0,-1 0-1 0 0,1 0 1 0 0,-1-1 0 0 0,0 1 0 0 0,1 0 0 0 0,-1 0-1 0 0,0 0 1 0 0,1 0 0 0 0,-1-1 0 0 0,0 1-1 0 0,0 0 1 0 0,1 0 0 0 0,-1 0 0 0 0,0 1 0 0 0,1-1-1 0 0,-1 0 1 0 0,0 0 0 0 0,1 0 0 0 0,-1 0-1 0 0,0 1 1 0 0,1-1 0 0 0,-1 0 0 0 0,0 1-1 0 0,1-1 1 0 0,-1 0 0 0 0,1 1 0 0 0,-1-1 0 0 0,1 1-1 0 0,-2 0 1 0 0,2 1 103 0 0,0 1-1 0 0,0-1 0 0 0,0 0 1 0 0,0 0-1 0 0,1 1 0 0 0,-1-1 1 0 0,0 0-1 0 0,1 0 1 0 0,0 3-1 0 0,0-2-434 0 0,14 74 577 0 0,-4 1 0 0 0,2 131 0 0 0,2-21-407 0 0,-15-183-632 0 0,-2-11-1580 0 0,1 1 90 0 0,-1-4-1448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2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94 3679 0 0,'-4'-13'-65'0'0,"2"10"941"0"0,1-1 1 0 0,0 1-1 0 0,0-1 0 0 0,0 0 1 0 0,0 0-1 0 0,0 1 0 0 0,0-9 1 0 0,1 12-700 0 0,1-1 0 0 0,-1 0 0 0 0,0 0 0 0 0,0 0 0 0 0,1 0 0 0 0,-1 0 0 0 0,0 1 0 0 0,1-1 0 0 0,-1 0 0 0 0,1 0 1 0 0,-1 0-1 0 0,1 1 0 0 0,-1-1 0 0 0,1 0 0 0 0,-1 1 0 0 0,1-1 0 0 0,0 1 0 0 0,0-1 0 0 0,1 0 0 0 0,16-5-689 0 0,66-4 1629 0 0,104 1-1 0 0,-129 7-800 0 0,-43 2-289 0 0,-8-1-14 0 0,0 0 1 0 0,0 1 0 0 0,0 1-1 0 0,0-1 1 0 0,13 4-1 0 0,-21-4-14 0 0,0 0 0 0 0,1 0-1 0 0,-1 1 1 0 0,0-1 0 0 0,0 0 0 0 0,0 0-1 0 0,0 0 1 0 0,0 1 0 0 0,0-1 0 0 0,0 0-1 0 0,0 0 1 0 0,1 0 0 0 0,-1 1 0 0 0,0-1-1 0 0,0 0 1 0 0,0 0 0 0 0,0 1 0 0 0,0-1-1 0 0,0 0 1 0 0,0 0 0 0 0,0 1 0 0 0,0-1-1 0 0,-1 0 1 0 0,1 0 0 0 0,0 0-1 0 0,0 1 1 0 0,0-1 0 0 0,0 0 0 0 0,0 0-1 0 0,0 0 1 0 0,0 1 0 0 0,0-1 0 0 0,-1 0-1 0 0,1 0 1 0 0,0 0 0 0 0,0 1 0 0 0,0-1-1 0 0,0 0 1 0 0,-1 0 0 0 0,1 0 0 0 0,0 0-1 0 0,0 0 1 0 0,0 0 0 0 0,-1 0 0 0 0,1 1-1 0 0,0-1 1 0 0,0 0 0 0 0,-1 0 0 0 0,1 0-1 0 0,-13 9-78 0 0,12-8 71 0 0,-71 40-9 0 0,-7 4 17 0 0,70-39 2 0 0,1 1-1 0 0,-1 0 1 0 0,1 0-1 0 0,0 0 0 0 0,1 1 1 0 0,-8 9-1 0 0,14-15-130 0 0,0 0-1 0 0,0-1 1 0 0,-1 1 0 0 0,1 0-1 0 0,0 0 1 0 0,0 0-1 0 0,1 0 1 0 0,-1 0-1 0 0,0 0 1 0 0,1 0 0 0 0,-1 0-1 0 0,1 0 1 0 0,-1 0-1 0 0,1 0 1 0 0,0 0 0 0 0,0 0-1 0 0,0 0 1 0 0,0 0-1 0 0,0 0 1 0 0,1 1-1 0 0,-1-1 1 0 0,1 0 0 0 0,-1 0-1 0 0,1 0 1 0 0,0 0-1 0 0,0 0 1 0 0,0-1 0 0 0,0 1-1 0 0,0 0 1 0 0,0 0-1 0 0,0 0 1 0 0,1-1-1 0 0,-1 1 1 0 0,1-1 0 0 0,-1 1-1 0 0,1-1 1 0 0,1 2-1 0 0,9 2-4689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2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11663 0 0,'1'-6'202'0'0,"-1"5"-114"0"0,0 0-1 0 0,0-1 1 0 0,1 1-1 0 0,-1 0 1 0 0,0-1-1 0 0,1 1 1 0 0,-1 0 0 0 0,1 0-1 0 0,-1-1 1 0 0,1 1-1 0 0,0 0 1 0 0,0 0-1 0 0,-1 0 1 0 0,1 0-1 0 0,0 0 1 0 0,0 0 0 0 0,0 0-1 0 0,1-1 1 0 0,1 0 247 0 0,-1 0 1 0 0,1 0 0 0 0,0 0-1 0 0,-1 0 1 0 0,1 1-1 0 0,0-1 1 0 0,4 0 0 0 0,-6 1-326 0 0,0 1-1 0 0,-1 0 1 0 0,1 0 0 0 0,0 0 0 0 0,-1 0-1 0 0,1 0 1 0 0,0 0 0 0 0,0 0 0 0 0,-1 0 0 0 0,1 0-1 0 0,0 0 1 0 0,0 0 0 0 0,-1 0 0 0 0,1 1 0 0 0,0-1-1 0 0,-1 0 1 0 0,1 1 0 0 0,0-1 0 0 0,-1 0 0 0 0,1 1-1 0 0,0-1 1 0 0,-1 1 0 0 0,1-1 0 0 0,-1 1 0 0 0,1-1-1 0 0,-1 1 1 0 0,1-1 0 0 0,-1 1 0 0 0,1 0 0 0 0,-1-1-1 0 0,0 1 1 0 0,1-1 0 0 0,-1 1 0 0 0,0 0-1 0 0,0 0 1 0 0,1-1 0 0 0,-1 1 0 0 0,0 0 0 0 0,0-1-1 0 0,0 2 1 0 0,1 0-105 0 0,-1-1 0 0 0,0 1-1 0 0,0-1 1 0 0,0 1 0 0 0,0-1-1 0 0,0 0 1 0 0,0 1 0 0 0,0-1-1 0 0,-1 1 1 0 0,1-1 0 0 0,0 1 0 0 0,-2 2-1 0 0,-5 8-4658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2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68 2759 0 0,'-8'-2'2745'0'0,"1"-1"-1"0"0,-1 0 0 0 0,-12-6 0 0 0,19 9-2623 0 0,0 0 0 0 0,0-1 0 0 0,-1 0 0 0 0,1 1 0 0 0,0-1-1 0 0,0 0 1 0 0,0 1 0 0 0,0-1 0 0 0,0 0 0 0 0,0 0-1 0 0,0 0 1 0 0,0 0 0 0 0,0 0 0 0 0,1 0 0 0 0,-1 0-1 0 0,0 0 1 0 0,0 0 0 0 0,1 0 0 0 0,-1 0 0 0 0,1-1-1 0 0,-1 1 1 0 0,1 0 0 0 0,0 0 0 0 0,-1-1 0 0 0,1 1 0 0 0,0 0-1 0 0,0-1 1 0 0,0 1 0 0 0,0 0 0 0 0,0 0 0 0 0,0-1-1 0 0,1-1 1 0 0,-1 2-240 0 0,1 0 0 0 0,0 0 0 0 0,-1 0 0 0 0,1 0 0 0 0,0 0-1 0 0,0 1 1 0 0,0-1 0 0 0,0 0 0 0 0,0 0 0 0 0,0 0 0 0 0,0 1 0 0 0,0-1 0 0 0,0 1 0 0 0,0-1-1 0 0,0 1 1 0 0,2-1 0 0 0,-3 1 28 0 0,5-3-1109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3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7055 0 0,'-4'5'228'0'0,"-1"1"0"0"0,1 0 0 0 0,-7 12 0 0 0,9-13-239 0 0,-1 0 0 0 0,0 0 0 0 0,0 0 0 0 0,0-1 0 0 0,-1 0 0 0 0,1 1 1 0 0,-1-1-1 0 0,-6 4 0 0 0,-6-3-675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5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48 4719 0 0,'-2'-1'97'0'0,"0"0"0"0"0,0 0-1 0 0,1 0 1 0 0,-1 0 0 0 0,0 0 0 0 0,1 0-1 0 0,-1 0 1 0 0,1 0 0 0 0,0-1-1 0 0,-1 1 1 0 0,1-1 0 0 0,0 1-1 0 0,0-1 1 0 0,0 1 0 0 0,0-1-1 0 0,0 0 1 0 0,0 0 0 0 0,0 1-1 0 0,0-1 1 0 0,1 0 0 0 0,-1 0 0 0 0,1 0-1 0 0,0 0 1 0 0,-1 0 0 0 0,1 0-1 0 0,0 1 1 0 0,0-1 0 0 0,0-3-1 0 0,-20 36 2538 0 0,9-14-2489 0 0,-22 26 1 0 0,22-30-952 0 0,0 0 0 0 0,1 1 1 0 0,-8 16-1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8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5 6911 0 0,'0'-1'125'0'0,"-1"1"1"0"0,1-1-1 0 0,0 1 0 0 0,-1 0 0 0 0,1-1 0 0 0,-1 1 0 0 0,1 0 0 0 0,-1 0 0 0 0,1-1 0 0 0,-1 1 0 0 0,1 0 0 0 0,-1 0 0 0 0,1 0 1 0 0,-1-1-1 0 0,1 1 0 0 0,-1 0 0 0 0,1 0 0 0 0,-1 0 0 0 0,1 0 0 0 0,-1 0 0 0 0,1 0 0 0 0,-1 0 0 0 0,1 0 0 0 0,-1 0 0 0 0,1 0 0 0 0,-1 1 1 0 0,1-1-1 0 0,-1 0 0 0 0,1 0 0 0 0,-1 0 0 0 0,1 1 0 0 0,-2-1 0 0 0,5 17 2649 0 0,0-2-3024 0 0,2 32 337 0 0,-2 0-1 0 0,-3 1 0 0 0,-9 80 0 0 0,5-85-595 0 0,4-25-601 0 0,0-18 1024 0 0,0 0-1 0 0,0 1 1 0 0,0-1-1 0 0,0 1 1 0 0,0-1-1 0 0,0 0 1 0 0,0 1-1 0 0,0-1 1 0 0,0 1-1 0 0,0-1 1 0 0,0 1-1 0 0,0-1 1 0 0,1 0-1 0 0,-1 1 1 0 0,0-1-1 0 0,0 0 1 0 0,0 1-1 0 0,1-1 1 0 0,-1 1-1 0 0,0-1 1 0 0,0 0-1 0 0,1 1 1 0 0,-1-1-1 0 0,0 0 1 0 0,1 0-1 0 0,-1 1 1 0 0,0-1-1 0 0,1 0 1 0 0,-1 0-1 0 0,0 1 1 0 0,1-1-1 0 0,-1 0 1 0 0,0 0-1 0 0,1 0 1 0 0,0 0-1 0 0,2-1-537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9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156 161 7631 0 0,'3'-4'152'0'0,"0"0"0"0"0,-1-1 0 0 0,1 1 0 0 0,-1-1 0 0 0,0 0 1 0 0,-1 0-1 0 0,1 1 0 0 0,-1-1 0 0 0,0 0 0 0 0,0 0 0 0 0,-1 0 0 0 0,1 0 0 0 0,-1 0 0 0 0,0 0 0 0 0,-1 0 0 0 0,1 0 0 0 0,-1-1 0 0 0,0 2 0 0 0,0-1 0 0 0,0 0 0 0 0,-1 0 0 0 0,0 0 0 0 0,-3-6 0 0 0,3 8-131 0 0,1 0 1 0 0,-1 1-1 0 0,0-1 0 0 0,1 1 1 0 0,-1-1-1 0 0,-1 1 0 0 0,1 0 1 0 0,0 0-1 0 0,0 0 0 0 0,-1 0 1 0 0,1 0-1 0 0,-1 0 0 0 0,0 1 1 0 0,1-1-1 0 0,-1 1 0 0 0,-4-2 1 0 0,4 2-50 0 0,-1 1-1 0 0,1 0 1 0 0,0-1 0 0 0,-1 1 0 0 0,1 0-1 0 0,0 1 1 0 0,0-1 0 0 0,-1 0 0 0 0,1 1-1 0 0,0 0 1 0 0,0 0 0 0 0,0 0 0 0 0,0 0-1 0 0,0 0 1 0 0,0 1 0 0 0,0-1 0 0 0,0 1-1 0 0,-4 3 1 0 0,2-2 16 0 0,1 1 0 0 0,-1 0 1 0 0,1 0-1 0 0,-1 0 0 0 0,1 1 0 0 0,1-1 1 0 0,-1 1-1 0 0,1 0 0 0 0,-1 0 0 0 0,1 1 1 0 0,1-1-1 0 0,-1 0 0 0 0,1 1 0 0 0,-3 9 1 0 0,5-12 12 0 0,-1 0 1 0 0,1 0 0 0 0,-1-1 0 0 0,1 1 0 0 0,0 0 0 0 0,0 0 0 0 0,1 0 0 0 0,-1-1-1 0 0,1 1 1 0 0,-1 0 0 0 0,1 0 0 0 0,0-1 0 0 0,0 1 0 0 0,0 0 0 0 0,0-1 0 0 0,0 1-1 0 0,1-1 1 0 0,-1 0 0 0 0,1 1 0 0 0,-1-1 0 0 0,1 0 0 0 0,0 0 0 0 0,0 0 0 0 0,0 0-1 0 0,0 0 1 0 0,1 0 0 0 0,-1-1 0 0 0,0 1 0 0 0,1-1 0 0 0,-1 0 0 0 0,1 1-1 0 0,4 0 1 0 0,3 1 33 0 0,1 0-1 0 0,-1-1 0 0 0,1-1 0 0 0,-1 0 1 0 0,1 0-1 0 0,11-1 0 0 0,-11-1 20 0 0,1 2 0 0 0,-1-1 0 0 0,0 1 0 0 0,1 1 0 0 0,18 5 0 0 0,-27-6-39 0 0,0 1-1 0 0,0-1 0 0 0,-1 1 0 0 0,1-1 1 0 0,0 1-1 0 0,-1 0 0 0 0,1 0 0 0 0,-1 0 1 0 0,1 0-1 0 0,-1 1 0 0 0,0-1 0 0 0,0 0 1 0 0,0 1-1 0 0,-1 0 0 0 0,1-1 0 0 0,0 1 0 0 0,-1 0 1 0 0,0 0-1 0 0,0 0 0 0 0,0 0 0 0 0,0 0 1 0 0,0 0-1 0 0,0 0 0 0 0,0 7 0 0 0,-1 5-235 0 0,1 1 0 0 0,-2 0-1 0 0,0-1 1 0 0,-7 30 0 0 0,7-38-289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9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10079 0 0,'1'-2'30'0'0,"-1"1"1"0"0,1-1-1 0 0,-1 0 0 0 0,1 0 0 0 0,-1 0 0 0 0,1 0 0 0 0,0 0 0 0 0,0 1 0 0 0,0-1 0 0 0,0 0 0 0 0,0 1 0 0 0,1-1 0 0 0,-1 1 1 0 0,0-1-1 0 0,1 1 0 0 0,-1 0 0 0 0,1-1 0 0 0,-1 1 0 0 0,1 0 0 0 0,0 0 0 0 0,-1 0 0 0 0,3 0 0 0 0,43-25 550 0 0,15 1-580 0 0,-57 23 0 0 0,1 0 0 0 0,-1 1 0 0 0,1 0 0 0 0,-1 0 0 0 0,1 0 0 0 0,0 1 0 0 0,-1 0 0 0 0,1 0 0 0 0,9 2 0 0 0,-14-2-11 0 0,0 0-1 0 0,0 1 0 0 0,0-1 0 0 0,0 1 1 0 0,0 0-1 0 0,0-1 0 0 0,0 1 0 0 0,0 0 1 0 0,-1 0-1 0 0,1-1 0 0 0,0 1 0 0 0,0 0 1 0 0,-1 0-1 0 0,1 0 0 0 0,-1 0 1 0 0,1 0-1 0 0,-1 0 0 0 0,1 0 0 0 0,-1 0 1 0 0,1 0-1 0 0,-1 0 0 0 0,0 0 0 0 0,0 0 1 0 0,1 0-1 0 0,-1 0 0 0 0,0 0 0 0 0,0 1 1 0 0,0-1-1 0 0,0 0 0 0 0,0 0 1 0 0,-1 2-1 0 0,-7 36-451 0 0,7-36 451 0 0,-8 23 25 0 0,-2 1 0 0 0,-23 41 0 0 0,19-41 208 0 0,2 1-1 0 0,-11 31 0 0 0,23-57-155 0 0,0 1 1 0 0,0 0-1 0 0,1 0 1 0 0,-1 0-1 0 0,1 0 1 0 0,-1 0-1 0 0,1 0 1 0 0,0 0-1 0 0,0 0 1 0 0,0 0-1 0 0,1 0 1 0 0,-1 0 0 0 0,1 0-1 0 0,-1 0 1 0 0,1 0-1 0 0,0 0 1 0 0,0 0-1 0 0,1 0 1 0 0,-1 0-1 0 0,3 3 1 0 0,-2-3-7 0 0,1 0 1 0 0,-1-1 0 0 0,1 0-1 0 0,0 1 1 0 0,0-1-1 0 0,0 0 1 0 0,0-1 0 0 0,0 1-1 0 0,1 0 1 0 0,-1-1 0 0 0,0 0-1 0 0,1 0 1 0 0,-1 0-1 0 0,1 0 1 0 0,-1 0 0 0 0,1-1-1 0 0,3 1 1 0 0,4-1-254 0 0,0 1 1 0 0,-1-2-1 0 0,1 1 1 0 0,-1-2-1 0 0,1 1 1 0 0,-1-1-1 0 0,1-1 1 0 0,-1 0-1 0 0,0 0 1 0 0,0-1-1 0 0,0-1 1 0 0,10-6-1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59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12 12319 0 0,'-5'-4'544'0'0,"-1"1"120"0"0,1 0-536 0 0,2 2-128 0 0,2 1 0 0 0,2 1 312 0 0,-2-1 32 0 0,-2 0 8 0 0,0 2 0 0 0,1-1-256 0 0,-1 0-96 0 0,2 1 64 0 0,-1-1-64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0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43 5983 0 0,'-1'-5'-340'0'0,"2"-17"6359"0"0,-1 21-5855 0 0,0 0 0 0 0,0 1 0 0 0,0-1 0 0 0,1 0-1 0 0,-1 0 1 0 0,0 0 0 0 0,0 1 0 0 0,1-1 0 0 0,-1 0 0 0 0,0 1 0 0 0,1-1 0 0 0,-1 0 0 0 0,0 1 0 0 0,1-1 0 0 0,-1 0 0 0 0,1 1 0 0 0,0-1 0 0 0,-1 1 0 0 0,1-1 0 0 0,-1 1 0 0 0,2-1 0 0 0,-2 1-155 0 0,1 0 1 0 0,-1 0 0 0 0,0 0 0 0 0,1 0 0 0 0,-1 0 0 0 0,0 0-1 0 0,1 1 1 0 0,-1-1 0 0 0,0 0 0 0 0,1 0 0 0 0,-1 0 0 0 0,0 1-1 0 0,0-1 1 0 0,1 0 0 0 0,-1 0 0 0 0,0 1 0 0 0,0-1 0 0 0,1 0-1 0 0,-1 1 1 0 0,0-1 0 0 0,0 0 0 0 0,0 1 0 0 0,0-1 0 0 0,1 0-1 0 0,-1 1 1 0 0,0-1 0 0 0,0 0 0 0 0,0 1 0 0 0,0-1 0 0 0,0 1-1 0 0,0-1 1 0 0,0 1 0 0 0,2 14-36 0 0,-2 10 26 0 0,-2 0 0 0 0,0 0 0 0 0,-9 34 0 0 0,7-39 0 0 0,0-1 0 0 0,1 1 0 0 0,1 0 0 0 0,1 0 0 0 0,1 0 0 0 0,3 25 0 0 0,-3-41-45 0 0,1 0 1 0 0,0 1-1 0 0,1-1 0 0 0,-1 0 0 0 0,1 0 1 0 0,4 7-1 0 0,-6-10-92 0 0,1 0 1 0 0,0 1 0 0 0,0-1-1 0 0,0 0 1 0 0,0 0 0 0 0,0 0-1 0 0,0 0 1 0 0,0 0 0 0 0,1 0-1 0 0,-1 0 1 0 0,0 0 0 0 0,1 0-1 0 0,-1 0 1 0 0,0-1-1 0 0,1 1 1 0 0,-1-1 0 0 0,1 1-1 0 0,-1-1 1 0 0,1 0 0 0 0,-1 1-1 0 0,4-1 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0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28 11807 0 0,'0'-2'45'0'0,"-1"1"-1"0"0,0-1 0 0 0,0 0 0 0 0,0 1 0 0 0,0-1 1 0 0,0 0-1 0 0,-1 1 0 0 0,1-1 0 0 0,0 1 0 0 0,-1 0 1 0 0,1-1-1 0 0,-1 1 0 0 0,1 0 0 0 0,-1 0 0 0 0,0 0 1 0 0,0 0-1 0 0,1 0 0 0 0,-1 0 0 0 0,-3 0 0 0 0,3 1-4 0 0,0 0 0 0 0,0 0 0 0 0,-1 0-1 0 0,1 0 1 0 0,0 0 0 0 0,0 1 0 0 0,0-1 0 0 0,0 1-1 0 0,0 0 1 0 0,0-1 0 0 0,0 1 0 0 0,0 0 0 0 0,0 0-1 0 0,0 0 1 0 0,0 1 0 0 0,0-1 0 0 0,1 0 0 0 0,-3 2-1 0 0,-6 7-103 0 0,0 0 0 0 0,0 1 0 0 0,1 0 0 0 0,0 1 0 0 0,1 0 0 0 0,0 0 0 0 0,1 1 0 0 0,1 0 0 0 0,-8 19 0 0 0,3 1-141 0 0,1 0 0 0 0,-11 61-1 0 0,19-83 231 0 0,1 0-1 0 0,0 0 1 0 0,1 1-1 0 0,0-1 0 0 0,0 0 1 0 0,1 0-1 0 0,1 1 1 0 0,0-1-1 0 0,5 15 0 0 0,-6-22-14 0 0,1-1-1 0 0,-1 1 0 0 0,1 0 1 0 0,0-1-1 0 0,0 1 0 0 0,0-1 1 0 0,1 0-1 0 0,-1 0 0 0 0,1 1 1 0 0,-1-2-1 0 0,1 1 0 0 0,0 0 1 0 0,0-1-1 0 0,1 1 0 0 0,-1-1 1 0 0,0 0-1 0 0,1 0 0 0 0,0 0 1 0 0,-1 0-1 0 0,1-1 0 0 0,0 0 1 0 0,0 1-1 0 0,-1-1 0 0 0,1-1 1 0 0,0 1-1 0 0,0 0 0 0 0,0-1 1 0 0,0 0-1 0 0,6 0 0 0 0,-1-1 33 0 0,-1 0 0 0 0,1-1-1 0 0,-1 1 1 0 0,1-1-1 0 0,-1-1 1 0 0,0 0 0 0 0,9-4-1 0 0,-14 6-3 0 0,-1 0-1 0 0,0 0 0 0 0,1-1 1 0 0,-1 1-1 0 0,0 0 0 0 0,0-1 1 0 0,0 1-1 0 0,0-1 0 0 0,0 0 1 0 0,0 0-1 0 0,-1 1 0 0 0,1-1 1 0 0,0 0-1 0 0,-1-1 0 0 0,0 1 1 0 0,1 0-1 0 0,-1 0 0 0 0,0-1 1 0 0,0 1-1 0 0,0 0 1 0 0,-1-1-1 0 0,1 1 0 0 0,0-1 1 0 0,-1 1-1 0 0,0-1 0 0 0,1 1 1 0 0,-1-1-1 0 0,-1-3 0 0 0,1 5 7 0 0,0-1 0 0 0,0 1-1 0 0,-1-1 1 0 0,1 1 0 0 0,0 0-1 0 0,-1-1 1 0 0,1 1 0 0 0,-1 0-1 0 0,0 0 1 0 0,1-1 0 0 0,-1 1-1 0 0,0 0 1 0 0,0 0 0 0 0,0 0-1 0 0,0 0 1 0 0,0 0 0 0 0,0 0 0 0 0,0 0-1 0 0,0 0 1 0 0,0 0 0 0 0,0 1-1 0 0,-1-1 1 0 0,0 0 0 0 0,-1 0-8 0 0,0 0 1 0 0,1 1-1 0 0,-1-1 1 0 0,0 1-1 0 0,1 0 1 0 0,-1 0-1 0 0,0 0 1 0 0,0 0-1 0 0,1 0 1 0 0,-1 1-1 0 0,-3 0 1 0 0,-2 1-143 0 0,0 1 1 0 0,0 0-1 0 0,1 0 1 0 0,-1 0-1 0 0,1 1 1 0 0,-13 9-1 0 0,11-6-87 0 0,5-5-864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1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116 127 6335 0 0,'1'0'47'0'0,"1"0"0"0"0,-1 0 0 0 0,0-1 0 0 0,0 1 0 0 0,1 0 0 0 0,-1 0 0 0 0,0-1-1 0 0,0 1 1 0 0,0-1 0 0 0,0 1 0 0 0,1-1 0 0 0,-1 0 0 0 0,0 1 0 0 0,0-1 0 0 0,1-1 0 0 0,19-12-11 0 0,-8 5 69 0 0,-5 3 164 0 0,0 1 0 0 0,0-2 1 0 0,11-10-1 0 0,-18 15-38 0 0,1 1 0 0 0,-1-1 1 0 0,1 0-1 0 0,-1 0 0 0 0,0 0 0 0 0,0 0 1 0 0,0 0-1 0 0,0 0 0 0 0,0 0 0 0 0,0 0 1 0 0,0 0-1 0 0,-1-1 0 0 0,1 1 0 0 0,-1 0 1 0 0,0 0-1 0 0,1-1 0 0 0,-1 1 0 0 0,0 0 1 0 0,0-1-1 0 0,-1 1 0 0 0,1-3 0 0 0,-1 4-166 0 0,1 1 0 0 0,-1-1 0 0 0,1 0 0 0 0,-1 0 0 0 0,0 1-1 0 0,1-1 1 0 0,-1 0 0 0 0,0 1 0 0 0,1-1 0 0 0,-1 1 0 0 0,0-1-1 0 0,1 1 1 0 0,-1-1 0 0 0,0 1 0 0 0,0 0 0 0 0,0-1 0 0 0,0 1-1 0 0,1 0 1 0 0,-1-1 0 0 0,0 1 0 0 0,0 0 0 0 0,0 0 0 0 0,0 0-1 0 0,0 0 1 0 0,0 0 0 0 0,0 0 0 0 0,1 0 0 0 0,-1 0 0 0 0,0 0 0 0 0,0 1-1 0 0,0-1 1 0 0,0 0 0 0 0,0 0 0 0 0,0 1 0 0 0,-1 0 0 0 0,-32 13 60 0 0,19-6-95 0 0,-62 36-64 0 0,70-40 32 0 0,0 1 0 0 0,0 1 0 0 0,1-1 0 0 0,-1 1 0 0 0,1 0 0 0 0,1 1 0 0 0,-11 13 0 0 0,15-16 5 0 0,-1-1-1 0 0,0 1 1 0 0,1 0-1 0 0,0 0 1 0 0,0-1-1 0 0,0 1 1 0 0,0 0-1 0 0,1 0 1 0 0,-1 0-1 0 0,1 0 1 0 0,0 0-1 0 0,0 0 1 0 0,0 0-1 0 0,1 0 1 0 0,0 0-1 0 0,0 0 1 0 0,0 0-1 0 0,0-1 1 0 0,0 1-1 0 0,1 0 1 0 0,-1-1-1 0 0,1 1 1 0 0,0-1-1 0 0,4 6 1 0 0,6 7 18 0 0,0-1-1 0 0,1-1 1 0 0,27 24 0 0 0,-21-20-15 0 0,-10-10-21 0 0,-1 1-1 0 0,0 0 0 0 0,0 0 1 0 0,0 1-1 0 0,-1 0 0 0 0,-1 0 1 0 0,7 13-1 0 0,-12-20 11 0 0,1 1 0 0 0,-1-1 0 0 0,0 1 0 0 0,0-1 0 0 0,-1 1 0 0 0,1 0 0 0 0,-1-1 0 0 0,1 1-1 0 0,-1 0 1 0 0,-1-1 0 0 0,1 1 0 0 0,0 0 0 0 0,-1-1 0 0 0,0 1 0 0 0,1 0 0 0 0,-1-1 0 0 0,-1 1 0 0 0,1-1 0 0 0,-1 1 0 0 0,1-1 0 0 0,-1 0 0 0 0,0 0 0 0 0,0 0 0 0 0,0 0 0 0 0,-1 0 0 0 0,1 0 0 0 0,-4 3 0 0 0,2-3 11 0 0,1 0 0 0 0,-1 0 0 0 0,0 0 0 0 0,0-1 0 0 0,0 0 0 0 0,0 0 0 0 0,0 0 0 0 0,0 0 0 0 0,0-1 0 0 0,-1 1 0 0 0,1-1 0 0 0,-1 0 0 0 0,-6 0 0 0 0,9 0 18 0 0,1-1 1 0 0,-1 0-1 0 0,0 0 1 0 0,1 0-1 0 0,-1 0 0 0 0,0-1 1 0 0,1 1-1 0 0,-1 0 1 0 0,0-1-1 0 0,1 1 1 0 0,-1-1-1 0 0,1 1 1 0 0,-1-1-1 0 0,1 0 0 0 0,-1 0 1 0 0,1 0-1 0 0,-1 0 1 0 0,1 0-1 0 0,0 0 1 0 0,0 0-1 0 0,-1 0 0 0 0,1 0 1 0 0,0-1-1 0 0,0 1 1 0 0,0 0-1 0 0,0-1 1 0 0,1 1-1 0 0,-1-1 1 0 0,0 1-1 0 0,0-1 0 0 0,1 1 1 0 0,-1-1-1 0 0,1 1 1 0 0,0-1-1 0 0,-1 0 1 0 0,1 1-1 0 0,0-1 0 0 0,0-3 1 0 0,0-1 35 0 0,1-1-1 0 0,0 1 1 0 0,0-1 0 0 0,0 1-1 0 0,1 0 1 0 0,0 0 0 0 0,0-1-1 0 0,1 1 1 0 0,-1 1 0 0 0,1-1-1 0 0,1 0 1 0 0,-1 1 0 0 0,1-1-1 0 0,6-6 1 0 0,8-9-36 0 0,42-36 0 0 0,-56 54-18 0 0,47-38-6 0 0,-37 31 0 0 0,0 0 0 0 0,-1-1 0 0 0,0-1 0 0 0,-1 0 0 0 0,19-23 0 0 0,-23 16-2908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1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18343 0 0,'-7'5'1384'0'0,"7"-3"-864"0"0,2-2-416 0 0,-1 1-104 0 0,0-1 0 0 0,2 1 0 0 0,2 2-128 0 0,1 0-40 0 0,1-2-16 0 0,-1 0 0 0 0,1-1-1528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2.6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61 4143 0 0,'-3'5'506'0'0,"0"0"0"0"0,0 0 0 0 0,0 1 0 0 0,1 0 0 0 0,-1-1 0 0 0,2 1 0 0 0,-1 0 0 0 0,0 0 0 0 0,1 0 0 0 0,-1 10 0 0 0,-1 5-429 0 0,-2-2 95 0 0,-1 11 146 0 0,-6 45 1 0 0,11-67-229 0 0,1-1-1 0 0,0 1 1 0 0,0 0-1 0 0,1-1 0 0 0,0 1 1 0 0,0-1-1 0 0,0 1 1 0 0,1-1-1 0 0,0 0 1 0 0,1 1-1 0 0,5 9 1 0 0,-8-16-58 0 0,0 0 0 0 0,1 0 0 0 0,-1-1 0 0 0,1 1-1 0 0,-1 0 1 0 0,1-1 0 0 0,-1 1 0 0 0,1 0 0 0 0,0-1 0 0 0,-1 1 0 0 0,1-1 0 0 0,0 1 0 0 0,-1-1 0 0 0,1 1 0 0 0,0-1 0 0 0,0 1 0 0 0,-1-1 0 0 0,1 0 0 0 0,0 1 0 0 0,0-1 0 0 0,0 0 0 0 0,-1 0 0 0 0,1 0 0 0 0,0 0 0 0 0,0 0 0 0 0,2 0 0 0 0,-2 0 20 0 0,1-1 1 0 0,0 1 0 0 0,0-1 0 0 0,0 0-1 0 0,-1 0 1 0 0,1 0 0 0 0,0 0 0 0 0,-1 0-1 0 0,1 0 1 0 0,-1 0 0 0 0,3-3 0 0 0,4-4 154 0 0,-1 0 0 0 0,0-1 1 0 0,7-11-1 0 0,-13 18-162 0 0,10-14 76 0 0,-1-1 0 0 0,-1-1 0 0 0,-1 1 0 0 0,0-1 0 0 0,-1-1-1 0 0,8-33 1 0 0,-14 45-90 0 0,1 0-1 0 0,-1 1 1 0 0,-1-1-1 0 0,1 0 0 0 0,-1 1 1 0 0,-1-1-1 0 0,1 0 1 0 0,-1 1-1 0 0,0-1 0 0 0,0 1 1 0 0,-1-1-1 0 0,0 1 1 0 0,0-1-1 0 0,-1 1 1 0 0,0 0-1 0 0,0 0 0 0 0,0 0 1 0 0,0 1-1 0 0,-1-1 1 0 0,0 1-1 0 0,-1 0 0 0 0,1 0 1 0 0,-8-7-1 0 0,10 10-50 0 0,-1 0-1 0 0,1 1 0 0 0,-1-1 0 0 0,1 0 1 0 0,-1 1-1 0 0,1 0 0 0 0,-1-1 1 0 0,0 1-1 0 0,0 0 0 0 0,0 1 0 0 0,0-1 1 0 0,0 0-1 0 0,0 1 0 0 0,0-1 1 0 0,0 1-1 0 0,0 0 0 0 0,0 0 1 0 0,-4 1-1 0 0,3 0-59 0 0,0 0 0 0 0,0 1 0 0 0,0-1 0 0 0,0 1 0 0 0,0 0 0 0 0,0 0 0 0 0,0 0 1 0 0,0 0-1 0 0,1 1 0 0 0,-1-1 0 0 0,-4 6 0 0 0,2-2-72 0 0,1-1-1 0 0,1 1 1 0 0,-1 0-1 0 0,1 0 1 0 0,0 0-1 0 0,0 1 1 0 0,1-1 0 0 0,0 1-1 0 0,0 0 1 0 0,0 0-1 0 0,1 0 1 0 0,0 0-1 0 0,1 0 1 0 0,-2 13 0 0 0,4-2-2822 0 0,3 0-902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2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 15919 0 0,'-5'-2'352'0'0,"1"2"64"0"0,3 2 24 0 0,1-1 8 0 0,0 0-352 0 0,0 2-96 0 0,0 0 0 0 0,-3 1 0 0 0,2 1-152 0 0,-1 3-40 0 0,1 0-16 0 0,-1-1 0 0 0,2-2-1584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15431 0 0,'7'92'1736'0'0,"-10"-11"-1932"0"0,-1 42 3 0 0,10-43-4655 0 0,-1-52-291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4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95 919 0 0,'0'-1'388'0'0,"0"-1"0"0"0,1 0 0 0 0,-1 1 0 0 0,1-1 0 0 0,0 1-1 0 0,-1-1 1 0 0,1 1 0 0 0,0-1 0 0 0,0 1 0 0 0,0 0-1 0 0,0-1 1 0 0,0 1 0 0 0,0 0 0 0 0,3-3 0 0 0,23-18-431 0 0,-14 12 998 0 0,-10 7-704 0 0,0 1 91 0 0,-1 0 0 0 0,0 0 0 0 0,0 0 0 0 0,0 0 0 0 0,0 0 1 0 0,0-1-1 0 0,3-3 0 0 0,-5 5-308 0 0,0 1 0 0 0,0 0-1 0 0,0 0 1 0 0,0-1 0 0 0,0 1 0 0 0,0 0 0 0 0,0-1-1 0 0,0 1 1 0 0,0 0 0 0 0,0 0 0 0 0,0-1 0 0 0,0 1-1 0 0,0 0 1 0 0,0-1 0 0 0,0 1 0 0 0,0 0 0 0 0,0 0-1 0 0,0-1 1 0 0,-1 1 0 0 0,1 0 0 0 0,0 0 0 0 0,0-1-1 0 0,0 1 1 0 0,0 0 0 0 0,-1 0 0 0 0,1-1 0 0 0,0 1-1 0 0,0 0 1 0 0,-1 0 0 0 0,-15-6 14 0 0,8 5-53 0 0,0 1 0 0 0,0 1 0 0 0,0-1 0 0 0,0 1 0 0 0,1 0-1 0 0,-1 1 1 0 0,0 0 0 0 0,1 0 0 0 0,-1 0 0 0 0,1 1 0 0 0,0 1 0 0 0,-1-1 0 0 0,2 1-1 0 0,-1 0 1 0 0,-9 7 0 0 0,1 1-23 0 0,-1 0 0 0 0,2 1 1 0 0,0 1-1 0 0,0 0 0 0 0,-11 18 0 0 0,17-20 101 0 0,0 0 0 0 0,1 0 1 0 0,1 1-1 0 0,0 0 0 0 0,1 0 0 0 0,0 1 1 0 0,1-1-1 0 0,1 1 0 0 0,0 0 0 0 0,0 0 0 0 0,1 19 1 0 0,1-25-19 0 0,1 0 1 0 0,0 0 0 0 0,0 0 0 0 0,1 0-1 0 0,0 0 1 0 0,1 0 0 0 0,0 0 0 0 0,0-1-1 0 0,0 1 1 0 0,1 0 0 0 0,0-1 0 0 0,1 0-1 0 0,0 0 1 0 0,0 0 0 0 0,0 0 0 0 0,1-1-1 0 0,0 1 1 0 0,0-1 0 0 0,1 0 0 0 0,0-1 0 0 0,7 7-1 0 0,-7-9-26 0 0,-1 0 0 0 0,0 0 0 0 0,1 0 0 0 0,0-1 0 0 0,0 0 0 0 0,0 0 0 0 0,0 0 0 0 0,0-1 0 0 0,0 0 0 0 0,0 0 0 0 0,0 0 0 0 0,1-1 0 0 0,-1 0 0 0 0,0 0 0 0 0,0-1-1 0 0,0 0 1 0 0,11-2 0 0 0,-7 0-183 0 0,0 0 0 0 0,0 0 0 0 0,18-10-1 0 0,-17 6-1145 0 0,0 0 0 0 0,17-13 0 0 0,-17 10-2812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4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43 7775 0 0,'-1'0'60'0'0,"0"1"0"0"0,0-1 0 0 0,0 0 0 0 0,0 1 0 0 0,0-1 0 0 0,0 1 0 0 0,1-1 0 0 0,-1 1 0 0 0,0-1 0 0 0,0 1 0 0 0,1-1 0 0 0,-1 1 0 0 0,0 0 0 0 0,1-1 0 0 0,-1 1 0 0 0,1 0 0 0 0,-1 0 0 0 0,1-1 0 0 0,-1 1 0 0 0,1 0 0 0 0,-1 2 0 0 0,-10 23 744 0 0,8-16-598 0 0,-7 16 475 0 0,-10 46 1 0 0,18-62-598 0 0,0-1 0 0 0,1 1-1 0 0,0 0 1 0 0,0 0 0 0 0,1 0 0 0 0,1 0-1 0 0,-1 0 1 0 0,4 13 0 0 0,-4-22-68 0 0,1 1-1 0 0,-1 0 1 0 0,1 0 0 0 0,-1-1 0 0 0,1 1-1 0 0,0 0 1 0 0,0-1 0 0 0,-1 1-1 0 0,1-1 1 0 0,1 1 0 0 0,-1-1-1 0 0,0 1 1 0 0,0-1 0 0 0,0 0 0 0 0,1 1-1 0 0,-1-1 1 0 0,0 0 0 0 0,1 0-1 0 0,2 2 1 0 0,-2-3 0 0 0,0 1 0 0 0,0-1 0 0 0,-1 0 1 0 0,1 0-1 0 0,0 0 0 0 0,0 0 0 0 0,-1 0 0 0 0,1 0 0 0 0,0 0 0 0 0,0 0 0 0 0,0-1 0 0 0,-1 1 0 0 0,1-1 1 0 0,0 1-1 0 0,-1-1 0 0 0,3-1 0 0 0,3-2 57 0 0,0 0-1 0 0,-1 0 1 0 0,0-1-1 0 0,0 0 1 0 0,0 0 0 0 0,0-1-1 0 0,-1 1 1 0 0,5-7-1 0 0,-3 1 25 0 0,0-1 0 0 0,0 1 0 0 0,-1-1 0 0 0,-1 0 0 0 0,0 0 0 0 0,0-1 0 0 0,-2 1 0 0 0,4-16 0 0 0,-6 22-83 0 0,0 0 0 0 0,0 0-1 0 0,0 0 1 0 0,-1-1 0 0 0,0 1-1 0 0,0 0 1 0 0,0 0 0 0 0,-1 0 0 0 0,0 0-1 0 0,0 0 1 0 0,-1 0 0 0 0,0 0-1 0 0,0 0 1 0 0,0 0 0 0 0,0 0-1 0 0,-1 1 1 0 0,0-1 0 0 0,0 1-1 0 0,-6-7 1 0 0,7 10-16 0 0,0 0 0 0 0,0 0 1 0 0,-1 0-1 0 0,1 1 0 0 0,-1-1 0 0 0,1 0 1 0 0,-1 1-1 0 0,1-1 0 0 0,-1 1 0 0 0,0 0 0 0 0,0 0 1 0 0,0 0-1 0 0,0 0 0 0 0,0 1 0 0 0,0-1 1 0 0,0 1-1 0 0,-4 0 0 0 0,2 0-23 0 0,0 1 1 0 0,-1-1-1 0 0,1 1 1 0 0,0 1-1 0 0,0-1 1 0 0,0 1-1 0 0,0 0 1 0 0,0 0-1 0 0,-6 4 1 0 0,1-1-10 0 0,1 2-1 0 0,0-1 1 0 0,0 1-1 0 0,1 0 1 0 0,0 1-1 0 0,0 0 1 0 0,1 0-1 0 0,0 1 1 0 0,-6 9 0 0 0,11-15-16 0 0,0-1 0 0 0,1 1 1 0 0,-1 0-1 0 0,1 0 1 0 0,-1 0-1 0 0,1 0 0 0 0,0 0 1 0 0,0 1-1 0 0,1-1 1 0 0,-1 0-1 0 0,1 0 0 0 0,0 1 1 0 0,-1-1-1 0 0,1 0 1 0 0,1 0-1 0 0,-1 1 0 0 0,0-1 1 0 0,1 0-1 0 0,0 0 1 0 0,-1 1-1 0 0,1-1 0 0 0,1 0 1 0 0,-1 0-1 0 0,0 0 1 0 0,1 0-1 0 0,-1 0 0 0 0,1-1 1 0 0,0 1-1 0 0,0 0 1 0 0,0-1-1 0 0,0 1 0 0 0,1-1 1 0 0,-1 0-1 0 0,1 0 1 0 0,-1 0-1 0 0,1 0 0 0 0,0 0 1 0 0,0-1-1 0 0,4 3 1 0 0,14 4-4309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5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95 102 10879 0 0,'1'2'164'0'0,"0"1"-1"0"0,0-1 0 0 0,0 1 1 0 0,-1-1-1 0 0,0 1 1 0 0,1-1-1 0 0,-1 1 0 0 0,0 0 1 0 0,0-1-1 0 0,0 1 0 0 0,-1 4 1 0 0,0 4 187 0 0,1 19-78 0 0,-1 0 0 0 0,-1 0 0 0 0,-2-1-1 0 0,-1 1 1 0 0,-2-1 0 0 0,-12 36 0 0 0,18-61-266 0 0,-1 1 0 0 0,-1-1 0 0 0,1 1 1 0 0,-1-1-1 0 0,1 0 0 0 0,-7 7 0 0 0,9-11-4 0 0,-1 1 0 0 0,1-1 0 0 0,-1 0-1 0 0,1 1 1 0 0,-1-1 0 0 0,1 1 0 0 0,-1-1-1 0 0,1 0 1 0 0,-1 1 0 0 0,1-1-1 0 0,-1 0 1 0 0,0 0 0 0 0,1 0 0 0 0,-1 1-1 0 0,0-1 1 0 0,1 0 0 0 0,-1 0 0 0 0,0 0-1 0 0,1 0 1 0 0,-1 0 0 0 0,1 0 0 0 0,-2 0-1 0 0,1-1 2 0 0,0 1 1 0 0,0-1-1 0 0,0 0 0 0 0,0 1 0 0 0,1-1 0 0 0,-1 0 0 0 0,0 0 0 0 0,0 1 0 0 0,0-1 1 0 0,1 0-1 0 0,-1 0 0 0 0,0 0 0 0 0,1 0 0 0 0,-1 0 0 0 0,1 0 0 0 0,-1 0 0 0 0,1 0 0 0 0,-1-1 1 0 0,-1-7 11 0 0,0 1 0 0 0,0 0 0 0 0,0-1 0 0 0,1 1 0 0 0,0-1 0 0 0,1 0 0 0 0,0 1 1 0 0,0-1-1 0 0,3-13 0 0 0,2-4-15 0 0,14-45-1 0 0,-14 55-67 0 0,1 0 0 0 0,14-25 0 0 0,-16 34 43 0 0,0 0 1 0 0,1 0-1 0 0,0 1 1 0 0,0-1-1 0 0,0 1 1 0 0,1 0-1 0 0,10-8 1 0 0,-15 14 19 0 0,0-1-1 0 0,0 0 1 0 0,0 0 0 0 0,0 1-1 0 0,0-1 1 0 0,0 1 0 0 0,0-1 0 0 0,1 1-1 0 0,-1-1 1 0 0,0 1 0 0 0,1 0-1 0 0,-1-1 1 0 0,0 1 0 0 0,0 0 0 0 0,1 0-1 0 0,-1 0 1 0 0,0 0 0 0 0,1 0-1 0 0,-1 0 1 0 0,0 1 0 0 0,1-1-1 0 0,-1 0 1 0 0,0 1 0 0 0,0-1 0 0 0,1 0-1 0 0,-1 1 1 0 0,0 0 0 0 0,0-1-1 0 0,0 1 1 0 0,0 0 0 0 0,0 0-1 0 0,0-1 1 0 0,0 1 0 0 0,0 0 0 0 0,0 0-1 0 0,0 0 1 0 0,0 0 0 0 0,0 0-1 0 0,-1 0 1 0 0,1 1 0 0 0,1 1 0 0 0,2 6 12 0 0,1 0 0 0 0,-2 0 0 0 0,1 1 0 0 0,2 13 0 0 0,-4-16 31 0 0,12 52 167 0 0,-8-31 642 0 0,11 36 0 0 0,-14-57-668 0 0,0 0 0 0 0,0 0 0 0 0,0 0 1 0 0,1 0-1 0 0,0 0 0 0 0,1-1 0 0 0,-1 0 0 0 0,1 0 0 0 0,10 9 1 0 0,-13-12-216 0 0,1-1 0 0 0,0 0 0 0 0,0 0 1 0 0,0 0-1 0 0,0-1 0 0 0,0 1 1 0 0,0-1-1 0 0,1 1 0 0 0,-1-1 0 0 0,0 0 1 0 0,1 0-1 0 0,-1-1 0 0 0,1 1 0 0 0,-1-1 1 0 0,1 0-1 0 0,5 0 0 0 0,-3 0-22 0 0,-1-2 0 0 0,1 1 0 0 0,0 0 0 0 0,-1-1 0 0 0,1 0 0 0 0,-1 0 0 0 0,1-1 0 0 0,-1 0 0 0 0,6-3 0 0 0,4-5 73 0 0,-1 0 1 0 0,0-1-1 0 0,-1-1 0 0 0,0 0 1 0 0,14-20-1 0 0,7-14 106 0 0,51-97 0 0 0,-36 56-467 0 0,-49 87 304 0 0,1 0 0 0 0,-1 0 0 0 0,0 0 0 0 0,1 0 1 0 0,0 0-1 0 0,-1 0 0 0 0,1 0 0 0 0,-1 0 1 0 0,1 0-1 0 0,0 0 0 0 0,0 1 0 0 0,0-1 0 0 0,-1 0 1 0 0,1 0-1 0 0,0 1 0 0 0,0-1 0 0 0,0 1 1 0 0,0-1-1 0 0,0 1 0 0 0,0-1 0 0 0,0 1 0 0 0,0-1 1 0 0,0 1-1 0 0,1 0 0 0 0,-1 0 0 0 0,0 0 1 0 0,0-1-1 0 0,0 1 0 0 0,0 0 0 0 0,0 0 0 0 0,0 1 1 0 0,0-1-1 0 0,1 0 0 0 0,0 1 0 0 0,1 0-16 0 0,-1 1-1 0 0,1 0 0 0 0,-1-1 1 0 0,0 1-1 0 0,1 1 1 0 0,-1-1-1 0 0,0 0 0 0 0,0 0 1 0 0,-1 1-1 0 0,1-1 1 0 0,2 6-1 0 0,6 11 152 0 0,-1 1-1 0 0,0 0 1 0 0,9 37 0 0 0,9 68-1270 0 0,-19-80-2111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5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0 200 6911 0 0,'7'-6'638'0'0,"-1"1"0"0"0,1 0 0 0 0,0 0 0 0 0,1 1 0 0 0,-1 0 0 0 0,1 0-1 0 0,-1 1 1 0 0,11-3 0 0 0,65-15-17 0 0,-71 19-606 0 0,0 0 1 0 0,0 1-1 0 0,-1 1 1 0 0,1 0-1 0 0,0 0 1 0 0,0 1 0 0 0,-1 1-1 0 0,1 0 1 0 0,0 1-1 0 0,-1 0 1 0 0,0 0-1 0 0,16 8 1 0 0,-21-8-11 0 0,-1-1 0 0 0,1 2 0 0 0,-1-1 0 0 0,0 0 0 0 0,0 1 0 0 0,0 0 0 0 0,0 0 0 0 0,-1 1 0 0 0,0-1 0 0 0,0 1 0 0 0,0 0 0 0 0,0 0 0 0 0,-1 0 0 0 0,0 1 0 0 0,0-1 0 0 0,0 1 0 0 0,0 0-1 0 0,-1 0 1 0 0,0 0 0 0 0,-1 0 0 0 0,1 0 0 0 0,-1 0 0 0 0,0 0 0 0 0,0 12 0 0 0,-2-5 14 0 0,-1 1 0 0 0,-5 24 0 0 0,4-27-4 0 0,1-1 0 0 0,0 1 0 0 0,1-1 0 0 0,0 1 0 0 0,1 12 0 0 0,0-23-12 0 0,0 1 0 0 0,0-1 1 0 0,0 1-1 0 0,0-1 0 0 0,0 0 0 0 0,0 1 0 0 0,0-1 0 0 0,0 0 1 0 0,0 1-1 0 0,0-1 0 0 0,0 1 0 0 0,0-1 0 0 0,0 0 1 0 0,1 1-1 0 0,-1-1 0 0 0,0 0 0 0 0,0 1 0 0 0,0-1 1 0 0,1 0-1 0 0,-1 1 0 0 0,0-1 0 0 0,0 0 0 0 0,1 0 1 0 0,-1 1-1 0 0,0-1 0 0 0,0 0 0 0 0,1 0 0 0 0,-1 1 1 0 0,0-1-1 0 0,1 0 0 0 0,-1 0 0 0 0,0 0 0 0 0,1 0 0 0 0,-1 0 1 0 0,1 1-1 0 0,-1-1 0 0 0,0 0 0 0 0,1 0 0 0 0,-1 0 1 0 0,0 0-1 0 0,1 0 0 0 0,-1 0 0 0 0,1 0 0 0 0,-1 0 1 0 0,0 0-1 0 0,1 0 0 0 0,-1-1 0 0 0,0 1 0 0 0,1 0 1 0 0,-1 0-1 0 0,0 0 0 0 0,1 0 0 0 0,-1-1 0 0 0,0 1 1 0 0,1 0-1 0 0,-1 0 0 0 0,0 0 0 0 0,1-1 0 0 0,-1 1 0 0 0,0 0 1 0 0,0-1-1 0 0,1 1 0 0 0,-1-1 0 0 0,21-20 207 0 0,-19 18-179 0 0,35-44 208 0 0,57-98-1 0 0,-63 92-40 0 0,63-80-1 0 0,-91 128-182 0 0,1 1-1 0 0,0 0 1 0 0,0 0-1 0 0,1 0 1 0 0,8-6-1 0 0,-12 10-11 0 0,0-1 0 0 0,-1 1 1 0 0,1 0-1 0 0,0-1 0 0 0,0 1 0 0 0,-1 0 0 0 0,1-1 0 0 0,0 1 0 0 0,0 0 0 0 0,0 0 0 0 0,-1 0 0 0 0,1 0 0 0 0,0 0 0 0 0,0 0 0 0 0,0 0 1 0 0,0 0-1 0 0,-1 0 0 0 0,1 0 0 0 0,0 0 0 0 0,0 0 0 0 0,0 1 0 0 0,-1-1 0 0 0,1 0 0 0 0,0 1 0 0 0,0-1 0 0 0,-1 0 0 0 0,1 1 0 0 0,0-1 1 0 0,-1 1-1 0 0,1-1 0 0 0,-1 1 0 0 0,1 0 0 0 0,0-1 0 0 0,-1 1 0 0 0,1-1 0 0 0,-1 1 0 0 0,1 0 0 0 0,-1 0 0 0 0,0-1 0 0 0,1 1 0 0 0,-1 0 1 0 0,0 0-1 0 0,0-1 0 0 0,1 1 0 0 0,-1 0 0 0 0,0 0 0 0 0,0 0 0 0 0,0-1 0 0 0,0 1 0 0 0,0 1 0 0 0,5 27 292 0 0,-1 0-1 0 0,0 57 0 0 0,0 5 131 0 0,-1-62-216 0 0,11 43-1 0 0,-11-60-162 0 0,1 0-1 0 0,0 0 1 0 0,1 0 0 0 0,0-1-1 0 0,14 22 1 0 0,-10-23 5 0 0,-4-13 112 0 0,-5 1-142 0 0,0 1 0 0 0,0 0 1 0 0,0-1-1 0 0,0 1 0 0 0,0-1 0 0 0,0 1 0 0 0,-1-1 0 0 0,1 1 0 0 0,0 0 0 0 0,-1-1 0 0 0,1 1 0 0 0,-2-3 0 0 0,-8-13 24 0 0,-2 0 0 0 0,1 1 1 0 0,-2 0-1 0 0,0 1 0 0 0,-1 1 0 0 0,0 0 0 0 0,-1 0 1 0 0,-1 2-1 0 0,0 0 0 0 0,-29-16 0 0 0,28 21-256 0 0,17 7 202 0 0,0 0 0 0 0,-1 0-1 0 0,1 0 1 0 0,0 0 0 0 0,0 0-1 0 0,0 0 1 0 0,0 1 0 0 0,0-1-1 0 0,0 0 1 0 0,0 0 0 0 0,0 0-1 0 0,0 0 1 0 0,0 0 0 0 0,-1 0-1 0 0,1 0 1 0 0,0 1 0 0 0,0-1-1 0 0,0 0 1 0 0,0 0 0 0 0,0 0-1 0 0,0 0 1 0 0,0 0 0 0 0,0 0-1 0 0,0 1 1 0 0,0-1 0 0 0,0 0-1 0 0,0 0 1 0 0,0 0 0 0 0,0 0 0 0 0,0 0-1 0 0,0 0 1 0 0,0 1 0 0 0,0-1-1 0 0,1 0 1 0 0,-1 0 0 0 0,0 0-1 0 0,0 0 1 0 0,0 0 0 0 0,0 0-1 0 0,0 0 1 0 0,0 0 0 0 0,0 1-1 0 0,0-1 1 0 0,0 0 0 0 0,0 0-1 0 0,1 0 1 0 0,-1 0 0 0 0,0 0-1 0 0,0 0 1 0 0,0 0 0 0 0,0 0-1 0 0,0 0 1 0 0,0 0 0 0 0,0 0-1 0 0,1 0 1 0 0,1 3-154 0 0,1-1 0 0 0,-1 0 1 0 0,1 0-1 0 0,0 0 0 0 0,0 0 0 0 0,0 0 0 0 0,0-1 0 0 0,5 3 1 0 0,11 1-750 0 0,4-2-30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11543 0 0,'1'-1'67'0'0,"0"1"0"0"0,0-1 1 0 0,0 1-1 0 0,-1 0 0 0 0,1-1 0 0 0,0 1 0 0 0,0 0 0 0 0,0 0 0 0 0,0 0 0 0 0,0 0 0 0 0,0 0 0 0 0,0 0 0 0 0,0 0 0 0 0,0 0 0 0 0,0 0 0 0 0,0 0 0 0 0,0 1 0 0 0,0-1 1 0 0,0 0-1 0 0,0 1 0 0 0,1 0 0 0 0,0 0 106 0 0,-1 1 0 0 0,1 0 0 0 0,-1 0 0 0 0,0 0 0 0 0,1 0 0 0 0,-1 0 0 0 0,0 0 0 0 0,1 4 0 0 0,-2-5-116 0 0,5 13 229 0 0,-1 1-1 0 0,0 0 1 0 0,-1 0 0 0 0,0 0 0 0 0,-1 1 0 0 0,-1-1 0 0 0,-1 27 0 0 0,-17 110-363 0 0,13-126-33 0 0,1 0-112 0 0,-7 34-2747 0 0,11-78-1265 0 0,4-21 2217 0 0,1 16 1557 0 0,1-1-1 0 0,2 1 0 0 0,0 1 1 0 0,13-23-1 0 0,-16 33 388 0 0,2 0 1 0 0,-1 1-1 0 0,1 0 0 0 0,1 0 1 0 0,0 0-1 0 0,0 1 0 0 0,1 1 1 0 0,18-14-1 0 0,-26 21 136 0 0,0 1 0 0 0,0-1 0 0 0,0 1 0 0 0,0 0-1 0 0,0-1 1 0 0,0 1 0 0 0,1 0 0 0 0,-1 0 0 0 0,0 1 0 0 0,0-1 0 0 0,1 0-1 0 0,-1 1 1 0 0,0 0 0 0 0,1-1 0 0 0,-1 1 0 0 0,1 0 0 0 0,-1 0 0 0 0,0 0-1 0 0,1 1 1 0 0,-1-1 0 0 0,0 0 0 0 0,1 1 0 0 0,-1 0 0 0 0,0-1 0 0 0,1 1-1 0 0,-1 0 1 0 0,0 0 0 0 0,0 0 0 0 0,0 1 0 0 0,0-1 0 0 0,0 0 0 0 0,0 1 0 0 0,0 0-1 0 0,-1-1 1 0 0,1 1 0 0 0,0 0 0 0 0,1 2 0 0 0,1 3 303 0 0,0-1-1 0 0,0 1 1 0 0,-1 0 0 0 0,0 0 0 0 0,0 1-1 0 0,-1-1 1 0 0,0 0 0 0 0,0 1 0 0 0,-1 0-1 0 0,1 10 1 0 0,0 2 201 0 0,-2 1 0 0 0,-4 34 0 0 0,3-44-380 0 0,-1-1-1 0 0,0 1 1 0 0,-1-1 0 0 0,0 0 0 0 0,-1 0 0 0 0,0 0 0 0 0,-5 9 0 0 0,9-18-177 0 0,0-1-1 0 0,-1 0 1 0 0,1 1 0 0 0,0-1-1 0 0,0 0 1 0 0,0 0-1 0 0,0 1 1 0 0,-1-1 0 0 0,1 0-1 0 0,0 0 1 0 0,0 1 0 0 0,0-1-1 0 0,-1 0 1 0 0,1 0 0 0 0,0 0-1 0 0,0 1 1 0 0,-1-1 0 0 0,1 0-1 0 0,0 0 1 0 0,-1 0-1 0 0,1 0 1 0 0,0 0 0 0 0,0 1-1 0 0,-1-1 1 0 0,1 0 0 0 0,0 0-1 0 0,-1 0 1 0 0,1 0 0 0 0,0 0-1 0 0,-1 0 1 0 0,1 0 0 0 0,0 0-1 0 0,-1 0 1 0 0,1 0-1 0 0,0 0 1 0 0,-1-1 0 0 0,-8-10 258 0 0,0-18 82 0 0,6 13-327 0 0,2-1 0 0 0,0 1 0 0 0,0-1 1 0 0,2 0-1 0 0,0 1 0 0 0,1-1 1 0 0,1 1-1 0 0,5-18 0 0 0,2-1-358 0 0,2 1-1 0 0,25-55 0 0 0,-33 83 319 0 0,-1-1-1 0 0,1 0 0 0 0,0 1 1 0 0,1 0-1 0 0,0 0 0 0 0,0 0 1 0 0,7-6-1 0 0,-11 10 18 0 0,0 1 1 0 0,0 0-1 0 0,1 0 0 0 0,-1 0 1 0 0,1 0-1 0 0,-1 1 0 0 0,0-1 0 0 0,1 0 1 0 0,0 1-1 0 0,-1-1 0 0 0,1 1 1 0 0,-1-1-1 0 0,1 1 0 0 0,0-1 1 0 0,-1 1-1 0 0,1 0 0 0 0,0 0 0 0 0,-1 0 1 0 0,1 0-1 0 0,-1 0 0 0 0,1 1 1 0 0,0-1-1 0 0,-1 0 0 0 0,1 1 1 0 0,0-1-1 0 0,-1 1 0 0 0,1-1 0 0 0,-1 1 1 0 0,1 0-1 0 0,-1 0 0 0 0,0 0 1 0 0,1 0-1 0 0,-1 0 0 0 0,0 0 0 0 0,1 0 1 0 0,-1 0-1 0 0,0 0 0 0 0,0 1 1 0 0,1 1-1 0 0,3 3 57 0 0,0 1 0 0 0,-1 0-1 0 0,0 1 1 0 0,0-1 0 0 0,-1 1 0 0 0,0 0 0 0 0,3 8-1 0 0,11 61 308 0 0,-10-44-189 0 0,0-1-29 0 0,1 5 204 0 0,19 56-1 0 0,-24-83-299 0 0,1-1-1 0 0,0 0 1 0 0,0-1 0 0 0,1 1-1 0 0,0-1 1 0 0,1 0-1 0 0,0 0 1 0 0,0 0-1 0 0,0-1 1 0 0,1 0 0 0 0,10 8-1 0 0,-15-14-38 0 0,0 1-1 0 0,1 0 0 0 0,-1-1 1 0 0,0 0-1 0 0,1 1 0 0 0,-1-1 1 0 0,1 0-1 0 0,-1 0 0 0 0,1-1 1 0 0,0 1-1 0 0,-1 0 0 0 0,1-1 1 0 0,0 0-1 0 0,-1 1 0 0 0,1-1 1 0 0,0 0-1 0 0,0 0 0 0 0,-1-1 0 0 0,4 0 1 0 0,-3 0 6 0 0,1 0 0 0 0,-1-1 0 0 0,0 1 0 0 0,0-1 1 0 0,0 0-1 0 0,0 0 0 0 0,-1 0 0 0 0,1 0 0 0 0,0 0 0 0 0,-1-1 1 0 0,0 1-1 0 0,1-1 0 0 0,1-3 0 0 0,4-6 50 0 0,-1 0-1 0 0,-1-1 1 0 0,0 1 0 0 0,0-1-1 0 0,-2-1 1 0 0,5-16 0 0 0,0-15 26 0 0,-2-1 1 0 0,2-80-1 0 0,-5 55-103 0 0,-4 66 7 0 0,0 1-1 0 0,1-1 1 0 0,-1 0-1 0 0,1 0 1 0 0,0 1 0 0 0,1-1-1 0 0,-1 0 1 0 0,3-4-1 0 0,-2 7-1 0 0,-1 0 0 0 0,0 1 0 0 0,0-1-1 0 0,1 1 1 0 0,-1 0 0 0 0,0-1-1 0 0,1 1 1 0 0,-1 0 0 0 0,1 0 0 0 0,0 0-1 0 0,-1 0 1 0 0,1 0 0 0 0,0 0 0 0 0,0 0-1 0 0,0 0 1 0 0,0 1 0 0 0,0-1 0 0 0,-1 1-1 0 0,1 0 1 0 0,0-1 0 0 0,0 1-1 0 0,4 0 1 0 0,35 1 350 0 0,78 10 0 0 0,-8 1 44 0 0,-83-10-324 0 0,99 1 86 0 0,-109-4-121 0 0,0 0-1 0 0,0-1 1 0 0,0-1-1 0 0,32-10 1 0 0,-48 13-16 0 0,-1-1 0 0 0,1 0 0 0 0,-1 1-1 0 0,1-1 1 0 0,-1 0 0 0 0,0 0 0 0 0,1 0 0 0 0,-1 0 0 0 0,0 0 0 0 0,2-2 0 0 0,-4-2 117 0 0,-11 4-52 0 0,-5 3-58 0 0,0 0 0 0 0,0 2 0 0 0,0 0 0 0 0,0 1 0 0 0,1 0 0 0 0,-28 14 1 0 0,13-3-76 0 0,0 2 0 0 0,-37 27 0 0 0,57-37 35 0 0,0 1 0 0 0,1 0 0 0 0,0 1-1 0 0,1 0 1 0 0,0 0 0 0 0,0 1 0 0 0,1 1 0 0 0,0-1-1 0 0,-6 15 1 0 0,12-22 19 0 0,0 0 0 0 0,0 0 0 0 0,1 0-1 0 0,0 0 1 0 0,-1 0 0 0 0,2 0 0 0 0,-1 1 0 0 0,0-1-1 0 0,1 0 1 0 0,0 0 0 0 0,0 1 0 0 0,0-1 0 0 0,0 0-1 0 0,1 0 1 0 0,-1 1 0 0 0,1-1 0 0 0,0 0 0 0 0,1 0-1 0 0,-1 0 1 0 0,1 0 0 0 0,0 0 0 0 0,0 0 0 0 0,0-1-1 0 0,0 1 1 0 0,0-1 0 0 0,1 1 0 0 0,0-1 0 0 0,0 0 0 0 0,0 0-1 0 0,0 0 1 0 0,0 0 0 0 0,0 0 0 0 0,5 2 0 0 0,2 1 66 0 0,1 0 1 0 0,0-1 0 0 0,0 0 0 0 0,0-1 0 0 0,1 0 0 0 0,-1-1-1 0 0,1 0 1 0 0,0 0 0 0 0,16 0 0 0 0,-3-1 90 0 0,0-2 1 0 0,0 0 0 0 0,38-6-1 0 0,-47 4-122 0 0,0-2-1 0 0,0 0 1 0 0,23-8-1 0 0,-34 10-56 0 0,0 0 0 0 0,0 0 0 0 0,-1-1 0 0 0,1 1 0 0 0,0-1 0 0 0,-1 0 0 0 0,0 0 0 0 0,1-1 0 0 0,-1 1 0 0 0,0-1 0 0 0,-1 0 0 0 0,1 0 0 0 0,-1 0 0 0 0,4-7 0 0 0,-6 9-23 0 0,0 1-1 0 0,-1-1 1 0 0,1 1-1 0 0,-1-1 1 0 0,0 1-1 0 0,1-1 1 0 0,-1 1-1 0 0,0-1 1 0 0,0 0-1 0 0,0 1 1 0 0,0-1-1 0 0,0 0 1 0 0,0 1-1 0 0,-1-1 1 0 0,1 1-1 0 0,0-1 1 0 0,-1 0-1 0 0,1 1 1 0 0,-1-1-1 0 0,0 1 1 0 0,1 0-1 0 0,-1-1 1 0 0,0 1 0 0 0,0-1-1 0 0,0 1 1 0 0,-2-2-1 0 0,-1-1-248 0 0,0 1-1 0 0,0-1 1 0 0,0 1-1 0 0,0 0 1 0 0,0 1-1 0 0,-1-1 1 0 0,-6-2-1 0 0,-18-7-1693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1 372 9583 0 0,'245'-40'4077'0'0,"-177"26"-4006"0"0,-2 1 126 0 0,79-27 0 0 0,-118 31-701 0 0,0-2-1 0 0,-1-1 1 0 0,0-2-1 0 0,-1 0 1 0 0,35-26-1 0 0,-59 39 472 0 0,3-2-275 0 0,0 0-1 0 0,0 0 0 0 0,1 0 0 0 0,-1 0 0 0 0,1 1 0 0 0,8-4 0 0 0,-12 6 294 0 0,0-1 1 0 0,1 1-1 0 0,-1 0 0 0 0,0 0 1 0 0,1 0-1 0 0,-1 0 0 0 0,0 0 1 0 0,1 0-1 0 0,-1 1 0 0 0,0-1 1 0 0,1 0-1 0 0,-1 1 0 0 0,0-1 1 0 0,0 1-1 0 0,1-1 1 0 0,-1 1-1 0 0,0 0 0 0 0,0-1 1 0 0,0 1-1 0 0,0 0 0 0 0,0 0 1 0 0,0 0-1 0 0,0 0 0 0 0,0 0 1 0 0,0 0-1 0 0,0 0 0 0 0,0 0 1 0 0,-1 0-1 0 0,1 0 0 0 0,0 0 1 0 0,0 2-1 0 0,9 18 746 0 0,-1 0-1 0 0,-1 1 1 0 0,-1 0 0 0 0,7 36 0 0 0,6 16 472 0 0,-6-27-499 0 0,-4-12-296 0 0,1 1 1 0 0,2-2 0 0 0,2 1 0 0 0,19 33 0 0 0,-31-66-216 0 0,-4-12-98 0 0,-5-16-6 0 0,5 24-74 0 0,-23-78 265 0 0,9 33-148 0 0,2 0 1 0 0,2-1 0 0 0,-5-52 0 0 0,15 87-115 0 0,0-1 0 0 0,1 0 1 0 0,1 1-1 0 0,0-1 0 0 0,1 0 1 0 0,0 1-1 0 0,1-1 0 0 0,0 1 1 0 0,1 0-1 0 0,1 0 1 0 0,0 0-1 0 0,1 1 0 0 0,0 0 1 0 0,1 0-1 0 0,14-19 0 0 0,-18 27-25 0 0,0 0 1 0 0,0 0-1 0 0,1 1 0 0 0,-1 0 0 0 0,1 0 0 0 0,0 0 0 0 0,0 0 0 0 0,0 0 1 0 0,1 1-1 0 0,-1-1 0 0 0,0 1 0 0 0,1 0 0 0 0,0 1 0 0 0,-1-1 1 0 0,1 1-1 0 0,0 0 0 0 0,0 0 0 0 0,9 0 0 0 0,-10 1-8 0 0,0 0 0 0 0,0 1 0 0 0,0 0-1 0 0,0 0 1 0 0,0 0 0 0 0,0 0 0 0 0,0 1-1 0 0,0-1 1 0 0,-1 1 0 0 0,1 0 0 0 0,0 0 0 0 0,-1 1-1 0 0,0-1 1 0 0,1 1 0 0 0,-1-1 0 0 0,0 1 0 0 0,0 0-1 0 0,-1 0 1 0 0,1 0 0 0 0,-1 1 0 0 0,1-1-1 0 0,3 8 1 0 0,-2-2 1 0 0,0 1 0 0 0,-1-1 0 0 0,0 1 0 0 0,-1 0 0 0 0,0 0 0 0 0,0 0-1 0 0,-1 1 1 0 0,0-1 0 0 0,-1 0 0 0 0,0 0 0 0 0,-1 0 0 0 0,0 1 0 0 0,-1-1 0 0 0,0 0-1 0 0,0 0 1 0 0,-6 14 0 0 0,-2 4-26 0 0,-1-1 0 0 0,-2-1 0 0 0,0 0 0 0 0,-26 38 0 0 0,-35 30 143 0 0,86-99 281 0 0,0 0 1 0 0,0 1-1 0 0,24-4 0 0 0,-19 5-275 0 0,0 0 0 0 0,1 2 0 0 0,-1 0 0 0 0,1 1 0 0 0,0 0 0 0 0,-1 2 0 0 0,0 0 0 0 0,22 6 0 0 0,-31-6-259 0 0,1 0 0 0 0,-1 0 0 0 0,0 1 0 0 0,0 1 0 0 0,0-1 0 0 0,0 1 0 0 0,-1 1-1 0 0,1-1 1 0 0,-1 1 0 0 0,0 1 0 0 0,0-1 0 0 0,-1 1 0 0 0,0 0 0 0 0,0 1 0 0 0,0-1 0 0 0,-1 1 0 0 0,0 0 0 0 0,6 13 0 0 0,-2 2-1268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37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81 6191 0 0,'-2'-2'88'0'0,"1"0"0"0"0,-1 1 1 0 0,0-1-1 0 0,1 0 0 0 0,0 0 0 0 0,-1 0 0 0 0,1 0 0 0 0,0 0 0 0 0,0 0 0 0 0,0-1 0 0 0,0 1 0 0 0,1 0 0 0 0,-1-1 0 0 0,1 1 0 0 0,-1 0 0 0 0,1-1 0 0 0,0 1 0 0 0,0 0 0 0 0,0-1 0 0 0,0 1 0 0 0,0-1 0 0 0,1 1 0 0 0,-1 0 1 0 0,1-4-1 0 0,0 4 270 0 0,0 0 0 0 0,0 0 0 0 0,-1 0 1 0 0,1 0-1 0 0,1 0 0 0 0,-1 0 0 0 0,0 0 1 0 0,0 0-1 0 0,3-3 0 0 0,-2 7-35 0 0,0 1 0 0 0,-1-1-1 0 0,1 0 1 0 0,-1 1 0 0 0,0-1-1 0 0,0 1 1 0 0,0 0 0 0 0,1 4-1 0 0,-1 1-11 0 0,0 1-1 0 0,0-1 0 0 0,-1 1 1 0 0,0-1-1 0 0,-1 0 1 0 0,0 1-1 0 0,-3 15 0 0 0,-3 32 974 0 0,-6 180 658 0 0,6-130-1411 0 0,9 278 672 0 0,-12-37-943 0 0,2-231 54 0 0,7 133 0 0 0,3 26-46 0 0,-5-167 18 0 0,11 109 1 0 0,8-15-129 0 0,25 165 644 0 0,-31-292-709 0 0,-2 0 0 0 0,-3 89 0 0 0,-4-91 4 0 0,13 148 109 0 0,-1-4-24 0 0,-6-125-12 0 0,26 130 0 0 0,-15-114-91 0 0,-4-13 55 0 0,-5 0 1 0 0,-3 0-1 0 0,-5 1 0 0 0,-12 104 1 0 0,-4-9 275 0 0,11 197 1 0 0,3 203 261 0 0,-9-369-644 0 0,-41 659 208 0 0,12-137 172 0 0,36-563-370 0 0,3 136 52 0 0,11-59-59 0 0,16 253 77 0 0,23-5 11 0 0,-34-349-121 0 0,32 241 130 0 0,23 273 0 0 0,-38-401-59 0 0,-16-147-74 0 0,13 52 42 0 0,-35-197-1825 0 0,-19-89-728 0 0,-100-731 1655 0 0,90 647 861 0 0,-37-239 0 0 0,25-6 0 0 0,15-215 92 0 0,24 105 331 0 0,6 191-322 0 0,-17 38-101 0 0,5 104 0 0 0,13-47-1413 0 0,-1 249 208 0 0,-4 23 409 0 0,-1 27 744 0 0,22 81 284 0 0,45 163 0 0 0,-33-164-142 0 0,24 101 47 0 0,42 185 277 0 0,-35 7-82 0 0,-29 48-213 0 0,27 322-89 0 0,8-198-43 0 0,28-5-70 0 0,-90-560-392 0 0,14 56 1115 0 0,-3-39-2181 0 0,-12-28 628 0 0,1 0 1 0 0,-1-1 0 0 0,1 1-1 0 0,0-1 1 0 0,4 5 0 0 0,12 4-6134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39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130 391 11519 0 0,'-27'-7'1236'0'0,"-30"-5"-1324"0"0,17 6 3995 0 0,35 5-3893 0 0,5-1-38 0 0,12-3-88 0 0,19-3-31 0 0,1 4 605 0 0,0 1 1 0 0,0 1 0 0 0,0 2 0 0 0,38 5 0 0 0,129 26 1116 0 0,-16-2-1134 0 0,18-11-107 0 0,1-9-1 0 0,236-20 0 0 0,522-7 2435 0 0,-277-17-2179 0 0,-501 21-378 0 0,159-16 256 0 0,131 9 418 0 0,-324 17-705 0 0,148 1-19 0 0,-118 2-106 0 0,126 11-60 0 0,-87-1 13 0 0,-174-8 4 0 0,440-7 221 0 0,462-20 543 0 0,-186 36-56 0 0,280-35 65 0 0,-563 19-618 0 0,-170 26-171 0 0,-1 21 0 0 0,-94-11 0 0 0,218-4 17 0 0,-355-24 19 0 0,110 2-24 0 0,178 9-13 0 0,652 2 1 0 0,-397-56 75 0 0,320 6-17 0 0,-887 33-52 0 0,538-35 94 0 0,-13-1-19 0 0,-261 32-58 0 0,155-5 18 0 0,458-80 291 0 0,-863 83-312 0 0,804-50 113 0 0,-509 42-14 0 0,433-36 813 0 0,-751 47-3873 0 0,-35 4 1721 0 0,0 0 1 0 0,0-1-1 0 0,-1 0 1 0 0,1 0-1 0 0,5-3 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40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14 6415 0 0,'-12'-4'288'0'0,"0"0"56"0"0,0 0-280 0 0,3 2-64 0 0,2 2 0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43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11055 0 0,'6'-1'313'0'0,"1"0"0"0"0,-1 0 0 0 0,0 1 0 0 0,1 0 0 0 0,-1 1 0 0 0,11 1 0 0 0,-2-1-146 0 0,-5-1-34 0 0,0-1 1 0 0,0 0-1 0 0,0-1 1 0 0,0 0-1 0 0,18-6 0 0 0,-18 5 101 0 0,1 0 0 0 0,-1 0 0 0 0,1 1-1 0 0,17-1 1 0 0,-9 5-121 0 0,0 0 0 0 0,0 2 0 0 0,0 0 1 0 0,28 10-1 0 0,7 2 37 0 0,114 19 332 0 0,65 17 97 0 0,-187-38-348 0 0,0-3 0 0 0,1-2-1 0 0,0-2 1 0 0,1-2 0 0 0,70-1-1 0 0,151 1 971 0 0,-118 0-935 0 0,-72 0-248 0 0,0 4-1 0 0,132 33 1 0 0,-127-26 42 0 0,91 6 0 0 0,87-7 121 0 0,-238-14-155 0 0,217-3 185 0 0,29 1 35 0 0,-79 9 84 0 0,117 10-9 0 0,-31-2-183 0 0,-44-4 76 0 0,-60-1-172 0 0,-74-6 8 0 0,161 28-1 0 0,-59 13-50 0 0,134 26 0 0 0,-261-61 6 0 0,1-3-1 0 0,117-1 1 0 0,218-36 208 0 0,67-1 263 0 0,-64 42-330 0 0,77-2-1 0 0,-136-30-100 0 0,33-2 50 0 0,1 28-43 0 0,171 20 12 0 0,-59-52 196 0 0,0 1 0 0 0,-274 26-244 0 0,190-1 44 0 0,-212-10 85 0 0,27 0 221 0 0,942 12-33 0 0,-890-1-256 0 0,350 12 118 0 0,82 39 572 0 0,289 41-1337 0 0,-939-86 533 0 0,501 38 273 0 0,2-47 269 0 0,130-56-276 0 0,92-6-107 0 0,-747 61-91 0 0,89-1 187 0 0,-118 5-200 0 0,0 0 1 0 0,0 1-1 0 0,-1 1 0 0 0,1 0 1 0 0,-1 0-1 0 0,0 2 1 0 0,18 7-1 0 0,-28-10-18 0 0,1 0 0 0 0,-1 0 0 0 0,1 1 0 0 0,-1 0 0 0 0,0-1 0 0 0,0 1 0 0 0,0 0 0 0 0,0 1 0 0 0,-1-1 0 0 0,1 0 0 0 0,-1 1 0 0 0,0-1 0 0 0,0 1 0 0 0,0 0 0 0 0,-1 0 0 0 0,3 6 0 0 0,-2-4 0 0 0,-1 1 0 0 0,0-1 0 0 0,0 0 0 0 0,0 0 0 0 0,-1 1 0 0 0,0-1 0 0 0,0 1 0 0 0,-1-1 0 0 0,1 0 0 0 0,-3 8 0 0 0,-6 12 0 0 0,-1 1 0 0 0,-1-2 0 0 0,-27 47 0 0 0,5-11 0 0 0,-29 76 0 0 0,44-90 0 0 0,-8 31 0 0 0,-3 8 0 0 0,1-2 0 0 0,1 1 0 0 0,-2 5 0 0 0,-4 26 60 0 0,4-9 19 0 0,1 1 1 0 0,3 0 0 0 0,7-35-55 0 0,8-34 23 0 0,-8 43-25 0 0,8-39 19 0 0,-9 45-16 0 0,10-44 43 0 0,-15 65 4 0 0,1 3 13 0 0,14-66-17 0 0,-1 6-50 0 0,-38 242 258 0 0,38-205-213 0 0,6-44 3 0 0,-3 47 10 0 0,4-45 3 0 0,-2 47 0 0 0,4-49 1 0 0,-1 41 6 0 0,1-43 1 0 0,-1 45 0 0 0,1-42-3 0 0,-3 149 62 0 0,5 114 152 0 0,3-112-217 0 0,39 397 324 0 0,-2-85-62 0 0,2 115 95 0 0,-3-78-222 0 0,-21-59-52 0 0,12 191 242 0 0,3 232 70 0 0,-23-420-133 0 0,23-2-19 0 0,-15-246-286 0 0,10 711 305 0 0,-13-536-64 0 0,-10-372-280 0 0,2 9 0 0 0,-1-17-17 0 0,-5-30-74 0 0,0-1-385 0 0,8 20-151 0 0,-7-19-174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48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45 901 7831 0 0,'-5'-3'-277'0'0,"0"0"659"0"0,1 0 0 0 0,-1 0-1 0 0,1 0 1 0 0,0 0 0 0 0,0-1-1 0 0,-4-4 1 0 0,7 7-272 0 0,1 0 0 0 0,-1 1 0 0 0,1-1-1 0 0,-1 0 1 0 0,1 0 0 0 0,-1 0 0 0 0,1 0 0 0 0,0 0 0 0 0,-1 0 0 0 0,1 0 0 0 0,0 0 0 0 0,0 0 0 0 0,0 0 0 0 0,0 0 0 0 0,0 0-1 0 0,0 0 1 0 0,0-1 0 0 0,0 1 0 0 0,0 0 0 0 0,1 0 0 0 0,-1 0 0 0 0,0 0 0 0 0,1 0 0 0 0,-1 0 0 0 0,0 1 0 0 0,1-1 0 0 0,-1 0-1 0 0,1 0 1 0 0,0 0 0 0 0,-1 0 0 0 0,1 0 0 0 0,0 1 0 0 0,-1-1 0 0 0,1 0 0 0 0,0 1 0 0 0,0-1 0 0 0,0 0 0 0 0,1 0 0 0 0,5-4-29 0 0,0 0 1 0 0,0 1-1 0 0,1-1 1 0 0,0 2-1 0 0,-1-1 1 0 0,14-3 0 0 0,55-12 77 0 0,-48 12-73 0 0,399-89 953 0 0,390-97 955 0 0,351-164-1833 0 0,-1167 357-161 0 0,66-22-42 0 0,0-4 1 0 0,84-45-1 0 0,-142 64 105 0 0,-9 4-956 0 0,-16 3-3586 0 0,-7 5-1155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49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1120 20 13391 0 0,'-1'-1'51'0'0,"0"-1"0"0"0,0 1 0 0 0,0 0 0 0 0,1-1 0 0 0,-1 1 0 0 0,0 0-1 0 0,-1 0 1 0 0,1 0 0 0 0,0 0 0 0 0,0 0 0 0 0,0 0 0 0 0,-1 0 0 0 0,1 1 0 0 0,0-1-1 0 0,-1 0 1 0 0,1 1 0 0 0,0-1 0 0 0,-1 1 0 0 0,1-1 0 0 0,-1 1 0 0 0,1 0-1 0 0,-1 0 1 0 0,1-1 0 0 0,-1 1 0 0 0,1 0 0 0 0,-1 0 0 0 0,1 1 0 0 0,-1-1 0 0 0,-2 1-1 0 0,-2 1-106 0 0,0 1-1 0 0,0-1 1 0 0,1 2-1 0 0,-1-1 1 0 0,1 1 0 0 0,-6 4-1 0 0,-7 5-12 0 0,-62 42-352 0 0,-83 78 1 0 0,-64 77-109 0 0,183-168 417 0 0,20-19 98 0 0,-205 202-351 0 0,19 17 615 0 0,204-234-179 0 0,-19 27 106 0 0,24-33-143 0 0,0-1-1 0 0,0 1 1 0 0,0 0-1 0 0,1 0 1 0 0,-1 0-1 0 0,0-1 1 0 0,1 1 0 0 0,-1 0-1 0 0,1 0 1 0 0,0 0-1 0 0,-1 0 1 0 0,1 0-1 0 0,0 0 1 0 0,0 0 0 0 0,0 0-1 0 0,1 3 1 0 0,0-4-5 0 0,-1 0-1 0 0,1 0 1 0 0,-1 0 0 0 0,1-1 0 0 0,-1 1 0 0 0,1 0 0 0 0,0 0 0 0 0,0-1 0 0 0,-1 1 0 0 0,1 0 0 0 0,0-1-1 0 0,0 1 1 0 0,0-1 0 0 0,0 1 0 0 0,0-1 0 0 0,-1 1 0 0 0,1-1 0 0 0,0 1 0 0 0,0-1 0 0 0,0 0 0 0 0,0 0-1 0 0,0 0 1 0 0,2 1 0 0 0,27-1 377 0 0,-23 0-307 0 0,48-3 391 0 0,0-2 0 0 0,104-25 0 0 0,104-46 348 0 0,-183 51-604 0 0,75-23 39 0 0,232-67 122 0 0,-276 88-333 0 0,175-20 1 0 0,-260 46-30 0 0,-18 1-30 0 0,-1 0 1 0 0,0-1-1 0 0,1 0 0 0 0,-1 0 1 0 0,14-4-1 0 0,-21 4 7 0 0,0 1 0 0 0,0 0-1 0 0,0-1 1 0 0,0 1-1 0 0,0 0 1 0 0,0-1 0 0 0,0 1-1 0 0,0 0 1 0 0,0 0 0 0 0,-1-1-1 0 0,1 1 1 0 0,0 0 0 0 0,0 0-1 0 0,0-1 1 0 0,0 1 0 0 0,-1 0-1 0 0,1 0 1 0 0,0-1 0 0 0,0 1-1 0 0,0 0 1 0 0,-1 0-1 0 0,1 0 1 0 0,0-1 0 0 0,0 1-1 0 0,-1 0 1 0 0,1 0 0 0 0,0 0-1 0 0,0 0 1 0 0,-1 0 0 0 0,1 0-1 0 0,0 0 1 0 0,-1-1 0 0 0,1 1-1 0 0,0 0 1 0 0,-1 0 0 0 0,1 0-1 0 0,-1 0 1 0 0,-14-6 215 0 0,-73-24 1086 0 0,-72-28-256 0 0,112 38-924 0 0,-352-158 28 0 0,314 130-87 0 0,-142-108 0 0 0,223 153-62 0 0,3 2-15 0 0,1-1-1 0 0,-1 1 0 0 0,0 0 1 0 0,1 0-1 0 0,-1-1 0 0 0,1 1 1 0 0,-1-1-1 0 0,1 1 0 0 0,0-1 1 0 0,-1 1-1 0 0,1-1 0 0 0,0 0 1 0 0,-1-3-1 0 0,3 5-149 0 0,1-1 1 0 0,-1 1 0 0 0,0-1-1 0 0,1 1 1 0 0,-1-1-1 0 0,1 1 1 0 0,-1 0-1 0 0,1 0 1 0 0,-1 0-1 0 0,1 0 1 0 0,-1 0 0 0 0,1 0-1 0 0,-1 0 1 0 0,1 1-1 0 0,-1-1 1 0 0,2 1-1 0 0,1-1-796 0 0,23 2-5659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49.4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65 5407 0 0,'-12'-26'240'0'0,"3"6"48"0"0,-1 1-224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49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10279 0 0,'2'1'48'0'0,"0"0"0"0"0,0 0 0 0 0,-1 0 0 0 0,1 0 0 0 0,-1 0-1 0 0,1 0 1 0 0,-1 0 0 0 0,1 1 0 0 0,-1-1 0 0 0,1 1 0 0 0,-1-1-1 0 0,0 1 1 0 0,0-1 0 0 0,0 1 0 0 0,0 0 0 0 0,0 0 0 0 0,0-1-1 0 0,-1 1 1 0 0,2 4 0 0 0,0 4 36 0 0,0 0 0 0 0,-1 0 1 0 0,-1 14-1 0 0,2 6 376 0 0,2 41 238 0 0,-2-24 36 0 0,-7 294 1215 0 0,1-248-1396 0 0,-4 116 371 0 0,7-115-824 0 0,2-54-42 0 0,0-27-77 0 0,-1-1-32 0 0,1-1-1 0 0,0 1 1 0 0,1-1-1 0 0,0 1 0 0 0,1-1 1 0 0,0 0-1 0 0,0 0 1 0 0,7 13-1 0 0,-10-23 26 0 0,1 0-1 0 0,-1 0 1 0 0,0 0 0 0 0,1 0-1 0 0,-1-1 1 0 0,1 1 0 0 0,-1 0-1 0 0,1 0 1 0 0,0 0 0 0 0,-1-1-1 0 0,1 1 1 0 0,0 0 0 0 0,0-1-1 0 0,-1 1 1 0 0,1-1 0 0 0,0 1-1 0 0,0-1 1 0 0,0 1 0 0 0,0-1-1 0 0,0 1 1 0 0,0-1 0 0 0,-1 0-1 0 0,1 0 1 0 0,2 1-1 0 0,-3-2-7 0 0,1 1 0 0 0,0-1-1 0 0,0 1 1 0 0,-1-1-1 0 0,1 1 1 0 0,0-1-1 0 0,-1 1 1 0 0,1-1 0 0 0,0 0-1 0 0,-1 0 1 0 0,1 1-1 0 0,-1-1 1 0 0,1 0-1 0 0,-1 0 1 0 0,0 0 0 0 0,1 1-1 0 0,-1-1 1 0 0,0 0-1 0 0,1-2 1 0 0,1-6-103 0 0,0-1 0 0 0,0 0 0 0 0,0-11 0 0 0,0-117-704 0 0,-6 45-3352 0 0,0 39 43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0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0 167 11631 0 0,'5'-6'184'0'0,"1"-1"-1"0"0,-1 1 0 0 0,1 0 1 0 0,0 1-1 0 0,1-1 0 0 0,-1 1 1 0 0,1 0-1 0 0,0 1 0 0 0,14-7 1 0 0,7-2 327 0 0,39-11 0 0 0,-50 18-300 0 0,37-11 563 0 0,101-20 1 0 0,-133 33-663 0 0,0 2 0 0 0,0 0 0 0 0,0 1 0 0 0,0 1 0 0 0,0 2 0 0 0,0 0 0 0 0,39 9 0 0 0,-55-10-102 0 0,0 1-1 0 0,-1 0 1 0 0,1 1-1 0 0,-1-1 1 0 0,0 1-1 0 0,1 0 1 0 0,-1 0-1 0 0,-1 0 1 0 0,1 1-1 0 0,0 0 1 0 0,-1 0-1 0 0,0 0 1 0 0,0 0-1 0 0,0 1 0 0 0,6 9 1 0 0,-8-10-24 0 0,0-1-1 0 0,-1 1 1 0 0,1 0-1 0 0,-1 0 1 0 0,0 0 0 0 0,0 0-1 0 0,-1 0 1 0 0,1 0 0 0 0,-1 0-1 0 0,0 0 1 0 0,0 0-1 0 0,0 1 1 0 0,-1-1 0 0 0,1 0-1 0 0,-1 0 1 0 0,0 0 0 0 0,0 0-1 0 0,0 0 1 0 0,-1-1-1 0 0,1 1 1 0 0,-1 0 0 0 0,0 0-1 0 0,-4 5 1 0 0,-2 2-49 0 0,0-1 0 0 0,-1 0 0 0 0,0 0 0 0 0,0 0 1 0 0,-1-1-1 0 0,-16 10 0 0 0,-71 43-209 0 0,73-48 209 0 0,-276 156-257 0 0,297-168 319 0 0,-3 2 1 0 0,0-1 1 0 0,0 1-1 0 0,0 0 0 0 0,0 1 1 0 0,-7 8-1 0 0,12-12-2 0 0,1 0 0 0 0,-1 0 0 0 0,0 0 0 0 0,1 0 1 0 0,-1 0-1 0 0,0 0 0 0 0,1 0 0 0 0,0 0 0 0 0,-1 0 0 0 0,1 0 0 0 0,0 0 0 0 0,-1 1 0 0 0,1-1 1 0 0,0 0-1 0 0,0 0 0 0 0,0 0 0 0 0,0 1 0 0 0,0-1 0 0 0,0 0 0 0 0,0 0 0 0 0,1 0 0 0 0,-1 1 1 0 0,0-1-1 0 0,1 0 0 0 0,-1 0 0 0 0,1 0 0 0 0,-1 0 0 0 0,1 0 0 0 0,-1 0 0 0 0,1 0 1 0 0,0 0-1 0 0,-1 0 0 0 0,1 0 0 0 0,0 0 0 0 0,0 0 0 0 0,0-1 0 0 0,0 1 0 0 0,0 0 0 0 0,2 1 1 0 0,5 4-35 0 0,1-1 1 0 0,-1 1 0 0 0,1-1 0 0 0,1-1-1 0 0,-1 0 1 0 0,1 0 0 0 0,19 4 0 0 0,78 10-19 0 0,-44-9 218 0 0,125 34 355 0 0,-167-37-417 0 0,0 1-1 0 0,-1 1 1 0 0,0 1-1 0 0,-1 1 1 0 0,1 1 0 0 0,29 22-1 0 0,-47-31-83 0 0,0-1 0 0 0,0 1 0 0 0,0-1 0 0 0,0 1 0 0 0,0 0 0 0 0,-1 0 0 0 0,1 0 0 0 0,0 0 0 0 0,-1 0 0 0 0,0 0 0 0 0,1 1 0 0 0,-1-1 1 0 0,0 0-1 0 0,0 1 0 0 0,-1-1 0 0 0,1 0 0 0 0,0 1 0 0 0,-1-1 0 0 0,1 1 0 0 0,-1-1 0 0 0,0 4 0 0 0,0-3-3 0 0,-1-1 0 0 0,0 1 0 0 0,0-1 0 0 0,0 0 0 0 0,0 1 0 0 0,-1-1 0 0 0,1 0 0 0 0,0 0 1 0 0,-1 0-1 0 0,0 0 0 0 0,1 0 0 0 0,-1 0 0 0 0,0 0 0 0 0,0 0 0 0 0,0-1 0 0 0,0 1 0 0 0,-1-1 0 0 0,1 0 0 0 0,0 1 0 0 0,-5 0 1 0 0,-21 10 152 0 0,-1-2 0 0 0,-1-1 0 0 0,0-1 0 0 0,0-2 1 0 0,-39 3-1 0 0,7 1-19 0 0,-8 2 32 0 0,-1 1 38 0 0,-1-2 0 0 0,-75 0 0 0 0,147-11-222 0 0,0 0 0 0 0,0 0 0 0 0,0 0 0 0 0,0-1 1 0 0,0 1-1 0 0,0 0 0 0 0,1 0 0 0 0,-1 0 1 0 0,0 0-1 0 0,0 0 0 0 0,0 0 0 0 0,0 0 1 0 0,0 0-1 0 0,0 0 0 0 0,0 0 0 0 0,0 0 1 0 0,0 0-1 0 0,0 0 0 0 0,0 0 0 0 0,0 0 0 0 0,0-1 1 0 0,0 1-1 0 0,0 0 0 0 0,0 0 0 0 0,0 0 1 0 0,0 0-1 0 0,0 0 0 0 0,0 0 0 0 0,0 0 1 0 0,0 0-1 0 0,0 0 0 0 0,0 0 0 0 0,0 0 1 0 0,0 0-1 0 0,0 0 0 0 0,0-1 0 0 0,-1 1 1 0 0,1 0-1 0 0,0 0 0 0 0,0 0 0 0 0,0 0 0 0 0,0 0 1 0 0,0 0-1 0 0,0 0 0 0 0,0 0 0 0 0,0 0 1 0 0,0 0-1 0 0,0 0 0 0 0,0 0 0 0 0,0 0 1 0 0,0 0-1 0 0,0 0 0 0 0,0 0 0 0 0,-1 0 1 0 0,1 0-1 0 0,0 0 0 0 0,0 0 0 0 0,0 0 0 0 0,0 0 1 0 0,0 0-1 0 0,10-7-219 0 0,14-6-727 0 0,39-15-2315 0 0,-21 7-2322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0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385 0 12895 0 0,'-87'130'1857'0'0,"-15"24"-866"0"0,53-68-179 0 0,-69 173 0 0 0,109-224-486 0 0,-7 52-148 0 0,15-84-167 0 0,0 0 0 0 0,0 0 0 0 0,1 1 0 0 0,0-1 1 0 0,-1 0-1 0 0,1 0 0 0 0,0 0 0 0 0,1 0 0 0 0,0 6 0 0 0,0-1 5 0 0,1 6 13 0 0,1 1 0 0 0,6 16 0 0 0,-8-25-6 0 0,2 0 0 0 0,-1 0 0 0 0,1-1 0 0 0,0 1 0 0 0,0-1 0 0 0,1 1 0 0 0,-1-1 0 0 0,1 0 0 0 0,0 0 0 0 0,6 4 0 0 0,-5-4 21 0 0,2 0 0 0 0,-1-1 0 0 0,0 0 1 0 0,1 0-1 0 0,0 0 0 0 0,0-1 0 0 0,0 0 1 0 0,0 0-1 0 0,1-1 0 0 0,-1 0 0 0 0,10 1 0 0 0,-6-1 6 0 0,0-2 0 0 0,0 1 0 0 0,0-2 0 0 0,0 1-1 0 0,0-2 1 0 0,0 1 0 0 0,12-4 0 0 0,3-4 37 0 0,0 0 1 0 0,0-2-1 0 0,-1-1 0 0 0,-1-1 1 0 0,33-22-1 0 0,-32 18-234 0 0,-1-1 0 0 0,41-40 1 0 0,-51 44-933 0 0,-2-1 1 0 0,0 0 0 0 0,11-18 0 0 0,-9 8-4553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0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0 482 12383 0 0,'2'1'87'0'0,"-1"-1"0"0"0,0 1 1 0 0,0-1-1 0 0,0 1 0 0 0,0 0 0 0 0,0-1 0 0 0,0 1 0 0 0,0 0 0 0 0,0 0 0 0 0,-1 0 0 0 0,1-1 0 0 0,0 1 1 0 0,0 0-1 0 0,-1 0 0 0 0,1 0 0 0 0,0 2 0 0 0,10 19-289 0 0,-10-20 355 0 0,1 1 259 0 0,5 16 132 0 0,19 57 28 0 0,-16-41-36 0 0,-5-16-398 0 0,0-2 37 0 0,-1 0 1 0 0,2 24-1 0 0,3 19 112 0 0,-7-45-31 0 0,1 2-107 0 0,0 7-107 0 0,-2-12-9 0 0,1 1-1 0 0,0-1 0 0 0,1 0 1 0 0,8 22-1 0 0,0-14 99 0 0,-11-19-125 0 0,1-1 1 0 0,-1 1-1 0 0,1-1 1 0 0,-1 0-1 0 0,1 1 1 0 0,-1-1-1 0 0,1 0 1 0 0,-1 0-1 0 0,1 1 1 0 0,-1-1-1 0 0,1 0 1 0 0,-1 0-1 0 0,1 0 1 0 0,-1 0-1 0 0,1 0 1 0 0,0 0-1 0 0,-1 0 0 0 0,1 0 1 0 0,-1 0-1 0 0,1 0 1 0 0,-1 0-1 0 0,2 0 1 0 0,0-1 18 0 0,0 0 1 0 0,0-1-1 0 0,0 1 1 0 0,0-1-1 0 0,0 1 1 0 0,-1-1-1 0 0,1 0 0 0 0,0 1 1 0 0,-1-1-1 0 0,1 0 1 0 0,-1 0-1 0 0,0 0 1 0 0,1 0-1 0 0,0-3 1 0 0,8-15 158 0 0,0-1 0 0 0,-2-1 0 0 0,0 1 0 0 0,-2-2 1 0 0,0 1-1 0 0,3-32 0 0 0,-2-3 99 0 0,-2-79 1 0 0,-21-83-256 0 0,8 153-127 0 0,3 0 0 0 0,4-80 1 0 0,2 136 60 0 0,-1 4 1 0 0,0 0 1 0 0,1 0 0 0 0,0 0 0 0 0,0 0-1 0 0,0 0 1 0 0,1 0 0 0 0,3-9 0 0 0,-5 15 31 0 0,0 0 1 0 0,0 0 0 0 0,0 0 0 0 0,0-1 0 0 0,1 1 0 0 0,-1 0 0 0 0,0 0 0 0 0,0 0 0 0 0,0 0 0 0 0,0-1 0 0 0,0 1 0 0 0,1 0 0 0 0,-1 0-1 0 0,0 0 1 0 0,0 0 0 0 0,0 0 0 0 0,1 0 0 0 0,-1 0 0 0 0,0 0 0 0 0,0-1 0 0 0,0 1 0 0 0,1 0 0 0 0,-1 0 0 0 0,0 0 0 0 0,0 0 0 0 0,1 0-1 0 0,-1 0 1 0 0,0 0 0 0 0,0 0 0 0 0,0 0 0 0 0,1 0 0 0 0,-1 0 0 0 0,0 1 0 0 0,0-1 0 0 0,0 0 0 0 0,1 0 0 0 0,-1 0 0 0 0,0 0 0 0 0,0 0-1 0 0,0 0 1 0 0,1 0 0 0 0,-1 0 0 0 0,0 1 0 0 0,11 11-64 0 0,7 19 6 0 0,-17-29 50 0 0,18 37-84 0 0,9 26 80 0 0,10 30 48 0 0,-6-6 130 0 0,-19-52 36 0 0,14 39 2 0 0,-14-38-17 0 0,24 73-6 0 0,-30-93-156 0 0,15 54 76 0 0,-6-17-75 0 0,-16-53-15 0 0,1-1-1 0 0,-1 1 1 0 0,0 0 0 0 0,1 0-1 0 0,-1 0 1 0 0,0 0 0 0 0,0-1-1 0 0,0 1 1 0 0,0 0 0 0 0,-1 0-1 0 0,1 0 1 0 0,-1 3 0 0 0,0-5 1 0 0,1 1 0 0 0,0 0 0 0 0,-1 0 0 0 0,1-1 0 0 0,-1 1 1 0 0,0 0-1 0 0,1-1 0 0 0,-1 1 0 0 0,1 0 0 0 0,-1-1 0 0 0,0 1 1 0 0,0-1-1 0 0,1 1 0 0 0,-1-1 0 0 0,0 0 0 0 0,0 1 0 0 0,1-1 1 0 0,-3 1-1 0 0,-1 0 29 0 0,0-1 0 0 0,0 0 1 0 0,0 0-1 0 0,-1 0 0 0 0,1 0 0 0 0,0 0 1 0 0,-7-2-1 0 0,1 0-2 0 0,-88-9 341 0 0,0 5 1 0 0,-100 5-1 0 0,195 1-413 0 0,-20 2 41 0 0,22-2-34 0 0,0 1-1 0 0,0-1 0 0 0,0 0 0 0 0,0 0 0 0 0,0 0 0 0 0,0 1 1 0 0,0-1-1 0 0,0 0 0 0 0,0 1 0 0 0,0-1 0 0 0,0 1 0 0 0,0-1 0 0 0,1 1 1 0 0,-1-1-1 0 0,0 1 0 0 0,0 0 0 0 0,-1 1 0 0 0,3-2-5 0 0,-1 1 0 0 0,0-1 0 0 0,0 1 0 0 0,1-1 0 0 0,-1 1 0 0 0,0 0-1 0 0,1-1 1 0 0,-1 1 0 0 0,0-1 0 0 0,1 1 0 0 0,-1-1 0 0 0,1 0 0 0 0,-1 1 0 0 0,0-1 0 0 0,1 1-1 0 0,-1-1 1 0 0,1 0 0 0 0,0 1 0 0 0,-1-1 0 0 0,1 0 0 0 0,-1 0 0 0 0,1 1 0 0 0,-1-1 0 0 0,1 0-1 0 0,0 0 1 0 0,-1 0 0 0 0,1 0 0 0 0,0 0 0 0 0,-1 0 0 0 0,1 0 0 0 0,0 0 0 0 0,23 4-1083 0 0,-3-5 201 0 0,0-1 0 0 0,-1 0 0 0 0,1-2 0 0 0,-1 0 1 0 0,25-9-1 0 0,6-4-989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1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623 1 12383 0 0,'-30'25'1219'0'0,"-52"48"36"0"0,-200 254 1180 0 0,246-279-2195 0 0,3 1 1 0 0,1 2-1 0 0,3 1 1 0 0,2 2 0 0 0,-20 58-1 0 0,39-82 22 0 0,-5 43-114 0 0,9-55-55 0 0,10-2-12 0 0,18 49-14 0 0,-23-62-63 0 0,1 0-1 0 0,-1-1 1 0 0,1 1 0 0 0,0 0-1 0 0,0-1 1 0 0,0 1 0 0 0,1-1-1 0 0,-1 1 1 0 0,0-1 0 0 0,1 0 0 0 0,-1 0-1 0 0,1 0 1 0 0,0-1 0 0 0,0 1-1 0 0,0 0 1 0 0,0-1 0 0 0,0 0-1 0 0,5 2 1 0 0,1-2 11 0 0,-1 1 0 0 0,1-1 0 0 0,-1-1 0 0 0,18 0 0 0 0,-17 0 0 0 0,15-2-15 0 0,1-1 0 0 0,-1 0 0 0 0,0-2 0 0 0,-1-1 0 0 0,0-1 1 0 0,0-1-1 0 0,32-16 0 0 0,3-5-992 0 0,84-59 0 0 0,-30 2-2413 0 0,-82 60 1462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1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27 12527 0 0,'3'-5'287'0'0,"-2"3"-216"0"0,0 1 0 0 0,0-1 0 0 0,0 0 0 0 0,1 1 0 0 0,-1-1 0 0 0,0 1 0 0 0,1 0 0 0 0,-1-1 0 0 0,0 1 0 0 0,1 0 0 0 0,0 0 0 0 0,-1 0 0 0 0,1 0 0 0 0,2-1 0 0 0,-3 3 12 0 0,-1 0 0 0 0,1 1-1 0 0,-1-1 1 0 0,1 0 0 0 0,-1 0 0 0 0,1 1-1 0 0,-1-1 1 0 0,0 0 0 0 0,0 1-1 0 0,0-1 1 0 0,0 3 0 0 0,1-2 72 0 0,0 8 250 0 0,0-5-296 0 0,-1-1 0 0 0,0 1 0 0 0,0-1 0 0 0,0 1 0 0 0,-1-1 0 0 0,1 1 0 0 0,-1-1 0 0 0,0 0 0 0 0,-2 5 0 0 0,-10 53 71 0 0,0-26-20 0 0,-25 50-11 0 0,-54 88-1 0 0,-36 20-27 0 0,94-149-250 0 0,-1-1 0 0 0,-47 44 0 0 0,81-87 110 0 0,1 0 0 0 0,-1 0 1 0 0,0 0-1 0 0,0 0 0 0 0,1-1 1 0 0,-1 1-1 0 0,0 0 0 0 0,0-1 1 0 0,0 1-1 0 0,0 0 0 0 0,0-1 1 0 0,0 1-1 0 0,0-1 0 0 0,0 1 1 0 0,0-1-1 0 0,0 0 0 0 0,0 1 1 0 0,-1-1-1 0 0,-1 0 0 0 0,3 0 19 0 0,0-1-1 0 0,-1 1 1 0 0,1-1 0 0 0,0 0-1 0 0,-1 1 1 0 0,1-1-1 0 0,0 0 1 0 0,0 1 0 0 0,0-1-1 0 0,-1 0 1 0 0,1 1-1 0 0,0-1 1 0 0,0 0 0 0 0,0 1-1 0 0,0-1 1 0 0,0 0-1 0 0,0 1 1 0 0,1-1 0 0 0,-1 0-1 0 0,0 1 1 0 0,0-1-1 0 0,1-1 1 0 0,1-7 103 0 0,1 0-1 0 0,0-1 1 0 0,5-8 0 0 0,6-4 201 0 0,0-1-1 0 0,2 2 1 0 0,0 0 0 0 0,2 1 0 0 0,0 0 0 0 0,40-32 0 0 0,-9 14-196 0 0,100-57-1 0 0,-58 46-123 0 0,2 4 0 0 0,2 5 0 0 0,132-39 0 0 0,-222 78 15 0 0,8-4-19 0 0,0 2 1 0 0,0-1-1 0 0,0 2 1 0 0,0-1-1 0 0,0 2 1 0 0,1 0-1 0 0,22 1 1 0 0,-36 0 13 0 0,1 0 1 0 0,-1 0-1 0 0,1 0 1 0 0,-1 0 0 0 0,1 0-1 0 0,-1 0 1 0 0,1 0-1 0 0,-1 0 1 0 0,1 0-1 0 0,-1 0 1 0 0,1 0-1 0 0,-1 1 1 0 0,1-1-1 0 0,-1 0 1 0 0,1 0-1 0 0,-1 0 1 0 0,1 1-1 0 0,-1-1 1 0 0,0 0-1 0 0,1 1 1 0 0,-1-1 0 0 0,1 0-1 0 0,-1 1 1 0 0,0-1-1 0 0,1 1 1 0 0,-1-1-1 0 0,0 1 1 0 0,0-1-1 0 0,1 0 1 0 0,-1 1-1 0 0,0-1 1 0 0,0 1-1 0 0,0-1 1 0 0,1 1-1 0 0,-1-1 1 0 0,0 1-1 0 0,0 0 1 0 0,0 0-1 0 0,-1 0-86 0 0,1 0 0 0 0,-1 0 0 0 0,0 0 0 0 0,1 1 0 0 0,-1-1 0 0 0,0 0 0 0 0,0 0 0 0 0,0 0 0 0 0,0-1 0 0 0,0 1 0 0 0,0 0 0 0 0,0 0-1 0 0,0 0 1 0 0,0-1 0 0 0,-3 2 0 0 0,-19 9-1528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1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13823 0 0,'35'12'608'0'0,"-8"-2"128"0"0,0-1-584 0 0,-5-1-152 0 0,-8-2 0 0 0,-1-1 0 0 0,3 2 664 0 0,12 4 104 0 0,16 6 16 0 0,14 5 8 0 0,10 3-600 0 0,-1 0-112 0 0,-7-4-80 0 0,-15-3-7416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2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91 18167 0 0,'-8'40'1421'0'0,"3"-16"-1148"0"0,-3 39 1 0 0,-2 147-866 0 0,21 241-1 0 0,-3-359-1834 0 0,-1-30 173 0 0,-7-39 285 0 0,0-23 1914 0 0,0 0 0 0 0,0 1 0 0 0,0-1 1 0 0,0 0-1 0 0,0 0 0 0 0,0 0 0 0 0,0 1 0 0 0,-1-1 0 0 0,1 0 0 0 0,0 0 1 0 0,0 0-1 0 0,0 0 0 0 0,0 1 0 0 0,0-1 0 0 0,0 0 0 0 0,0 0 0 0 0,0 0 0 0 0,0 0 1 0 0,-1 1-1 0 0,1-1 0 0 0,0 0 0 0 0,0 0 0 0 0,0 0 0 0 0,0 0 0 0 0,0 0 1 0 0,-1 0-1 0 0,1 1 0 0 0,0-1 0 0 0,0 0 0 0 0,0 0 0 0 0,0 0 0 0 0,-1 0 0 0 0,1 0 1 0 0,0 0-1 0 0,0 0 0 0 0,0 0 0 0 0,-1 0 0 0 0,1 0 0 0 0,0 0 0 0 0,0 0 1 0 0,-2-1-199 0 0,0-1 0 0 0,0 1 0 0 0,1-1 0 0 0,-1 1 0 0 0,0-1 0 0 0,1 0 0 0 0,0 0 0 0 0,-3-3 0 0 0,2 2 440 0 0,-23-34 509 0 0,1-1 0 0 0,2-1 0 0 0,2-1 0 0 0,1-1 0 0 0,-19-66 0 0 0,27 68-107 0 0,1 0 1 0 0,2-1-1 0 0,2 0 0 0 0,2 0 0 0 0,1 0 1 0 0,5-57-1 0 0,0 71-547 0 0,1 1 0 0 0,1 0 0 0 0,1 0 0 0 0,2 1 1 0 0,0 0-1 0 0,2 0 0 0 0,0 0 0 0 0,17-27 0 0 0,-21 41-56 0 0,1 1 0 0 0,1-1 1 0 0,-1 1-1 0 0,2 0 0 0 0,-1 1 0 0 0,1-1 0 0 0,1 2 0 0 0,-1-1 0 0 0,1 1 0 0 0,0 0 1 0 0,1 1-1 0 0,0 0 0 0 0,0 1 0 0 0,0 0 0 0 0,1 0 0 0 0,-1 1 0 0 0,1 1 1 0 0,0 0-1 0 0,0 0 0 0 0,18-1 0 0 0,-13 3 92 0 0,1 0 0 0 0,0 2 0 0 0,0 0 0 0 0,-1 1 0 0 0,1 1 0 0 0,0 0 1 0 0,-1 1-1 0 0,0 1 0 0 0,0 0 0 0 0,-1 2 0 0 0,1-1 0 0 0,-1 2 0 0 0,26 17 0 0 0,-36-21-19 0 0,-1 0 0 0 0,1 0 0 0 0,-1 0-1 0 0,0 1 1 0 0,0 0 0 0 0,0-1 0 0 0,-1 2-1 0 0,0-1 1 0 0,0 0 0 0 0,0 0 0 0 0,-1 1-1 0 0,4 9 1 0 0,-5-12-35 0 0,-1 1 0 0 0,1 0-1 0 0,-1-1 1 0 0,0 1 0 0 0,0 0-1 0 0,0-1 1 0 0,0 1 0 0 0,-1 5 0 0 0,-1 1-9 0 0,2-2-14 0 0,-2 1 1 0 0,1-1-1 0 0,-1 0 1 0 0,0 0-1 0 0,-1 0 0 0 0,0 0 1 0 0,0 0-1 0 0,0 0 0 0 0,-1-1 1 0 0,-1 1-1 0 0,-5 7 1 0 0,-5 1-41 0 0,0 0-1 0 0,0-1 1 0 0,-1-1 0 0 0,-1-1 0 0 0,-1 0 0 0 0,0-1 0 0 0,-33 16 0 0 0,4-6-40 0 0,-1-2 0 0 0,-53 14 0 0 0,89-30 81 0 0,-29 6 19 0 0,150-32 556 0 0,-50 17-465 0 0,1 2-1 0 0,-1 2 0 0 0,1 4 0 0 0,98 15 1 0 0,-121-11 3 0 0,-1 2-1 0 0,1 1 1 0 0,-2 2 0 0 0,0 2 0 0 0,0 0 0 0 0,-1 3 0 0 0,-1 1 0 0 0,48 34 0 0 0,-61-35 3 0 0,0 0-1 0 0,22 28 1 0 0,-28-22 29 0 0,-14-23-147 0 0,9 18 15 0 0,12 36-1 0 0,-19-48-19 0 0,-1 0 0 0 0,0 0 0 0 0,0 0 0 0 0,0 0 1 0 0,-1 0-1 0 0,1 1 0 0 0,-1-1 0 0 0,-1 0 0 0 0,0 0 0 0 0,1 0 0 0 0,-2 0 0 0 0,1 0 0 0 0,-1 0 0 0 0,-3 8 0 0 0,1-7-5 0 0,0 0-1 0 0,0-1 1 0 0,0 0-1 0 0,-1 0 1 0 0,0 0-1 0 0,0-1 1 0 0,0 1-1 0 0,-1-1 1 0 0,0 0-1 0 0,0-1 1 0 0,-8 5-1 0 0,-12 6-30 0 0,-1-1 0 0 0,-1-1-1 0 0,0-1 1 0 0,-47 12 0 0 0,-120 18 167 0 0,144-33 146 0 0,0-3 0 0 0,-96 0 0 0 0,127-6-232 0 0,-1-2-1 0 0,0 0 1 0 0,1-2 0 0 0,-1 0 0 0 0,1-1-1 0 0,0-1 1 0 0,0-1 0 0 0,1 0 0 0 0,-33-19-1 0 0,48 24-78 0 0,1 0 0 0 0,0-1-1 0 0,0 1 1 0 0,0 0-1 0 0,0-1 1 0 0,0 0 0 0 0,0 0-1 0 0,1 0 1 0 0,0 0-1 0 0,-1 0 1 0 0,1 0 0 0 0,0 0-1 0 0,0-1 1 0 0,1 1-1 0 0,-1-1 1 0 0,0-4 0 0 0,1 6 9 0 0,1 0 0 0 0,0-1 0 0 0,0 1 0 0 0,0 0 0 0 0,0-1 0 0 0,1 1 1 0 0,-1-1-1 0 0,0 1 0 0 0,1 0 0 0 0,0 0 0 0 0,0-1 0 0 0,-1 1 0 0 0,1 0 1 0 0,1 0-1 0 0,-1 0 0 0 0,0 0 0 0 0,0 0 0 0 0,1 0 0 0 0,-1 0 1 0 0,1 0-1 0 0,0 0 0 0 0,-1 1 0 0 0,1-1 0 0 0,0 1 0 0 0,0-1 0 0 0,4-1 1 0 0,3-2-16 0 0,1 0 0 0 0,-1 1 0 0 0,1 0 0 0 0,0 0 0 0 0,0 1 0 0 0,1 0 1 0 0,-1 1-1 0 0,0 0 0 0 0,1 1 0 0 0,0 0 0 0 0,-1 1 0 0 0,18 1 1 0 0,13 3 73 0 0,75 18 1 0 0,-106-20-2 0 0,200 53 883 0 0,-114-28-158 0 0,194 30 1 0 0,-259-53-681 0 0,1-3 1 0 0,0 0 0 0 0,0-2 0 0 0,0-1 0 0 0,0-2 0 0 0,0-1 0 0 0,-1-1 0 0 0,0-2-1 0 0,0-1 1 0 0,38-17 0 0 0,-40 12 22 0 0,0 0 0 0 0,-1-2-1 0 0,0-2 1 0 0,-2 0 0 0 0,0-2 0 0 0,-1 0 0 0 0,25-28-1 0 0,-38 35-24 0 0,-1 0 0 0 0,0-1 0 0 0,-1-1 0 0 0,0 0 0 0 0,-1 0 0 0 0,-1-1-1 0 0,-1 0 1 0 0,0 0 0 0 0,-1-1 0 0 0,0 0 0 0 0,-2 0 0 0 0,0 0 0 0 0,-1 0 0 0 0,2-28-1 0 0,-5 21-22 0 0,-1 0 0 0 0,-1 0-1 0 0,-1 0 1 0 0,-2 0-1 0 0,0 0 1 0 0,-1 1-1 0 0,-1 0 1 0 0,-11-24 0 0 0,9 28-54 0 0,0 0 1 0 0,-2 1 0 0 0,0 0-1 0 0,0 0 1 0 0,-2 1-1 0 0,0 1 1 0 0,-1 0 0 0 0,-1 1-1 0 0,-25-20 1 0 0,34 30-1 0 0,-1 0-1 0 0,0 1 1 0 0,0 0-1 0 0,-1 0 1 0 0,1 1-1 0 0,-1 0 1 0 0,0 0-1 0 0,0 0 1 0 0,0 1-1 0 0,0 1 1 0 0,-16-2-1 0 0,12 3 8 0 0,1 0 0 0 0,-1 1 0 0 0,1 0-1 0 0,-1 1 1 0 0,1 1 0 0 0,0-1 0 0 0,-19 9 0 0 0,4 0-3 0 0,1 2 1 0 0,1 1-1 0 0,0 1 1 0 0,1 1 0 0 0,1 1-1 0 0,-26 25 1 0 0,23-17-99 0 0,1 1 0 0 0,1 2 1 0 0,1 0-1 0 0,2 1 0 0 0,0 2 1 0 0,3 0-1 0 0,0 0 0 0 0,2 2 1 0 0,1 0-1 0 0,2 0 0 0 0,-15 68 1 0 0,25-73-973 0 0,4 38-311 0 0,-2-64 1307 0 0,0-1 0 0 0,0 0-1 0 0,0 0 1 0 0,0 1 0 0 0,0-1 0 0 0,0 0-1 0 0,0 1 1 0 0,0-1 0 0 0,1 0-1 0 0,-1 1 1 0 0,0-1 0 0 0,1 0 0 0 0,-1 0-1 0 0,1 1 1 0 0,0-1 0 0 0,-1 0-1 0 0,1 0 1 0 0,1 2 0 0 0,2 3-228 0 0,-2-3 199 0 0,-1 0 0 0 0,1 0 0 0 0,0 0 0 0 0,0 0 0 0 0,1-1 0 0 0,-1 1-1 0 0,1 0 1 0 0,-1-1 0 0 0,1 0 0 0 0,0 1 0 0 0,0-1 0 0 0,0 0 0 0 0,0 0 0 0 0,0-1 0 0 0,0 1 0 0 0,0-1 0 0 0,1 0 0 0 0,-1 1 0 0 0,6 0 0 0 0,0-2-96 0 0,1-1 0 0 0,0 0 0 0 0,-1 0 0 0 0,1 0 0 0 0,-1-2 0 0 0,1 1 0 0 0,-1-1 0 0 0,0 0 0 0 0,16-8 1 0 0,8-7-441 0 0,36-24 0 0 0,-63 38 562 0 0,240-169-2288 0 0,31-20 1016 0 0,111-74 1905 0 0,-341 228-369 0 0,-14 10 95 0 0,1 2 1 0 0,74-44 0 0 0,-100 68-111 0 0,-1-1 0 0 0,0 1-1 0 0,1 0 1 0 0,12-2 0 0 0,-18 4-116 0 0,-1 1-1 0 0,1 0 1 0 0,-1-1 0 0 0,1 1-1 0 0,0 0 1 0 0,-1 0-1 0 0,1 0 1 0 0,-1 0 0 0 0,1 0-1 0 0,-1 1 1 0 0,1-1-1 0 0,0 0 1 0 0,-1 1 0 0 0,1-1-1 0 0,-1 1 1 0 0,0-1-1 0 0,1 1 1 0 0,-1 0 0 0 0,1 0-1 0 0,-1 0 1 0 0,0 0-1 0 0,0 0 1 0 0,1 0 0 0 0,-1 0-1 0 0,0 0 1 0 0,0 0-1 0 0,0 0 1 0 0,0 1 0 0 0,1 1-1 0 0,-1 4 213 0 0,1 0 1 0 0,-1 0-1 0 0,0 1 0 0 0,-1-1 0 0 0,0 0 0 0 0,0 1 0 0 0,0-1 0 0 0,-3 10 1 0 0,3-13-255 0 0,-7 27 776 0 0,-84 215 968 0 0,-50 44-566 0 0,-2 3-623 0 0,24 0-458 0 0,98-220-325 0 0,17-60 76 0 0,5-19-1604 0 0,4-97 635 0 0,-4-1 1 0 0,-18-139-1 0 0,-50-205-2272 0 0,26 196 2249 0 0,34 202 807 0 0,23 92 6422 0 0,-15-39-4928 0 0,8 14-185 0 0,25 50-37 0 0,-16-34-54 0 0,150 241 1596 0 0,-1-37-1498 0 0,-139-203-1310 0 0,2 0-1 0 0,1-2 1 0 0,2-2-1 0 0,54 41 1 0 0,-72-61-349 0 0,0-1 0 0 0,1 0 0 0 0,31 12 0 0 0,-3-9-1475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8.7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227 141 3679 0 0,'-8'2'110'0'0,"0"0"-1"0"0,0 1 0 0 0,0 0 1 0 0,0 0-1 0 0,0 1 0 0 0,1 0 1 0 0,0 0-1 0 0,-1 0 0 0 0,2 1 1 0 0,-1 0-1 0 0,0 1 0 0 0,1 0 1 0 0,-6 7-1 0 0,-3 3 36 0 0,2 1-1 0 0,0 0 1 0 0,1 1-1 0 0,0 1 1 0 0,2 0 0 0 0,-13 32-1 0 0,18-36 2 0 0,1-1-1 0 0,0 0 1 0 0,1 1-1 0 0,1 0 1 0 0,0-1 0 0 0,1 1-1 0 0,1 0 1 0 0,0 0-1 0 0,1 0 1 0 0,5 25-1 0 0,0-16 86 0 0,1 0-1 0 0,1 0 1 0 0,1 0-1 0 0,1-2 0 0 0,0 1 1 0 0,27 39-1 0 0,-16-33 27 0 0,0-1 0 0 0,2-1 0 0 0,51 47-1 0 0,-50-57-97 0 0,-7-5-115 0 0,7 5 24 0 0,0-1-1 0 0,41 19 1 0 0,-48-29 6 0 0,-1 0 1 0 0,0 0-1 0 0,1-2 1 0 0,0 0-1 0 0,0-1 1 0 0,1-1-1 0 0,-1 0 1 0 0,0-2-1 0 0,1 1 1 0 0,-1-2-1 0 0,0-1 1 0 0,0 0 0 0 0,1-1-1 0 0,-1-1 1 0 0,-1 0-1 0 0,1-1 1 0 0,-1-1-1 0 0,0-1 1 0 0,0 0-1 0 0,-1-1 1 0 0,1-1-1 0 0,-2 0 1 0 0,0-1-1 0 0,0-1 1 0 0,0 0-1 0 0,-2-1 1 0 0,1 0-1 0 0,13-19 1 0 0,-5 4 208 0 0,-2-1 0 0 0,-1-1 1 0 0,-1-1-1 0 0,-2-1 0 0 0,20-52 0 0 0,-12 12 200 0 0,22-111-1 0 0,-41 160-435 0 0,-1 1 1 0 0,0-1-1 0 0,-2 0 0 0 0,0 0 0 0 0,-1 0 1 0 0,-2 0-1 0 0,-7-40 0 0 0,7 53-49 0 0,-1-1 1 0 0,0 1-1 0 0,0 0 0 0 0,-1 0 0 0 0,0 0 0 0 0,-1 0 0 0 0,0 1 0 0 0,0-1 0 0 0,-1 1 0 0 0,0 0 0 0 0,0 1 0 0 0,-1 0 0 0 0,0 0 0 0 0,0 0 1 0 0,-1 1-1 0 0,0 0 0 0 0,0 1 0 0 0,0-1 0 0 0,-17-7 0 0 0,7 7-39 0 0,0 0-1 0 0,0 1 1 0 0,0 1 0 0 0,0 1-1 0 0,-1 0 1 0 0,1 1 0 0 0,-30 1-1 0 0,18 2-41 0 0,0 2 0 0 0,1 0 0 0 0,0 2 0 0 0,-30 10-1 0 0,40-9 35 0 0,1 1-1 0 0,0 1 1 0 0,0 1 0 0 0,1 0-1 0 0,0 1 1 0 0,1 1-1 0 0,0 1 1 0 0,0 0-1 0 0,2 1 1 0 0,-18 19-1 0 0,11-7-135 0 0,1 0-1 0 0,1 1 1 0 0,1 1-1 0 0,1 0 1 0 0,-19 45-1 0 0,30-59-31 0 0,1 0 1 0 0,0 1-1 0 0,1 0 1 0 0,-4 26-1 0 0,5 4-555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9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32 11287 0 0,'-2'-3'80'0'0,"1"1"24"0"0,-1 0 0 0 0,1 0 0 0 0,-1 0 0 0 0,1-1 0 0 0,0 1 0 0 0,0 0 0 0 0,0-1 0 0 0,0 1 0 0 0,1-1 0 0 0,-2-3 0 0 0,4 6-43 0 0,0 1-1 0 0,0-1 1 0 0,0 0-1 0 0,0 1 1 0 0,0-1-1 0 0,0 1 1 0 0,0 0-1 0 0,0 0 1 0 0,0 0-1 0 0,-1 0 1 0 0,1 0-1 0 0,3 2 1 0 0,4 6-54 0 0,0 0-1 0 0,0 0 1 0 0,-1 1 0 0 0,0 0-1 0 0,0 0 1 0 0,-1 1 0 0 0,-1 0-1 0 0,0 1 1 0 0,7 17 0 0 0,1 9 18 0 0,16 65 0 0 0,-23-67-18 0 0,-1 0-1 0 0,-1 1 0 0 0,-2 0 1 0 0,-3 46-1 0 0,-22 147 26 0 0,20-216-24 0 0,0-1-192 0 0,0 0-1 0 0,1 0 0 0 0,0 0 1 0 0,1 0-1 0 0,0 0 0 0 0,1 0 1 0 0,5 25-1 0 0,0-23-4154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9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648 1 13215 0 0,'-31'25'1448'0'0,"28"-23"-1448"0"0,-44 54 158 0 0,2 2-1 0 0,-49 84 0 0 0,-20 76-198 0 0,58-105-11 0 0,-107 162 1 0 0,157-267 53 0 0,-24 32-69 0 0,28-37 48 0 0,-1-1-1 0 0,1 1 1 0 0,-1-1 0 0 0,1 0-1 0 0,-1 0 1 0 0,0 0 0 0 0,0 0-1 0 0,0 0 1 0 0,0-1 0 0 0,0 1-1 0 0,-4 1 1 0 0,6-3 6 0 0,1 0 1 0 0,-1 0-1 0 0,0 1 1 0 0,1-1-1 0 0,-1 0 1 0 0,0 0-1 0 0,1 0 1 0 0,-1 0-1 0 0,0 0 0 0 0,1 0 1 0 0,-1 0-1 0 0,0 0 1 0 0,1 0-1 0 0,-1-1 1 0 0,0 1-1 0 0,1 0 1 0 0,-1 0-1 0 0,0 0 1 0 0,1-1-1 0 0,-1 1 0 0 0,1 0 1 0 0,-1-1-1 0 0,1 1 1 0 0,-1-1-1 0 0,1 1 1 0 0,-1 0-1 0 0,1-1 1 0 0,-1 1-1 0 0,1-1 0 0 0,-1 1 1 0 0,1-1-1 0 0,0 0 1 0 0,-1 1-1 0 0,1-1 1 0 0,0 1-1 0 0,-1-1 1 0 0,1 0-1 0 0,0 1 1 0 0,0-1-1 0 0,0 0 0 0 0,0 1 1 0 0,-1-1-1 0 0,1 0 1 0 0,0 1-1 0 0,0-1 1 0 0,0 0-1 0 0,1 1 1 0 0,-1-1-1 0 0,0 0 1 0 0,0 1-1 0 0,0-1 0 0 0,0 1 1 0 0,1-2-1 0 0,11-38-671 0 0,-12 38 645 0 0,14-32-423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10479 0 0,'1'-1'70'0'0,"0"1"0"0"0,-1-1 0 0 0,1 0 0 0 0,0 1 1 0 0,0-1-1 0 0,0 1 0 0 0,0-1 0 0 0,0 1 0 0 0,0-1 0 0 0,0 1 0 0 0,0 0 0 0 0,0-1 0 0 0,0 1 0 0 0,0 0 0 0 0,0 0 0 0 0,0 0 0 0 0,0 0 0 0 0,0 0 0 0 0,0 0 0 0 0,0 0 0 0 0,1 0 0 0 0,1 1 64 0 0,-1 0 0 0 0,1 0 0 0 0,-1 0 1 0 0,1 0-1 0 0,-1 0 0 0 0,0 0 0 0 0,1 1 0 0 0,2 1 0 0 0,3 5 257 0 0,1 0-1 0 0,14 17 1 0 0,-21-22-379 0 0,108 154 656 0 0,-49-64-489 0 0,-35-57-250 0 0,2-1 0 0 0,1-1 0 0 0,61 54 0 0 0,-65-72-1234 0 0,-14-12 539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6:59.8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24 255 9183 0 0,'-7'2'80'0'0,"-6"3"235"0"0,13-5-300 0 0,0 0 1 0 0,-1 0 0 0 0,1 0-1 0 0,0 0 1 0 0,0 1 0 0 0,0-1 0 0 0,-1 0-1 0 0,1 0 1 0 0,0 0 0 0 0,0 0-1 0 0,0 1 1 0 0,0-1 0 0 0,-1 0 0 0 0,1 0-1 0 0,0 0 1 0 0,0 1 0 0 0,0-1-1 0 0,0 0 1 0 0,0 0 0 0 0,0 1 0 0 0,0-1-1 0 0,0 0 1 0 0,-1 0 0 0 0,1 1-1 0 0,0-1 1 0 0,0 0 0 0 0,0 0 0 0 0,0 1-1 0 0,0-1 1 0 0,0 0 0 0 0,0 0-1 0 0,1 0 1 0 0,-1 1 0 0 0,0-1 0 0 0,0 1-1 0 0,1 1 22 0 0,1 1-1 0 0,0-1 1 0 0,0 0-1 0 0,0 1 1 0 0,0-1 0 0 0,0 0-1 0 0,0 0 1 0 0,1 0-1 0 0,-1-1 1 0 0,1 1-1 0 0,-1 0 1 0 0,1-1-1 0 0,0 0 1 0 0,-1 0-1 0 0,1 1 1 0 0,0-2-1 0 0,0 1 1 0 0,0 0-1 0 0,0 0 1 0 0,5-1-1 0 0,6 2 221 0 0,1 0-1 0 0,26-2 0 0 0,17-4 568 0 0,0-2 0 0 0,79-20 1 0 0,111-44 1069 0 0,-94 19-792 0 0,141-42-232 0 0,-268 85-1290 0 0,-1-1 0 0 0,48-23 0 0 0,-61 25-99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7:01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83 123 8863 0 0,'-12'-1'287'0'0,"6"0"-174"0"0,-1 0 1 0 0,1 1-1 0 0,0 0 1 0 0,-1 0 0 0 0,-6 2-1 0 0,11-2 43 0 0,0 0 0 0 0,1 0-1 0 0,-1 1 1 0 0,1-1 0 0 0,-1 1-1 0 0,1 0 1 0 0,0-1-1 0 0,-1 1 1 0 0,1 0 0 0 0,0 0-1 0 0,-1 0 1 0 0,1 0 0 0 0,0 0-1 0 0,0 0 1 0 0,-2 1 0 0 0,3-1-113 0 0,0-1 0 0 0,0 1 1 0 0,-1 0-1 0 0,1-1 0 0 0,0 1 0 0 0,0-1 1 0 0,0 1-1 0 0,0 0 0 0 0,0-1 1 0 0,0 1-1 0 0,0-1 0 0 0,0 1 1 0 0,0 0-1 0 0,0-1 0 0 0,0 1 1 0 0,1-1-1 0 0,-1 1 0 0 0,0 0 1 0 0,0-1-1 0 0,0 1 0 0 0,1-1 1 0 0,-1 1-1 0 0,0-1 0 0 0,1 1 1 0 0,0 0-1 0 0,2 2 11 0 0,0 0 0 0 0,0 0 0 0 0,1 0 0 0 0,0 0 0 0 0,-1-1 0 0 0,1 1 0 0 0,0-1 0 0 0,7 3 0 0 0,14 3 90 0 0,1 0-1 0 0,-1-2 1 0 0,1 0-1 0 0,0-2 1 0 0,0-1-1 0 0,1-2 1 0 0,-1 0-1 0 0,1-1 1 0 0,43-7 0 0 0,2-6 316 0 0,-1-2 1 0 0,87-30-1 0 0,-135 37-631 0 0,0 0 1 0 0,0-2-1 0 0,0 0 0 0 0,-1-1 0 0 0,-1-2 0 0 0,0 0 1 0 0,-1-1-1 0 0,20-18 0 0 0,-25 17-372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7:02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1229 75 9215 0 0,'-2'-10'558'0'0,"-5"-24"1806"0"0,7 32-2302 0 0,-1 0 0 0 0,1 0 0 0 0,0 0 1 0 0,0 0-1 0 0,0 0 0 0 0,0 0 0 0 0,1 0 0 0 0,-1 0 0 0 0,1 0 0 0 0,-1 1 0 0 0,1-1 0 0 0,-1 0 0 0 0,1 0 1 0 0,1-2-1 0 0,-4 10-33 0 0,-1-1 1 0 0,1 1-1 0 0,-1-1 1 0 0,-1 0-1 0 0,-4 6 1 0 0,0-3 139 0 0,0 1 0 0 0,0 0 0 0 0,0 0 0 0 0,2 1 1 0 0,-1 0-1 0 0,1 0 0 0 0,0 1 0 0 0,1 0 0 0 0,0 0 0 0 0,1 0 0 0 0,0 0 0 0 0,-3 19 1 0 0,-39 350 273 0 0,11-61-228 0 0,-56 180 52 0 0,-39 280 706 0 0,-42 305 221 0 0,37-104 419 0 0,84-623-1022 0 0,9-79-221 0 0,-2 39-212 0 0,-42 406 276 0 0,73-511-320 0 0,-27 269 284 0 0,30-414-287 0 0,-27 89 1 0 0,-33 59 334 0 0,-10 43-83 0 0,67-210-30 0 0,-11 80 1 0 0,23-118-296 0 0,1 0-12 0 0,6-21-117 0 0,28-51-2405 0 0,-12 21 1144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19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5759 0 0,'-1'0'40'0'0,"0"0"0"0"0,1 1-1 0 0,-1-1 1 0 0,0 1 0 0 0,1-1-1 0 0,-1 1 1 0 0,0-1-1 0 0,1 1 1 0 0,-1-1 0 0 0,1 1-1 0 0,-1 0 1 0 0,0-1 0 0 0,1 1-1 0 0,0 0 1 0 0,-1 0-1 0 0,1-1 1 0 0,-1 1 0 0 0,1 0-1 0 0,0 0 1 0 0,0 0 0 0 0,-1-1-1 0 0,1 1 1 0 0,0 0 0 0 0,0 0-1 0 0,0 0 1 0 0,0 1-1 0 0,-3 32-57 0 0,3-26 116 0 0,-11 60 403 0 0,0 3 178 0 0,11-63-622 0 0,-1-1-1 0 0,1 1 0 0 0,1-1 1 0 0,-1 1-1 0 0,1-1 1 0 0,1 0-1 0 0,1 9 1 0 0,-1-12-40 0 0,0 0 0 0 0,0 0 0 0 0,0-1 0 0 0,0 1 1 0 0,1 0-1 0 0,0-1 0 0 0,-1 0 0 0 0,1 1 0 0 0,0-1 0 0 0,1 0 1 0 0,-1-1-1 0 0,0 1 0 0 0,1-1 0 0 0,-1 1 0 0 0,1-1 0 0 0,0 0 1 0 0,0 0-1 0 0,0 0 0 0 0,0-1 0 0 0,8 2 0 0 0,7 2 11 0 0,1-2-1 0 0,0 0 1 0 0,25 0 0 0 0,-22-1 5 0 0,14 0 20 0 0,0 1-40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6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30 455 0 0,'25'-9'844'0'0,"-23"9"-656"0"0,-1-1-1 0 0,0 1 0 0 0,0-1 1 0 0,0 0-1 0 0,0 1 0 0 0,0-1 1 0 0,0 0-1 0 0,0 0 0 0 0,0 0 1 0 0,0 0-1 0 0,0 1 0 0 0,0-1 1 0 0,0 0-1 0 0,0-1 0 0 0,-1 1 1 0 0,1 0-1 0 0,0-2 0 0 0,-1 3-138 0 0,0 0-1 0 0,0 0 1 0 0,0 0-1 0 0,0-1 1 0 0,0 1-1 0 0,0 0 1 0 0,0 0-1 0 0,0 0 1 0 0,0 0 0 0 0,0 0-1 0 0,0-1 1 0 0,0 1-1 0 0,0 0 1 0 0,0 0-1 0 0,0 0 1 0 0,0 0-1 0 0,0 0 1 0 0,0-1-1 0 0,-1 1 1 0 0,1 0-1 0 0,0 0 1 0 0,0 0-1 0 0,0 0 1 0 0,0 0-1 0 0,0 0 1 0 0,0 0-1 0 0,-1 0 1 0 0,1-1-1 0 0,0 1 1 0 0,0 0-1 0 0,0 0 1 0 0,0 0-1 0 0,0 0 1 0 0,-1 0-1 0 0,1 0 1 0 0,0 0-1 0 0,0 0 1 0 0,0 0-1 0 0,0 0 1 0 0,-1 0-1 0 0,1 0 1 0 0,-10 4 1008 0 0,-6 8-72 0 0,-3 53 3725 0 0,19-64-4679 0 0,0-1 1 0 0,1 1 0 0 0,-1 0 0 0 0,0-1 0 0 0,1 1 0 0 0,-1 0-1 0 0,0-1 1 0 0,1 1 0 0 0,-1-1 0 0 0,1 1 0 0 0,-1-1 0 0 0,1 1 0 0 0,-1-1-1 0 0,1 1 1 0 0,0-1 0 0 0,-1 1 0 0 0,1-1 0 0 0,0 0 0 0 0,-1 1-1 0 0,1-1 1 0 0,0 0 0 0 0,-1 0 0 0 0,1 1 0 0 0,0-1 0 0 0,-1 0-1 0 0,2 0 1 0 0,21 7 58 0 0,44-1 202 0 0,0-2 0 0 0,83-6 0 0 0,6 0 45 0 0,-156 2-337 0 0,110 0 62 0 0,-92-1-47 0 0,-1-1 1 0 0,0-1-1 0 0,0 0 0 0 0,22-8 1 0 0,-11-3 115 0 0,-27 13-119 0 0,0 0-1 0 0,0 0 1 0 0,0 0 0 0 0,0 0-1 0 0,0 0 1 0 0,0 0 0 0 0,0 0-1 0 0,0 0 1 0 0,-1-1-1 0 0,1 1 1 0 0,0 0 0 0 0,-1 0-1 0 0,1-1 1 0 0,-1 1-1 0 0,1 0 1 0 0,-1-1 0 0 0,0 1-1 0 0,1-3 1 0 0,-9-6-1707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6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43 4631 0 0,'-6'0'59'0'0,"1"1"-1"0"0,-1 0 0 0 0,0 0 1 0 0,1 1-1 0 0,0 0 0 0 0,-1 0 1 0 0,1 0-1 0 0,0 0 0 0 0,-6 4 1 0 0,-43 31 237 0 0,51-35-248 0 0,-10 7 24 0 0,-3 2 285 0 0,0 1 0 0 0,1 0 0 0 0,0 1 0 0 0,1 0 0 0 0,-12 16 0 0 0,23-25-259 0 0,1 0 0 0 0,-1-1 0 0 0,1 1-1 0 0,0 0 1 0 0,0 0 0 0 0,0 0-1 0 0,1 0 1 0 0,-1 0 0 0 0,1 0-1 0 0,0 1 1 0 0,0-1 0 0 0,0 0-1 0 0,1 1 1 0 0,0-1 0 0 0,0 1-1 0 0,0-1 1 0 0,0 0 0 0 0,1 1-1 0 0,-1-1 1 0 0,1 0 0 0 0,0 1 0 0 0,0-1-1 0 0,1 0 1 0 0,-1 0 0 0 0,1 0-1 0 0,0 0 1 0 0,5 7 0 0 0,-1-3-28 0 0,0-1 0 0 0,0 0 1 0 0,1 0-1 0 0,0 0 1 0 0,0-1-1 0 0,1 0 0 0 0,0 0 1 0 0,0-1-1 0 0,0 0 0 0 0,1 0 1 0 0,16 6-1 0 0,-3-3-48 0 0,0-1 1 0 0,0 0-1 0 0,42 5 0 0 0,-59-11 2 0 0,0 0 0 0 0,1-1 0 0 0,-1 0 0 0 0,0 0 0 0 0,0 0 0 0 0,0 0-1 0 0,0-1 1 0 0,0 0 0 0 0,0 0 0 0 0,0-1 0 0 0,0 1 0 0 0,0-1 0 0 0,0 0 0 0 0,-1 0 0 0 0,1-1 0 0 0,-1 1 0 0 0,5-4 0 0 0,-3 1 134 0 0,-1 0 0 0 0,0-1 0 0 0,0 0 1 0 0,0 0-1 0 0,-1 0 0 0 0,0 0 1 0 0,0-1-1 0 0,0 0 0 0 0,-1 0 1 0 0,5-13-1 0 0,-5 8-50 0 0,0 0 0 0 0,0 0 0 0 0,-1 0 0 0 0,-1 0 0 0 0,0 0 1 0 0,0 0-1 0 0,-3-17 0 0 0,0 3-51 0 0,-2 0 0 0 0,-9-34 0 0 0,11 53-36 0 0,0 0 1 0 0,-1 0-1 0 0,0 0 1 0 0,0 0-1 0 0,0 0 1 0 0,-1 1-1 0 0,0 0 1 0 0,0-1-1 0 0,0 1 1 0 0,-1 1-1 0 0,-6-7 1 0 0,8 10 18 0 0,0-1 1 0 0,-1 0 0 0 0,1 1 0 0 0,-1 0-1 0 0,1 0 1 0 0,-1 0 0 0 0,0 0 0 0 0,0 1 0 0 0,0-1-1 0 0,0 1 1 0 0,0 0 0 0 0,0 0 0 0 0,0 1-1 0 0,0-1 1 0 0,0 1 0 0 0,-1 0 0 0 0,1 0 0 0 0,0 0-1 0 0,0 1 1 0 0,0-1 0 0 0,-6 3 0 0 0,-1 0 9 0 0,0 1 1 0 0,0 0 0 0 0,0 1 0 0 0,1 0-1 0 0,-1 1 1 0 0,2 0 0 0 0,-17 13-1 0 0,-58 60-81 0 0,50-45-27 0 0,6-8-89 0 0,-65 68-350 0 0,77-76 239 0 0,0 1 0 0 0,2 0 1 0 0,-17 30-1 0 0,28-44-222 0 0,0 0 0 0 0,1 0 0 0 0,0 0 0 0 0,0 0 0 0 0,0 0 0 0 0,1 0 0 0 0,0 0 0 0 0,-2 11 0 0 0,6 11-3887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8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 4143 0 0,'0'0'20'0'0,"0"-1"-1"0"0,-1 1 1 0 0,1 0-1 0 0,0 0 0 0 0,0 0 1 0 0,0 0-1 0 0,-1-1 0 0 0,1 1 1 0 0,0 0-1 0 0,0 0 0 0 0,-1 0 1 0 0,1 0-1 0 0,0 0 1 0 0,0 0-1 0 0,-1 0 0 0 0,1 0 1 0 0,0 0-1 0 0,0 0 0 0 0,-1 0 1 0 0,1 0-1 0 0,0 0 1 0 0,-1 0-1 0 0,1 0 0 0 0,0 0 1 0 0,0 0-1 0 0,-1 0 0 0 0,1 0 1 0 0,0 0-1 0 0,0 0 0 0 0,-1 0 1 0 0,1 0-1 0 0,0 0 1 0 0,0 1-1 0 0,-1-1 0 0 0,1 0 1 0 0,0 0-1 0 0,0 0 0 0 0,0 0 1 0 0,-1 1-1 0 0,-7 13 1446 0 0,-2 19 591 0 0,-1 21-1705 0 0,-5 96 0 0 0,12 57 868 0 0,2-41-765 0 0,-2-117-1870 0 0,4-47 833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8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5 207 7831 0 0,'-1'-2'74'0'0,"0"-1"-1"0"0,0 0 1 0 0,0 1-1 0 0,1-1 0 0 0,0 1 1 0 0,-1-1-1 0 0,1 0 1 0 0,0 1-1 0 0,1-6 0 0 0,-1 6-31 0 0,1 1-1 0 0,0-1 0 0 0,-1 1 0 0 0,1-1 0 0 0,0 0 0 0 0,0 1 0 0 0,0 0 0 0 0,1-1 1 0 0,-1 1-1 0 0,0 0 0 0 0,0-1 0 0 0,1 1 0 0 0,-1 0 0 0 0,1 0 0 0 0,1-1 0 0 0,40-24 71 0 0,2 3-1 0 0,0 1 0 0 0,88-28 1 0 0,-120 45-122 0 0,7-2-32 0 0,36-9 0 0 0,-52 15 38 0 0,1 0 0 0 0,0 1 0 0 0,-1-1 0 0 0,1 1 0 0 0,0 0 0 0 0,0 0 0 0 0,0 0 0 0 0,-1 1 0 0 0,1 0 0 0 0,0 0 0 0 0,-1 0 0 0 0,1 0 0 0 0,7 4 0 0 0,-11-5 7 0 0,1 1 0 0 0,-1 0-1 0 0,1 0 1 0 0,-1 0-1 0 0,0 1 1 0 0,1-1 0 0 0,-1 0-1 0 0,0 0 1 0 0,0 1 0 0 0,0-1-1 0 0,0 1 1 0 0,0-1-1 0 0,0 1 1 0 0,0-1 0 0 0,0 1-1 0 0,-1 0 1 0 0,1-1 0 0 0,-1 1-1 0 0,1 2 1 0 0,0 0 9 0 0,-1-1 1 0 0,0 1-1 0 0,0 0 0 0 0,0-1 1 0 0,-1 1-1 0 0,1-1 0 0 0,-1 0 1 0 0,0 1-1 0 0,-2 4 0 0 0,-1 3 40 0 0,-2 0-1 0 0,1-1 0 0 0,-1 1 0 0 0,-14 17 0 0 0,-105 112 967 0 0,99-113-900 0 0,19-21-126 0 0,-20 23 130 0 0,26-27-137 0 0,-1 0-1 0 0,1 0 1 0 0,-1 0 0 0 0,1 0-1 0 0,0 0 1 0 0,-1 0-1 0 0,1 0 1 0 0,0 1 0 0 0,1-1-1 0 0,-1 0 1 0 0,-1 5 0 0 0,14-17-1944 0 0,-4 2-1372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81 295 8983 0 0,'0'2'51'0'0,"0"1"-1"0"0,0-1 1 0 0,0 0-1 0 0,1 0 1 0 0,0 0-1 0 0,-1 0 1 0 0,1 0-1 0 0,0-1 1 0 0,0 1-1 0 0,0 0 1 0 0,0 0 0 0 0,0 0-1 0 0,0-1 1 0 0,0 1-1 0 0,1 0 1 0 0,-1-1-1 0 0,0 1 1 0 0,1-1-1 0 0,0 0 1 0 0,-1 0-1 0 0,1 1 1 0 0,0-1-1 0 0,-1 0 1 0 0,1 0-1 0 0,0 0 1 0 0,0-1-1 0 0,0 1 1 0 0,0 0-1 0 0,0-1 1 0 0,0 1-1 0 0,0-1 1 0 0,0 0-1 0 0,0 0 1 0 0,0 0-1 0 0,0 0 1 0 0,0 0-1 0 0,1 0 1 0 0,-1 0-1 0 0,0-1 1 0 0,0 1-1 0 0,0-1 1 0 0,0 1-1 0 0,0-1 1 0 0,-1 0-1 0 0,1 0 1 0 0,0 0-1 0 0,0 0 1 0 0,0 0-1 0 0,-1 0 1 0 0,1 0-1 0 0,2-3 1 0 0,2-3-7 0 0,-1 0-1 0 0,1-1 1 0 0,-1 0-1 0 0,-1 0 1 0 0,0 0 0 0 0,0 0-1 0 0,0-1 1 0 0,-1 0-1 0 0,0 0 1 0 0,-1 1 0 0 0,2-18-1 0 0,-1 4 152 0 0,-1 0 1 0 0,-1-1-1 0 0,-3-38 0 0 0,2 53-78 0 0,-1 0 1 0 0,-1-1-1 0 0,0 1 1 0 0,0 0-1 0 0,-5-12 1 0 0,6 19-105 0 0,1 0 1 0 0,0 0-1 0 0,-1-1 1 0 0,1 1 0 0 0,-1 0-1 0 0,0 0 1 0 0,1 0 0 0 0,-1 0-1 0 0,0 0 1 0 0,0 0-1 0 0,0 0 1 0 0,1 0 0 0 0,-1 0-1 0 0,0 0 1 0 0,0 0-1 0 0,-1 1 1 0 0,1-1 0 0 0,0 0-1 0 0,0 1 1 0 0,0-1 0 0 0,0 1-1 0 0,0-1 1 0 0,-1 1-1 0 0,1 0 1 0 0,0-1 0 0 0,-1 1-1 0 0,1 0 1 0 0,0 0-1 0 0,0 0 1 0 0,-1 0 0 0 0,1 0-1 0 0,0 0 1 0 0,-1 0 0 0 0,1 0-1 0 0,0 1 1 0 0,0-1-1 0 0,-1 0 1 0 0,1 1 0 0 0,0-1-1 0 0,0 1 1 0 0,0-1-1 0 0,0 1 1 0 0,-1 0 0 0 0,0 1-1 0 0,-12 9-177 0 0,0 0-1 0 0,0 2 0 0 0,1-1 1 0 0,1 2-1 0 0,0 0 0 0 0,1 0 1 0 0,1 1-1 0 0,0 0 0 0 0,1 1 1 0 0,0 0-1 0 0,-11 34 0 0 0,19-47 107 0 0,-1 0-1 0 0,2 1 1 0 0,-1-1-1 0 0,0 0 1 0 0,1 1-1 0 0,-1-1 1 0 0,1 1-1 0 0,0-1 1 0 0,0 0-1 0 0,0 1 1 0 0,1-1-1 0 0,-1 1 1 0 0,1-1-1 0 0,0 0 1 0 0,0 0-1 0 0,1 4 1 0 0,0-5-18 0 0,-1 0 0 0 0,0 0 1 0 0,0-1-1 0 0,1 1 1 0 0,-1-1-1 0 0,1 1 0 0 0,0-1 1 0 0,-1 1-1 0 0,1-1 1 0 0,0 0-1 0 0,0 1 1 0 0,0-1-1 0 0,0 0 0 0 0,0-1 1 0 0,0 1-1 0 0,0 0 1 0 0,0 0-1 0 0,0-1 0 0 0,0 1 1 0 0,1-1-1 0 0,-1 0 1 0 0,0 0-1 0 0,0 0 1 0 0,0 0-1 0 0,4 0 0 0 0,0-1-164 0 0,1 1 0 0 0,-1-1 0 0 0,1 0 0 0 0,-1-1-1 0 0,1 1 1 0 0,8-5 0 0 0,3-4-343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22 149 3223 0 0,'6'30'2237'0'0,"-2"1"-1"0"0,2 37 0 0 0,-2-9-1954 0 0,-2-41-162 0 0,0-12-36 0 0,-1 0-1 0 0,-1 0 1 0 0,1 0 0 0 0,-2 11 0 0 0,1-17-75 0 0,0 1 0 0 0,0-1 0 0 0,0 0 0 0 0,0 0 0 0 0,0 0-1 0 0,0 0 1 0 0,0 0 0 0 0,0 0 0 0 0,0 0 0 0 0,0 0 0 0 0,0 0 0 0 0,0 1 0 0 0,0-1 0 0 0,0 0 0 0 0,0 0 0 0 0,0 0 0 0 0,0 0 0 0 0,0 0 0 0 0,0 0 0 0 0,0 0 0 0 0,0 0 0 0 0,-1 0 0 0 0,1 0 0 0 0,0 0 0 0 0,0 0 0 0 0,0 0 0 0 0,0 1 0 0 0,0-1 0 0 0,0 0 0 0 0,0 0 0 0 0,0 0 0 0 0,0 0 0 0 0,0 0 0 0 0,-1 0 0 0 0,1 0 0 0 0,0 0 0 0 0,0 0 0 0 0,0 0 0 0 0,0 0-1 0 0,0 0 1 0 0,0 0 0 0 0,0 0 0 0 0,0 0 0 0 0,0 0 0 0 0,-1 0 0 0 0,1 0 0 0 0,0 0 0 0 0,0 0 0 0 0,0-1 0 0 0,0 1 0 0 0,0 0 0 0 0,0 0 0 0 0,0 0 0 0 0,0 0 0 0 0,0 0 0 0 0,0 0 0 0 0,0 0 0 0 0,0 0 0 0 0,-1 0 0 0 0,1 0 0 0 0,0 0 0 0 0,0 0 0 0 0,-7-9 508 0 0,-4-12 50 0 0,5 1-583 0 0,0 0 0 0 0,2-1 0 0 0,0 1-1 0 0,2-1 1 0 0,0 0 0 0 0,1 0 0 0 0,2 0 0 0 0,2-25 0 0 0,-2 38-41 0 0,1-1 0 0 0,0 1 1 0 0,1-1-1 0 0,0 1 0 0 0,0 0 1 0 0,1-1-1 0 0,0 2 1 0 0,0-1-1 0 0,9-11 0 0 0,-9 14 52 0 0,1 0-1 0 0,0 0 0 0 0,0 0 1 0 0,1 0-1 0 0,-1 1 0 0 0,1 0 1 0 0,0 0-1 0 0,0 0 1 0 0,1 1-1 0 0,-1 0 0 0 0,1 1 1 0 0,-1-1-1 0 0,10-1 0 0 0,-8 2 31 0 0,0 0 0 0 0,0 1-1 0 0,0 0 1 0 0,1 0 0 0 0,-1 1-1 0 0,0 0 1 0 0,1 0-1 0 0,-1 1 1 0 0,0 0 0 0 0,12 4-1 0 0,-16-4-16 0 0,-2 0 1 0 0,1 0-1 0 0,0 0 0 0 0,0 1 0 0 0,0-1 0 0 0,0 1 0 0 0,-1 0 1 0 0,1-1-1 0 0,-1 1 0 0 0,1 1 0 0 0,-1-1 0 0 0,0 0 0 0 0,0 0 1 0 0,0 1-1 0 0,0 0 0 0 0,0-1 0 0 0,-1 1 0 0 0,1 0 0 0 0,-1 0 1 0 0,0-1-1 0 0,0 1 0 0 0,0 0 0 0 0,0 0 0 0 0,0 1 0 0 0,0-1 1 0 0,-1 0-1 0 0,0 0 0 0 0,1 0 0 0 0,-1 0 0 0 0,-1 5 0 0 0,1 0 18 0 0,-1 0-1 0 0,-1 0 0 0 0,0 0 1 0 0,0 0-1 0 0,0-1 0 0 0,-1 1 1 0 0,0 0-1 0 0,0-1 0 0 0,-7 11 0 0 0,-4 4 210 0 0,-28 32-1 0 0,25-34-109 0 0,-20 31-1 0 0,37-51-122 0 0,0 1 0 0 0,0-1 0 0 0,1 0 1 0 0,-1 1-1 0 0,0-1 0 0 0,0 0 0 0 0,0 1 0 0 0,0-1 0 0 0,0 0 0 0 0,1 0 1 0 0,-1 1-1 0 0,0-1 0 0 0,0 0 0 0 0,0 0 0 0 0,1 1 0 0 0,-1-1 0 0 0,0 0 1 0 0,0 0-1 0 0,1 0 0 0 0,-1 0 0 0 0,0 1 0 0 0,1-1 0 0 0,-1 0 1 0 0,0 0-1 0 0,1 0 0 0 0,-1 0 0 0 0,0 0 0 0 0,1 0 0 0 0,-1 0 0 0 0,0 0 1 0 0,0 0-1 0 0,1 0 0 0 0,-1 0 0 0 0,0 0 0 0 0,1 0 0 0 0,-1 0 0 0 0,0 0 1 0 0,1 0-1 0 0,-1 0 0 0 0,1 0 0 0 0,21 0 32 0 0,-18 0-39 0 0,21 1 22 0 0,51 10 0 0 0,-57-7-175 0 0,1-1 1 0 0,0-1 0 0 0,0 0-1 0 0,28-3 1 0 0,-44 1-311 0 0,0-1 0 0 0,-1 1 0 0 0,1-1 0 0 0,0 0 0 0 0,-1-1 0 0 0,1 1 0 0 0,4-3 0 0 0,8-6-3299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9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 6271 0 0,'3'-32'680'0'0,"7"55"1748"0"0,-4 9-1870 0 0,-1 0-1 0 0,-2-1 1 0 0,0 38 0 0 0,1 22-106 0 0,-3-84-436 0 0,-1 5-47 0 0,1 0 0 0 0,1 0 0 0 0,0 0 0 0 0,1 0 1 0 0,0 0-1 0 0,0 0 0 0 0,2-1 0 0 0,10 22 1 0 0,-11-28-1477 0 0,-8-16 852 0 0,-8-17 447 0 0,-16-28-224 0 0,21 38 240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9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6447 0 0,'0'-2'159'0'0,"0"0"-1"0"0,0-1 1 0 0,0 1-1 0 0,1 0 1 0 0,-1 0-1 0 0,1 0 1 0 0,-1 0-1 0 0,1 0 1 0 0,0 0-1 0 0,0-1 1 0 0,0 2-1 0 0,0-1 1 0 0,0 0-1 0 0,0 0 1 0 0,0 0-1 0 0,1 0 1 0 0,2-2-1 0 0,1 0 530 0 0,0 0 0 0 0,0 1 0 0 0,1 0 0 0 0,10-5 0 0 0,-3 1-1146 0 0,-12 7 445 0 0,75-41-405 0 0,-45 21-2971 0 0,-14 6-258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29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6623 0 0,'-32'59'852'0'0,"15"-31"-290"0"0,-22 56 0 0 0,35-75-521 0 0,1 0 1 0 0,1 0 0 0 0,0 0-1 0 0,0 0 1 0 0,0 0-1 0 0,1 1 1 0 0,1-1 0 0 0,0 0-1 0 0,0 0 1 0 0,1 1-1 0 0,1 9 1 0 0,-1-15-32 0 0,0 0-1 0 0,0 0 1 0 0,1 0 0 0 0,-1 0-1 0 0,1 0 1 0 0,0 0 0 0 0,0 0 0 0 0,0-1-1 0 0,1 1 1 0 0,-1-1 0 0 0,1 0-1 0 0,0 1 1 0 0,-1-1 0 0 0,5 2-1 0 0,1 1 171 0 0,1 0 0 0 0,0-1 0 0 0,0 0 0 0 0,12 4-1 0 0,8 5 869 0 0,-28-14-1011 0 0,0 1 0 0 0,0-1 0 0 0,0 1 0 0 0,0 0 0 0 0,0 0 0 0 0,0-1 0 0 0,0 1 1 0 0,0 0-1 0 0,0 0 0 0 0,-1 0 0 0 0,1 0 0 0 0,0 0 0 0 0,0 0 0 0 0,-1 0 0 0 0,1 1 0 0 0,-1-1 0 0 0,1 0 0 0 0,-1 0 0 0 0,1 0 0 0 0,-1 1 0 0 0,0-1 0 0 0,0 0 0 0 0,1 0 1 0 0,-1 1-1 0 0,0-1 0 0 0,0 0 0 0 0,0 1 0 0 0,-1-1 0 0 0,1 0 0 0 0,0 0 0 0 0,0 1 0 0 0,-1-1 0 0 0,1 0 0 0 0,0 0 0 0 0,-1 0 0 0 0,0 1 0 0 0,1-1 0 0 0,-1 0 1 0 0,0 1-1 0 0,-4 6-11 0 0,0 0 0 0 0,-1 0 0 0 0,0 0 0 0 0,-7 7 0 0 0,10-12-11 0 0,-110 108-429 0 0,60-61-640 0 0,35-32 479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38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10 6415 0 0,'-182'4'5994'0'0,"468"-17"-5862"0"0,-79 22-121 0 0,-42 0-12 0 0,-131-9 146 0 0,52-7 0 0 0,-35 0-3066 0 0,-43 5 2012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39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11 2303 0 0,'-7'-3'297'0'0,"0"1"-1"0"0,0 1 1 0 0,0-1-1 0 0,0 1 1 0 0,0 0-1 0 0,-1 1 1 0 0,1 0-1 0 0,0 0 1 0 0,0 1-1 0 0,0-1 1 0 0,0 1-1 0 0,-10 3 1 0 0,12-2-284 0 0,-1 0 0 0 0,1 1 0 0 0,0-1 0 0 0,0 1 0 0 0,0 0 0 0 0,0 0 0 0 0,1 1 1 0 0,-1-1-1 0 0,1 1 0 0 0,0 0 0 0 0,0 0 0 0 0,0 0 0 0 0,1 1 0 0 0,-1-1 0 0 0,-4 11 0 0 0,0 1-4 0 0,0 1-1 0 0,2 0 0 0 0,0 0 0 0 0,1 1 0 0 0,1-1 1 0 0,-3 26-1 0 0,4-18 151 0 0,2 0 1 0 0,0 0 0 0 0,2 0 0 0 0,4 27-1 0 0,-2-39-108 0 0,0-1 0 0 0,0 1-1 0 0,1-1 1 0 0,1 0 0 0 0,0 0-1 0 0,1-1 1 0 0,0 0 0 0 0,1 0-1 0 0,0 0 1 0 0,1-1 0 0 0,0 1-1 0 0,0-2 1 0 0,1 0 0 0 0,0 0-1 0 0,1 0 1 0 0,0-1 0 0 0,0 0-1 0 0,1-1 1 0 0,0-1 0 0 0,0 1-1 0 0,1-2 1 0 0,0 0 0 0 0,0 0-1 0 0,0-1 1 0 0,0 0 0 0 0,1-1-1 0 0,-1-1 1 0 0,1 0 0 0 0,0 0-1 0 0,0-1 1 0 0,0-1 0 0 0,16-2-1 0 0,-22 1-21 0 0,0 0 1 0 0,0 0-1 0 0,-1-1 0 0 0,1 0 0 0 0,0-1 0 0 0,-1 1 0 0 0,1-1 0 0 0,-1 0 1 0 0,0-1-1 0 0,0 0 0 0 0,0 0 0 0 0,0 0 0 0 0,-1 0 0 0 0,8-8 0 0 0,-7 4 121 0 0,0 0-1 0 0,0 0 1 0 0,-1-1-1 0 0,0 0 1 0 0,0 0-1 0 0,-1 0 1 0 0,0 0-1 0 0,-1 0 1 0 0,3-13 0 0 0,-1-3 102 0 0,-1 1 1 0 0,-2-1 0 0 0,0 0 0 0 0,-2 0 0 0 0,0 0-1 0 0,-2 1 1 0 0,-6-34 0 0 0,5 42-227 0 0,-1 0 1 0 0,0 0-1 0 0,-1 1 0 0 0,-1-1 1 0 0,0 1-1 0 0,-1 1 0 0 0,-1-1 1 0 0,-18-25-1 0 0,22 35 8 0 0,0 0 1 0 0,-1-1 0 0 0,1 2-1 0 0,-1-1 1 0 0,-1 1-1 0 0,1-1 1 0 0,0 1-1 0 0,-1 1 1 0 0,0-1 0 0 0,0 1-1 0 0,0 0 1 0 0,0 0-1 0 0,-1 1 1 0 0,1 0-1 0 0,-1 0 1 0 0,1 0 0 0 0,-1 1-1 0 0,0 0 1 0 0,0 1-1 0 0,1-1 1 0 0,-1 1-1 0 0,0 0 1 0 0,-11 2 0 0 0,1 2-159 0 0,1 1 1 0 0,-1 0 0 0 0,1 1-1 0 0,0 1 1 0 0,0 0 0 0 0,1 1-1 0 0,0 1 1 0 0,1 0 0 0 0,-18 15-1 0 0,-4 4-408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2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18 13903 0 0,'-4'-2'266'0'0,"-1"-1"-41"0"0,-1 0 1 0 0,0 1 0 0 0,0 0 0 0 0,-7-2 0 0 0,12 3-218 0 0,0 1 0 0 0,0 0 0 0 0,0 0 0 0 0,0 0 1 0 0,0-1-1 0 0,0 1 0 0 0,0 0 0 0 0,0 0 0 0 0,0 0 0 0 0,1 0 1 0 0,-1 1-1 0 0,0-1 0 0 0,0 0 0 0 0,0 0 0 0 0,0 1 1 0 0,0-1-1 0 0,0 0 0 0 0,0 1 0 0 0,0-1 0 0 0,1 1 1 0 0,-1-1-1 0 0,0 1 0 0 0,0-1 0 0 0,1 1 0 0 0,-1-1 1 0 0,0 1-1 0 0,0 0 0 0 0,1 0 0 0 0,-1-1 0 0 0,1 1 1 0 0,-1 0-1 0 0,1 0 0 0 0,-1 0 0 0 0,1-1 0 0 0,-1 3 1 0 0,-12 51 116 0 0,2 0 1 0 0,3 1 0 0 0,-2 60 0 0 0,7-70-89 0 0,-43 1191 525 0 0,56-831-243 0 0,-1-165-1136 0 0,-9-174-1390 0 0,-1-60 1440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0 219 6447 0 0,'12'-7'262'0'0,"0"1"-1"0"0,0 0 0 0 0,0 1 0 0 0,0 1 0 0 0,1-1 0 0 0,0 2 0 0 0,0 0 0 0 0,0 1 0 0 0,15-2 0 0 0,17-3 882 0 0,720-114 1944 0 0,12 75-2160 0 0,-55 70-164 0 0,-54 0 292 0 0,-7-27 207 0 0,-554 0-1039 0 0,249-3 1124 0 0,-325 6-1161 0 0,-4 0 30 0 0,0 2-1 0 0,0 0 1 0 0,0 2 0 0 0,26 6 0 0 0,-33-6-157 0 0,-6-2 10 0 0,0 1-1 0 0,0 1 1 0 0,18 7-1 0 0,21 7 79 0 0,-40-14-56 0 0,1 4-35 0 0,41 25-30 0 0,-52-32-18 0 0,0 1 0 0 0,-1 0 0 0 0,1-1 0 0 0,0 1 0 0 0,-1 1 0 0 0,0-1 0 0 0,3 3 0 0 0,33 33 19 0 0,-23-18 26 0 0,-8-8-24 0 0,-1 0 0 0 0,0 0-1 0 0,-1 0 1 0 0,-1 1 0 0 0,0 0 0 0 0,-1 0-1 0 0,0 0 1 0 0,2 18 0 0 0,-6 49 125 0 0,0-43-36 0 0,6 58-1 0 0,34 358-120 0 0,-25 3 5 0 0,-5-120 15 0 0,-2-198 45 0 0,-3 283 1100 0 0,-10-346-595 0 0,4-68-393 0 0,-2-7-289 0 0,-3-11-2821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3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46 325 13703 0 0,'-8'-6'281'0'0,"5"4"-188"0"0,0 0 0 0 0,-1 0 0 0 0,1 0 0 0 0,0-1 0 0 0,0 1-1 0 0,1-1 1 0 0,-1 0 0 0 0,1 0 0 0 0,-1 0 0 0 0,1 0 0 0 0,0 0-1 0 0,-2-4 1 0 0,4 4-30 0 0,0 1 0 0 0,0-1 0 0 0,0 1 0 0 0,1-1 0 0 0,-1 1-1 0 0,1-1 1 0 0,0 1 0 0 0,0 0 0 0 0,0-1 0 0 0,0 1 0 0 0,0 0-1 0 0,2-3 1 0 0,18-26 957 0 0,-19 28-986 0 0,7-8 17 0 0,1 0 1 0 0,0 1-1 0 0,1 0 1 0 0,1 0-1 0 0,-1 1 1 0 0,1 1-1 0 0,1 0 1 0 0,0 0-1 0 0,0 2 1 0 0,19-8-1 0 0,11-2 48 0 0,0 2 1 0 0,49-8-1 0 0,19 2 259 0 0,202-11 0 0 0,118 26 466 0 0,-349 6-659 0 0,2171 58 2406 0 0,-1679-38-1449 0 0,416 36-139 0 0,-925-52-935 0 0,16 6-36 0 0,-15 2-55 0 0,-54-10-186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4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207 578 8207 0 0,'-29'4'558'0'0,"-52"16"0"0"0,74-18-388 0 0,-4 2 169 0 0,-1 0 0 0 0,0-1 0 0 0,0-1 0 0 0,0 0 0 0 0,-17 1 0 0 0,29-3-320 0 0,0 0 0 0 0,0-1 0 0 0,0 1 0 0 0,-1 0 0 0 0,1 0 0 0 0,0 0 0 0 0,0 0 0 0 0,0-1 0 0 0,0 1-1 0 0,0 0 1 0 0,0 0 0 0 0,-1 0 0 0 0,1-1 0 0 0,0 1 0 0 0,0 0 0 0 0,0 0 0 0 0,0 0 0 0 0,0-1 0 0 0,0 1-1 0 0,0 0 1 0 0,0 0 0 0 0,0 0 0 0 0,0-1 0 0 0,0 1 0 0 0,0 0 0 0 0,0 0 0 0 0,0 0 0 0 0,0-1 0 0 0,0 1 0 0 0,0 0-1 0 0,1 0 1 0 0,-1 0 0 0 0,0-1 0 0 0,0 1 0 0 0,0 0 0 0 0,0 0 0 0 0,0 0 0 0 0,0 0 0 0 0,1-1 0 0 0,-1 1 0 0 0,0 0-1 0 0,0 0 1 0 0,0 0 0 0 0,0 0 0 0 0,1 0 0 0 0,-1-1 0 0 0,0 1 0 0 0,0 0 0 0 0,0 0 0 0 0,1 0 0 0 0,9-11 287 0 0,25-17 386 0 0,65-40 0 0 0,-30 21-329 0 0,75-49 196 0 0,297-145 0 0 0,-417 229-604 0 0,154-65 521 0 0,-158 69-782 0 0,1 2-1 0 0,0 0 1 0 0,0 2-1 0 0,0 0 1 0 0,0 2-1 0 0,36-1 1 0 0,-43 4-1100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4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0 222 10623 0 0,'15'-4'149'0'0,"-1"0"0"0"0,1 0-1 0 0,0 2 1 0 0,1 0 0 0 0,-1 0-1 0 0,0 2 1 0 0,22 1 0 0 0,5-1 37 0 0,1483-60 2461 0 0,-291-47 1036 0 0,-1230 106-3662 0 0,316-33 1199 0 0,-258 31-1049 0 0,0 3-1 0 0,-1 3 1 0 0,74 12 0 0 0,1 13-161 0 0,-88-15-71 0 0,-11-3-225 0 0,143 47-3644 0 0,-160-48 2431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5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0 818 15055 0 0,'2'-2'340'0'0,"91"-76"1017"0"0,-38 34-1079 0 0,134-117 258 0 0,176-144 521 0 0,-102 95-1449 0 0,-252 200 392 0 0,-3 3 0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5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1389 12695 0 0,'1'-3'155'0'0,"0"-1"0"0"0,1 1-1 0 0,-1 0 1 0 0,1 0 0 0 0,0 0-1 0 0,0 0 1 0 0,0 0 0 0 0,3-2-1 0 0,231-341-183 0 0,-157 223-119 0 0,376-546-1747 0 0,-358 514 462 0 0,-59 89 354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5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16583 0 0,'0'0'57'0'0,"-1"0"-1"0"0,1 0 0 0 0,-1 0 1 0 0,1 0-1 0 0,-1 0 1 0 0,1 0-1 0 0,-1 0 0 0 0,1 1 1 0 0,-1-1-1 0 0,1 0 0 0 0,0 0 1 0 0,-1 0-1 0 0,1 1 1 0 0,-1-1-1 0 0,1 0 0 0 0,-1 0 1 0 0,1 1-1 0 0,0-1 0 0 0,-1 0 1 0 0,1 1-1 0 0,0-1 1 0 0,-1 1-1 0 0,1-1 0 0 0,0 0 1 0 0,0 1-1 0 0,-1-1 0 0 0,1 1 1 0 0,0-1-1 0 0,0 1 1 0 0,0-1-1 0 0,0 0 0 0 0,0 1 1 0 0,-1-1-1 0 0,1 1 0 0 0,0-1 1 0 0,0 2-1 0 0,3 21 379 0 0,-2-12 119 0 0,34 569 616 0 0,-25-369-1183 0 0,6 509-194 0 0,-17-410-5662 0 0,0-216-471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4:18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34 209 2303 0 0,'-12'3'-1062'0'0,"-9"5"9180"0"0,36-11-6750 0 0,-1-2-1333 0 0,1-1 1 0 0,-1-1-1 0 0,0 0 0 0 0,-1 0 0 0 0,24-18 0 0 0,-23 14-2 0 0,1 2 0 0 0,0-1 0 0 0,1 2 0 0 0,17-7 0 0 0,-27 13 66 0 0,0 0-1 0 0,0 1 0 0 0,1 0 1 0 0,-1 0-1 0 0,0 1 0 0 0,1-1 1 0 0,-1 1-1 0 0,0 1 0 0 0,1-1 1 0 0,8 3-1 0 0,5 2 400 0 0,36 14 1 0 0,-37-12-143 0 0,38 10 0 0 0,-18-11-137 0 0,0-2 1 0 0,1-2 0 0 0,-1-1-1 0 0,0-2 1 0 0,68-10-1 0 0,190-56 177 0 0,-193 35-360 0 0,51-11 35 0 0,-137 39-66 0 0,1 2 1 0 0,0 0-1 0 0,-1 1 0 0 0,1 1 1 0 0,0 0-1 0 0,30 6 0 0 0,83 22 31 0 0,-56-10 14 0 0,110 10 0 0 0,-170-26-72 0 0,-11-1-21 0 0,0 0-1 0 0,0-1 0 0 0,0 1 0 0 0,0-1 0 0 0,-1 0 0 0 0,1 0 1 0 0,0-1-1 0 0,0 1 0 0 0,7-3 0 0 0,-11 2-11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5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43 2303 0 0,'-4'-42'15208'0'0,"-1"63"-15208"0"0,-9 31 0 0 0,0-4 0 0 0,-1 13-102 0 0,-15 69-19 0 0,26-109-69 0 0,2 0 1 0 0,0-1-1 0 0,1 1 1 0 0,3 28 0 0 0,5-17-4619 0 0,-1-19-158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5.4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14279 0 0,'-7'13'632'0'0,"2"-1"136"0"0,0 3-616 0 0,2-1-152 0 0,2-2 0 0 0,2-3 0 0 0,-1 5 104 0 0,-1 7-8 0 0,-1 10 0 0 0,1 10 0 0 0,1 5-264 0 0,1-3-56 0 0,1-5-16 0 0,0-10 0 0 0,1-5-672 0 0,-2-8-136 0 0,2-6-24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5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27 374 7135 0 0,'3'-36'214'0'0,"-2"18"-82"0"0,0 1 1 0 0,2-1 0 0 0,4-18-1 0 0,0 14 170 0 0,0 0 0 0 0,2 0 0 0 0,1 1 0 0 0,16-27 0 0 0,-20 37-139 0 0,1 1-1 0 0,1 1 0 0 0,-1-1 1 0 0,1 1-1 0 0,1 0 1 0 0,0 1-1 0 0,0 0 0 0 0,0 1 1 0 0,1-1-1 0 0,12-5 0 0 0,-19 11-77 0 0,1 0-1 0 0,-1 1 0 0 0,1 0 1 0 0,-1-1-1 0 0,1 1 0 0 0,0 0 0 0 0,0 1 1 0 0,-1-1-1 0 0,1 1 0 0 0,0-1 1 0 0,0 1-1 0 0,0 0 0 0 0,0 1 0 0 0,-1-1 1 0 0,1 1-1 0 0,0 0 0 0 0,0 0 1 0 0,-1 0-1 0 0,1 0 0 0 0,-1 0 1 0 0,1 1-1 0 0,-1 0 0 0 0,1-1 0 0 0,-1 1 1 0 0,3 3-1 0 0,-3-3-44 0 0,-1 0 1 0 0,0 1-1 0 0,0-1 0 0 0,0 1 0 0 0,0-1 1 0 0,0 1-1 0 0,0 0 0 0 0,-1 0 1 0 0,0 0-1 0 0,1 0 0 0 0,-1 0 0 0 0,0 0 1 0 0,0 0-1 0 0,-1 0 0 0 0,1 0 0 0 0,-1 1 1 0 0,1-1-1 0 0,-1 0 0 0 0,0 0 1 0 0,0 1-1 0 0,-1-1 0 0 0,1 0 0 0 0,-1 0 1 0 0,1 0-1 0 0,-1 0 0 0 0,0 1 0 0 0,0-1 1 0 0,0 0-1 0 0,-3 4 0 0 0,-4 8 158 0 0,-1 0 0 0 0,0-1 0 0 0,-1-1 0 0 0,0 0-1 0 0,-13 12 1 0 0,-1-1 269 0 0,-40 31-1 0 0,52-47-271 0 0,0 0-1 0 0,0 0 1 0 0,0-1-1 0 0,-16 6 1 0 0,25-11-135 0 0,0-1 1 0 0,0 1 0 0 0,0-1 0 0 0,0 0 0 0 0,0-1 0 0 0,0 1 0 0 0,0 0-1 0 0,0-1 1 0 0,0 0 0 0 0,0 1 0 0 0,0-1 0 0 0,-1 0 0 0 0,1-1 0 0 0,0 1-1 0 0,0-1 1 0 0,0 1 0 0 0,0-1 0 0 0,0 0 0 0 0,0 0 0 0 0,0 0 0 0 0,0 0-1 0 0,0-1 1 0 0,1 1 0 0 0,-1-1 0 0 0,-3-2 0 0 0,6 3-107 0 0,0 1-1 0 0,-1-1 1 0 0,1 1 0 0 0,0-1 0 0 0,-1 1 0 0 0,1-1-1 0 0,0 1 1 0 0,0-1 0 0 0,-1 1 0 0 0,1-1-1 0 0,0 1 1 0 0,0-1 0 0 0,0 0 0 0 0,0 1 0 0 0,0-1-1 0 0,0 1 1 0 0,0-1 0 0 0,0 0 0 0 0,0 1-1 0 0,0-1 1 0 0,0 1 0 0 0,0-1 0 0 0,1 1 0 0 0,-1-1-1 0 0,0 1 1 0 0,0-1 0 0 0,1 0 0 0 0,-1 1-1 0 0,0-1 1 0 0,1 1 0 0 0,-1 0 0 0 0,0-1 0 0 0,1 1-1 0 0,-1-1 1 0 0,1 1 0 0 0,-1-1 0 0 0,0 1-1 0 0,2-1 1 0 0,5-5-1018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5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 18919 0 0,'1'1'416'0'0,"-2"-1"80"0"0,0 0 16 0 0,-2 0 32 0 0,3 1-440 0 0,-1 1-104 0 0,-1-1 0 0 0,1 0 0 0 0,-3 3 176 0 0,1 1 16 0 0,1 0 0 0 0,0 3 0 0 0,2 0-1280 0 0,2-1-248 0 0,0 1-48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6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 11975 0 0,'-10'11'528'0'0,"2"-3"112"0"0,1-2-512 0 0,1 1-128 0 0,2-3 0 0 0,-5 7 4008 0 0,4-3-1768 0 0,-3 2 8 0 0,3 0-2664 0 0,1-2-528 0 0,2-2-112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6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2 12063 0 0,'0'0'24'0'0,"0"0"-1"0"0,-1 0 0 0 0,1 0 0 0 0,0 0 0 0 0,0 0 0 0 0,0-1 1 0 0,0 1-1 0 0,0 0 0 0 0,0 0 0 0 0,0 0 0 0 0,0 0 1 0 0,-1 0-1 0 0,1 0 0 0 0,0 0 0 0 0,0 0 0 0 0,0 0 1 0 0,0 0-1 0 0,0 0 0 0 0,-1-1 0 0 0,1 1 0 0 0,0 0 0 0 0,0 0 1 0 0,0 0-1 0 0,0 0 0 0 0,0 0 0 0 0,-1 0 0 0 0,1 0 1 0 0,0 0-1 0 0,0 0 0 0 0,0 1 0 0 0,0-1 0 0 0,0 0 1 0 0,-1 0-1 0 0,1 0 0 0 0,0 0 0 0 0,0 0 0 0 0,0 0 1 0 0,0 0-1 0 0,0 0 0 0 0,0 0 0 0 0,-1 0 0 0 0,1 0 0 0 0,0 0 1 0 0,0 1-1 0 0,0-1 0 0 0,0 0 0 0 0,0 0 0 0 0,0 0 1 0 0,0 0-1 0 0,0 0 0 0 0,0 0 0 0 0,-1 1 0 0 0,-1 12 140 0 0,1 14-453 0 0,1 67-781 0 0,-5-1 1 0 0,-18 94-1 0 0,2-8 2765 0 0,18-144-1772 0 0,3-22-60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7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222 389 7367 0 0,'8'-6'4995'0'0,"7"-11"-4382"0"0,-4 1-615 0 0,0 0 0 0 0,-2-1 0 0 0,0-1 0 0 0,-1 1 1 0 0,-1-1-1 0 0,0-1 0 0 0,5-28 0 0 0,-10 39 47 0 0,-1 0 0 0 0,0 0-1 0 0,0 0 1 0 0,-1 0 0 0 0,0 0 0 0 0,-1 0 0 0 0,0 0 0 0 0,0 0 0 0 0,0 0 0 0 0,-1 1 0 0 0,0-1 0 0 0,-1 0 0 0 0,0 1 0 0 0,0-1 0 0 0,-1 1 0 0 0,0 0 0 0 0,0 0-1 0 0,0 0 1 0 0,-1 1 0 0 0,-11-12 0 0 0,14 15-22 0 0,-1 1-1 0 0,1-1 0 0 0,-1 1 0 0 0,0 0 0 0 0,0 0 1 0 0,0 0-1 0 0,0 0 0 0 0,-1 1 0 0 0,1-1 1 0 0,0 1-1 0 0,-1 0 0 0 0,1 0 0 0 0,-1 0 0 0 0,1 0 1 0 0,-1 0-1 0 0,1 1 0 0 0,-1 0 0 0 0,-4 0 1 0 0,2 1-32 0 0,1-1 1 0 0,-1 2 0 0 0,1-1 0 0 0,0 1-1 0 0,0 0 1 0 0,-1 0 0 0 0,1 0 0 0 0,0 1-1 0 0,0 0 1 0 0,-7 6 0 0 0,-1 1-49 0 0,1 1 1 0 0,0 0-1 0 0,1 1 0 0 0,0 1 1 0 0,1 0-1 0 0,1 0 1 0 0,-10 17-1 0 0,18-28 50 0 0,-9 16-33 0 0,-13 32 0 0 0,22-46 49 0 0,-1 0 1 0 0,1 0-1 0 0,0 0 0 0 0,0 0 1 0 0,0 1-1 0 0,1-1 1 0 0,-1 0-1 0 0,1 1 1 0 0,0-1-1 0 0,0 0 1 0 0,1 1-1 0 0,-1-1 1 0 0,1 0-1 0 0,2 7 1 0 0,-2-9-1 0 0,0-1 1 0 0,0 1-1 0 0,0-1 1 0 0,1 1-1 0 0,-1-1 1 0 0,1 1 0 0 0,-1-1-1 0 0,1 0 1 0 0,-1 0-1 0 0,1 0 1 0 0,0 0 0 0 0,-1 0-1 0 0,1 0 1 0 0,0-1-1 0 0,0 1 1 0 0,0 0-1 0 0,0-1 1 0 0,0 0 0 0 0,-1 1-1 0 0,1-1 1 0 0,0 0-1 0 0,0 0 1 0 0,4 0-1 0 0,4 0 51 0 0,0-1-1 0 0,0 0 0 0 0,11-2 0 0 0,-7 0 6 0 0,2-1 87 0 0,0 1 1 0 0,0 1 0 0 0,1 0-1 0 0,21 1 1 0 0,-33 2-111 0 0,0-1 0 0 0,-1 1 0 0 0,1 0 0 0 0,-1 0 0 0 0,1 0 1 0 0,-1 0-1 0 0,1 1 0 0 0,-1 0 0 0 0,0 0 0 0 0,0 0 0 0 0,0 1 0 0 0,0-1 0 0 0,0 1 0 0 0,0 0 1 0 0,-1 0-1 0 0,0 0 0 0 0,1 0 0 0 0,-1 1 0 0 0,0 0 0 0 0,3 5 0 0 0,-1 0-6 0 0,0 1-1 0 0,0 0 0 0 0,-2 1 1 0 0,1-1-1 0 0,-1 1 0 0 0,0 0 0 0 0,-1-1 1 0 0,-1 1-1 0 0,0 0 0 0 0,0 0 1 0 0,-1 0-1 0 0,-2 20 0 0 0,0-13-261 0 0,-1 0-1 0 0,0 0 0 0 0,-1 0 0 0 0,-2 0 1 0 0,0-1-1 0 0,-15 33 0 0 0,11-36-1629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7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79 16903 0 0,'0'-1'39'0'0,"0"0"-1"0"0,1 0 0 0 0,-1 0 0 0 0,0 1 1 0 0,1-1-1 0 0,-1 0 0 0 0,1 1 1 0 0,-1-1-1 0 0,1 0 0 0 0,-1 1 0 0 0,1-1 1 0 0,0 0-1 0 0,-1 1 0 0 0,1-1 1 0 0,0 1-1 0 0,0-1 0 0 0,-1 1 0 0 0,1 0 1 0 0,0-1-1 0 0,1 1 0 0 0,23-14 891 0 0,-18 11-814 0 0,5-5-183 0 0,1 1-1 0 0,1 1 0 0 0,-1 0 1 0 0,1 1-1 0 0,0 1 0 0 0,0 0 1 0 0,27-4-1 0 0,-40 8 13 0 0,1 0 0 0 0,-1 0 0 0 0,0 0 0 0 0,1-1 0 0 0,-1 2 0 0 0,0-1 0 0 0,0 0 0 0 0,1 0-1 0 0,-1 0 1 0 0,0 1 0 0 0,1-1 0 0 0,-1 0 0 0 0,0 1 0 0 0,0-1 0 0 0,0 1 0 0 0,1 0 0 0 0,-1-1 0 0 0,0 1 0 0 0,0 0 0 0 0,0 0 0 0 0,0 0 0 0 0,0-1 0 0 0,0 1 0 0 0,-1 0 0 0 0,3 2 0 0 0,-3-1-57 0 0,1 0 0 0 0,-1 0 0 0 0,1 1 0 0 0,-1-1 0 0 0,0 0 0 0 0,0 0 0 0 0,0 0 0 0 0,0 0 0 0 0,0 0 0 0 0,0 0 0 0 0,0 1 0 0 0,-1-1 0 0 0,1 0 0 0 0,-2 2 0 0 0,-2 9-450 0 0,-2 1 0 0 0,0-2 0 0 0,-12 21 0 0 0,17-31 536 0 0,-69 107-1997 0 0,-17 30 633 0 0,40-43 3900 0 0,46-94-2349 0 0,0 0 0 0 0,0 0 0 0 0,0 1 0 0 0,1-1 0 0 0,-1 0 0 0 0,0 0 0 0 0,1 0 0 0 0,0 1 0 0 0,0-1 0 0 0,-1 0 0 0 0,1 0 0 0 0,1 1 0 0 0,-1-1 0 0 0,0 0 0 0 0,0 0 0 0 0,1 1 0 0 0,-1-1 0 0 0,1 0 0 0 0,0 0 0 0 0,0 0 0 0 0,0 0 0 0 0,1 2 0 0 0,0-2-90 0 0,0 0 0 0 0,0 0-1 0 0,0-1 1 0 0,0 1-1 0 0,0-1 1 0 0,0 1-1 0 0,0-1 1 0 0,0 0-1 0 0,1 0 1 0 0,-1 0 0 0 0,0 0-1 0 0,1-1 1 0 0,-1 1-1 0 0,1-1 1 0 0,-1 1-1 0 0,1-1 1 0 0,-1 0-1 0 0,1 0 1 0 0,3 0 0 0 0,16-2 3 0 0,0-1 1 0 0,0 0-1 0 0,0-2 1 0 0,0-1 0 0 0,-1-1-1 0 0,0 0 1 0 0,0-2 0 0 0,32-18-1 0 0,-49 25-268 0 0,0 0-1 0 0,0 0 1 0 0,-1-1 0 0 0,1 1-1 0 0,-1-1 1 0 0,6-6-1 0 0,-5 3-1364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10591 0 0,'-6'12'11429'0'0,"15"-14"-13162"0"0,1-7-2196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8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1 16351 0 0,'-1'0'89'0'0,"0"1"-1"0"0,-1-1 0 0 0,1 1 0 0 0,0-1 1 0 0,0 1-1 0 0,-1 0 0 0 0,1-1 1 0 0,0 1-1 0 0,0 0 0 0 0,0 0 1 0 0,0 0-1 0 0,0 0 0 0 0,0 0 1 0 0,0 0-1 0 0,0 0 0 0 0,1 0 0 0 0,-1 0 1 0 0,0 0-1 0 0,1 1 0 0 0,-1-1 1 0 0,0 0-1 0 0,1 0 0 0 0,0 1 1 0 0,-1-1-1 0 0,1 0 0 0 0,0 1 1 0 0,-1 2-1 0 0,0 5 19 0 0,1 1 0 0 0,-1 0 0 0 0,2 10 0 0 0,0-2-136 0 0,-12 248-510 0 0,-1-152-2332 0 0,11-110 1319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8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1 17015 0 0,'-1'0'100'0'0,"0"0"-1"0"0,1 0 1 0 0,-1 1-1 0 0,0-1 1 0 0,1 0-1 0 0,-1 1 0 0 0,0-1 1 0 0,0 1-1 0 0,1-1 1 0 0,-1 1-1 0 0,1-1 1 0 0,-1 1-1 0 0,0-1 1 0 0,1 1-1 0 0,-1-1 0 0 0,0 2 1 0 0,-17 26-1860 0 0,8-11 644 0 0,-23 25-1926 0 0,17-23 1856 0 0,1 2 0 0 0,-20 33 1 0 0,31-47 1244 0 0,1 0 0 0 0,0 1 0 0 0,0-1 0 0 0,0 1 0 0 0,1 0 1 0 0,0 0-1 0 0,1 0 0 0 0,0 0 0 0 0,0 0 0 0 0,1 0 0 0 0,0 0 0 0 0,1 10 0 0 0,0-14 34 0 0,0 0 0 0 0,0 0 0 0 0,0 1 0 0 0,1-1-1 0 0,-1-1 1 0 0,1 1 0 0 0,0 0 0 0 0,0 0 0 0 0,0-1-1 0 0,1 1 1 0 0,0-1 0 0 0,-1 1 0 0 0,1-1 0 0 0,0 0-1 0 0,0 0 1 0 0,1-1 0 0 0,-1 1 0 0 0,1-1 0 0 0,-1 1-1 0 0,1-1 1 0 0,0 0 0 0 0,0 0 0 0 0,0-1 0 0 0,0 1-1 0 0,0-1 1 0 0,0 0 0 0 0,0 0 0 0 0,5 0 0 0 0,-1 1 70 0 0,0-1 1 0 0,-1-1-1 0 0,1 1 1 0 0,0-1-1 0 0,0-1 1 0 0,0 1-1 0 0,0-1 1 0 0,-1-1-1 0 0,1 1 1 0 0,-1-1-1 0 0,1-1 1 0 0,-1 1-1 0 0,1-1 1 0 0,9-6-1 0 0,-13 6-49 0 0,0 1-1 0 0,1-1 1 0 0,-2-1-1 0 0,1 1 1 0 0,0-1-1 0 0,-1 1 1 0 0,1-1-1 0 0,-1 0 1 0 0,0 0-1 0 0,-1-1 1 0 0,1 1-1 0 0,2-5 0 0 0,-5 7-83 0 0,1 0-1 0 0,-1-1 0 0 0,1 1 0 0 0,-1 0 0 0 0,0 0 0 0 0,1 0 0 0 0,-1 0 1 0 0,0-1-1 0 0,-1 1 0 0 0,1 0 0 0 0,0 0 0 0 0,0 0 0 0 0,-1 0 0 0 0,0-1 1 0 0,1 1-1 0 0,-1 0 0 0 0,0 0 0 0 0,0 0 0 0 0,0 0 0 0 0,0 1 0 0 0,0-1 1 0 0,-1 0-1 0 0,1 0 0 0 0,0 1 0 0 0,-1-1 0 0 0,1 0 0 0 0,-1 1 0 0 0,0 0 0 0 0,-3-3 1 0 0,-2-1-15 0 0,-1 0 1 0 0,0 1 0 0 0,0 0-1 0 0,0 0 1 0 0,-1 1 0 0 0,1 0-1 0 0,-1 0 1 0 0,0 1 0 0 0,0 0-1 0 0,0 1 1 0 0,0 0 0 0 0,-13 0-1 0 0,15 1-80 0 0,-1 0-1 0 0,1 0 1 0 0,0 1-1 0 0,0 0 0 0 0,-1 1 1 0 0,1-1-1 0 0,0 2 1 0 0,0-1-1 0 0,1 1 1 0 0,-1 0-1 0 0,0 0 0 0 0,1 0 1 0 0,0 1-1 0 0,0 0 1 0 0,-10 9-1 0 0,2 6-1123 0 0,13-9-2854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9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57 10679 0 0,'-37'-23'1367'0'0,"31"19"-1204"0"0,0 0 1 0 0,0 0-1 0 0,0 0 0 0 0,-1 1 1 0 0,1 0-1 0 0,-1 0 0 0 0,0 1 1 0 0,0-1-1 0 0,-10 0 0 0 0,15 2-90 0 0,0 1 0 0 0,1 0 0 0 0,-1 0 0 0 0,0 0 0 0 0,0 0 0 0 0,0 0 0 0 0,0 1 0 0 0,0-1 0 0 0,1 1 0 0 0,-1-1 0 0 0,0 1 0 0 0,0 0 0 0 0,-2 1 0 0 0,4-2-45 0 0,-1 0 0 0 0,1 1 0 0 0,-1-1 1 0 0,1 1-1 0 0,-1-1 0 0 0,1 1 0 0 0,-1-1 0 0 0,1 1 0 0 0,0 0 1 0 0,-1-1-1 0 0,1 1 0 0 0,0-1 0 0 0,-1 1 0 0 0,1 0 1 0 0,0-1-1 0 0,0 1 0 0 0,-1 0 0 0 0,1-1 0 0 0,0 1 0 0 0,0 0 1 0 0,0 0-1 0 0,0-1 0 0 0,0 1 0 0 0,0 0 0 0 0,0-1 1 0 0,0 1-1 0 0,1 0 0 0 0,-1-1 0 0 0,0 1 0 0 0,0 0 1 0 0,0-1-1 0 0,1 1 0 0 0,-1 0 0 0 0,1 0 0 0 0,0 1 516 0 0,9 8-385 0 0,49 51 134 0 0,-22-20-203 0 0,-20-18-34 0 0,14 30-62 0 0,-28-46-29 0 0,0-1 0 0 0,0 1 0 0 0,-1 0 0 0 0,0 0 0 0 0,0 0 0 0 0,-1 0 0 0 0,0 0 0 0 0,0 0 0 0 0,0 0 0 0 0,-1 0-1 0 0,0 1 1 0 0,-1-1 0 0 0,1 0 0 0 0,-2 0 0 0 0,1 0 0 0 0,-4 11 0 0 0,0-3-70 0 0,-2 0-1 0 0,1-1 1 0 0,-2 0 0 0 0,0 0 0 0 0,-17 22-1 0 0,13-20 492 0 0,-1 0-1 0 0,0 0 1 0 0,-2-2-1 0 0,1 0 1 0 0,-2 0-1 0 0,0-1 1 0 0,0-1-1 0 0,-21 11 1 0 0,35-22-247 0 0,0 0 0 0 0,1 0 1 0 0,-1 0-1 0 0,0-1 1 0 0,0 1-1 0 0,0 0 0 0 0,0-1 1 0 0,-1 0-1 0 0,1 1 1 0 0,0-1-1 0 0,0 0 1 0 0,0 0-1 0 0,0 0 0 0 0,-4-1 1 0 0,6 1-80 0 0,-1-1-1 0 0,0 1 1 0 0,0-1 0 0 0,1 1 0 0 0,-1-1-1 0 0,0 0 1 0 0,0 1 0 0 0,1-1 0 0 0,-1 0-1 0 0,1 1 1 0 0,-1-1 0 0 0,1 0 0 0 0,-1 0-1 0 0,1 0 1 0 0,-1 0 0 0 0,1 1 0 0 0,0-1-1 0 0,-1 0 1 0 0,1 0 0 0 0,0 0 0 0 0,0 0-1 0 0,0 0 1 0 0,0 0 0 0 0,0 0 0 0 0,0 0-1 0 0,0 0 1 0 0,0 0 0 0 0,0 0 0 0 0,0 1-1 0 0,0-1 1 0 0,1 0 0 0 0,-1 0 0 0 0,0 0-1 0 0,1-1 1 0 0,2-9 98 0 0,1 0 1 0 0,0 1-1 0 0,0-1 0 0 0,1 1 0 0 0,1 0 1 0 0,11-17-1 0 0,49-55-33 0 0,-53 67-110 0 0,47-53-304 0 0,4 2 0 0 0,84-67 0 0 0,-140 127 153 0 0,-5 3-44 0 0,0 0 1 0 0,0 0-1 0 0,1 1 0 0 0,-1-1 0 0 0,1 1 1 0 0,7-3-1 0 0,-11 5 41 0 0,0 0 0 0 0,1 1 1 0 0,-1-1-1 0 0,0 1 1 0 0,0-1-1 0 0,0 1 0 0 0,0-1 1 0 0,0 0-1 0 0,0 1 0 0 0,0-1 1 0 0,0 1-1 0 0,0-1 0 0 0,0 0 1 0 0,0 1-1 0 0,0-1 0 0 0,0 1 1 0 0,0-1-1 0 0,0 1 0 0 0,0-1 1 0 0,0 0-1 0 0,-1 1 0 0 0,1-1 1 0 0,0 1-1 0 0,0-1 0 0 0,0 0 1 0 0,-1 1-1 0 0,1 0 0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7367 0 0,'-29'18'16240'0'0,"25"-16"-15968"0"0,-2-1-768 0 0,3-1-152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09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22 237 13823 0 0,'-3'5'520'0'0,"0"-1"-353"0"0,1 2 1 0 0,-1-1 0 0 0,1 0 0 0 0,-1 1 0 0 0,2-1 0 0 0,-1 1 0 0 0,-1 5-1 0 0,6 13 4030 0 0,0-13-3893 0 0,0 1-302 0 0,-2-6-20 0 0,0-1 0 0 0,1 1 1 0 0,-1-1-1 0 0,1 1 0 0 0,0-1 0 0 0,1 0 1 0 0,4 8-1 0 0,14 27-107 0 0,-20-38 111 0 0,0-1 0 0 0,-1 1 0 0 0,1-1 0 0 0,0 1 0 0 0,0-1 0 0 0,0 0 0 0 0,0 1 0 0 0,1-1 0 0 0,-1 0 0 0 0,2 2 0 0 0,26 24-147 0 0,-21-21-6 0 0,4-2 13 0 0,35 9 56 0 0,-46-12 94 0 0,0-1 0 0 0,0 0 0 0 0,0 1 0 0 0,0-1 0 0 0,1 0 0 0 0,-1 1 0 0 0,0-1 0 0 0,0 0 0 0 0,0 0 0 0 0,0 0 0 0 0,0 0 0 0 0,0 0 0 0 0,0 0 0 0 0,0-1 0 0 0,0 1 0 0 0,2-1 0 0 0,7-2 18 0 0,0 0 0 0 0,-1-1 0 0 0,1 0-1 0 0,-1-1 1 0 0,0 0 0 0 0,0-1 0 0 0,-1 0 0 0 0,0 0 0 0 0,0 0-1 0 0,9-10 1 0 0,-8 5 41 0 0,-1-1 0 0 0,0 1 1 0 0,0-2-1 0 0,-1 1 0 0 0,-1-1 0 0 0,0 0 0 0 0,0 0 0 0 0,-2-1 0 0 0,1 1 0 0 0,-2-1 0 0 0,0 0 1 0 0,-1 0-1 0 0,1-17 0 0 0,-2 20-46 0 0,-1 0 0 0 0,0 0 0 0 0,-1 0 0 0 0,0 0 0 0 0,-1 0 1 0 0,0 1-1 0 0,-1-1 0 0 0,0 1 0 0 0,-1-1 0 0 0,0 1 0 0 0,0 0 0 0 0,-1 0 1 0 0,0 1-1 0 0,-1-1 0 0 0,0 1 0 0 0,-1 0 0 0 0,-13-13 0 0 0,16 18-37 0 0,1 1 0 0 0,-1-1 0 0 0,0 1 0 0 0,-1 0 0 0 0,1 1 0 0 0,0-1 0 0 0,-1 1 0 0 0,0 0 0 0 0,1 0 0 0 0,-1 0 0 0 0,0 0 0 0 0,0 1 0 0 0,0 0 0 0 0,0 0 0 0 0,0 0 0 0 0,0 1 0 0 0,-1 0 0 0 0,1 0 0 0 0,0 0 0 0 0,0 1 0 0 0,0-1 0 0 0,-9 3 0 0 0,8-1-41 0 0,0 1 0 0 0,-1 0 0 0 0,1 0 0 0 0,0 0 0 0 0,0 0 0 0 0,1 1 0 0 0,-1 0 0 0 0,1 0 1 0 0,0 1-1 0 0,0 0 0 0 0,0 0 0 0 0,0 0 0 0 0,1 0 0 0 0,0 1 0 0 0,0-1 0 0 0,-5 11 0 0 0,3-2-236 0 0,0 0 1 0 0,1 0-1 0 0,0 0 0 0 0,1 0 0 0 0,1 1 0 0 0,1 0 1 0 0,0 0-1 0 0,0-1 0 0 0,2 18 0 0 0,0-27-1383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10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21 5983 0 0,'-15'-7'13536'0'0,"11"3"-12912"0"0,0 0-560 0 0,0-1-64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1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20991 0 0,'4'-2'2344'0'0,"19"-14"-2384"0"0,59-41 83 0 0,41-27-423 0 0,-98 70 302 0 0,0 0 0 0 0,0 2 1 0 0,34-12-1 0 0,-58 23 63 0 0,1 1 0 0 0,-1-1 0 0 0,1 1 0 0 0,0-1-1 0 0,-1 1 1 0 0,1-1 0 0 0,0 1 0 0 0,-1 0 0 0 0,1 0 0 0 0,0 0-1 0 0,-1 0 1 0 0,1 0 0 0 0,0 0 0 0 0,-1 0 0 0 0,1 1 0 0 0,-1-1-1 0 0,1 0 1 0 0,3 2 0 0 0,-5-1-10 0 0,1 0-1 0 0,-1 0 1 0 0,1 0-1 0 0,-1 0 0 0 0,1 1 1 0 0,-1-1-1 0 0,0 0 1 0 0,1 0-1 0 0,-1 0 1 0 0,0 0-1 0 0,0 1 1 0 0,0-1-1 0 0,0 0 1 0 0,0 0-1 0 0,0 0 1 0 0,0 0-1 0 0,0 1 1 0 0,-1-1-1 0 0,1 0 1 0 0,0 0-1 0 0,-1 0 1 0 0,1 0-1 0 0,-1 0 1 0 0,1 0-1 0 0,-1 0 1 0 0,1 0-1 0 0,-2 2 1 0 0,-86 153-1648 0 0,15-29 914 0 0,62-104 784 0 0,1 0 1 0 0,0 0 0 0 0,-9 41-1 0 0,18-61 68 0 0,0 1-1 0 0,0 0 0 0 0,0 0 0 0 0,1 0 1 0 0,0 0-1 0 0,0 6 0 0 0,0-1 42 0 0,0-2 265 0 0,3 1-40 0 0,10 25-21 0 0,-10-25-2 0 0,4-2-22 0 0,24 18-96 0 0,-23-18-39 0 0,4-2-10 0 0,2 2-112 0 0,-3-1 19 0 0,0-1 0 0 0,0-1 0 0 0,14 3 0 0 0,-13-2-10 0 0,38 6 267 0 0,-37-7-270 0 0,41 3 134 0 0,-40-5-187 0 0,-6 1 4 0 0,0-2-1 0 0,1 1 1 0 0,-1-1 0 0 0,14-2 0 0 0,35-2-28 0 0,-36 3-41 0 0,35-6-1166 0 0,-9-3-4182 0 0,-12 1-1827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0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93 3223 0 0,'24'-32'9628'0'0,"4"5"-8620"0"0,-29 27-1019 0 0,1-1-1 0 0,0 1 1 0 0,0 0 0 0 0,0-1-1 0 0,-1 1 1 0 0,1 0-1 0 0,0-1 1 0 0,0 1-1 0 0,-1 0 1 0 0,1-1 0 0 0,0 1-1 0 0,0 0 1 0 0,-1 0-1 0 0,1-1 1 0 0,0 1-1 0 0,-1 0 1 0 0,1 0 0 0 0,-1 0-1 0 0,1 0 1 0 0,0-1-1 0 0,-1 1 1 0 0,1 0 0 0 0,-1 0-1 0 0,1 0 1 0 0,0 0-1 0 0,-1 0 1 0 0,1 0-1 0 0,-1 0 1 0 0,1 0 0 0 0,0 0-1 0 0,-1 0 1 0 0,0 0-1 0 0,-15-1-319 0 0,4 2 456 0 0,0-1 1 0 0,0 2-1 0 0,0 0 0 0 0,1 0 0 0 0,-1 1 0 0 0,1 1 0 0 0,0 0 1 0 0,-1 0-1 0 0,2 1 0 0 0,-1 0 0 0 0,-12 9 0 0 0,17-10-40 0 0,-1 1 0 0 0,1 0-1 0 0,1-1 1 0 0,-1 2 0 0 0,1-1 0 0 0,0 1-1 0 0,0 0 1 0 0,0 0 0 0 0,1 0 0 0 0,0 0-1 0 0,0 1 1 0 0,1 0 0 0 0,0 0 0 0 0,0 0-1 0 0,0 0 1 0 0,1 0 0 0 0,0 1 0 0 0,-1 13-1 0 0,3-14-31 0 0,0 1 1 0 0,1 0-1 0 0,0-1 0 0 0,0 1 0 0 0,1 0 0 0 0,0-1 1 0 0,0 0-1 0 0,1 1 0 0 0,0-1 0 0 0,0 0 0 0 0,1-1 1 0 0,-1 1-1 0 0,2 0 0 0 0,6 8 0 0 0,-3-6 24 0 0,-1 0 0 0 0,2 0-1 0 0,-1-1 1 0 0,1 0 0 0 0,0 0-1 0 0,1-1 1 0 0,0-1 0 0 0,18 11-1 0 0,-22-15-399 0 0,-1 1 0 0 0,1-1 0 0 0,0-1 0 0 0,-1 1 0 0 0,1-1 0 0 0,0 1 0 0 0,0-2 0 0 0,0 1 0 0 0,0-1 0 0 0,0 0 0 0 0,0 0 0 0 0,0 0 0 0 0,11-3 0 0 0,-7-1-294 0 0,0 1-1 0 0,0-1 0 0 0,-1-1 0 0 0,1 0 1 0 0,-1 0-1 0 0,-1-1 0 0 0,10-7 0 0 0,16-14-449 0 0,-3-1 0 0 0,0-1-1 0 0,34-32 5577 0 0,-60 75-3148 0 0,1-1 0 0 0,0 1 0 0 0,12 16 0 0 0,-17-29-1320 0 0,1 1 1 0 0,0-1-1 0 0,-1 1 1 0 0,1-1-1 0 0,0 0 1 0 0,0 0-1 0 0,0 0 1 0 0,0 0-1 0 0,0 0 0 0 0,0 0 1 0 0,0 0-1 0 0,1-1 1 0 0,-1 1-1 0 0,0-1 1 0 0,0 1-1 0 0,0-1 1 0 0,1 0-1 0 0,-1 0 0 0 0,0 0 1 0 0,0 0-1 0 0,1-1 1 0 0,-1 1-1 0 0,0 0 1 0 0,0-1-1 0 0,0 0 1 0 0,0 1-1 0 0,0-1 0 0 0,0 0 1 0 0,0 0-1 0 0,3-2 1 0 0,3-2 43 0 0,-1 1-1 0 0,1-2 1 0 0,-1 1 0 0 0,0-1 0 0 0,-1 0 0 0 0,8-9 0 0 0,-2 2 189 0 0,-2-1 0 0 0,0-1 1 0 0,0 1-1 0 0,13-31 0 0 0,-19 38-292 0 0,-1-1 0 0 0,0 0 0 0 0,-1 0 0 0 0,0 1 0 0 0,0-1 0 0 0,-1-1-1 0 0,1 1 1 0 0,-2 0 0 0 0,1 0 0 0 0,-1 0 0 0 0,-1 0 0 0 0,-1-13 0 0 0,2 19 27 0 0,-1 1 1 0 0,1-1 0 0 0,0 0 0 0 0,-1 1 0 0 0,1-1-1 0 0,-1 0 1 0 0,0 1 0 0 0,1-1 0 0 0,-1 1-1 0 0,0-1 1 0 0,0 1 0 0 0,0 0 0 0 0,0-1 0 0 0,0 1-1 0 0,0 0 1 0 0,0 0 0 0 0,-1 0 0 0 0,1-1 0 0 0,0 1-1 0 0,-1 0 1 0 0,1 1 0 0 0,0-1 0 0 0,-1 0-1 0 0,1 0 1 0 0,-1 1 0 0 0,0-1 0 0 0,1 1 0 0 0,-1-1-1 0 0,1 1 1 0 0,-1-1 0 0 0,0 1 0 0 0,1 0 0 0 0,-1 0-1 0 0,0 0 1 0 0,0 0 0 0 0,1 0 0 0 0,-1 1 0 0 0,0-1-1 0 0,1 0 1 0 0,-1 1 0 0 0,1-1 0 0 0,-1 1-1 0 0,0-1 1 0 0,-2 2 0 0 0,-2 1-4 0 0,0 1 0 0 0,0-1 0 0 0,0 1-1 0 0,0 0 1 0 0,0 0 0 0 0,1 1 0 0 0,0-1 0 0 0,0 1-1 0 0,-7 9 1 0 0,6-4-30 0 0,-1 1 0 0 0,1-1 0 0 0,1 2 0 0 0,0-1 0 0 0,0 0 0 0 0,1 1-1 0 0,-3 19 1 0 0,5-25-28 0 0,1 0 0 0 0,0-1 0 0 0,1 1 0 0 0,-1 0 0 0 0,1 0 0 0 0,0 0 0 0 0,1 0 0 0 0,-1 0-1 0 0,1 0 1 0 0,0 0 0 0 0,1-1 0 0 0,-1 1 0 0 0,1 0 0 0 0,0-1 0 0 0,1 1 0 0 0,-1-1 0 0 0,7 9 0 0 0,-7-12-88 0 0,0 1 0 0 0,0-1 1 0 0,0 0-1 0 0,0 0 1 0 0,1-1-1 0 0,-1 1 1 0 0,1 0-1 0 0,-1-1 1 0 0,1 1-1 0 0,0-1 0 0 0,0 0 1 0 0,-1 0-1 0 0,1 0 1 0 0,0 0-1 0 0,0-1 1 0 0,0 1-1 0 0,4 0 1 0 0,7-1-851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1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1 231 4607 0 0,'13'12'5367'0'0,"-3"6"-3543"0"0,2 19-1067 0 0,-12-36-633 0 0,7 54 415 0 0,-7-45-427 0 0,1 0-1 0 0,0-1 1 0 0,1 1 0 0 0,0 0-1 0 0,0-1 1 0 0,6 14-1 0 0,-8-22-109 0 0,0 0 0 0 0,0-1-1 0 0,1 1 1 0 0,-1-1-1 0 0,0 1 1 0 0,0-1 0 0 0,1 1-1 0 0,-1-1 1 0 0,0 1 0 0 0,1-1-1 0 0,-1 1 1 0 0,1-1 0 0 0,-1 0-1 0 0,0 1 1 0 0,1-1-1 0 0,-1 0 1 0 0,1 1 0 0 0,-1-1-1 0 0,1 0 1 0 0,-1 1 0 0 0,1-1-1 0 0,-1 0 1 0 0,1 0 0 0 0,-1 0-1 0 0,1 0 1 0 0,0 1 0 0 0,-1-1-1 0 0,1 0 1 0 0,0-1 5 0 0,0 1 0 0 0,0 0-1 0 0,0-1 1 0 0,0 1 0 0 0,-1-1 0 0 0,1 1 0 0 0,0-1 0 0 0,0 0 0 0 0,-1 1-1 0 0,1-1 1 0 0,0 0 0 0 0,-1 1 0 0 0,1-1 0 0 0,-1 0 0 0 0,1-1 0 0 0,17-37 204 0 0,-17 35-197 0 0,25-84 102 0 0,-19 61-61 0 0,1 0 0 0 0,19-43 0 0 0,-26 69-56 0 0,-1 0 0 0 0,0 0 0 0 0,1 0 0 0 0,-1 0 0 0 0,1 0 0 0 0,0 0-1 0 0,-1 0 1 0 0,1 1 0 0 0,0-1 0 0 0,-1 0 0 0 0,1 0 0 0 0,0 0 0 0 0,0 1 0 0 0,0-1 0 0 0,0 0-1 0 0,0 1 1 0 0,0-1 0 0 0,0 1 0 0 0,0-1 0 0 0,0 1 0 0 0,0 0 0 0 0,0-1 0 0 0,0 1-1 0 0,0 0 1 0 0,1-1 0 0 0,0 2-3 0 0,0-1-1 0 0,-1 1 1 0 0,1-1 0 0 0,0 1-1 0 0,-1-1 1 0 0,1 1 0 0 0,-1 0-1 0 0,1 0 1 0 0,-1-1-1 0 0,1 1 1 0 0,-1 0 0 0 0,0 1-1 0 0,0-1 1 0 0,2 2 0 0 0,4 5-19 0 0,-1 0 1 0 0,0 0 0 0 0,0 1 0 0 0,5 11 0 0 0,19 51 72 0 0,5 11 266 0 0,-31-75-240 0 0,0 1-1 0 0,1-1 1 0 0,0 0-1 0 0,0 0 1 0 0,1 0-1 0 0,0-1 1 0 0,11 10 0 0 0,-16-15-61 0 0,0 0 1 0 0,0 0 0 0 0,0 0 0 0 0,0 0-1 0 0,1-1 1 0 0,-1 1 0 0 0,0 0-1 0 0,1-1 1 0 0,-1 1 0 0 0,0-1 0 0 0,1 0-1 0 0,-1 1 1 0 0,0-1 0 0 0,1 0 0 0 0,-1 0-1 0 0,1 0 1 0 0,-1 0 0 0 0,1 0-1 0 0,-1 0 1 0 0,0 0 0 0 0,1 0 0 0 0,1-1-1 0 0,-1 0 10 0 0,0 0-1 0 0,0 0 1 0 0,0-1-1 0 0,0 1 1 0 0,0 0-1 0 0,0-1 1 0 0,-1 0-1 0 0,1 1 1 0 0,-1-1-1 0 0,1 0 0 0 0,-1 0 1 0 0,3-3-1 0 0,2-7 96 0 0,-1 1 0 0 0,0-2 0 0 0,7-23 0 0 0,-11 30-85 0 0,28-134 280 0 0,-11 38-810 0 0,-17 101 417 0 0,-1-1-1 0 0,0 1 1 0 0,0 0 0 0 0,1-1-1 0 0,-1 1 1 0 0,1 0-1 0 0,-1-1 1 0 0,1 1-1 0 0,0 0 1 0 0,-1 0 0 0 0,1 0-1 0 0,0 0 1 0 0,0 0-1 0 0,0 0 1 0 0,0 0-1 0 0,2-2 1 0 0,-3 3 22 0 0,1 0 1 0 0,0-1-1 0 0,0 1 0 0 0,0 0 0 0 0,-1 0 1 0 0,1 0-1 0 0,0 0 0 0 0,0-1 1 0 0,0 1-1 0 0,-1 0 0 0 0,1 1 0 0 0,0-1 1 0 0,0 0-1 0 0,0 0 0 0 0,0 0 1 0 0,-1 0-1 0 0,1 1 0 0 0,0-1 0 0 0,0 0 1 0 0,1 1-1 0 0,4 3-154 0 0,0 0 0 0 0,0 1 0 0 0,-1 0 0 0 0,1 0 0 0 0,5 6 0 0 0,4 5 399 0 0,-5-8 32 0 0,0 1 0 0 0,-1 0 0 0 0,0 1 0 0 0,-1 0 0 0 0,0 1 1 0 0,-1-1-1 0 0,12 23 0 0 0,-9-9 369 0 0,0 1-1 0 0,10 48 1 0 0,-19-70-620 0 0,8 33-1399 0 0,-7-24 515 0 0,-6-16 351 0 0,-16-37-4176 0 0,-46-68-1 0 0,24 48 3882 0 0,5-8 12054 0 0,70 71-10088 0 0,-23-2-667 0 0,30 0 215 0 0,67-10-1 0 0,-72 5-628 0 0,1 1 0 0 0,50 2 0 0 0,-82 3-29 0 0,1-1 0 0 0,-1 1 1 0 0,1 0-1 0 0,-1 0 0 0 0,1 0 0 0 0,-1 0 0 0 0,0 1 0 0 0,1 0 0 0 0,-1 0 0 0 0,0 0 0 0 0,0 0 1 0 0,-1 1-1 0 0,1 0 0 0 0,6 5 0 0 0,-6-4-4 0 0,0 1-1 0 0,0 1 1 0 0,0-1-1 0 0,0 1 1 0 0,-1-1 0 0 0,0 1-1 0 0,0 0 1 0 0,-1 0 0 0 0,3 8-1 0 0,1 10-14 0 0,-2 1 0 0 0,0-1-1 0 0,-2 1 1 0 0,0 32 0 0 0,-2-43 19 0 0,1 4 11 0 0,-1-3 21 0 0,0 1 0 0 0,2-1 0 0 0,5 28-1 0 0,-7-43-27 0 0,0 0-1 0 0,0 0 1 0 0,0 0-1 0 0,0 1 1 0 0,0-1-1 0 0,0 0 1 0 0,0 0-1 0 0,0 0 0 0 0,0 1 1 0 0,1-1-1 0 0,-1 0 1 0 0,0 0-1 0 0,0 0 1 0 0,0 0-1 0 0,0 0 1 0 0,0 0-1 0 0,1 1 1 0 0,-1-1-1 0 0,0 0 1 0 0,0 0-1 0 0,0 0 1 0 0,0 0-1 0 0,1 0 1 0 0,-1 0-1 0 0,0 0 1 0 0,0 0-1 0 0,0 0 0 0 0,1 0 1 0 0,-1 0-1 0 0,0 0 1 0 0,0 0-1 0 0,0 0 1 0 0,1 0-1 0 0,-1 0 1 0 0,0 0-1 0 0,0 0 1 0 0,0 0-1 0 0,0 0 1 0 0,1 0-1 0 0,-1 0 1 0 0,0 0-1 0 0,0 0 1 0 0,0 0-1 0 0,0 0 0 0 0,1-1 1 0 0,-1 1-1 0 0,0 0 1 0 0,0 0-1 0 0,0 0 1 0 0,0 0-1 0 0,0 0 1 0 0,1-1-1 0 0,-1 1 1 0 0,0 0-1 0 0,0 0 1 0 0,0 0-1 0 0,0 0 1 0 0,0-1-1 0 0,0 1 1 0 0,0 0-1 0 0,0 0 1 0 0,0 0-1 0 0,0 0 0 0 0,0-1 1 0 0,0 1-1 0 0,0 0 1 0 0,0 0-1 0 0,0 0 1 0 0,0-1-1 0 0,8-14 24 0 0,8-35-168 0 0,-2-2 1 0 0,8-52-1 0 0,-14 57-24 0 0,2 1 1 0 0,32-88-1 0 0,-42 132 167 0 0,1 1 0 0 0,-1-1 0 0 0,1 0 0 0 0,0 1 0 0 0,-1-1 0 0 0,1 1 0 0 0,0-1 0 0 0,0 1 0 0 0,0-1 0 0 0,0 1 0 0 0,1 0 0 0 0,-1 0 0 0 0,0-1 0 0 0,0 1 0 0 0,1 0 0 0 0,-1 0 0 0 0,1 0 0 0 0,-1 0 0 0 0,1 0 0 0 0,-1 1 0 0 0,4-2 0 0 0,-4 2 0 0 0,1 1 0 0 0,0-1 0 0 0,-1 0 0 0 0,1 1 0 0 0,-1-1 0 0 0,1 1 0 0 0,-1 0 0 0 0,1 0 0 0 0,-1-1 0 0 0,1 1 0 0 0,-1 0 0 0 0,0 0 0 0 0,1 0 0 0 0,-1 1 0 0 0,0-1 0 0 0,0 0 0 0 0,0 0 0 0 0,0 1 0 0 0,0-1 0 0 0,0 0 0 0 0,0 1 0 0 0,0 1 0 0 0,23 40 248 0 0,-1 1 0 0 0,-3 1 0 0 0,-2 1 0 0 0,17 66 0 0 0,-31-101-171 0 0,-2 0 0 0 0,1-1 0 0 0,-1 1 0 0 0,-1 0 0 0 0,0 15 0 0 0,-1-24-47 0 0,0 0 0 0 0,0-1 0 0 0,0 1 0 0 0,0 0 0 0 0,-1 0 0 0 0,1 0 0 0 0,-1-1 0 0 0,1 1 1 0 0,-1 0-1 0 0,0-1 0 0 0,0 1 0 0 0,0 0 0 0 0,0-1 0 0 0,0 1 0 0 0,0-1 0 0 0,-2 3 0 0 0,1-3 7 0 0,1 0 1 0 0,-1-1-1 0 0,0 1 0 0 0,1 0 0 0 0,-1 0 0 0 0,0-1 0 0 0,0 1 0 0 0,0-1 0 0 0,1 0 0 0 0,-1 0 0 0 0,0 1 0 0 0,0-1 1 0 0,0 0-1 0 0,0 0 0 0 0,0-1 0 0 0,0 1 0 0 0,1 0 0 0 0,-1-1 0 0 0,0 1 0 0 0,-2-1 0 0 0,-1-1-26 0 0,0 0-1 0 0,-1 0 1 0 0,1 0 0 0 0,0-1-1 0 0,0 0 1 0 0,0 0-1 0 0,0 0 1 0 0,1 0 0 0 0,-1-1-1 0 0,1 1 1 0 0,-7-9-1 0 0,9 10-108 0 0,1 0-1 0 0,0 1 1 0 0,0-1-1 0 0,0 0 1 0 0,0 1-1 0 0,0-1 1 0 0,0 0-1 0 0,0 0 1 0 0,0 0-1 0 0,1 0 1 0 0,-1 0-1 0 0,1 0 1 0 0,0 0-1 0 0,-1 0 0 0 0,1 0 1 0 0,0 0-1 0 0,0 0 1 0 0,0 0-1 0 0,1-1 1 0 0,-1 1-1 0 0,0 0 1 0 0,1 0-1 0 0,-1 0 1 0 0,1 0-1 0 0,0 0 1 0 0,0 1-1 0 0,-1-1 1 0 0,1 0-1 0 0,0 0 0 0 0,1 0 1 0 0,-1 1-1 0 0,0-1 1 0 0,0 1-1 0 0,1-1 1 0 0,1-1-1 0 0,9-8-1617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1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8751 0 0,'14'35'7276'0'0,"-3"2"-4177"0"0,6 79-4331 0 0,-13-79 2161 0 0,4 51-1723 0 0,-7-65 308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2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8 403 15631 0 0,'-2'8'280'0'0,"0"-1"0"0"0,0 1 1 0 0,1-1-1 0 0,1 1 0 0 0,-1 0 0 0 0,1 0 0 0 0,2 11 0 0 0,11 56 5 0 0,-7-48-360 0 0,-4-18-33 0 0,-2-4-42 0 0,0-1 1 0 0,1 0-1 0 0,0 0 1 0 0,0-1-1 0 0,0 1 1 0 0,0 0-1 0 0,1 0 0 0 0,0 0 1 0 0,0-1-1 0 0,0 1 1 0 0,3 4-1 0 0,-5-8 98 0 0,1 0-1 0 0,-1 0 0 0 0,0 0 1 0 0,1 0-1 0 0,-1 1 0 0 0,0-2 1 0 0,1 1-1 0 0,-1 0 0 0 0,0 0 0 0 0,0 0 1 0 0,1 0-1 0 0,-1 0 0 0 0,0 0 1 0 0,0 0-1 0 0,1 0 0 0 0,-1 0 1 0 0,0 0-1 0 0,0 0 0 0 0,1-1 1 0 0,-1 1-1 0 0,0 0 0 0 0,0 0 1 0 0,1 0-1 0 0,-1-1 0 0 0,0 1 1 0 0,0 0-1 0 0,0 0 0 0 0,1 0 1 0 0,-1-1-1 0 0,0 1 0 0 0,0 0 1 0 0,0-1-1 0 0,0 1 0 0 0,0 0 1 0 0,0 0-1 0 0,0-1 0 0 0,1 1 1 0 0,-1 0-1 0 0,0 0 0 0 0,0-1 0 0 0,0 1 1 0 0,0 0-1 0 0,0-1 0 0 0,0 1 1 0 0,0 0-1 0 0,-1 0 0 0 0,1-1 1 0 0,3-16-1272 0 0,2-120-2227 0 0,-6 93 4339 0 0,3 0 0 0 0,1 1-1 0 0,14-63 1 0 0,-17 104-777 0 0,0 0-1 0 0,1 0 0 0 0,-1 0 1 0 0,1 0-1 0 0,0 1 0 0 0,0-1 1 0 0,-1 0-1 0 0,1 0 0 0 0,0 0 1 0 0,1 1-1 0 0,-1-1 0 0 0,0 0 1 0 0,0 1-1 0 0,1-1 0 0 0,-1 1 1 0 0,4-3-1 0 0,-5 4-11 0 0,1 0 0 0 0,-1 0-1 0 0,1-1 1 0 0,0 1 0 0 0,-1 0-1 0 0,1 0 1 0 0,0 0 0 0 0,-1 0 0 0 0,1 0-1 0 0,-1 0 1 0 0,1 0 0 0 0,0 0-1 0 0,-1 0 1 0 0,1 0 0 0 0,0 1 0 0 0,-1-1-1 0 0,1 0 1 0 0,-1 0 0 0 0,1 1-1 0 0,0-1 1 0 0,15 17-117 0 0,-4 4 71 0 0,0 0 1 0 0,-2 1-1 0 0,-1 1 1 0 0,12 43-1 0 0,11 27 583 0 0,-27-81-290 0 0,1 0 1 0 0,0 0-1 0 0,1 0 0 0 0,0-1 0 0 0,11 12 0 0 0,-16-20-124 0 0,0 0 0 0 0,1 0 0 0 0,0 0 0 0 0,0-1 0 0 0,0 1 0 0 0,0-1 0 0 0,0 0 0 0 0,0 0 0 0 0,0 0 0 0 0,1 0 0 0 0,-1-1 0 0 0,1 1 0 0 0,-1-1 0 0 0,1 0 0 0 0,-1 0 0 0 0,6 1 0 0 0,-6-2-47 0 0,0-1 1 0 0,1 1-1 0 0,-1 0 1 0 0,0-1-1 0 0,0 1 1 0 0,0-1-1 0 0,1 0 1 0 0,-1 0-1 0 0,0-1 1 0 0,0 1-1 0 0,0 0 1 0 0,-1-1-1 0 0,1 0 0 0 0,0 0 1 0 0,0 0-1 0 0,-1 0 1 0 0,1 0-1 0 0,3-5 1 0 0,4-5 34 0 0,-1 0-1 0 0,0 0 1 0 0,0-2 0 0 0,-1 1-1 0 0,-1-1 1 0 0,-1 0 0 0 0,7-18-1 0 0,-2-2 11 0 0,14-70-1 0 0,-12-13-47 0 0,-10 74-38 0 0,12-53 1 0 0,-15 93-35 0 0,1 1 0 0 0,-1-1-1 0 0,1 1 1 0 0,0 0 0 0 0,-1-1-1 0 0,1 1 1 0 0,0 0 0 0 0,1 0-1 0 0,-1-1 1 0 0,0 1 0 0 0,1 0-1 0 0,-1 0 1 0 0,1 0 0 0 0,0 1-1 0 0,3-4 1 0 0,-3 4 1 0 0,0 0 0 0 0,-1 1 1 0 0,1-1-1 0 0,0 1 0 0 0,0-1 1 0 0,0 1-1 0 0,0 0 0 0 0,0-1 0 0 0,0 1 1 0 0,0 0-1 0 0,0 1 0 0 0,-1-1 0 0 0,1 0 1 0 0,0 0-1 0 0,0 1 0 0 0,0-1 1 0 0,0 1-1 0 0,0 0 0 0 0,-1-1 0 0 0,4 3 1 0 0,48 22 349 0 0,-11-5 63 0 0,44 15-1 0 0,-73-30-333 0 0,1-1 0 0 0,1-1-1 0 0,-1 0 1 0 0,0-1 0 0 0,1 0-1 0 0,-1-1 1 0 0,22-2 0 0 0,-12-4 31 0 0,-18 2 31 0 0,-17 2-57 0 0,2 2-62 0 0,0 0 0 0 0,0 0 0 0 0,1 1-1 0 0,-1 0 1 0 0,0 1 0 0 0,1 0 0 0 0,0 0 0 0 0,0 1 0 0 0,-12 6-1 0 0,1 2-48 0 0,1 1-1 0 0,-28 23 0 0 0,36-27 18 0 0,1 0-1 0 0,0 0 0 0 0,0 2 1 0 0,1-1-1 0 0,0 1 0 0 0,1 0 1 0 0,0 0-1 0 0,1 1 0 0 0,0 0 1 0 0,1 0-1 0 0,-7 24 1 0 0,10-28 25 0 0,0 0 0 0 0,1 0 0 0 0,0 1 0 0 0,1-1 0 0 0,0 0 1 0 0,0 0-1 0 0,1 0 0 0 0,0 1 0 0 0,0-1 0 0 0,1 0 0 0 0,0 0 1 0 0,0 0-1 0 0,1-1 0 0 0,0 1 0 0 0,0-1 0 0 0,1 1 1 0 0,0-1-1 0 0,0 0 0 0 0,1 0 0 0 0,6 7 0 0 0,-4-6 2 0 0,0-1 0 0 0,1 0 0 0 0,0 0 0 0 0,1-1 0 0 0,-1 0 0 0 0,1-1 0 0 0,0 0 0 0 0,1 0 0 0 0,16 6 0 0 0,-21-10-16 0 0,0 1-1 0 0,0-1 1 0 0,0 0 0 0 0,0 0-1 0 0,1-1 1 0 0,-1 1 0 0 0,0-1-1 0 0,1 0 1 0 0,6-2 0 0 0,-9 2-23 0 0,1-1 1 0 0,-1 0 0 0 0,0 0 0 0 0,0-1-1 0 0,0 1 1 0 0,0 0 0 0 0,0-1 0 0 0,0 0-1 0 0,-1 0 1 0 0,1 0 0 0 0,0 0 0 0 0,-1 0-1 0 0,0 0 1 0 0,1-1 0 0 0,-1 1-1 0 0,2-4 1 0 0,-3 5-72 0 0,0-1-1 0 0,0 0 0 0 0,0 0 1 0 0,0 0-1 0 0,0 0 0 0 0,0 0 1 0 0,0 0-1 0 0,-1 0 1 0 0,1-1-1 0 0,-1 1 0 0 0,0 0 1 0 0,0 0-1 0 0,1 0 0 0 0,-1-1 1 0 0,-1 1-1 0 0,1 0 0 0 0,0 0 1 0 0,-1-3-1 0 0,0 1-495 0 0,-1-1-1 0 0,0 1 0 0 0,0-1 1 0 0,0 1-1 0 0,0 0 0 0 0,-1 0 1 0 0,-3-6-1 0 0,-11-10-4934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5:42.7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67 199 5063 0 0,'-22'7'177'0'0,"15"-5"-89"0"0,0 1 0 0 0,0 0 0 0 0,-15 10 1790 0 0,21-12-1654 0 0,1-1 0 0 0,0 1 0 0 0,0-1 0 0 0,0 1 0 0 0,0 0 0 0 0,-1-1-1 0 0,1 1 1 0 0,0-1 0 0 0,0 1 0 0 0,0-1 0 0 0,0 1 0 0 0,0-1 0 0 0,1 1 0 0 0,-1 0-1 0 0,0-1 1 0 0,0 1 0 0 0,0-1 0 0 0,0 1 0 0 0,1 0 0 0 0,5 13 1226 0 0,-4-10-1390 0 0,1 0 1 0 0,-1 0-1 0 0,1 0 0 0 0,0 0 1 0 0,1-1-1 0 0,-1 1 0 0 0,1-1 1 0 0,-1 0-1 0 0,1 0 0 0 0,0 0 1 0 0,0-1-1 0 0,9 5 0 0 0,-6-4 95 0 0,0-1 0 0 0,0 0 0 0 0,1 0 0 0 0,-1 0 0 0 0,1-1 0 0 0,0 0 0 0 0,10 0 0 0 0,1-2 120 0 0,0-1-1 0 0,0 0 1 0 0,-1-1 0 0 0,0-1 0 0 0,34-12 0 0 0,-31 8-705 0 0,-1-1-1 0 0,0-1 1 0 0,0 0 0 0 0,-1-2-1 0 0,-1 0 1 0 0,0-1 0 0 0,-1-1-1 0 0,0-1 1 0 0,-1 0 0 0 0,0-1-1 0 0,-2 0 1 0 0,0-2-1 0 0,23-35 1 0 0,-28 36 83 0 0,-7 12 330 0 0,0 0-1 0 0,1 0 0 0 0,0 0 0 0 0,0 0 0 0 0,0 1 1 0 0,1-1-1 0 0,0 1 0 0 0,6-6 0 0 0,-10 10 101 0 0,1 0 0 0 0,-1 0 0 0 0,1 0-1 0 0,0 0 1 0 0,-1 0 0 0 0,1 0 0 0 0,-1 1-1 0 0,1-1 1 0 0,-1 0 0 0 0,1 0 0 0 0,-1 1-1 0 0,1-1 1 0 0,-1 0 0 0 0,1 1 0 0 0,-1-1 0 0 0,1 0-1 0 0,-1 1 1 0 0,0-1 0 0 0,1 1 0 0 0,-1-1-1 0 0,0 0 1 0 0,1 1 0 0 0,-1-1 0 0 0,0 1-1 0 0,1-1 1 0 0,-1 1 0 0 0,0-1 0 0 0,0 1-1 0 0,0 0 1 0 0,0-1 0 0 0,1 2 0 0 0,7 20 630 0 0,-7-20-584 0 0,21 72 1880 0 0,-22-70-1521 0 0,3 10-37 0 0,2 17-245 0 0,-1 1 1 0 0,-2-1-1 0 0,-1 1 1 0 0,-4 33-1 0 0,-8-4-63 0 0,10-55-84 0 0,-1 0-1 0 0,0 1 1 0 0,-1-1 0 0 0,1 0 0 0 0,-1 0 0 0 0,0-1-1 0 0,-6 9 1 0 0,9-14-39 0 0,0 0 1 0 0,0 1-1 0 0,0-1 0 0 0,-1 1 0 0 0,1-1 1 0 0,0 0-1 0 0,0 1 0 0 0,-1-1 0 0 0,1 0 1 0 0,0 1-1 0 0,-1-1 0 0 0,1 0 0 0 0,0 0 0 0 0,-1 1 1 0 0,1-1-1 0 0,0 0 0 0 0,-1 0 0 0 0,1 0 1 0 0,0 1-1 0 0,-1-1 0 0 0,1 0 0 0 0,-1 0 1 0 0,1 0-1 0 0,0 0 0 0 0,-1 0 0 0 0,1 0 1 0 0,-1 0-1 0 0,1 0 0 0 0,0 0 0 0 0,-1 0 0 0 0,1 0 1 0 0,-1 0-1 0 0,1 0 0 0 0,-1 0 0 0 0,1 0 1 0 0,-1-1-1 0 0,-6-15 628 0 0,5-23 339 0 0,3 33-980 0 0,0 0-1 0 0,0 0 0 0 0,1 0 1 0 0,0 0-1 0 0,0 0 1 0 0,1 0-1 0 0,0 1 1 0 0,0-1-1 0 0,0 1 0 0 0,0 0 1 0 0,1 0-1 0 0,0 0 1 0 0,0 0-1 0 0,0 1 0 0 0,1-1 1 0 0,0 1-1 0 0,-1 0 1 0 0,2 1-1 0 0,-1-1 1 0 0,0 1-1 0 0,0 0 0 0 0,1 0 1 0 0,0 1-1 0 0,0 0 1 0 0,-1 0-1 0 0,1 0 0 0 0,1 0 1 0 0,-1 1-1 0 0,0 0 1 0 0,0 1-1 0 0,0-1 1 0 0,0 1-1 0 0,1 0 0 0 0,-1 1 1 0 0,0-1-1 0 0,0 1 1 0 0,0 0-1 0 0,0 1 0 0 0,0 0 1 0 0,0 0-1 0 0,0 0 1 0 0,6 4-1 0 0,8 4-1095 0 0,-3 1-346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4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36 2303 0 0,'-11'-7'3672'0'0,"-28"-10"-2814"0"0,28 14-675 0 0,-1 0 0 0 0,1 1 0 0 0,-1 0 0 0 0,0 1 0 0 0,0 0 0 0 0,0 1 0 0 0,0 1 0 0 0,1 0 0 0 0,-17 3 0 0 0,18-2-43 0 0,0 0 0 0 0,1 1 0 0 0,-1 0 0 0 0,1 0 0 0 0,-1 1 0 0 0,1 0 0 0 0,0 1 0 0 0,1 0 0 0 0,-1 1 0 0 0,1 0 0 0 0,-10 9 0 0 0,17-14-140 0 0,0 0 0 0 0,0-1 0 0 0,0 1 0 0 0,1 0 0 0 0,-1 0 0 0 0,0 0 0 0 0,1 0 0 0 0,-1 0 0 0 0,1 0 0 0 0,-1 0-1 0 0,1 0 1 0 0,0 0 0 0 0,-1 0 0 0 0,1 0 0 0 0,0 0 0 0 0,0 0 0 0 0,-1 0 0 0 0,1 1 0 0 0,0-1 0 0 0,0 0 0 0 0,0 0 0 0 0,1 0 0 0 0,-1 0-1 0 0,0 0 1 0 0,0 0 0 0 0,1 0 0 0 0,-1 1 0 0 0,0-1 0 0 0,1 0 0 0 0,-1 0 0 0 0,1 0 0 0 0,-1 0 0 0 0,1-1 0 0 0,0 1 0 0 0,-1 0 0 0 0,2 1-1 0 0,3 4 1 0 0,1-1-1 0 0,-1 0 0 0 0,1 0 0 0 0,11 6 0 0 0,-3-1 0 0 0,88 65 300 0 0,31 25 72 0 0,-129-97-369 0 0,0 1 1 0 0,-1-1-1 0 0,1 1 1 0 0,-1 0-1 0 0,0-1 0 0 0,0 2 1 0 0,0-1-1 0 0,0 0 1 0 0,-1 1-1 0 0,0-1 1 0 0,0 1-1 0 0,0-1 1 0 0,0 1-1 0 0,-1 0 1 0 0,2 9-1 0 0,-3-9 10 0 0,0-1 0 0 0,0 1 0 0 0,0 0 0 0 0,-1 0 0 0 0,0 0 0 0 0,0-1 0 0 0,0 1 0 0 0,-1 0 0 0 0,0-1 0 0 0,1 1 0 0 0,-2-1 0 0 0,1 0 0 0 0,0 0-1 0 0,-1 0 1 0 0,0 0 0 0 0,-5 6 0 0 0,-2 2 66 0 0,-1-1-1 0 0,-17 15 0 0 0,24-22-8 0 0,0-1 0 0 0,0 0-1 0 0,0 0 1 0 0,-1-1 0 0 0,1 1-1 0 0,-1-1 1 0 0,0 0 0 0 0,0 0-1 0 0,0 0 1 0 0,0-1 0 0 0,-7 2-1 0 0,11-3-22 0 0,0 0 0 0 0,0 0 0 0 0,0 0 0 0 0,0 0 0 0 0,0 0-1 0 0,-1-1 1 0 0,1 1 0 0 0,0 0 0 0 0,0-1 0 0 0,0 1 0 0 0,0 0-1 0 0,0-1 1 0 0,0 1 0 0 0,0-1 0 0 0,0 1 0 0 0,0-1 0 0 0,1 0 0 0 0,-1 1-1 0 0,0-1 1 0 0,0 0 0 0 0,0 0 0 0 0,-1-1 0 0 0,1 0 29 0 0,0-1 0 0 0,0 1 1 0 0,-1-1-1 0 0,2 1 0 0 0,-1-1 0 0 0,0 0 1 0 0,0 1-1 0 0,1-1 0 0 0,-1-3 0 0 0,0-4 138 0 0,1 0-1 0 0,0-1 1 0 0,4-19 0 0 0,4-8 277 0 0,16-48 0 0 0,-14 56 62 0 0,-1-1 0 0 0,9-60 0 0 0,-18 67-518 0 0,-1 22-177 0 0,1 0 0 0 0,0 0 0 0 0,-1 0 0 0 0,1 0 0 0 0,0-1 0 0 0,0 1 0 0 0,1 0 0 0 0,-1 0 0 0 0,0 0-1 0 0,1 0 1 0 0,-1 0 0 0 0,1 0 0 0 0,-1 0 0 0 0,1 0 0 0 0,0 0 0 0 0,0 0 0 0 0,0 1 0 0 0,0-1 0 0 0,0 0 0 0 0,1 0 0 0 0,-1 1 0 0 0,0-1 0 0 0,1 1-1 0 0,-1-1 1 0 0,3 0 0 0 0,4-4-1665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5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78 108 6335 0 0,'-6'17'300'0'0,"2"0"0"0"0,0-1 0 0 0,1 2 0 0 0,0-1 0 0 0,1 26 0 0 0,2-21-35 0 0,-1 16 291 0 0,7 51 0 0 0,-4-78-439 0 0,-1-1 1 0 0,2 0-1 0 0,-1 0 0 0 0,1 0 1 0 0,1 0-1 0 0,0 0 1 0 0,0 0-1 0 0,1-1 1 0 0,11 17-1 0 0,-14-24-78 0 0,-1 1 0 0 0,1-1 0 0 0,0 0 0 0 0,0 0 0 0 0,0 0 0 0 0,0 0 0 0 0,0-1 0 0 0,1 1 0 0 0,-1-1 0 0 0,0 1 1 0 0,1-1-1 0 0,-1 0 0 0 0,1 1 0 0 0,0-1 0 0 0,-1-1 0 0 0,1 1 0 0 0,0 0 0 0 0,-1-1 0 0 0,1 1 0 0 0,0-1 0 0 0,0 0 0 0 0,0 0 0 0 0,-1 0 0 0 0,1 0 0 0 0,0 0 0 0 0,0-1 0 0 0,2 0 0 0 0,-1-1 18 0 0,-1 1-1 0 0,0-1 1 0 0,0 1 0 0 0,0-1-1 0 0,0 0 1 0 0,0 0-1 0 0,0-1 1 0 0,0 1-1 0 0,-1-1 1 0 0,1 1 0 0 0,-1-1-1 0 0,1 0 1 0 0,-1 0-1 0 0,0 0 1 0 0,0 0-1 0 0,-1 0 1 0 0,1 0 0 0 0,-1-1-1 0 0,1 1 1 0 0,0-6-1 0 0,4-14 100 0 0,-2 0 1 0 0,0-1-1 0 0,-2 1 0 0 0,0-1 0 0 0,-2 0 0 0 0,-1 1 0 0 0,0-1 1 0 0,-2 1-1 0 0,-1-1 0 0 0,0 1 0 0 0,-2 0 0 0 0,-1 0 0 0 0,-1 1 1 0 0,0 0-1 0 0,-13-22 0 0 0,17 37-150 0 0,0 1 1 0 0,-1 0-1 0 0,0 0 1 0 0,0 0 0 0 0,0 1-1 0 0,0 0 1 0 0,-1 0-1 0 0,0 0 1 0 0,0 0-1 0 0,-1 1 1 0 0,-7-4-1 0 0,12 6-13 0 0,-1 1-1 0 0,1 0 1 0 0,-1 0-1 0 0,0 0 1 0 0,1 0-1 0 0,-1 1 1 0 0,0-1-1 0 0,1 1 1 0 0,-1-1-1 0 0,0 1 0 0 0,0 0 1 0 0,0 0-1 0 0,1 0 1 0 0,-1 1-1 0 0,0-1 1 0 0,1 1-1 0 0,-1-1 1 0 0,0 1-1 0 0,1 0 1 0 0,-1 0-1 0 0,0 0 1 0 0,1 0-1 0 0,0 1 1 0 0,-1-1-1 0 0,1 1 1 0 0,0-1-1 0 0,-1 1 1 0 0,1 0-1 0 0,0 0 1 0 0,0 0-1 0 0,1 0 1 0 0,-1 0-1 0 0,-2 3 1 0 0,1 1-132 0 0,0-1 1 0 0,0 1 0 0 0,0 0 0 0 0,0-1 0 0 0,1 2 0 0 0,0-1-1 0 0,1 0 1 0 0,-1 0 0 0 0,1 0 0 0 0,0 1 0 0 0,1-1 0 0 0,-1 1-1 0 0,1-1 1 0 0,1 0 0 0 0,1 11 0 0 0,1 6-565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16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522 110 5295 0 0,'-2'-3'217'0'0,"0"-1"-1"0"0,0 1 1 0 0,0 1-1 0 0,-1-1 1 0 0,1 0-1 0 0,-1 1 1 0 0,0-1-1 0 0,0 1 1 0 0,0 0-1 0 0,0 0 0 0 0,-4-2 1 0 0,-42-19 383 0 0,19 10-286 0 0,17 6-223 0 0,-1 1 0 0 0,1 0-1 0 0,-1 1 1 0 0,0 1 0 0 0,0 0-1 0 0,0 1 1 0 0,-25-2-1 0 0,31 5-37 0 0,0 0 0 0 0,0 1-1 0 0,1-1 1 0 0,-1 2 0 0 0,0-1 0 0 0,0 1-1 0 0,1 0 1 0 0,0 1 0 0 0,-1-1-1 0 0,1 2 1 0 0,0-1 0 0 0,0 1-1 0 0,0 0 1 0 0,1 0 0 0 0,-12 11-1 0 0,14-11-24 0 0,0 0-1 0 0,1 0 1 0 0,0 1-1 0 0,0-1 1 0 0,0 1-1 0 0,0 0 1 0 0,1 0-1 0 0,0 0 1 0 0,0 0-1 0 0,0 0 1 0 0,0 1-1 0 0,1-1 1 0 0,0 0-1 0 0,0 1 1 0 0,1-1-1 0 0,-1 1 1 0 0,1 0-1 0 0,0-1 1 0 0,1 1-1 0 0,-1-1 1 0 0,3 9-1 0 0,0 3-33 0 0,2-1 0 0 0,-1 0 0 0 0,2 0 0 0 0,0 0-1 0 0,15 26 1 0 0,-7-19 12 0 0,19 23 1 0 0,-18-28 40 0 0,-2 2 1 0 0,13 21-1 0 0,-18-22-51 0 0,0 0-1 0 0,-1 0 1 0 0,-1 1 0 0 0,0 0-1 0 0,-2 0 1 0 0,0 0-1 0 0,-2 1 1 0 0,0-1 0 0 0,-1 1-1 0 0,-1-1 1 0 0,-1 1 0 0 0,-1-1-1 0 0,0 1 1 0 0,-8 25-1 0 0,6-30 41 0 0,-1 1 0 0 0,0-1 0 0 0,-2-1 0 0 0,1 1 1 0 0,-2-1-1 0 0,0 0 0 0 0,-1-1 0 0 0,-1 0 0 0 0,0 0 0 0 0,0-1 0 0 0,-1 0 0 0 0,-1-1 0 0 0,0-1 0 0 0,-1 0 0 0 0,0 0 0 0 0,-1-1 0 0 0,-26 14 0 0 0,37-22 23 0 0,1-1 1 0 0,-1 0 0 0 0,1 1 0 0 0,-1-1-1 0 0,0 0 1 0 0,1-1 0 0 0,-1 1 0 0 0,0 0-1 0 0,0-1 1 0 0,0 0 0 0 0,1 0 0 0 0,-1 1-1 0 0,0-1 1 0 0,0-1 0 0 0,0 1 0 0 0,1 0 0 0 0,-1-1-1 0 0,0 0 1 0 0,0 1 0 0 0,1-1 0 0 0,-5-2-1 0 0,5 1 12 0 0,-1 0 0 0 0,1 0 0 0 0,0 0 1 0 0,0 0-1 0 0,0-1 0 0 0,0 1 0 0 0,0-1 0 0 0,1 1 0 0 0,-1-1 0 0 0,1 1 0 0 0,0-1 0 0 0,-1 0 0 0 0,1 0 0 0 0,1 0 0 0 0,-1 0 0 0 0,0 0 0 0 0,1 0 0 0 0,-1 0 1 0 0,1-5-1 0 0,0-3-29 0 0,0 0 1 0 0,1 0-1 0 0,0 0 1 0 0,1 0-1 0 0,0 0 0 0 0,0 1 1 0 0,1-1-1 0 0,1 1 1 0 0,0 0-1 0 0,9-17 1 0 0,6-6-97 0 0,40-53 0 0 0,-40 61 57 0 0,238-293-25 0 0,-155 220 255 0 0,-32 31-112 0 0,-70 67-129 0 0,0 0-1 0 0,0 0 1 0 0,0 0 0 0 0,0 0-1 0 0,0 0 1 0 0,0 0-1 0 0,0 0 1 0 0,0 0-1 0 0,0 0 1 0 0,0 0 0 0 0,0 0-1 0 0,0 0 1 0 0,0 0-1 0 0,1 0 1 0 0,-1 0-1 0 0,0 0 1 0 0,0-1 0 0 0,0 1-1 0 0,0 0 1 0 0,0 0-1 0 0,0 0 1 0 0,0 0-1 0 0,0 0 1 0 0,0 0-1 0 0,0 0 1 0 0,1 0 0 0 0,-1 0-1 0 0,0 0 1 0 0,0 0-1 0 0,0 0 1 0 0,0 0-1 0 0,0 1 1 0 0,0-1 0 0 0,0 0-1 0 0,0 0 1 0 0,0 0-1 0 0,1 0 1 0 0,-1 0-1 0 0,0 0 1 0 0,0 0 0 0 0,0 0-1 0 0,0 0 1 0 0,0 0-1 0 0,0 0 1 0 0,0 0-1 0 0,0 0 1 0 0,0 0 0 0 0,0 0-1 0 0,0 1 1 0 0,0-1-1 0 0,0 0 1 0 0,0 0-1 0 0,0 0 1 0 0,0 0 0 0 0,0 0-1 0 0,0 0 1 0 0,0 0-1 0 0,0 0 1 0 0,0 0-1 0 0,0 1 1 0 0,0-1 0 0 0,0 0-1 0 0,0 0 1 0 0,0 0-1 0 0,1 10-1107 0 0,0-1 234 0 0,2-4 60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17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127 179 2303 0 0,'-38'41'924'0'0,"31"-33"824"0"0,1 1 0 0 0,0 0 0 0 0,-5 12 0 0 0,-3 6-741 0 0,-19 56-1 0 0,30-73-902 0 0,1-1 0 0 0,0 0 0 0 0,0 1 0 0 0,1 0 0 0 0,0-1 0 0 0,0 1 0 0 0,1 0 0 0 0,0 0 0 0 0,1-1-1 0 0,3 13 1 0 0,-4-18-83 0 0,1-1 0 0 0,0 0 0 0 0,0 1 1 0 0,1-1-1 0 0,-1 0 0 0 0,1 0 0 0 0,-1 0 0 0 0,1 0 0 0 0,0 0 0 0 0,0 0 0 0 0,1 0 0 0 0,-1-1 0 0 0,0 1 0 0 0,1-1 0 0 0,0 1 0 0 0,-1-1 0 0 0,1 0 0 0 0,0 0 0 0 0,0-1 0 0 0,0 1 1 0 0,1 0-1 0 0,-1-1 0 0 0,0 0 0 0 0,0 0 0 0 0,1 0 0 0 0,-1 0 0 0 0,1 0 0 0 0,-1-1 0 0 0,1 1 0 0 0,-1-1 0 0 0,1 0 0 0 0,-1 0 0 0 0,1-1 0 0 0,6 0 0 0 0,0-1 2 0 0,0 0-1 0 0,0-1 1 0 0,-1 0-1 0 0,1-1 1 0 0,-1 0-1 0 0,1 0 0 0 0,-1-1 1 0 0,0 0-1 0 0,-1 0 1 0 0,16-13-1 0 0,-11 5 46 0 0,1 0-1 0 0,-2-1 0 0 0,1 0 0 0 0,-2-1 1 0 0,0 0-1 0 0,-1-1 0 0 0,-1 0 0 0 0,0 0 1 0 0,10-28-1 0 0,-15 33 51 0 0,-1 0 0 0 0,0-1 0 0 0,-1 1 0 0 0,0 0 0 0 0,-1-1 0 0 0,-1 0 0 0 0,1 1 0 0 0,-2-1 0 0 0,0 1 0 0 0,0-1 0 0 0,-1 1 0 0 0,0 0 0 0 0,-1-1 0 0 0,0 1 0 0 0,-1 0 0 0 0,-8-16 0 0 0,6 16-69 0 0,0 0 0 0 0,0 1 0 0 0,-1 0 0 0 0,0 0 0 0 0,-1 1 0 0 0,0 0-1 0 0,-1 0 1 0 0,-15-12 0 0 0,21 19-69 0 0,0 0-1 0 0,1 0 0 0 0,-1 0 1 0 0,0 1-1 0 0,0-1 1 0 0,0 1-1 0 0,0 0 0 0 0,-1-1 1 0 0,1 1-1 0 0,0 1 0 0 0,-1-1 1 0 0,1 0-1 0 0,0 1 0 0 0,-1 0 1 0 0,1 0-1 0 0,0 0 0 0 0,-1 0 1 0 0,1 0-1 0 0,-1 1 1 0 0,1-1-1 0 0,0 1 0 0 0,0 0 1 0 0,-1 0-1 0 0,1 0 0 0 0,0 0 1 0 0,0 1-1 0 0,0-1 0 0 0,0 1 1 0 0,0 0-1 0 0,0 0 0 0 0,1 0 1 0 0,-1 0-1 0 0,1 1 1 0 0,-1-1-1 0 0,-2 4 0 0 0,2-2-87 0 0,0 0 0 0 0,0 0 0 0 0,1 0 1 0 0,0 0-1 0 0,-1 0 0 0 0,1 1 0 0 0,1-1 0 0 0,-1 1 0 0 0,1-1 0 0 0,0 1 0 0 0,0-1 0 0 0,0 1 0 0 0,0 0 0 0 0,1 0 0 0 0,0-1 0 0 0,0 1 0 0 0,0 0 0 0 0,0 0 0 0 0,1-1 1 0 0,1 6-1 0 0,6 16-5114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7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0 6911 0 0,'-11'21'608'0'0,"0"-3"-480"0"0,3-4-128 0 0,4-3 0 0 0,1-2 1984 0 0,1 5 384 0 0,-5 13 64 0 0,-6 12 24 0 0,0 16-1840 0 0,3 6-360 0 0,6-5-80 0 0,5-9-16 0 0,4-8-1664 0 0,2-9-344 0 0,1-6-64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1 1375 0 0,'-36'85'8036'0'0,"-3"42"-5948"0"0,37-121-1958 0 0,-15 61 12 0 0,4 2 1 0 0,3-1 0 0 0,2 1-1 0 0,4 129 1 0 0,1-95-2092 0 0,1-73 323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8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0 6191 0 0,'-55'250'5401'0'0,"-5"21"-3680"0"0,41-158-1187 0 0,-37 188 466 0 0,53-288-1194 0 0,-2 0-1 0 0,1 0 0 0 0,-1-1 1 0 0,-1 1-1 0 0,0-1 0 0 0,-1-1 1 0 0,0 1-1 0 0,-14 16 0 0 0,2-2 493 0 0,1 1 0 0 0,-22 48 0 0 0,-21 64 509 0 0,19-40-614 0 0,32-76-42 0 0,-55 131 2180 0 0,59-127-1134 0 0,6-27-1220 0 0,0 0 0 0 0,0 1 0 0 0,0-1 0 0 0,0 1-1 0 0,0-1 1 0 0,0 0 0 0 0,0 1 0 0 0,0-1 0 0 0,1 0 0 0 0,-1 1 0 0 0,0-1 0 0 0,0 0 0 0 0,0 0 0 0 0,0 1 0 0 0,0-1-1 0 0,1 0 1 0 0,-1 1 0 0 0,0-1 0 0 0,0 0 0 0 0,1 0 0 0 0,-1 1 0 0 0,0-1 0 0 0,0 0 0 0 0,1 0 0 0 0,-1 1-1 0 0,1-1-240 0 0,0 0-1 0 0,0 0 1 0 0,0 0 0 0 0,-1 0-1 0 0,1 0 1 0 0,0 0-1 0 0,0-1 1 0 0,-1 1-1 0 0,1 0 1 0 0,0 0-1 0 0,0 0 1 0 0,-1-1-1 0 0,1 1 1 0 0,0 0-1 0 0,0-1 1 0 0,0 0-1 0 0,13-9-5555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47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0 1839 0 0,'0'0'83'0'0,"-18"7"4872"0"0,-290 101-1614 0 0,303-107-3219 0 0,1 1 0 0 0,0-1 0 0 0,0 1-1 0 0,0 0 1 0 0,0 0 0 0 0,0 0 0 0 0,0 0 0 0 0,1 1 0 0 0,-6 4 0 0 0,8-6-93 0 0,0 0 0 0 0,1 0 1 0 0,-1 0-1 0 0,0 0 1 0 0,1 0-1 0 0,-1 1 1 0 0,1-1-1 0 0,-1 0 0 0 0,1 0 1 0 0,-1 0-1 0 0,1 1 1 0 0,0-1-1 0 0,0 0 0 0 0,0 1 1 0 0,0-1-1 0 0,0 0 1 0 0,0 1-1 0 0,0-1 0 0 0,0 0 1 0 0,0 0-1 0 0,0 1 1 0 0,1-1-1 0 0,-1 0 0 0 0,0 0 1 0 0,1 1-1 0 0,0-1 1 0 0,-1 0-1 0 0,1 0 0 0 0,-1 0 1 0 0,1 0-1 0 0,0 0 1 0 0,0 0-1 0 0,0 0 1 0 0,0 0-1 0 0,1 1 0 0 0,16 17-22 0 0,1-2-1 0 0,0-1 1 0 0,1 0-1 0 0,31 17 1 0 0,-29-19-1 0 0,-1 0 0 0 0,-1 1 1 0 0,0 1-1 0 0,21 24 0 0 0,-36-35-4 0 0,-1 1 1 0 0,0 0-1 0 0,0 0 0 0 0,-1 0 0 0 0,0 0 0 0 0,0 0 0 0 0,-1 1 0 0 0,1 0 1 0 0,-1-1-1 0 0,-1 1 0 0 0,1 0 0 0 0,-1 0 0 0 0,0 0 0 0 0,-1 0 0 0 0,0 0 1 0 0,0 0-1 0 0,0 0 0 0 0,-1 0 0 0 0,0 0 0 0 0,0 0 0 0 0,-5 12 0 0 0,-2 5 2 0 0,-2-1-1 0 0,0 0 1 0 0,-2 0-1 0 0,-23 35 0 0 0,24-41 16 0 0,-1-1 0 0 0,-17 18-1 0 0,24-28-9 0 0,-1-1 0 0 0,1 0 0 0 0,-1 0 0 0 0,-1 0 0 0 0,1-1 0 0 0,0 1 0 0 0,-1-2-1 0 0,-12 6 1 0 0,17-8 4 0 0,1-1 0 0 0,0 1 1 0 0,0-1-1 0 0,0 1 0 0 0,-1-1 0 0 0,1 0 0 0 0,0 0 0 0 0,0 0 0 0 0,-1 0 0 0 0,1 0 0 0 0,0 0 0 0 0,0 0 0 0 0,-1 0 0 0 0,1 0 0 0 0,0 0 1 0 0,0-1-1 0 0,-1 1 0 0 0,1-1 0 0 0,0 1 0 0 0,0-1 0 0 0,0 1 0 0 0,0-1 0 0 0,0 0 0 0 0,0 1 0 0 0,0-1 0 0 0,-1-1 0 0 0,0 0 30 0 0,1 0-1 0 0,-1 0 1 0 0,1 0-1 0 0,0-1 1 0 0,0 1-1 0 0,0 0 1 0 0,0-1-1 0 0,1 1 1 0 0,-1-1-1 0 0,0 1 1 0 0,1-1-1 0 0,0-2 1 0 0,-1-7 129 0 0,1 0 1 0 0,1 0-1 0 0,0 0 1 0 0,4-16-1 0 0,3-5-84 0 0,1 0 0 0 0,25-53 0 0 0,38-58 196 0 0,6-14-136 0 0,-50 100-108 0 0,40-62 0 0 0,-68 119-63 0 0,0 1 0 0 0,0-1 0 0 0,1 1-1 0 0,-1 0 1 0 0,1-1 0 0 0,-1 1 0 0 0,0 0 0 0 0,1-1-1 0 0,-1 1 1 0 0,1 0 0 0 0,-1 0 0 0 0,1 0-1 0 0,-1-1 1 0 0,0 1 0 0 0,1 0 0 0 0,-1 0 0 0 0,1 0-1 0 0,-1 0 1 0 0,1 0 0 0 0,-1 0 0 0 0,1 0 0 0 0,-1 0-1 0 0,1 0 1 0 0,-1 0 0 0 0,1 0 0 0 0,-1 0-1 0 0,1 0 1 0 0,0 1 0 0 0,14 5-1118 0 0,-12-5 961 0 0,4 3-626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48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10 6703 0 0,'-1'-1'37'0'0,"0"1"-1"0"0,0-1 0 0 0,1 0 1 0 0,-1 1-1 0 0,0-1 0 0 0,0 0 1 0 0,0 1-1 0 0,0-1 0 0 0,0 1 1 0 0,0-1-1 0 0,0 1 0 0 0,0 0 0 0 0,0 0 1 0 0,0-1-1 0 0,-1 1 0 0 0,1 0 1 0 0,0 0-1 0 0,0 0 0 0 0,0 0 1 0 0,0 0-1 0 0,0 0 0 0 0,0 0 1 0 0,0 1-1 0 0,0-1 0 0 0,0 0 0 0 0,-1 1 1 0 0,0-1-1 0 0,-34 11 454 0 0,35-11-477 0 0,-39 14 120 0 0,0 2 0 0 0,0 2-1 0 0,2 2 1 0 0,0 1-1 0 0,2 2 1 0 0,-44 35-1 0 0,75-54 16 0 0,0 0-1 0 0,1 0 0 0 0,-1 1 0 0 0,1-1 0 0 0,-6 10 1 0 0,9-13-103 0 0,1 0 1 0 0,-1 0 0 0 0,1 0 0 0 0,-1 0-1 0 0,1 1 1 0 0,0-1 0 0 0,-1 0 0 0 0,1 1-1 0 0,0-1 1 0 0,0 0 0 0 0,0 0 0 0 0,0 1 0 0 0,0-1-1 0 0,0 0 1 0 0,0 1 0 0 0,0-1 0 0 0,0 0-1 0 0,1 1 1 0 0,-1-1 0 0 0,0 0 0 0 0,1 0-1 0 0,-1 0 1 0 0,1 1 0 0 0,0-1 0 0 0,-1 0-1 0 0,1 0 1 0 0,0 0 0 0 0,0 0 0 0 0,0 0-1 0 0,0 0 1 0 0,-1 0 0 0 0,3 1 0 0 0,16 13 148 0 0,0 0 1 0 0,40 22 0 0 0,-33-22-104 0 0,33 26 0 0 0,-48-32-76 0 0,0 0 0 0 0,0 1 0 0 0,-1 1-1 0 0,-1 0 1 0 0,1 0 0 0 0,-2 1 0 0 0,12 19-1 0 0,-16-24-14 0 0,-1 1 0 0 0,0-1-1 0 0,-1 1 1 0 0,0 0-1 0 0,0-1 1 0 0,0 1 0 0 0,-1 0-1 0 0,0 0 1 0 0,0 0 0 0 0,-1 0-1 0 0,0 0 1 0 0,-1 0-1 0 0,0 0 1 0 0,0 0 0 0 0,-3 11-1 0 0,-5 6 3 0 0,0 0-1 0 0,-2-1 0 0 0,0 0 0 0 0,-2-1 0 0 0,-1 0 1 0 0,0-1-1 0 0,-2 0 0 0 0,-1-1 0 0 0,-35 35 0 0 0,42-48 24 0 0,1 1-1 0 0,-1-2 1 0 0,-21 13 0 0 0,28-17-6 0 0,-1-1 1 0 0,0-1 0 0 0,1 1-1 0 0,-1 0 1 0 0,0-1 0 0 0,0 0-1 0 0,0 0 1 0 0,0 0 0 0 0,0 0-1 0 0,0-1 1 0 0,-1 0 0 0 0,1 0 0 0 0,0 0-1 0 0,0 0 1 0 0,-6-1 0 0 0,8 0 16 0 0,1 0 1 0 0,0 1-1 0 0,0-1 1 0 0,0 0-1 0 0,0 0 1 0 0,0 1-1 0 0,0-1 1 0 0,0 0 0 0 0,0 0-1 0 0,0 0 1 0 0,1 0-1 0 0,-1 0 1 0 0,0 0-1 0 0,1 0 1 0 0,-1-1-1 0 0,0 1 1 0 0,1 0 0 0 0,0 0-1 0 0,-1-1 1 0 0,1 1-1 0 0,0 0 1 0 0,-1 0-1 0 0,1-1 1 0 0,0 1-1 0 0,0 0 1 0 0,0-1-1 0 0,0 1 1 0 0,0 0 0 0 0,1-2-1 0 0,-1-5 128 0 0,1 0-1 0 0,1 0 1 0 0,3-11-1 0 0,8-22 137 0 0,2 0 0 0 0,2 2 0 0 0,38-65-1 0 0,83-104-330 0 0,-98 150 170 0 0,40-66-52 0 0,-67 100-76 0 0,-1 0 1 0 0,-1-1 0 0 0,11-37-1 0 0,-20 56-34 0 0,-1 0-1 0 0,0-1 1 0 0,0 1-1 0 0,0 0 1 0 0,-1 0 0 0 0,0-1-1 0 0,0 1 1 0 0,0 0-1 0 0,-1-1 1 0 0,0 1-1 0 0,-2-7 1 0 0,2 11 8 0 0,0 0 0 0 0,0 0 0 0 0,0 0 0 0 0,0 0 1 0 0,0 0-1 0 0,0 0 0 0 0,-1 0 0 0 0,1 0 0 0 0,0 1 0 0 0,-1-1 0 0 0,0 0 1 0 0,1 1-1 0 0,-1-1 0 0 0,0 1 0 0 0,0 0 0 0 0,0 0 0 0 0,0 0 0 0 0,0 0 1 0 0,0 0-1 0 0,0 0 0 0 0,0 0 0 0 0,0 0 0 0 0,0 1 0 0 0,-1-1 0 0 0,1 1 0 0 0,0 0 1 0 0,0 0-1 0 0,-1-1 0 0 0,1 2 0 0 0,0-1 0 0 0,-1 0 0 0 0,1 0 0 0 0,-4 2 1 0 0,-31 8-1818 0 0,18-2-3062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49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46 12383 0 0,'-11'-7'894'0'0,"19"7"-408"0"0,11 0-599 0 0,15-5-404 0 0,1-1 0 0 0,40-13 0 0 0,-42 10-183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49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6791 0 0,'13'13'296'0'0,"-2"-2"72"0"0,0 1-296 0 0,-3-3-72 0 0,-1-2 0 0 0,-3-1 0 0 0,3 0 360 0 0,5 8 56 0 0,8 7 16 0 0,7 6 0 0 0,4 4-224 0 0,4-1-48 0 0,-1-3 0 0 0,-3-5-8 0 0,0-4-232 0 0,-2-3-48 0 0,0-4 0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49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3335 0 0,'16'2'144'0'0,"-4"1"40"0"0,-1 1-184 0 0,-1 0 0 0 0,-2-1 0 0 0,-3 1 0 0 0,3 0 336 0 0,4 4 32 0 0,10 2 8 0 0,6 6 0 0 0,5 1-200 0 0,3 3-40 0 0,0-1-8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0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7855 0 0,'4'3'168'0'0,"3"1"40"0"0,1 3 8 0 0,0-2 8 0 0,-2-1-224 0 0,-1 0 0 0 0,2 1 0 0 0,5 4 0 0 0,8 4 128 0 0,4 6-32 0 0,7 2 0 0 0,3 1-2480 0 0,1 0-496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0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9239 0 0,'-3'0'200'0'0,"2"1"48"0"0,-2 2 8 0 0,3 1 0 0 0,2 1-256 0 0,-1 1 0 0 0,0-1 0 0 0,2 6 0 0 0,1 6 0 0 0,3 8 0 0 0,5 4-80 0 0,5 2-2632 0 0,4 2-520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1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444 85 5671 0 0,'9'-13'656'0'0,"-8"12"-563"0"0,0-1-1 0 0,0 1 0 0 0,-1 0 1 0 0,1 0-1 0 0,0-1 0 0 0,0 1 1 0 0,-1-1-1 0 0,1 1 0 0 0,-1-1 0 0 0,1 1 1 0 0,-1-2-1 0 0,0 2-82 0 0,0 0 0 0 0,-1 0-1 0 0,1 0 1 0 0,0 0 0 0 0,-1 0-1 0 0,1 0 1 0 0,-1 1 0 0 0,1-1-1 0 0,-1 0 1 0 0,1 0 0 0 0,-1 0-1 0 0,0 1 1 0 0,1-1 0 0 0,-1 0 0 0 0,0 1-1 0 0,0-1 1 0 0,1 0 0 0 0,-1 1-1 0 0,0-1 1 0 0,0 1 0 0 0,0 0-1 0 0,-1-1 1 0 0,-10-4 126 0 0,1 0-1 0 0,-1 1 1 0 0,0 0 0 0 0,0 1 0 0 0,-1 1-1 0 0,1 0 1 0 0,0 0 0 0 0,-1 2-1 0 0,-21 0 1 0 0,-2 2 317 0 0,1 2 0 0 0,-41 10 0 0 0,75-14-439 0 0,-22 5 186 0 0,-36 13-1 0 0,53-16-156 0 0,0 1-1 0 0,1-1 0 0 0,-1 1 0 0 0,1 0 0 0 0,0 1 1 0 0,-1-1-1 0 0,1 1 0 0 0,1 0 0 0 0,-1 0 1 0 0,1 1-1 0 0,-6 6 0 0 0,9-10-26 0 0,0 0-1 0 0,1 0 1 0 0,-1 0-1 0 0,1 0 1 0 0,-1 0 0 0 0,1 0-1 0 0,0 0 1 0 0,-1 1 0 0 0,1-1-1 0 0,0 0 1 0 0,0 0-1 0 0,0 0 1 0 0,-1 0 0 0 0,1 0-1 0 0,1 1 1 0 0,-1-1 0 0 0,0 0-1 0 0,0 0 1 0 0,0 0-1 0 0,1 0 1 0 0,-1 1 0 0 0,1 1-10 0 0,1-1 1 0 0,-1 1-1 0 0,0-1 1 0 0,1 0 0 0 0,-1 0-1 0 0,1 1 1 0 0,0-1-1 0 0,3 3 1 0 0,4 2-18 0 0,0 0 0 0 0,1-1 1 0 0,12 7-1 0 0,-20-12 20 0 0,31 17-76 0 0,7 4 78 0 0,55 39 0 0 0,-85-53-69 0 0,0 0 0 0 0,0 0 1 0 0,-1 1-1 0 0,0 1 0 0 0,0-1 0 0 0,-1 1 0 0 0,-1 1 0 0 0,0 0 1 0 0,0 0-1 0 0,5 13 0 0 0,-10-20 17 0 0,0 1 1 0 0,-1 0-1 0 0,0 0 0 0 0,0 0 1 0 0,0 0-1 0 0,-1 0 0 0 0,1 0 0 0 0,-1 0 1 0 0,0 0-1 0 0,-1 0 0 0 0,1 0 1 0 0,-1 0-1 0 0,0 0 0 0 0,0 0 1 0 0,-4 7-1 0 0,4-8 129 0 0,0-1 1 0 0,-1 0-1 0 0,0 0 1 0 0,0 0-1 0 0,1 0 1 0 0,-2-1-1 0 0,1 1 1 0 0,0-1 0 0 0,0 1-1 0 0,-1-1 1 0 0,1 0-1 0 0,-1 1 1 0 0,0-1-1 0 0,0-1 1 0 0,0 1-1 0 0,0 0 1 0 0,0-1-1 0 0,0 1 1 0 0,0-1-1 0 0,-1 0 1 0 0,1 0-1 0 0,0-1 1 0 0,-6 2-1 0 0,7-2-21 0 0,0 0-1 0 0,0 0 1 0 0,0 0-1 0 0,0-1 1 0 0,0 1-1 0 0,0-1 1 0 0,0 1-1 0 0,0-1 1 0 0,0 0-1 0 0,0 1 1 0 0,0-1 0 0 0,0 0-1 0 0,1 0 1 0 0,-1 0-1 0 0,0-1 1 0 0,1 1-1 0 0,-1 0 1 0 0,1-1-1 0 0,-1 1 1 0 0,1-1-1 0 0,0 1 1 0 0,-1-1-1 0 0,1 0 1 0 0,0 1-1 0 0,0-1 1 0 0,0 0-1 0 0,0 0 1 0 0,1 0-1 0 0,-1 0 1 0 0,0 0-1 0 0,1 1 1 0 0,0-1-1 0 0,-1-3 1 0 0,-1-2 21 0 0,1 0 0 0 0,1 0 1 0 0,-1 0-1 0 0,1-1 0 0 0,0 1 0 0 0,0 0 1 0 0,1 0-1 0 0,2-9 0 0 0,8-16 350 0 0,1 0 0 0 0,28-52 1 0 0,-19 42 44 0 0,-7 16-402 0 0,1 0 0 0 0,1 1 1 0 0,1 0-1 0 0,2 2 0 0 0,0 0 1 0 0,2 1-1 0 0,37-32 0 0 0,-44 44-2719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8:12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280 326 9727 0 0,'0'2'74'0'0,"-1"1"0"0"0,1-1 0 0 0,0 1 0 0 0,0-1 0 0 0,0 1 0 0 0,0-1 0 0 0,1 0 0 0 0,-1 1 0 0 0,1-1 0 0 0,-1 1 0 0 0,1-1 0 0 0,0 0 0 0 0,0 0 0 0 0,0 1 0 0 0,0-1 0 0 0,2 2-1 0 0,1 0 81 0 0,-1 0 0 0 0,2-1 0 0 0,-1 1-1 0 0,0-1 1 0 0,1 0 0 0 0,4 3-1 0 0,-4-3-11 0 0,-1-1-83 0 0,0 1-1 0 0,0 0 1 0 0,1-1 0 0 0,-1 0 0 0 0,1 0-1 0 0,-1-1 1 0 0,1 1 0 0 0,0-1 0 0 0,0 0-1 0 0,-1 0 1 0 0,1 0 0 0 0,0-1-1 0 0,0 0 1 0 0,0 0 0 0 0,0 0 0 0 0,0 0-1 0 0,0-1 1 0 0,0 0 0 0 0,0 0 0 0 0,-1 0-1 0 0,1-1 1 0 0,0 1 0 0 0,-1-1-1 0 0,1 0 1 0 0,-1 0 0 0 0,1-1 0 0 0,-1 0-1 0 0,0 1 1 0 0,0-1 0 0 0,-1-1 0 0 0,1 1-1 0 0,0 0 1 0 0,-1-1 0 0 0,0 0-1 0 0,0 0 1 0 0,0 0 0 0 0,0 0 0 0 0,-1 0-1 0 0,0-1 1 0 0,0 1 0 0 0,0-1 0 0 0,3-8-1 0 0,-2 0 99 0 0,1 0 0 0 0,-2-1 0 0 0,0 1 0 0 0,0 0-1 0 0,-1 0 1 0 0,-1-1 0 0 0,-1 1 0 0 0,1-1 0 0 0,-2 1-1 0 0,0 0 1 0 0,-1 0 0 0 0,0 0 0 0 0,-1 0 0 0 0,-6-15-1 0 0,7 21-110 0 0,-1-1 0 0 0,0 0 0 0 0,0 1 0 0 0,-1 0 0 0 0,0 0 0 0 0,0 0 0 0 0,-1 1 0 0 0,0 0 0 0 0,0 0 0 0 0,0 0 0 0 0,-1 1 0 0 0,1 0 0 0 0,-1 0 0 0 0,-1 1 0 0 0,1-1 0 0 0,-1 2 0 0 0,1-1 0 0 0,-1 1 0 0 0,0 0 0 0 0,-1 1 0 0 0,1 0 0 0 0,0 0 0 0 0,-11 0 0 0 0,8 1-38 0 0,0 1 1 0 0,0 1-1 0 0,0 0 0 0 0,0 1 0 0 0,0 0 0 0 0,1 0 0 0 0,-1 1 0 0 0,1 1 0 0 0,-1 0 1 0 0,1 0-1 0 0,-18 11 0 0 0,14-6-25 0 0,0 0-1 0 0,1 1 1 0 0,0 0-1 0 0,0 1 1 0 0,1 1 0 0 0,1 0-1 0 0,-13 16 1 0 0,15-15-14 0 0,0 1 0 0 0,1-1 1 0 0,1 2-1 0 0,0-1 0 0 0,1 1 0 0 0,0 0 1 0 0,-4 23-1 0 0,7-27-104 0 0,1 0 1 0 0,1 0 0 0 0,0 1-1 0 0,0-1 1 0 0,1 0 0 0 0,1 0-1 0 0,0 0 1 0 0,0 0-1 0 0,1 0 1 0 0,1 0 0 0 0,5 16-1 0 0,11 13-1253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6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2 10135 0 0,'-8'-2'1030'0'0,"14"7"652"0"0,15 5 582 0 0,-11-8-2585 0 0,0 0 0 0 0,0-1 0 0 0,0 0 0 0 0,1 0-1 0 0,-1-1 1 0 0,0-1 0 0 0,20-2 0 0 0,-10-1-4278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6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3223 0 0,'10'12'6104'0'0,"-5"-8"-4024"0"0,3 2-1480 0 0,3-1-304 0 0,1-2-56 0 0,3-2-16 0 0,0-2-320 0 0,2-4-72 0 0,2-2-16 0 0,0-3-4768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6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6479 0 0,'6'11'288'0'0,"0"-6"56"0"0,-2 1-280 0 0,0-2-64 0 0,-2 0 0 0 0,1-3 0 0 0,-2 1 272 0 0,6 0 40 0 0,3 4 8 0 0,2 0 0 0 0,4 1-400 0 0,1-1-80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6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7487 0 0,'53'40'2689'0'0,"-43"-31"-2450"0"0,1 0 0 0 0,-1-1-1 0 0,2-1 1 0 0,-1 1 0 0 0,1-2-1 0 0,0 0 1 0 0,1 0 0 0 0,20 6 0 0 0,13-6-3609 0 0,-22-5-474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7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74 11919 0 0,'2'2'107'0'0,"5"6"463"0"0,1-1 1 0 0,0 0-1 0 0,1 0 0 0 0,0 0 0 0 0,10 5 0 0 0,-13-8-529 0 0,1-1 1 0 0,-1 0-1 0 0,1-1 0 0 0,0 1 0 0 0,0-1 0 0 0,0-1 0 0 0,1 1 1 0 0,-1-1-1 0 0,0 0 0 0 0,0-1 0 0 0,1 0 0 0 0,-1 0 1 0 0,1-1-1 0 0,-1 1 0 0 0,0-2 0 0 0,9-1 0 0 0,-8 0-560 0 0,0 0-1 0 0,0 0 1 0 0,-1-1 0 0 0,1 0-1 0 0,11-8 1 0 0,-10 5-1150 0 0,0 0 0 0 0,-1 0 1 0 0,-1-1-1 0 0,10-12 0 0 0,-11 14 1092 0 0,-2-1 488 0 0,2 1-1 0 0,-1-1 0 0 0,0 1 0 0 0,1 0 1 0 0,0 1-1 0 0,8-6 0 0 0,-11 10 165 0 0,-1 0 0 0 0,0 0 0 0 0,1 0 0 0 0,-1 0 0 0 0,0 0 0 0 0,1 1-1 0 0,-1-1 1 0 0,1 1 0 0 0,-1-1 0 0 0,1 1 0 0 0,-1 0 0 0 0,1 0 0 0 0,-1 0 0 0 0,1 1-1 0 0,0-1 1 0 0,-1 0 0 0 0,0 1 0 0 0,1 0 0 0 0,-1 0 0 0 0,1 0 0 0 0,-1 0-1 0 0,0 0 1 0 0,0 0 0 0 0,4 2 0 0 0,22 15 70 0 0,32 27 1 0 0,-44-31 147 0 0,0-1 1 0 0,1-1-1 0 0,1-1 1 0 0,0-1-1 0 0,0 0 1 0 0,28 10-1 0 0,-22-13-433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7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8895 0 0,'5'4'132'0'0,"-1"0"0"0"0,0 0 0 0 0,0 1 0 0 0,0 0-1 0 0,-1-1 1 0 0,1 1 0 0 0,-1 0 0 0 0,0 1 0 0 0,4 9-1 0 0,3 4 441 0 0,11 15 98 0 0,1 0-1 0 0,38 43 1 0 0,-51-67-735 0 0,1 0-1 0 0,0 0 0 0 0,0-1 0 0 0,1 0 1 0 0,0-1-1 0 0,1 0 0 0 0,0-1 0 0 0,0 0 1 0 0,0-1-1 0 0,24 8 0 0 0,-10-8-1078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11399 0 0,'-2'52'1077'0'0,"2"-1"-1"0"0,2 0 0 0 0,13 66 1 0 0,-13-103-754 0 0,2 0-1 0 0,0 0 1 0 0,0 0 0 0 0,1 0 0 0 0,10 17 0 0 0,-11-23-409 0 0,1-1 0 0 0,-1 0-1 0 0,1 0 1 0 0,1 0 0 0 0,-1-1-1 0 0,1 0 1 0 0,0 0 0 0 0,1 0-1 0 0,0-1 1 0 0,10 8 0 0 0,10 0-928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7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 4143 0 0,'-3'16'-286'0'0,"-8"36"2494"0"0,2 3 4613 0 0,3-11-5699 0 0,1-17-132 0 0,1 1 0 0 0,1 0 0 0 0,1 0 0 0 0,5 53 0 0 0,-2-74-955 0 0,1 0 0 0 0,-1 0 0 0 0,1 0 0 0 0,1 0 0 0 0,-1 0 0 0 0,1 0-1 0 0,1 0 1 0 0,-1-1 0 0 0,9 12 0 0 0,-7-13-245 0 0,-1 0 0 0 0,1-1-1 0 0,0 0 1 0 0,0 0 0 0 0,0 0 0 0 0,0 0-1 0 0,1-1 1 0 0,-1 0 0 0 0,1 0-1 0 0,0 0 1 0 0,0-1 0 0 0,0 0 0 0 0,7 1-1 0 0,5 1-2009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07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3679 0 0,'-1'9'328'0'0,"1"-2"-264"0"0,0-3-64 0 0,-1 1 0 0 0,1 2 656 0 0,0 6 112 0 0,-2 14 32 0 0,1 21 0 0 0,0 10-232 0 0,1 6-48 0 0,0 2-8 0 0,-2-4 0 0 0,1-4 144 0 0,0-6 24 0 0,2-5 8 0 0,3-4-3592 0 0,3-7-712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0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 3679 0 0,'-2'4'80'0'0,"9"8"16"0"0,3 3 8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0.5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5063 0 0,'3'4'448'0'0,"0"0"-352"0"0,-2-2-96 0 0,2 1 0 0 0,-1 0 392 0 0,2 2 64 0 0,3 3 16 0 0,5 7 0 0 0,6 3-248 0 0,5 6-56 0 0,6 3-8 0 0,4-2-3328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0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10591 0 0,'0'0'944'0'0,"1"0"-752"0"0,-1 1-192 0 0,3 0 0 0 0,-1 2 576 0 0,3 1 72 0 0,1 3 24 0 0,5 4 0 0 0,5 6-576 0 0,7 6-96 0 0,5 5 0 0 0,5 2-3880 0 0,3 0-720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1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663 177 14855 0 0,'-9'-3'283'0'0,"-1"1"0"0"0,1-2 0 0 0,0 1 0 0 0,0-1-1 0 0,0-1 1 0 0,1 1 0 0 0,-1-2 0 0 0,1 1 0 0 0,0-1 0 0 0,0 0-1 0 0,-7-9 1 0 0,0 2-117 0 0,-2-1-111 0 0,0 1 0 0 0,0 1 0 0 0,-1 0 0 0 0,0 1 0 0 0,-27-11-1 0 0,36 18-95 0 0,0 1 0 0 0,-1 1 0 0 0,1-1 0 0 0,0 2 0 0 0,-1-1 0 0 0,0 1-1 0 0,1 1 1 0 0,-1-1 0 0 0,1 2 0 0 0,-1-1 0 0 0,1 1 0 0 0,-1 1 0 0 0,1 0-1 0 0,-13 4 1 0 0,7-1-121 0 0,0 2 0 0 0,1-1-1 0 0,0 2 1 0 0,0 0-1 0 0,1 0 1 0 0,0 2 0 0 0,-13 11-1 0 0,5-2-379 0 0,0 2-1 0 0,-34 46 1 0 0,52-63 526 0 0,-1 0 0 0 0,1 1 0 0 0,0 0 0 0 0,0 0 1 0 0,1 0-1 0 0,0 0 0 0 0,0 0 0 0 0,0 1 0 0 0,0-1 1 0 0,1 1-1 0 0,-2 9 0 0 0,3-11 62 0 0,1 0 0 0 0,-1 0-1 0 0,1 0 1 0 0,0 0 0 0 0,0 0 0 0 0,0 0 0 0 0,0 0-1 0 0,1-1 1 0 0,-1 1 0 0 0,1 0 0 0 0,0-1-1 0 0,0 1 1 0 0,0-1 0 0 0,1 0 0 0 0,-1 0 0 0 0,1 0-1 0 0,4 4 1 0 0,5 5 22 0 0,-4-3-8 0 0,1-1 0 0 0,0 0-1 0 0,14 9 1 0 0,37 26-43 0 0,38 18-105 0 0,-36-23-32 0 0,-31-17-9 0 0,31 23-6 0 0,-33-22-87 0 0,21 24-365 0 0,-30-23-158 0 0,-13-14 495 0 0,-1-1-287 0 0,-1 0 1 0 0,0 0-1 0 0,0 0 1 0 0,0 1 0 0 0,-1-1-1 0 0,-1 1 1 0 0,6 18-1 0 0,-4 13-3615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12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409 867 2759 0 0,'-95'126'126'0'0,"89"-118"-69"0"0,-14 18 1 0 0,12-22 32 0 0,-1-4 325 0 0,-7 3 2497 0 0,-1-1 0 0 0,-29-1 0 0 0,33-2-1956 0 0,1 0-1 0 0,-1 0 1 0 0,1-1-1 0 0,-19-6 1 0 0,25 6-809 0 0,0 0 1 0 0,0-1-1 0 0,0 1 0 0 0,0-1 1 0 0,1 0-1 0 0,-1 0 0 0 0,1-1 1 0 0,0 0-1 0 0,0 0 0 0 0,0 0 1 0 0,0 0-1 0 0,1-1 0 0 0,0 0 1 0 0,0 0-1 0 0,0 0 0 0 0,0 0 1 0 0,1-1-1 0 0,0 1 0 0 0,0-1 1 0 0,1 0-1 0 0,-1 0 1 0 0,1 0-1 0 0,-1-7 0 0 0,1-2-16 0 0,0 0 1 0 0,1 0-1 0 0,1 0 0 0 0,0 0 1 0 0,1 0-1 0 0,1 0 0 0 0,6-27 1 0 0,4 0 12 0 0,23-57 0 0 0,-5 32-183 0 0,3 1 0 0 0,3 2 1 0 0,2 1-1 0 0,4 2 0 0 0,2 2 1 0 0,81-84-1 0 0,-101 117-253 0 0,1 2 0 0 0,36-27 0 0 0,-61 51 268 0 0,0 0 1 0 0,0 0-1 0 0,0 1 0 0 0,0-1 0 0 0,0 0 0 0 0,0 1 1 0 0,0-1-1 0 0,0 0 0 0 0,0 1 0 0 0,0-1 0 0 0,0 0 1 0 0,0 1-1 0 0,0-1 0 0 0,0 0 0 0 0,0 0 0 0 0,0 1 1 0 0,0-1-1 0 0,1 0 0 0 0,-1 1 0 0 0,0-1 0 0 0,0 0 1 0 0,0 0-1 0 0,0 1 0 0 0,1-1 0 0 0,-1 0 0 0 0,0 0 1 0 0,0 1-1 0 0,0-1 0 0 0,1 0 0 0 0,-1 0 1 0 0,0 0-1 0 0,0 0 0 0 0,1 1 0 0 0,-1-1 0 0 0,0 0 1 0 0,1 0-1 0 0,-1 0 0 0 0,0 0 0 0 0,0 0 0 0 0,1 0 1 0 0,-1 0-1 0 0,0 0 0 0 0,1 0 0 0 0,-1 0 0 0 0,0 0 1 0 0,1 0-1 0 0,-1 0 0 0 0,0 0 0 0 0,1 0 0 0 0,-1 0 1 0 0,0 0-1 0 0,0 0 0 0 0,1 0 0 0 0,-1 0 0 0 0,0 0 1 0 0,1-1-1 0 0,-1 1 0 0 0,0 0 0 0 0,0 0 0 0 0,1 0 1 0 0,-1-1-1 0 0,0 1 0 0 0,0 0 0 0 0,0 0 0 0 0,1 0 1 0 0,-1-1-1 0 0,0 1 0 0 0,0-1 0 0 0,-6 31-1926 0 0,4-24 1317 0 0,-2 15-818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1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214 621 14743 0 0,'-1'3'242'0'0,"0"0"-1"0"0,0 1 0 0 0,0-1 1 0 0,1 1-1 0 0,0-1 0 0 0,-1 1 1 0 0,1-1-1 0 0,1 1 0 0 0,-1-1 1 0 0,0 1-1 0 0,1-1 0 0 0,0 1 1 0 0,0-1-1 0 0,0 1 0 0 0,0-1 1 0 0,0 0-1 0 0,1 0 0 0 0,1 4 1 0 0,-1-3-147 0 0,0 0 0 0 0,1 0 0 0 0,-1 0 0 0 0,1-1 0 0 0,0 1 0 0 0,0-1 0 0 0,0 1 1 0 0,0-1-1 0 0,1 0 0 0 0,-1 0 0 0 0,1 0 0 0 0,0-1 0 0 0,0 1 0 0 0,0-1 1 0 0,8 3-1 0 0,-9-4-90 0 0,-1-1-1 0 0,1 1 1 0 0,0-1 0 0 0,0 0 0 0 0,0 0 0 0 0,0 0 0 0 0,0 0 0 0 0,0 0 0 0 0,0-1 0 0 0,0 1 0 0 0,0-1 0 0 0,-1 0-1 0 0,1 0 1 0 0,0 0 0 0 0,0 0 0 0 0,-1 0 0 0 0,1-1 0 0 0,-1 1 0 0 0,1-1 0 0 0,-1 0 0 0 0,0 1 0 0 0,0-1 0 0 0,1 0-1 0 0,-1-1 1 0 0,0 1 0 0 0,1-3 0 0 0,4-4 6 0 0,-1 0 1 0 0,0 0-1 0 0,-1-1 0 0 0,0 0 1 0 0,-1 0-1 0 0,0-1 0 0 0,-1 1 0 0 0,1-1 1 0 0,-2 0-1 0 0,0 0 0 0 0,0 0 0 0 0,-1 0 1 0 0,-1-20-1 0 0,-1-2 22 0 0,-1 0-1 0 0,-2 0 1 0 0,-11-43-1 0 0,6 38 28 0 0,-2 2 1 0 0,-1-1-1 0 0,-19-37 0 0 0,21 55-20 0 0,0 0-1 0 0,-1 0 0 0 0,-1 1 0 0 0,-1 0 1 0 0,0 1-1 0 0,-32-29 0 0 0,41 42-30 0 0,0 0 0 0 0,-1 1 0 0 0,1 0 0 0 0,-1 0 0 0 0,0 0 0 0 0,0 0 0 0 0,0 1 1 0 0,-1 0-1 0 0,1 0 0 0 0,0 0 0 0 0,-1 1 0 0 0,1 0 0 0 0,-1 0 0 0 0,0 0 0 0 0,1 1 0 0 0,-1 0 0 0 0,-7 0 0 0 0,8 1-13 0 0,1 0 1 0 0,-1 0-1 0 0,1 0 1 0 0,-1 1-1 0 0,1-1 1 0 0,0 1-1 0 0,0 0 1 0 0,0 0-1 0 0,0 1 1 0 0,0-1-1 0 0,0 1 1 0 0,1 0-1 0 0,-1 0 1 0 0,1 0-1 0 0,0 1 1 0 0,0-1-1 0 0,0 1 1 0 0,0 0-1 0 0,0-1 1 0 0,1 1-1 0 0,-4 8 0 0 0,2-2-30 0 0,1 0 0 0 0,0 1 0 0 0,0-1 0 0 0,0 1 0 0 0,2 0-1 0 0,-1 0 1 0 0,1 0 0 0 0,1 0 0 0 0,0 0 0 0 0,1-1-1 0 0,0 1 1 0 0,0 0 0 0 0,1 0 0 0 0,6 18 0 0 0,0-7-69 0 0,0 1 1 0 0,2-2-1 0 0,0 1 1 0 0,1-2-1 0 0,19 28 1 0 0,-13-31-229 0 0,33 24-12 0 0,-48-39 296 0 0,-1-1-1 0 0,1 1 0 0 0,0-1 1 0 0,0 1-1 0 0,0-1 0 0 0,0 0 1 0 0,1 0-1 0 0,-1 0 0 0 0,0 0 1 0 0,0 0-1 0 0,3 0 0 0 0,55 19-1481 0 0,-44-15-410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13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0 15199 0 0,'-10'3'1352'0'0,"-1"-3"-1080"0"0,1 1-272 0 0,-4 3 6040 0 0,8-2-5616 0 0,1 0-232 0 0,1 1-40 0 0,4 0-16 0 0,1 1-952 0 0,4-2-192 0 0,5 4-40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13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0 10591 0 0,'-11'6'944'0'0,"0"-4"-752"0"0,-21 8 10832 0 0,25-8-10320 0 0,-1 1-448 0 0,1 1-96 0 0,5-2-8 0 0,6 0-968 0 0,4-2-192 0 0,4-2-40 0 0,6-3-4736 0 0,3 0-944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13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659 138 12895 0 0,'-79'-16'5138'0'0,"6"-1"-3886"0"0,-1 4 1 0 0,-91-4-1 0 0,125 16-890 0 0,-43 5-1 0 0,70-2-265 0 0,-1 0-1 0 0,1 0 1 0 0,-1 1-1 0 0,1 1 1 0 0,0 0-1 0 0,-23 12 1 0 0,34-15-90 0 0,0 0 0 0 0,1 0 0 0 0,-1 0 0 0 0,0 0 1 0 0,1 1-1 0 0,-1-1 0 0 0,0 1 0 0 0,1-1 0 0 0,0 1 1 0 0,-1-1-1 0 0,1 1 0 0 0,0 0 0 0 0,0-1 0 0 0,0 1 0 0 0,0 0 1 0 0,0 0-1 0 0,0 0 0 0 0,0 0 0 0 0,1 0 0 0 0,-1 0 0 0 0,1 0 1 0 0,-1 0-1 0 0,1 0 0 0 0,0 0 0 0 0,0 1 0 0 0,0-1 0 0 0,0 0 1 0 0,0 0-1 0 0,0 0 0 0 0,1 0 0 0 0,-1 0 0 0 0,2 3 1 0 0,2 6-86 0 0,0-1 0 0 0,1 0 0 0 0,0 1 0 0 0,14 17 0 0 0,-8-11-50 0 0,47 79-626 0 0,46 103 0 0 0,-87-160 559 0 0,-1 0 0 0 0,-2 2 0 0 0,-2-1 0 0 0,-2 2 0 0 0,9 79 1 0 0,-17-102 134 0 0,-2 0 0 0 0,-1 0-1 0 0,0-1 1 0 0,-1 1 0 0 0,-9 34 0 0 0,9-43 124 0 0,-1-1 0 0 0,-1 0-1 0 0,1 1 1 0 0,-1-1-1 0 0,-1 0 1 0 0,0-1-1 0 0,0 1 1 0 0,-1-1-1 0 0,0 0 1 0 0,0-1-1 0 0,-1 1 1 0 0,-13 11-1 0 0,19-18 2 0 0,-1 0 1 0 0,1 0-1 0 0,-1 1 0 0 0,0-1 0 0 0,1 0 0 0 0,-1 0 1 0 0,0-1-1 0 0,0 1 0 0 0,0 0 0 0 0,0 0 1 0 0,0-1-1 0 0,0 1 0 0 0,0-1 0 0 0,0 0 0 0 0,0 0 1 0 0,0 0-1 0 0,0 0 0 0 0,0 0 0 0 0,-2 0 0 0 0,3-1-12 0 0,0 1 1 0 0,-1-1-1 0 0,1 0 0 0 0,0 0 0 0 0,0 0 0 0 0,-1 0 0 0 0,1 0 0 0 0,0 0 0 0 0,0 0 0 0 0,0 0 0 0 0,0-1 1 0 0,0 1-1 0 0,1 0 0 0 0,-1 0 0 0 0,0-1 0 0 0,1 1 0 0 0,-1-1 0 0 0,1 1 0 0 0,-1-1 0 0 0,1 1 0 0 0,-1-1 0 0 0,1 1 1 0 0,0-1-1 0 0,0 1 0 0 0,0-3 0 0 0,-1-14 295 0 0,1 0 1 0 0,0 0-1 0 0,1 0 1 0 0,1 0-1 0 0,1 0 1 0 0,1 0-1 0 0,8-24 1 0 0,52-118 505 0 0,95-122-2291 0 0,-23 46 1169 0 0,-113 189-50 0 0,37-69-601 0 0,-51 102-51 0 0,-1 1 0 0 0,2 0 0 0 0,0 1 0 0 0,0 0 0 0 0,1 1 1 0 0,14-12-1 0 0,-9 13-1904 0 0,-1 4-2668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14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1 919 0 0,'42'104'80'0'0,"-28"-56"6515"0"0,-5 28-3251 0 0,-5-33-2412 0 0,10 88 809 0 0,26 162 2119 0 0,-37-277-3262 0 0,1-1 0 0 0,1 1 0 0 0,14 29 1872 0 0,-7-43-2199 0 0,42 5-23 0 0,-52-8-225 0 0,0 1 1 0 0,0 0-1 0 0,1 0 0 0 0,-1-1 1 0 0,0 0-1 0 0,0 1 0 0 0,1-1 1 0 0,-1 0-1 0 0,0 0 0 0 0,0 0 1 0 0,0 0-1 0 0,0-1 0 0 0,0 1 1 0 0,-1 0-1 0 0,1-1 0 0 0,0 1 1 0 0,1-3-1 0 0,19-29 427 0 0,-17 24-318 0 0,7-12 110 0 0,-2 0-1 0 0,0 0 0 0 0,-2-1 0 0 0,0-1 0 0 0,-2 1 0 0 0,0-1 0 0 0,-2 0 0 0 0,0-1 0 0 0,-2 1 0 0 0,0-1 0 0 0,-2 1 0 0 0,-1-1 0 0 0,0 1 1 0 0,-2-1-1 0 0,0 1 0 0 0,-2 0 0 0 0,-1 0 0 0 0,0 1 0 0 0,-2-1 0 0 0,-15-29 0 0 0,21 46-208 0 0,-1 0-1 0 0,0 0 1 0 0,0 1-1 0 0,-1 0 1 0 0,0-1-1 0 0,0 1 0 0 0,0 0 1 0 0,0 1-1 0 0,-1-1 1 0 0,0 1-1 0 0,0 0 1 0 0,0 0-1 0 0,0 1 1 0 0,-8-5-1 0 0,7 6-78 0 0,1 1-1 0 0,0-1 1 0 0,-1 1-1 0 0,1 0 1 0 0,-1 0-1 0 0,1 0 1 0 0,-1 1-1 0 0,0 0 0 0 0,1 0 1 0 0,-1 0-1 0 0,0 1 1 0 0,1 0-1 0 0,-1 0 1 0 0,1 0-1 0 0,-1 1 1 0 0,-7 3-1 0 0,3-1-477 0 0,1 1 0 0 0,-1-1 0 0 0,1 2 0 0 0,0-1 0 0 0,-13 11 0 0 0,-8 15-1332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7:00:00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484 57 4143 0 0,'3'-16'525'0'0,"-4"-23"7082"0"0,1 39-7584 0 0,0 0 0 0 0,0 0 0 0 0,0 0 0 0 0,0 0 1 0 0,0 0-1 0 0,0 0 0 0 0,0 0 0 0 0,0 0 0 0 0,0 0 0 0 0,0 0 0 0 0,0 0 0 0 0,0 0 0 0 0,-1-1 0 0 0,1 1 0 0 0,0 0 0 0 0,0 0 0 0 0,0 0 0 0 0,0 0 0 0 0,0 0 0 0 0,0 0 0 0 0,0 0 0 0 0,0 0 0 0 0,0 0 0 0 0,0 0 0 0 0,0 0 0 0 0,0 0 1 0 0,-1 0-1 0 0,1 0 0 0 0,0 0 0 0 0,0 0 0 0 0,0 0 0 0 0,0 0 0 0 0,0 0 0 0 0,0 0 0 0 0,0 0 0 0 0,0 0 0 0 0,0 0 0 0 0,0 0 0 0 0,0 0 0 0 0,-1 0 0 0 0,1 0 0 0 0,0 0 0 0 0,0 0 0 0 0,0 0 0 0 0,0 0 0 0 0,0 0 0 0 0,0 0 0 0 0,0 0 0 0 0,0 1 1 0 0,0-1-1 0 0,0 0 0 0 0,0 0 0 0 0,0 0 0 0 0,0 0 0 0 0,0 0 0 0 0,0 0 0 0 0,0 0 0 0 0,-1 0 0 0 0,1 0 0 0 0,0 0 0 0 0,0 0 0 0 0,0 0 0 0 0,0 1 0 0 0,0-1 0 0 0,-6 9 513 0 0,-6 12-344 0 0,-119 395-4 0 0,97-299-174 0 0,6-15 39 0 0,-95 303 520 0 0,-11-17 633 0 0,131-378-1188 0 0,0 1 0 0 0,0-1 1 0 0,-1 15-1 0 0,4 0-4771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7:00:01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0 6911 0 0,'-4'2'213'0'0,"0"1"0"0"0,1-1-1 0 0,-1 1 1 0 0,1 0-1 0 0,0 0 1 0 0,0 0 0 0 0,0 0-1 0 0,0 0 1 0 0,0 1-1 0 0,1-1 1 0 0,0 1-1 0 0,0 0 1 0 0,0 0 0 0 0,0 0-1 0 0,0 0 1 0 0,1 0-1 0 0,-2 6 1 0 0,-14 63 583 0 0,4 1-1 0 0,-5 100 1 0 0,15 151 742 0 0,3-301-1568 0 0,0-10-48 0 0,0 1 0 0 0,1 0 0 0 0,1-1 0 0 0,0 1 0 0 0,1-1 0 0 0,5 18 0 0 0,-8-32 51 0 0,0 1-1 0 0,0-1 0 0 0,0 1 1 0 0,0-1-1 0 0,0 0 0 0 0,1 1 1 0 0,-1-1-1 0 0,0 1 0 0 0,0-1 1 0 0,0 0-1 0 0,0 1 0 0 0,0-1 1 0 0,1 0-1 0 0,-1 1 0 0 0,0-1 1 0 0,0 0-1 0 0,1 1 0 0 0,-1-1 1 0 0,0 0-1 0 0,1 0 0 0 0,-1 1 1 0 0,0-1-1 0 0,1 0 1 0 0,-1 0-1 0 0,0 0 0 0 0,1 1 1 0 0,-1-1-1 0 0,0 0 0 0 0,1 0 1 0 0,-1 0-1 0 0,0 0 0 0 0,1 0 1 0 0,-1 0-1 0 0,1 0 0 0 0,-1 0 1 0 0,0 0-1 0 0,1 0 0 0 0,-1 0 1 0 0,1 0-1 0 0,-1 0 0 0 0,0 0 1 0 0,1 0-1 0 0,-1 0 0 0 0,1 0 1 0 0,-1 0-1 0 0,0-1 0 0 0,1 1 1 0 0,-1 0-1 0 0,0 0 0 0 0,1 0 1 0 0,-1-1-1 0 0,0 1 0 0 0,1 0 1 0 0,-1-1-1 0 0,0 1 1 0 0,0 0-1 0 0,1 0 0 0 0,-1-1 1 0 0,0 1-1 0 0,0 0 0 0 0,0-1 1 0 0,1 1-1 0 0,-1-1 0 0 0,0 1 1 0 0,0-1-1 0 0,6-8-683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7:00:01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90 14855 0 0,'-3'3'131'0'0,"0"0"0"0"0,0 1-1 0 0,1-1 1 0 0,-1 0 0 0 0,1 1-1 0 0,0-1 1 0 0,0 1 0 0 0,0 0-1 0 0,0 0 1 0 0,0 0 0 0 0,1 0-1 0 0,0 0 1 0 0,-1 7 0 0 0,-1 4-41 0 0,2 1 1 0 0,0 22 0 0 0,1-14 231 0 0,3 81-686 0 0,31 205-1 0 0,-29-278-2 0 0,-3-19 153 0 0,-1-9 48 0 0,0 1 0 0 0,0 0 0 0 0,-1-1 0 0 0,1 1 0 0 0,-1 0 0 0 0,0-1 0 0 0,0 1 0 0 0,-1 0 0 0 0,1 0 0 0 0,-3 8 0 0 0,2-12 145 0 0,1-1-1 0 0,0 1 1 0 0,-1-1-1 0 0,1 1 1 0 0,-1-1-1 0 0,1 1 1 0 0,-1-1-1 0 0,1 1 1 0 0,-1-1-1 0 0,0 0 1 0 0,1 1-1 0 0,-1-1 1 0 0,1 1-1 0 0,-1-1 1 0 0,0 0-1 0 0,1 0 1 0 0,-1 0-1 0 0,0 1 1 0 0,1-1-1 0 0,-1 0 1 0 0,0 0-1 0 0,1 0 1 0 0,-1 0-1 0 0,0 0 1 0 0,0 0-1 0 0,1 0 1 0 0,-1 0-1 0 0,0 0 1 0 0,1-1-1 0 0,-1 1 1 0 0,0 0-1 0 0,1 0 1 0 0,-1 0-1 0 0,0-1 1 0 0,1 1-1 0 0,-1-1 1 0 0,1 1-1 0 0,-1 0 1 0 0,0-1-1 0 0,1 1 1 0 0,-1-1-1 0 0,-3-2 29 0 0,1 1-1 0 0,0-1 0 0 0,0 1 0 0 0,0-1 0 0 0,-4-6 0 0 0,-2-5 75 0 0,1 0 1 0 0,1-1-1 0 0,0 0 1 0 0,1 0-1 0 0,1 0 1 0 0,0-1 0 0 0,1 0-1 0 0,1 0 1 0 0,-1-18-1 0 0,1 2-3 0 0,2-1 0 0 0,1 1 1 0 0,7-53-1 0 0,-3 60-119 0 0,1 0 0 0 0,1 0 1 0 0,1 1-1 0 0,1 0 1 0 0,1 0-1 0 0,1 1 1 0 0,1 0-1 0 0,1 1 0 0 0,22-30 1 0 0,-25 41-54 0 0,0 0-1 0 0,1 0 1 0 0,1 1 0 0 0,-1 0 0 0 0,1 1-1 0 0,1 0 1 0 0,22-12 0 0 0,-24 16-4 0 0,0 0 1 0 0,0 1 0 0 0,1 0 0 0 0,-1 1 0 0 0,1 0-1 0 0,0 1 1 0 0,0 0 0 0 0,0 0 0 0 0,0 2 0 0 0,23 0-1 0 0,-10 3-72 0 0,-19-3 36 0 0,9 9-100 0 0,43 31 212 0 0,-54-37 36 0 0,0-1-1 0 0,0 0 0 0 0,-1 1 0 0 0,1-1 0 0 0,-1 1 1 0 0,0 0-1 0 0,0 0 0 0 0,0 0 0 0 0,0 0 0 0 0,0 0 0 0 0,-1 0 1 0 0,0 1-1 0 0,1-1 0 0 0,-1 1 0 0 0,0-1 0 0 0,-1 1 1 0 0,1-1-1 0 0,0 1 0 0 0,-1-1 0 0 0,0 1 0 0 0,0-1 1 0 0,0 1-1 0 0,0 0 0 0 0,-2 4 0 0 0,0 1 136 0 0,-1 0 0 0 0,1 0 0 0 0,-2-1 0 0 0,1 1 0 0 0,-2-1 0 0 0,1 0 0 0 0,-7 8 0 0 0,-2 3 344 0 0,-2 0-1 0 0,0-1 1 0 0,-1 0 0 0 0,-1-2 0 0 0,0 0 0 0 0,-2-1 0 0 0,1 0 0 0 0,-36 19 0 0 0,39-25-348 0 0,-1-2 0 0 0,1 0 1 0 0,-1 0-1 0 0,0-2 0 0 0,0 0 1 0 0,-1-1-1 0 0,1 0 0 0 0,-1-2 1 0 0,0 0-1 0 0,0 0 0 0 0,0-2 1 0 0,-31-3-1 0 0,66-4-2920 0 0,-2 5 1351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3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672 65 3223 0 0,'-71'-32'8421'0'0,"53"25"-8264"0"0,0 1 1 0 0,0 1-1 0 0,-1 0 1 0 0,0 1-1 0 0,0 2 0 0 0,0 0 1 0 0,-25 0-1 0 0,-9 4 225 0 0,-95 15 0 0 0,126-13-206 0 0,1 1-1 0 0,-1 1 1 0 0,1 1-1 0 0,0 1 1 0 0,1 1-1 0 0,0 1 1 0 0,-19 12-1 0 0,35-19-114 0 0,1-1-1 0 0,-1 1 0 0 0,1-1 1 0 0,0 1-1 0 0,0 0 1 0 0,0 0-1 0 0,0 1 0 0 0,0-1 1 0 0,-3 7-1 0 0,5-8-41 0 0,1-1 0 0 0,-1 1 0 0 0,0 0 0 0 0,1-1 0 0 0,0 1 1 0 0,-1 0-1 0 0,1 0 0 0 0,0 0 0 0 0,0-1 0 0 0,0 1 0 0 0,0 0 0 0 0,0 0 0 0 0,0 0 0 0 0,0-1 0 0 0,1 1 0 0 0,-1 0 0 0 0,1 0 0 0 0,-1-1 0 0 0,1 1 0 0 0,0 0 0 0 0,0-1 0 0 0,0 1 0 0 0,0-1 0 0 0,2 4 0 0 0,21 21-113 0 0,2 0 0 0 0,1-2 0 0 0,48 35-1 0 0,-51-41 59 0 0,41 31 15 0 0,-44-32-22 0 0,54 47 32 0 0,-52-45 5 0 0,-12-9-6 0 0,0 1 0 0 0,-1-1 1 0 0,12 16-1 0 0,18 24 1 0 0,-3 9 22 0 0,-32-49 8 0 0,0-1 0 0 0,-1 2-1 0 0,0-1 1 0 0,-1 0 0 0 0,0 1 0 0 0,-1-1-1 0 0,0 1 1 0 0,0 0 0 0 0,-1 0 0 0 0,-1 0 0 0 0,0 0-1 0 0,-2 18 1 0 0,0-22 73 0 0,1 1 0 0 0,-1-1 0 0 0,-1 0 0 0 0,1 0 0 0 0,-1 0 1 0 0,0 0-1 0 0,-1 0 0 0 0,0-1 0 0 0,0 0 0 0 0,0 1 0 0 0,-1-1 0 0 0,0-1 0 0 0,0 1 0 0 0,0-1 0 0 0,-1 0 0 0 0,0 0 0 0 0,0-1 0 0 0,0 1 0 0 0,-8 3 0 0 0,4-3 1 0 0,0-1-1 0 0,0 0 0 0 0,-1 0 0 0 0,0-1 1 0 0,0-1-1 0 0,0 0 0 0 0,0 0 1 0 0,0-1-1 0 0,0 0 0 0 0,0-1 1 0 0,0-1-1 0 0,0 0 0 0 0,0 0 1 0 0,0-1-1 0 0,0 0 0 0 0,0-1 0 0 0,0 0 1 0 0,1-1-1 0 0,-1 0 0 0 0,1 0 1 0 0,0-1-1 0 0,0-1 0 0 0,1 0 1 0 0,0 0-1 0 0,-11-10 0 0 0,16 12-76 0 0,1 1 0 0 0,1-1-1 0 0,-1 0 1 0 0,1 0 0 0 0,-1-1-1 0 0,1 1 1 0 0,0 0 0 0 0,1-1 0 0 0,-1 1-1 0 0,1-1 1 0 0,0 0 0 0 0,0 1-1 0 0,0-1 1 0 0,1 0 0 0 0,0 0 0 0 0,0 1-1 0 0,0-1 1 0 0,0 0 0 0 0,1 0-1 0 0,0 1 1 0 0,0-1 0 0 0,0 0 0 0 0,2-5-1 0 0,4-9-15 0 0,1 0-1 0 0,0 0 0 0 0,1 1 0 0 0,13-19 1 0 0,50-70-274 0 0,4 2 1 0 0,5 4 0 0 0,118-114-1 0 0,-190 207 236 0 0,11-13-93 0 0,1 1 0 0 0,0 1 1 0 0,35-22-1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5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605 253 2759 0 0,'-14'-12'8757'0'0,"-3"-14"-6707"0"0,2 2-2274 0 0,9 18 173 0 0,0 1 1 0 0,0 0-1 0 0,0 0 0 0 0,0 1 1 0 0,-1 0-1 0 0,1 0 1 0 0,-1 0-1 0 0,0 1 0 0 0,0 0 1 0 0,0 1-1 0 0,-1-1 0 0 0,1 1 1 0 0,-1 1-1 0 0,1-1 1 0 0,-1 1-1 0 0,-8 0 0 0 0,-7 0 57 0 0,0 2 0 0 0,0 0-1 0 0,0 1 1 0 0,-24 6 0 0 0,9 1 227 0 0,0 2 1 0 0,1 2-1 0 0,0 1 0 0 0,1 2 1 0 0,-45 26-1 0 0,79-41-157 0 0,0 0-1 0 0,0 0 1 0 0,1 0 0 0 0,-1 0-1 0 0,0 0 1 0 0,0 1 0 0 0,1-1-1 0 0,-1 1 1 0 0,1-1 0 0 0,-1 1-1 0 0,1-1 1 0 0,0 1 0 0 0,-1 0-1 0 0,1-1 1 0 0,0 1-1 0 0,-1 4 1 0 0,2-5-44 0 0,0 1-1 0 0,0 0 0 0 0,0-1 1 0 0,1 1-1 0 0,-1-1 1 0 0,1 1-1 0 0,-1-1 1 0 0,1 1-1 0 0,0-1 1 0 0,0 0-1 0 0,-1 1 0 0 0,1-1 1 0 0,0 0-1 0 0,0 0 1 0 0,0 1-1 0 0,0-1 1 0 0,1 0-1 0 0,-1 0 0 0 0,0 0 1 0 0,0 0-1 0 0,1 0 1 0 0,2 1-1 0 0,4 4-107 0 0,1 0 0 0 0,-1 0-1 0 0,16 7 1 0 0,-11-7 26 0 0,0 1-1 0 0,19 15 1 0 0,39 27-140 0 0,-5 2 172 0 0,20 19-3 0 0,-16-6-87 0 0,-43-38-27 0 0,23 30-1 0 0,-28-28-22 0 0,18 30-96 0 0,-24-30-39 0 0,-7-7 142 0 0,0 0 0 0 0,-2 1 0 0 0,0 0-1 0 0,4 26 1 0 0,-10-39 124 0 0,0 0 0 0 0,0 0 0 0 0,-1 0 0 0 0,0 0 0 0 0,-1 0 0 0 0,-3 17-1 0 0,3-21 79 0 0,-1 0-1 0 0,0 0 1 0 0,0 0-1 0 0,0 0 1 0 0,0 0-1 0 0,-1-1 1 0 0,0 1-1 0 0,0-1 1 0 0,0 0-1 0 0,0 0 1 0 0,-1 0-1 0 0,1 0 1 0 0,-6 4-1 0 0,5-5 84 0 0,0 0 0 0 0,-1 0 0 0 0,1 0 0 0 0,0 0 0 0 0,-1-1-1 0 0,0 0 1 0 0,1 0 0 0 0,-1 0 0 0 0,0 0 0 0 0,0-1 0 0 0,0 0 0 0 0,0 0-1 0 0,-1 0 1 0 0,1-1 0 0 0,0 1 0 0 0,-6-2 0 0 0,5 1 27 0 0,0-2 0 0 0,-1 1 1 0 0,1-1-1 0 0,0 0 0 0 0,0 0 0 0 0,0-1 1 0 0,0 1-1 0 0,1-1 0 0 0,-1-1 1 0 0,1 1-1 0 0,-8-7 0 0 0,3 1-4 0 0,0-1 0 0 0,0 0-1 0 0,1 0 1 0 0,1-1 0 0 0,0 0 0 0 0,0-1-1 0 0,1 0 1 0 0,1 0 0 0 0,0 0 0 0 0,1-1-1 0 0,-6-18 1 0 0,8 16-156 0 0,0 0 0 0 0,1 0-1 0 0,1 0 1 0 0,0 0 0 0 0,2 0 0 0 0,-1 0 0 0 0,2 0-1 0 0,0 0 1 0 0,1 0 0 0 0,0 1 0 0 0,1-1-1 0 0,10-23 1 0 0,7-10-87 0 0,3 1 1 0 0,38-56-1 0 0,-36 62-47 0 0,32-50-104 0 0,5 4 0 0 0,121-132-1 0 0,-146 181-189 0 0,-12 15-4486 0 0,-9 8-923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5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19375 0 0,'-13'0'864'0'0,"2"0"168"0"0,0 0-824 0 0,3 0-208 0 0,4 2 0 0 0,3-2 0 0 0,-2 1 248 0 0,-1-1 8 0 0,-3 3 0 0 0,-1-2 0 0 0,0 3-416 0 0,0-1-88 0 0,4 1-8 0 0,3-2-8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7 21047 0 0,'-16'4'928'0'0,"4"-3"200"0"0,1 1-904 0 0,4-2-224 0 0,3-2 0 0 0,3 1 0 0 0,1-2-552 0 0,-1 1-160 0 0,1-4-32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7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729 169 919 0 0,'-20'-24'10955'0'0,"2"-2"-7026"0"0,12 16-3460 0 0,-1 0 1 0 0,0 0 0 0 0,-1 1 0 0 0,-10-9-1 0 0,11 11-285 0 0,-2 1 0 0 0,1 0 0 0 0,-1 1-1 0 0,0 0 1 0 0,0 0 0 0 0,0 1 0 0 0,-1 0 0 0 0,0 0-1 0 0,-11-2 1 0 0,5 3-217 0 0,-1 0 0 0 0,1 1 0 0 0,0 1-1 0 0,-1 1 1 0 0,-19 1 0 0 0,0 4-461 0 0,0 1 0 0 0,0 2-1 0 0,1 1 1 0 0,-51 21 0 0 0,64-22 265 0 0,-1 1 1 0 0,2 1-1 0 0,-1 1 0 0 0,1 0 0 0 0,1 2 1 0 0,-30 24-1 0 0,49-36 248 0 0,-1 1 0 0 0,1 0 0 0 0,-1-1 0 0 0,1 1 0 0 0,-1 0 0 0 0,1 0 0 0 0,0 0 0 0 0,0 0 0 0 0,0 0 0 0 0,0 0 0 0 0,0 0 0 0 0,1 0 0 0 0,-1 0 0 0 0,0 0 0 0 0,1 1 0 0 0,0-1-1 0 0,0 0 1 0 0,-1 0 0 0 0,1 1 0 0 0,0-1 0 0 0,1 0 0 0 0,-1 0 0 0 0,0 1 0 0 0,1-1 0 0 0,0 2 0 0 0,0-1 112 0 0,7 7-10 0 0,1 2-81 0 0,-3-4-4 0 0,1 0 0 0 0,0 0 0 0 0,0-1 0 0 0,9 8 0 0 0,41 36-28 0 0,28 20 3 0 0,-3-9 289 0 0,-47-37 149 0 0,36 28 37 0 0,-36-28-133 0 0,32 26-590 0 0,-37-27-255 0 0,26 25-55 0 0,-32-25 55 0 0,15 22 277 0 0,-23-23 119 0 0,8 22 28 0 0,-22-43 63 0 0,-1 0 0 0 0,0 0-1 0 0,-1-1 1 0 0,1 1 0 0 0,0 0-1 0 0,0 0 1 0 0,-1 0 0 0 0,1 0-1 0 0,-1 3 1 0 0,2 8-2 0 0,0-1 0 0 0,-1 1 0 0 0,-1 22 0 0 0,-1-29 22 0 0,0-1 0 0 0,0 1 0 0 0,0-1 0 0 0,0 1 0 0 0,-1-1 0 0 0,0 0 0 0 0,0 0 0 0 0,0 0 0 0 0,-1 0-1 0 0,1 0 1 0 0,-1 0 0 0 0,-1 0 0 0 0,-5 6 0 0 0,2-4 154 0 0,-1-1-1 0 0,1 0 1 0 0,-1 0 0 0 0,-1 0-1 0 0,1-1 1 0 0,-1-1-1 0 0,0 1 1 0 0,0-1-1 0 0,0-1 1 0 0,0 0 0 0 0,-1 0-1 0 0,1-1 1 0 0,-1 0-1 0 0,0 0 1 0 0,0-1-1 0 0,0-1 1 0 0,1 0 0 0 0,-1 0-1 0 0,0-1 1 0 0,0 0-1 0 0,0 0 1 0 0,1-1-1 0 0,-1-1 1 0 0,-13-4 0 0 0,15 4-90 0 0,0 0 0 0 0,1-1 0 0 0,-1 0 0 0 0,0 0 1 0 0,1 0-1 0 0,0-1 0 0 0,0 0 0 0 0,1-1 1 0 0,-1 1-1 0 0,1-1 0 0 0,0-1 0 0 0,1 1 1 0 0,-1-1-1 0 0,1 0 0 0 0,1 0 0 0 0,-1 0 0 0 0,1-1 1 0 0,1 0-1 0 0,-1 0 0 0 0,1 0 0 0 0,1 0 1 0 0,-1 0-1 0 0,1 0 0 0 0,1-1 0 0 0,0 1 0 0 0,0-1 1 0 0,0 1-1 0 0,2-13 0 0 0,1 4-86 0 0,1 0 1 0 0,0 0-1 0 0,2 1 0 0 0,0-1 1 0 0,1 1-1 0 0,0 1 0 0 0,1-1 1 0 0,11-16-1 0 0,9-12-86 0 0,45-55-1 0 0,240-260-543 0 0,-309 356 572 0 0,0 1 1 0 0,0-1-1 0 0,1 0 0 0 0,-1 1 0 0 0,7-4 0 0 0,-10 6 44 0 0,0 0 0 0 0,0 0 0 0 0,1-1 0 0 0,-1 1 0 0 0,0 0 0 0 0,1 0 0 0 0,-1 0 0 0 0,0 0 0 0 0,0 0 0 0 0,1 0 0 0 0,-1 0 0 0 0,0 0 0 0 0,1 0 0 0 0,-1 0 0 0 0,0 0-1 0 0,1 0 1 0 0,-1 0 0 0 0,0 0 0 0 0,1 0 0 0 0,-1 0 0 0 0,0 0 0 0 0,0 0 0 0 0,1 1 0 0 0,-1-1 0 0 0,0 0 0 0 0,0 0 0 0 0,1 0 0 0 0,-1 0 0 0 0,0 1 0 0 0,1-1-1 0 0,-1 1-34 0 0,0 0-1 0 0,1 0 0 0 0,-1 0 0 0 0,0 0 1 0 0,0 0-1 0 0,1 0 0 0 0,-1 0 0 0 0,0 0 1 0 0,0 0-1 0 0,0 0 0 0 0,-1 0 0 0 0,1 1 0 0 0,0-1 1 0 0,-1 1-1 0 0,-13 61-3990 0 0,9-34 2135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7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59 472 15287 0 0,'0'8'698'0'0,"-1"36"234"0"0,1-36-873 0 0,0-6-4 0 0,0 1-1 0 0,0-1 1 0 0,0 1 0 0 0,0 0 0 0 0,1-1-1 0 0,-1 1 1 0 0,1-1 0 0 0,-1 1-1 0 0,1-1 1 0 0,0 0 0 0 0,3 6 1558 0 0,4 1-894 0 0,25 28-342 0 0,-24-28-149 0 0,23-4 62 0 0,-29-4-283 0 0,0-1 0 0 0,-1 1 1 0 0,1 0-1 0 0,0-1 0 0 0,-1 0 0 0 0,1 1 0 0 0,0-1 0 0 0,-1 0 1 0 0,1 0-1 0 0,0-1 0 0 0,0 1 0 0 0,-1 0 0 0 0,1-1 0 0 0,0 0 1 0 0,-1 0-1 0 0,1 0 0 0 0,-1 0 0 0 0,1 0 0 0 0,-1 0 0 0 0,0 0 1 0 0,1-1-1 0 0,2-2 0 0 0,2-2 17 0 0,0-2-1 0 0,-1 1 1 0 0,1-1 0 0 0,-1 1-1 0 0,-1-2 1 0 0,0 1 0 0 0,0-1-1 0 0,-1 0 1 0 0,0 0-1 0 0,0 0 1 0 0,-1 0 0 0 0,0-1-1 0 0,0 1 1 0 0,0-13 0 0 0,1-5 143 0 0,-1-1 1 0 0,-1 0 0 0 0,-4-50-1 0 0,0 52 126 0 0,-2 1 1 0 0,-1-1-1 0 0,0 0 0 0 0,-15-37 1 0 0,16 51-183 0 0,0 1 0 0 0,-1 0 0 0 0,-1 1 0 0 0,0-1 1 0 0,0 1-1 0 0,-1 0 0 0 0,0 1 0 0 0,-1 0 0 0 0,0 0 1 0 0,0 0-1 0 0,-1 1 0 0 0,-11-8 0 0 0,17 14-104 0 0,1 1 0 0 0,-1-1 0 0 0,0 0 0 0 0,0 1 0 0 0,0 0-1 0 0,0 0 1 0 0,0 0 0 0 0,0 0 0 0 0,0 0 0 0 0,-1 1 0 0 0,1-1 0 0 0,0 1 0 0 0,0 0-1 0 0,-1 0 1 0 0,1 0 0 0 0,0 0 0 0 0,0 1 0 0 0,0-1 0 0 0,0 1 0 0 0,-1 0 0 0 0,1 0 0 0 0,0 0-1 0 0,0 0 1 0 0,0 1 0 0 0,1-1 0 0 0,-1 1 0 0 0,0 0 0 0 0,0-1 0 0 0,1 1 0 0 0,-3 3-1 0 0,0-1-263 0 0,0 1-1 0 0,1 0 1 0 0,-1 0-1 0 0,1 1 1 0 0,-7 10-1 0 0,7-8-1019 0 0,1-1 1 0 0,-1 1-1 0 0,1 0 0 0 0,-2 11 0 0 0,-2 24-6115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6:59:58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244 111 5527 0 0,'-9'-5'597'0'0,"0"-1"0"0"0,1 0-1 0 0,0 0 1 0 0,0-1-1 0 0,1 0 1 0 0,-9-10-1 0 0,9 9-260 0 0,-1-1 0 0 0,-1 2 0 0 0,1-1 0 0 0,-17-10 0 0 0,24 17-200 0 0,-1 0 0 0 0,1 1 0 0 0,-1-1 0 0 0,0 0 0 0 0,1 0 0 0 0,-1 1 0 0 0,0-1 0 0 0,0 1 0 0 0,0 0 0 0 0,1-1 0 0 0,-1 1 0 0 0,0 0 0 0 0,0 0 0 0 0,0 0 0 0 0,0 0 0 0 0,1 0 0 0 0,-1 1 0 0 0,0-1 0 0 0,0 1 0 0 0,0-1 0 0 0,-2 2 0 0 0,1-1 44 0 0,1 1-1 0 0,-1 0 1 0 0,0 0-1 0 0,1 0 0 0 0,-1 1 1 0 0,1-1-1 0 0,0 0 1 0 0,-1 1-1 0 0,1 0 0 0 0,0-1 1 0 0,-1 4-1 0 0,-3 6 115 0 0,0 0 0 0 0,1 0 0 0 0,1 0 0 0 0,0 0-1 0 0,-3 15 1 0 0,0 15-201 0 0,1 1 0 0 0,2 0 0 0 0,2 0 0 0 0,5 53 0 0 0,2-38-74 0 0,3-1 0 0 0,24 93 0 0 0,-24-123-91 0 0,1 0 0 0 0,2-1 0 0 0,1-1 0 0 0,24 41 0 0 0,-24-49-2341 0 0,19 23 0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7:00:04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854 2 21047 0 0,'-2'0'177'0'0,"1"-1"-1"0"0,-1 1 1 0 0,1 0-1 0 0,-1 0 1 0 0,0 0 0 0 0,1-1-1 0 0,-1 2 1 0 0,0-1-1 0 0,1 0 1 0 0,-1 0 0 0 0,1 0-1 0 0,-1 1 1 0 0,1-1-1 0 0,-1 1 1 0 0,0-1-1 0 0,1 1 1 0 0,-1 0 0 0 0,1 0-1 0 0,0-1 1 0 0,-1 1-1 0 0,-1 2 1 0 0,0 0 66 0 0,0 1-1 0 0,1 0 1 0 0,-1-1 0 0 0,1 1 0 0 0,0 0 0 0 0,-2 7 0 0 0,-1 0-236 0 0,-86 195-1899 0 0,14-28 355 0 0,-498 989-864 0 0,565-1149 2475 0 0,1 1 0 0 0,1 0 1 0 0,0 0-1 0 0,-7 30 1 0 0,15-45-267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7:00:05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7 734 13071 0 0,'0'0'26'0'0,"0"0"0"0"0,-1 0-1 0 0,1 0 1 0 0,0 0 0 0 0,0 0-1 0 0,0 0 1 0 0,0 0 0 0 0,0 0-1 0 0,0 0 1 0 0,0 1 0 0 0,-1-1-1 0 0,1 0 1 0 0,0 0 0 0 0,0 0-1 0 0,0 0 1 0 0,0 0 0 0 0,0 0 0 0 0,-1 0-1 0 0,1 0 1 0 0,0 0 0 0 0,0 0-1 0 0,0 0 1 0 0,0 0 0 0 0,0 0-1 0 0,-1 0 1 0 0,1 0 0 0 0,0 0-1 0 0,0-1 1 0 0,0 1 0 0 0,0 0-1 0 0,0 0 1 0 0,-1 0 0 0 0,1 0-1 0 0,0 0 1 0 0,0 0 0 0 0,0 0-1 0 0,0 0 1 0 0,0 0 0 0 0,0 0-1 0 0,0-1 1 0 0,0 1 0 0 0,-1 0 0 0 0,1 0-1 0 0,0 0 1 0 0,0 0 0 0 0,0 0-1 0 0,0 0 1 0 0,0-1 0 0 0,0 1-1 0 0,0 0 1 0 0,1-11 196 0 0,8-12 47 0 0,-9 22-187 0 0,38-89 1214 0 0,205-420 2255 0 0,-230 488-4559 0 0,1 0 1 0 0,23-28 0 0 0,-31 48 1181 0 0,-4 10 42 0 0,-4 16 132 0 0,1-22-322 0 0,-19 163 175 0 0,-69 451-330 0 0,88-609 133 0 0,0-1 3 0 0,1 0 0 0 0,-1-1 0 0 0,-1 1 0 0 0,1-1 0 0 0,-1 1 1 0 0,0-1-1 0 0,0 0 0 0 0,-1 1 0 0 0,-4 5 0 0 0,7-11 1 0 0,0 1 0 0 0,0-1 0 0 0,0 0 0 0 0,-1 0 0 0 0,1 0 0 0 0,0 1 0 0 0,0-1 0 0 0,0 0 0 0 0,-1 0 0 0 0,1 0 0 0 0,0 0 0 0 0,0 0 0 0 0,-1 1 0 0 0,1-1 0 0 0,0 0 0 0 0,0 0 0 0 0,-1 0 0 0 0,1 0 0 0 0,0 0 0 0 0,-1 0 0 0 0,1 0 0 0 0,0 0 0 0 0,0 0 0 0 0,-1 0 0 0 0,1 0 0 0 0,0 0 0 0 0,-1 0 0 0 0,1 0 0 0 0,0 0 0 0 0,0-1 0 0 0,-1 1 0 0 0,1 0 0 0 0,0 0 0 0 0,-1 0 0 0 0,-8-11 85 0 0,-5-16-122 0 0,13 24 34 0 0,1 3-13 0 0,-4-8-6 0 0,1 0 1 0 0,0 0 0 0 0,-4-17 0 0 0,6 23 61 0 0,1 0-1 0 0,0 1 1 0 0,0-1 0 0 0,-1 0 0 0 0,1 1 0 0 0,0-1 0 0 0,1 0 0 0 0,-1 1 0 0 0,0-1 0 0 0,0 1 0 0 0,1-1 0 0 0,-1 0 0 0 0,1 1-1 0 0,-1-1 1 0 0,1 1 0 0 0,0-1 0 0 0,-1 1 0 0 0,1 0 0 0 0,0-1 0 0 0,0 1 0 0 0,0 0 0 0 0,0-1 0 0 0,0 1 0 0 0,1 0-1 0 0,-1 0 1 0 0,0 0 0 0 0,3-2 0 0 0,-3 2-380 0 0,2 1 266 0 0,0 0-1 0 0,0 0 1 0 0,1 0-1 0 0,-1-1 1 0 0,0 0-1 0 0,0 1 1 0 0,0-1-1 0 0,2-2 1 0 0,3 0-1 0 0,0 2 152 0 0,6 0 161 0 0,64-1 308 0 0,-11 0-178 0 0,7 1-54 0 0,1 1-174 0 0,-12-1-58 0 0,-29 0-87 0 0,-25 1-136 0 0,31 0-837 0 0,-33 1-747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7:00:05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93 8751 0 0,'-18'-18'9706'0'0,"17"15"-8816"0"0,3-6 2414 0 0,10 0-5228 0 0,-3 5 1924 0 0,1 1 0 0 0,0-1 0 0 0,19-2 0 0 0,-4 1 0 0 0,21 0 14 0 0,254-20-901 0 0,-295 24 305 0 0,0 1 0 0 0,0 0 0 0 0,0 0 1 0 0,0 1-1 0 0,0-1 0 0 0,0 1 0 0 0,7 2 0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5T17:00:06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15 230 15087 0 0,'0'0'73'0'0,"-1"0"-1"0"0,1 0 1 0 0,-1 0 0 0 0,1 0-1 0 0,-1 0 1 0 0,1 0-1 0 0,-1 0 1 0 0,1 0 0 0 0,-1 0-1 0 0,1 0 1 0 0,-1 1-1 0 0,1-1 1 0 0,-1 0 0 0 0,1 0-1 0 0,-1 1 1 0 0,1-1-1 0 0,0 0 1 0 0,-1 0 0 0 0,1 1-1 0 0,-1-1 1 0 0,1 0-1 0 0,0 1 1 0 0,-1-1-1 0 0,1 1 1 0 0,0-1 0 0 0,0 0-1 0 0,-1 1 1 0 0,1-1-1 0 0,0 1 1 0 0,0-1 0 0 0,0 1-1 0 0,-1-1 1 0 0,1 1-1 0 0,0-1 1 0 0,0 1 0 0 0,0-1-1 0 0,0 1 1 0 0,0 0-1 0 0,4 31 1399 0 0,-2-23-1355 0 0,45 207-576 0 0,16 91-444 0 0,-39-87 610 0 0,-24-184 294 0 0,1-25 5 0 0,-1-8-1 0 0,0 0 0 0 0,0 0-1 0 0,0 0 1 0 0,0-1 0 0 0,0 1 0 0 0,0 0-1 0 0,-1 0 1 0 0,1-1 0 0 0,-1 1-1 0 0,0 0 1 0 0,0-1 0 0 0,-2 4 0 0 0,3-6-2 0 0,0 1 1 0 0,0-1-1 0 0,0 0 1 0 0,-1 1-1 0 0,1-1 1 0 0,0 0-1 0 0,0 0 1 0 0,-1 1-1 0 0,1-1 1 0 0,0 0 0 0 0,0 0-1 0 0,-1 1 1 0 0,1-1-1 0 0,0 0 1 0 0,-1 0-1 0 0,1 0 1 0 0,-1 1-1 0 0,1-1 1 0 0,0 0-1 0 0,-1 0 1 0 0,1 0 0 0 0,0 0-1 0 0,-1 0 1 0 0,1 0-1 0 0,-1 0 1 0 0,1 0-1 0 0,0 0 1 0 0,-1 0-1 0 0,1 0 1 0 0,0 0 0 0 0,-1 0-1 0 0,1 0 1 0 0,-1 0-1 0 0,1 0 1 0 0,0-1-1 0 0,-1 1 1 0 0,1 0-1 0 0,0 0 1 0 0,-1 0-1 0 0,1 0 1 0 0,0-1 0 0 0,-1 1-1 0 0,1 0 1 0 0,0-1-1 0 0,0 1 1 0 0,-1 0-1 0 0,1 0 1 0 0,0-1-1 0 0,0 1 1 0 0,-1 0-1 0 0,1-1 1 0 0,0 1 0 0 0,0 0-1 0 0,0-1 1 0 0,0 1-1 0 0,0-1 1 0 0,-1 0-1 0 0,-10-22 21 0 0,-5-31-309 0 0,3-2 0 0 0,-8-62 1 0 0,10 51-20 0 0,-29-223-1541 0 0,36 226 1426 0 0,2 0 0 0 0,10-101 0 0 0,-6 148 426 0 0,0 0-1 0 0,2 0 0 0 0,0 0 0 0 0,12-29 0 0 0,-13 40 30 0 0,0-1 0 0 0,0 1 0 0 0,1 0 0 0 0,0 0 0 0 0,0 0 0 0 0,0 0 0 0 0,1 1 0 0 0,0 0 0 0 0,0 0 0 0 0,0 0 0 0 0,1 1 0 0 0,-1-1 0 0 0,11-5 0 0 0,-3 6 157 0 0,21-3 24 0 0,-16 7 102 0 0,21 5 46 0 0,-19 1 10 0 0,19 14 0 0 0,-19-7-12 0 0,19 18-2 0 0,-20-12 0 0 0,15 23-28 0 0,-19-20-118 0 0,9 24-57 0 0,-15-23-12 0 0,-5-4-38 0 0,4 40 1 0 0,-7-49-69 0 0,-1-1 0 0 0,0 1 0 0 0,0 0 0 0 0,-2 0 1 0 0,1 0-1 0 0,-1 0 0 0 0,-5 13 0 0 0,0-5 102 0 0,-1 0-1 0 0,-1-1 1 0 0,0-1-1 0 0,-2 0 1 0 0,0 0-1 0 0,0-1 1 0 0,-1 0-1 0 0,-23 20 0 0 0,25-26-7 0 0,0 0-1 0 0,0-1 1 0 0,-1 0-1 0 0,0-1 1 0 0,0 0-1 0 0,-1-1 1 0 0,0 0-1 0 0,0-1 1 0 0,0-1-1 0 0,-1 1 0 0 0,0-2 1 0 0,1 0-1 0 0,-20 2 1 0 0,31-5-220 0 0,-11 0 170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6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1 157 2759 0 0,'0'1'84'0'0,"0"1"-1"0"0,0-1 0 0 0,0 0 0 0 0,0 0 0 0 0,0 1 0 0 0,0-1 0 0 0,0 0 1 0 0,1 0-1 0 0,-1 0 0 0 0,0 1 0 0 0,1-1 0 0 0,-1 0 0 0 0,1 0 1 0 0,0 0-1 0 0,-1 0 0 0 0,1 0 0 0 0,0 0 0 0 0,0 0 0 0 0,-1 0 0 0 0,1 0 1 0 0,0 0-1 0 0,0 0 0 0 0,0 0 0 0 0,0-1 0 0 0,0 1 0 0 0,0 0 0 0 0,0-1 1 0 0,0 1-1 0 0,1-1 0 0 0,-1 1 0 0 0,0-1 0 0 0,2 1 0 0 0,3-1 119 0 0,-1 1 0 0 0,0-1 0 0 0,0 0 0 0 0,0 0 0 0 0,0-1 0 0 0,0 0 0 0 0,7-1 0 0 0,7-4-61 0 0,1 0-1 0 0,-1-2 1 0 0,32-16-1 0 0,-33 14-122 0 0,2 1-1 0 0,-1 0 1 0 0,25-6 0 0 0,-37 14-7 0 0,0-1 0 0 0,0 1 0 0 0,0 0 0 0 0,0 1 1 0 0,0 0-1 0 0,1 0 0 0 0,-1 0 0 0 0,0 1 1 0 0,0 0-1 0 0,0 1 0 0 0,0-1 0 0 0,0 1 0 0 0,9 4 1 0 0,53 31 238 0 0,-58-30-201 0 0,1 0 1 0 0,0 0-1 0 0,0-1 1 0 0,0-1 0 0 0,1 0-1 0 0,0 0 1 0 0,0-2-1 0 0,27 5 1 0 0,-29-7-39 0 0,1-2 1 0 0,-1 1-1 0 0,1-1 1 0 0,-1-1-1 0 0,1 0 0 0 0,-1-1 1 0 0,20-7-1 0 0,2-4 36 0 0,38-22-1 0 0,-53 25-7 0 0,2 0 0 0 0,0 2 0 0 0,0 0 0 0 0,0 1 0 0 0,1 1 0 0 0,35-6 0 0 0,-23 11 52 0 0,0 2 0 0 0,-1 1 0 0 0,1 2 0 0 0,-1 1 0 0 0,39 11 0 0 0,68 7 172 0 0,-59-17 267 0 0,-1-4-1 0 0,0-3 0 0 0,1-4 1 0 0,-1-3-1 0 0,85-21 0 0 0,-100 15-116 0 0,101-20 208 0 0,-132 29-452 0 0,1 3 0 0 0,64 0-1 0 0,-93 3-128 0 0,-1 0 0 0 0,0 1 0 0 0,0-1 0 0 0,0 1 0 0 0,1 0 0 0 0,-1 0 0 0 0,6 3 0 0 0,-9-3-99 0 0,0-1 0 0 0,-1 1 0 0 0,1-1 0 0 0,0 0-1 0 0,-1 1 1 0 0,1 0 0 0 0,-1-1 0 0 0,1 1 0 0 0,0-1 0 0 0,-1 1 0 0 0,1 0 0 0 0,-1-1 0 0 0,0 1-1 0 0,1 0 1 0 0,-1 0 0 0 0,0-1 0 0 0,1 2 0 0 0,-1 0-239 0 0,0-1 0 0 0,0 0 0 0 0,0 0 0 0 0,0 0 0 0 0,0 0 0 0 0,0 1 0 0 0,0-1 0 0 0,-1 0 0 0 0,1 0 0 0 0,0 0 0 0 0,-1 0 0 0 0,1 0 0 0 0,-1 0 0 0 0,1 0 0 0 0,-2 2 0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8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313 195 1375 0 0,'1'-6'205'0'0,"0"0"0"0"0,0 0-1 0 0,-1 0 1 0 0,0 0-1 0 0,0 0 1 0 0,0 0 0 0 0,-1 0-1 0 0,0 0 1 0 0,0 0 0 0 0,-12-14 7314 0 0,-1 21-6304 0 0,-11 6-1998 0 0,-1 7 674 0 0,0 0-1 0 0,0 1 1 0 0,2 2 0 0 0,0 0 0 0 0,1 2 0 0 0,-34 35 0 0 0,50-47 304 0 0,1 1 1 0 0,0 0-1 0 0,1 1 1 0 0,0-1 0 0 0,0 1-1 0 0,1 0 1 0 0,-6 17-1 0 0,8-23-140 0 0,1 1 1 0 0,0-1-1 0 0,0 1 0 0 0,1 0 0 0 0,-1-1 1 0 0,1 1-1 0 0,-1-1 0 0 0,1 1 0 0 0,0 0 1 0 0,1-1-1 0 0,-1 1 0 0 0,1-1 0 0 0,-1 1 0 0 0,1 0 1 0 0,0-1-1 0 0,0 0 0 0 0,1 1 0 0 0,-1-1 1 0 0,1 0-1 0 0,0 1 0 0 0,0-1 0 0 0,0 0 1 0 0,0 0-1 0 0,4 4 0 0 0,-3-5-102 0 0,0 0-1 0 0,1 0 1 0 0,-1 0 0 0 0,1-1 0 0 0,-1 1-1 0 0,1-1 1 0 0,0 0 0 0 0,-1 0 0 0 0,1 0-1 0 0,0 0 1 0 0,0-1 0 0 0,0 0 0 0 0,-1 0-1 0 0,1 0 1 0 0,0 0 0 0 0,0 0 0 0 0,0-1-1 0 0,-1 0 1 0 0,1 1 0 0 0,6-3-1 0 0,1-1-421 0 0,0 0 0 0 0,-1 0-1 0 0,1-1 1 0 0,-1 0-1 0 0,17-12 1 0 0,-6-6-755 0 0,-20 20 1191 0 0,1 1 1 0 0,0-1 0 0 0,0 1-1 0 0,0 0 1 0 0,0-1 0 0 0,0 1-1 0 0,0 0 1 0 0,1 0-1 0 0,-1 0 1 0 0,6-2 0 0 0,-7 4 73 0 0,-1-1 1 0 0,1 1 0 0 0,0 0-1 0 0,0 0 1 0 0,0 0 0 0 0,0 0-1 0 0,0 1 1 0 0,0-1-1 0 0,-1 0 1 0 0,1 0 0 0 0,0 0-1 0 0,0 1 1 0 0,0-1 0 0 0,0 1-1 0 0,-1-1 1 0 0,1 0-1 0 0,0 1 1 0 0,-1-1 0 0 0,1 1-1 0 0,0 0 1 0 0,0 0 0 0 0,18 17 348 0 0,-12-9-170 0 0,2-2-107 0 0,0 0 0 0 0,0 0-1 0 0,0-1 1 0 0,1 0-1 0 0,0-1 1 0 0,0 0 0 0 0,1 0-1 0 0,-1-1 1 0 0,1-1 0 0 0,0 0-1 0 0,0 0 1 0 0,0-1-1 0 0,0 0 1 0 0,22 0 0 0 0,-26-2-19 0 0,0-1 1 0 0,0 1 0 0 0,0-1-1 0 0,0 0 1 0 0,0-1 0 0 0,-1 0 0 0 0,1 0-1 0 0,0 0 1 0 0,-1-1 0 0 0,0 0-1 0 0,1 0 1 0 0,-1 0 0 0 0,0-1 0 0 0,-1 0-1 0 0,1 0 1 0 0,-1-1 0 0 0,0 1 0 0 0,0-1-1 0 0,0 0 1 0 0,0-1 0 0 0,-1 1-1 0 0,0-1 1 0 0,0 0 0 0 0,-1 0 0 0 0,5-9-1 0 0,-3 1 93 0 0,0 0 0 0 0,-1 1 0 0 0,0-1 0 0 0,-1 0 0 0 0,2-22 0 0 0,-5 30-159 0 0,1 1 0 0 0,-1-1 0 0 0,0 0 1 0 0,0 1-1 0 0,-1-1 0 0 0,0 1 0 0 0,0-1 0 0 0,0 1 0 0 0,-1 0 0 0 0,1-1 0 0 0,-1 1 1 0 0,0 0-1 0 0,-1 0 0 0 0,1 0 0 0 0,-1 0 0 0 0,0 1 0 0 0,-5-7 0 0 0,6 10-43 0 0,1 0 0 0 0,0 0 0 0 0,-1 0 0 0 0,1 0-1 0 0,-1 0 1 0 0,1 0 0 0 0,-1 0 0 0 0,0 0 0 0 0,1 0 0 0 0,-1 1 0 0 0,0-1-1 0 0,0 1 1 0 0,1-1 0 0 0,-1 1 0 0 0,0 0 0 0 0,0 0 0 0 0,1 0 0 0 0,-4 0-1 0 0,1 1-37 0 0,0-1 0 0 0,0 1-1 0 0,0 0 1 0 0,0 1 0 0 0,0-1-1 0 0,0 1 1 0 0,-6 3-1 0 0,-1 2-128 0 0,1 0 0 0 0,1 0-1 0 0,-1 1 1 0 0,-12 14 0 0 0,19-18 153 0 0,0 0 1 0 0,0-1 0 0 0,0 1 0 0 0,0 0 0 0 0,1 0 0 0 0,0 1 0 0 0,0-1 0 0 0,0 0-1 0 0,0 1 1 0 0,1-1 0 0 0,-1 1 0 0 0,1 0 0 0 0,0-1 0 0 0,1 1 0 0 0,-1 0-1 0 0,1 9 1 0 0,1-11 25 0 0,-1 1 0 0 0,1 0 0 0 0,0-1 0 0 0,0 1 0 0 0,0-1 0 0 0,1 1 0 0 0,-1-1 1 0 0,1 0-1 0 0,0 1 0 0 0,0-1 0 0 0,0 0 0 0 0,0 0 0 0 0,1 0 0 0 0,-1-1 0 0 0,1 1 0 0 0,0 0 0 0 0,-1-1 0 0 0,1 0 0 0 0,0 0 0 0 0,1 0 0 0 0,-1 0 0 0 0,5 2 0 0 0,2 0 38 0 0,0-1 1 0 0,0 0-1 0 0,0 0 1 0 0,0-1-1 0 0,0-1 0 0 0,0 0 1 0 0,1 0-1 0 0,-1-1 0 0 0,0 0 1 0 0,1-1-1 0 0,-1 0 1 0 0,0-1-1 0 0,18-4 0 0 0,-1-2 36 0 0,0-1-1 0 0,-1-2 1 0 0,47-24-1 0 0,-49 21-34 0 0,-1-1-1 0 0,0-1 0 0 0,-1-2 1 0 0,-1 0-1 0 0,27-29 0 0 0,-47 46-31 0 0,0 0-1 0 0,-1 0 1 0 0,1 0-1 0 0,0 0 1 0 0,0 0-1 0 0,0 0 0 0 0,0 0 1 0 0,0 0-1 0 0,0 0 1 0 0,0 0-1 0 0,1 1 1 0 0,-1-1-1 0 0,0 0 1 0 0,0 1-1 0 0,1-1 0 0 0,-1 1 1 0 0,0 0-1 0 0,1-1 1 0 0,-1 1-1 0 0,0 0 1 0 0,1 0-1 0 0,-1 0 0 0 0,3 0 1 0 0,-2 1 4 0 0,0 0-1 0 0,0 1 1 0 0,0-1-1 0 0,0 1 1 0 0,-1-1-1 0 0,1 1 1 0 0,0 0 0 0 0,-1 0-1 0 0,1 0 1 0 0,-1 0-1 0 0,0 0 1 0 0,2 4 0 0 0,9 14-6 0 0,-2-3 14 0 0,1 0 1 0 0,0 0-1 0 0,1-1 1 0 0,23 24-1 0 0,-31-36-3 0 0,1-1 0 0 0,-1 1 0 0 0,1-1 0 0 0,0 0 0 0 0,-1 0 0 0 0,2 0 0 0 0,-1-1-1 0 0,0 1 1 0 0,0-1 0 0 0,1-1 0 0 0,-1 1 0 0 0,1-1 0 0 0,-1 0 0 0 0,1 0 0 0 0,0 0-1 0 0,-1-1 1 0 0,1 0 0 0 0,0 0 0 0 0,-1-1 0 0 0,1 1 0 0 0,7-3 0 0 0,-5 1-12 0 0,1-1 0 0 0,-1 0 1 0 0,0 0-1 0 0,0 0 0 0 0,0-1 1 0 0,0-1-1 0 0,-1 1 0 0 0,1-1 1 0 0,-1-1-1 0 0,-1 1 0 0 0,1-1 1 0 0,-1 0-1 0 0,0-1 0 0 0,0 1 1 0 0,6-11-1 0 0,-4 5 0 0 0,-1-1-1 0 0,0 1 1 0 0,-1-1-1 0 0,0-1 1 0 0,-2 1-1 0 0,1-1 1 0 0,-1 0 0 0 0,3-23-1 0 0,-6 20 10 0 0,0 10 3 0 0,0 0-1 0 0,0 0 1 0 0,0 0 0 0 0,3-9 0 0 0,-4 16-13 0 0,0 0 1 0 0,0 0 0 0 0,0 0 0 0 0,0 0 0 0 0,0 0 0 0 0,1 0-1 0 0,-1 0 1 0 0,0 0 0 0 0,0-1 0 0 0,0 1 0 0 0,0 0 0 0 0,0 0-1 0 0,0 0 1 0 0,0 0 0 0 0,0 0 0 0 0,0 0 0 0 0,0 0-1 0 0,0 0 1 0 0,1 0 0 0 0,-1 0 0 0 0,0 0 0 0 0,0 0 0 0 0,0 0-1 0 0,0 0 1 0 0,0 0 0 0 0,0 0 0 0 0,0 0 0 0 0,0 0 0 0 0,0 0-1 0 0,1 0 1 0 0,-1 0 0 0 0,0 0 0 0 0,0 0 0 0 0,0 0 0 0 0,0 0-1 0 0,0 0 1 0 0,0 0 0 0 0,0 0 0 0 0,0 0 0 0 0,0 0 0 0 0,0 0-1 0 0,1 0 1 0 0,-1 1 0 0 0,0-1 0 0 0,0 0 0 0 0,0 0-1 0 0,0 0 1 0 0,0 0 0 0 0,0 0 0 0 0,0 0 0 0 0,0 0 0 0 0,0 0-1 0 0,0 0 1 0 0,6 9 69 0 0,4 9 22 0 0,22 59 7 0 0,12 27 178 0 0,-37-90-245 0 0,2 1 0 0 0,-1-1 0 0 0,2-1 0 0 0,18 22 0 0 0,-27-33-34 0 0,1 0 0 0 0,0-1-1 0 0,0 1 1 0 0,-1 0 0 0 0,1-1 0 0 0,0 1-1 0 0,0-1 1 0 0,0 1 0 0 0,1-1 0 0 0,-1 0-1 0 0,0 0 1 0 0,0 0 0 0 0,1 0 0 0 0,-1 0-1 0 0,1-1 1 0 0,-1 1 0 0 0,0-1-1 0 0,1 1 1 0 0,-1-1 0 0 0,1 0 0 0 0,-1 0-1 0 0,1 0 1 0 0,-1 0 0 0 0,1-1 0 0 0,-1 1-1 0 0,1-1 1 0 0,-1 1 0 0 0,1-1 0 0 0,2-1-1 0 0,-1-1-4 0 0,0 1 0 0 0,-1-1 0 0 0,1 0-1 0 0,-1 0 1 0 0,1 0 0 0 0,-1 0 0 0 0,0-1-1 0 0,0 1 1 0 0,0-1 0 0 0,-1 0 0 0 0,0 0-1 0 0,1 0 1 0 0,-1 0 0 0 0,-1 0 0 0 0,3-6-1 0 0,2-12-63 0 0,-1-1 0 0 0,-1 1-1 0 0,-1-1 1 0 0,-1 0 0 0 0,-1 0-1 0 0,-3-27 1 0 0,2 15-279 0 0,4-51 1 0 0,-4 85 332 0 0,0 1 1 0 0,0-1-1 0 0,0 0 1 0 0,0 0 0 0 0,0 1-1 0 0,0-1 1 0 0,1 0-1 0 0,-1 1 1 0 0,0-1 0 0 0,0 0-1 0 0,0 1 1 0 0,1-1-1 0 0,-1 0 1 0 0,0 1 0 0 0,1-1-1 0 0,-1 1 1 0 0,0-1-1 0 0,1 0 1 0 0,-1 1 0 0 0,1-1-1 0 0,-1 1 1 0 0,1-1-1 0 0,-1 1 1 0 0,1 0-1 0 0,-1-1 1 0 0,1 1 0 0 0,1-1-1 0 0,-1 1 1 0 0,0 0 1 0 0,-1 0-1 0 0,1 1 0 0 0,0-1 0 0 0,0 1 0 0 0,0-1 0 0 0,0 0 0 0 0,0 1 0 0 0,-1-1 0 0 0,1 1 1 0 0,0 0-1 0 0,0-1 0 0 0,-1 1 0 0 0,1 0 0 0 0,0-1 0 0 0,-1 1 0 0 0,1 1 0 0 0,27 41-129 0 0,-27-41 158 0 0,40 91 248 0 0,-30-65 15 0 0,26 49-1 0 0,-36-75-263 0 0,-1-1-1 0 0,1 1 1 0 0,0-1-1 0 0,0 0 1 0 0,0 1 0 0 0,0-1-1 0 0,0 0 1 0 0,0 0-1 0 0,0 0 1 0 0,1 0-1 0 0,-1 0 1 0 0,0 0-1 0 0,1 0 1 0 0,-1 0-1 0 0,1 0 1 0 0,-1-1-1 0 0,0 1 1 0 0,1-1-1 0 0,0 1 1 0 0,-1-1 0 0 0,1 1-1 0 0,-1-1 1 0 0,1 0-1 0 0,-1 0 1 0 0,1 0-1 0 0,0 0 1 0 0,-1 0-1 0 0,1 0 1 0 0,2-1-1 0 0,3-1 49 0 0,-1 0-1 0 0,0-1 0 0 0,1 0 0 0 0,-1 0 1 0 0,11-8-1 0 0,-12 7-55 0 0,1 0-1 0 0,0 1 1 0 0,1 0 0 0 0,11-5-1 0 0,3 5-144 0 0,1 1 0 0 0,0 0-1 0 0,-1 2 1 0 0,1 1 0 0 0,0 0-1 0 0,24 6 1 0 0,22 0-734 0 0,-51-6 692 0 0,-9 1-2 0 0,1-1-1 0 0,-1-1 1 0 0,0 0 0 0 0,0 0 0 0 0,0 0 0 0 0,0-1 0 0 0,0 0-1 0 0,1-1 1 0 0,-2 1 0 0 0,1-2 0 0 0,0 1 0 0 0,0-1 0 0 0,8-4-1 0 0,-10 3 241 0 0,-1 1 0 0 0,1 0 0 0 0,0 0 0 0 0,0 1 0 0 0,0 0-1 0 0,0 0 1 0 0,0 0 0 0 0,0 1 0 0 0,1 0 0 0 0,-1 0 0 0 0,0 1 0 0 0,1 0-1 0 0,-1 0 1 0 0,1 0 0 0 0,-1 1 0 0 0,1-1 0 0 0,-1 2 0 0 0,0-1 0 0 0,0 1-1 0 0,8 3 1 0 0,10 4-23 0 0,15 6-251 0 0,0-1 0 0 0,44 9 0 0 0,-80-23 187 0 0,-1 1 0 0 0,0 0 0 0 0,1-1 0 0 0,-1 1 0 0 0,1-1 0 0 0,-1 0 0 0 0,0 0 0 0 0,1 0 0 0 0,-1 0-1 0 0,1 0 1 0 0,-1-1 0 0 0,1 1 0 0 0,-1-1 0 0 0,0 1 0 0 0,1-1 0 0 0,-1 0 0 0 0,0 0 0 0 0,0 0 0 0 0,0 0 0 0 0,1 0 0 0 0,-1-1 0 0 0,0 1 0 0 0,0-1 0 0 0,2-2 0 0 0,-2 1-182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34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311 114 8287 0 0,'3'-7'8'0'0,"3"-8"3099"0"0,-6 14-3040 0 0,0 1 0 0 0,1 0 0 0 0,-1-1-1 0 0,0 1 1 0 0,0 0 0 0 0,0 0 0 0 0,1-1-1 0 0,-1 1 1 0 0,0 0 0 0 0,1 0 0 0 0,-1-1 0 0 0,0 1-1 0 0,0 0 1 0 0,1 0 0 0 0,-1 0 0 0 0,0 0-1 0 0,1-1 1 0 0,-1 1 0 0 0,0 0 0 0 0,1 0-1 0 0,-1 0 1 0 0,1 0 0 0 0,-1 0 0 0 0,0 0-1 0 0,1 0 1 0 0,-1 0 0 0 0,0 0 0 0 0,1 0 0 0 0,-1 0-1 0 0,0 0 1 0 0,1 0 0 0 0,-1 0 0 0 0,0 1-1 0 0,1-1 1 0 0,0 0 0 0 0,-25 12 848 0 0,23-12-889 0 0,0-1 1 0 0,0 0 0 0 0,-1 0 0 0 0,1 0-1 0 0,0 0 1 0 0,0 0 0 0 0,0 0-1 0 0,0 0 1 0 0,0 0 0 0 0,0 0 0 0 0,0-1-1 0 0,1 1 1 0 0,-1 0 0 0 0,0-1 0 0 0,1 1-1 0 0,-1 0 1 0 0,1-1 0 0 0,-1 1-1 0 0,0-2 1 0 0,1 0-146 0 0,-1 0 0 0 0,0 1 0 0 0,-1-1 0 0 0,1 1 0 0 0,0 0 0 0 0,-1-1-1 0 0,0 1 1 0 0,-2-3 0 0 0,-2 1 39 0 0,1 1 0 0 0,-1 0 1 0 0,0 0-1 0 0,0 0 0 0 0,-1 1 0 0 0,1 0 0 0 0,0 1 0 0 0,-1-1 0 0 0,1 1 0 0 0,-9-1 0 0 0,2 2-256 0 0,0 0 0 0 0,1 0 0 0 0,-1 1-1 0 0,-17 4 1 0 0,26-5 526 0 0,0 0 1 0 0,0 0-1 0 0,0 0 0 0 0,0-1 0 0 0,-1 0 0 0 0,1 0 0 0 0,0 0 0 0 0,0 0 0 0 0,0 0 0 0 0,1-1 0 0 0,-1 0 0 0 0,-5-3 1 0 0,-15-5 2756 0 0,18 8-1307 0 0,6 1-1591 0 0,0 1 0 0 0,-1 0 0 0 0,1-1-1 0 0,-1 1 1 0 0,1 0 0 0 0,0 0 0 0 0,-1 0 0 0 0,1-1 0 0 0,-1 1 0 0 0,1 0-1 0 0,-1 0 1 0 0,1 0 0 0 0,-1 0 0 0 0,1 0 0 0 0,-1 0 0 0 0,1 0 0 0 0,-1 0-1 0 0,1 0 1 0 0,-1 0 0 0 0,1 0 0 0 0,0 0 0 0 0,-1 0 0 0 0,1 1-1 0 0,-1-1 1 0 0,1 0 0 0 0,-1 0 0 0 0,1 0 0 0 0,-1 1 0 0 0,1-1 0 0 0,0 0-1 0 0,-1 0 1 0 0,1 1 0 0 0,0-1 0 0 0,-1 0 0 0 0,1 1 0 0 0,0-1 0 0 0,-1 1-1 0 0,1-1 1 0 0,0 0 0 0 0,0 1 0 0 0,-1-1 0 0 0,1 1 0 0 0,0-1 0 0 0,0 1-1 0 0,0-1 1 0 0,0 0 0 0 0,-1 1 0 0 0,1-1 0 0 0,0 1 0 0 0,0-1-1 0 0,0 1 1 0 0,0 0 0 0 0,-3 13 113 0 0,-1 0-1 0 0,2 0 0 0 0,0 0 0 0 0,0 0 1 0 0,2 27-1 0 0,2-7-93 0 0,7 39 0 0 0,6-2 87 0 0,-12-58-86 0 0,1 2-5 0 0,13 46 0 0 0,-12-46 0 0 0,0 1-11 0 0,29 81 54 0 0,-10-30-11 0 0,-1-4 2 0 0,1 10-7 0 0,-2-6-8 0 0,-13-33-6 0 0,12 50-5 0 0,-2 7 92 0 0,-16-77-130 0 0,5 44 171 0 0,0 19 55 0 0,-2 1 48 0 0,-2 6 7 0 0,-1 4-62 0 0,-3-71-213 0 0,6 49 159 0 0,4 13 26 0 0,1-7-20 0 0,-10-60-190 0 0,0-5-3 0 0,0 1 1 0 0,0-1-1 0 0,0 0 1 0 0,1 0-1 0 0,4 10 1 0 0,9 30 55 0 0,-7-25 9 0 0,10 20 6 0 0,-13-31 261 0 0,2-9-272 0 0,21 7 5 0 0,-27-9-72 0 0,-1 0 0 0 0,1 0 0 0 0,-1 0 0 0 0,0 0 1 0 0,1 0-1 0 0,-1 0 0 0 0,1 0 0 0 0,-1 0 0 0 0,1 0 0 0 0,-1 0 0 0 0,1-1 0 0 0,-1 1 0 0 0,0 0 0 0 0,1 0 0 0 0,-1 0 1 0 0,1-1-1 0 0,-1 1 0 0 0,0 0 0 0 0,1 0 0 0 0,-1-1 0 0 0,0 1 0 0 0,1 0 0 0 0,-1-1 0 0 0,0 1 0 0 0,1 0 0 0 0,-1-1 1 0 0,0 1-1 0 0,0-1 0 0 0,0 1 0 0 0,1-1 0 0 0,-1 1 0 0 0,0 0 0 0 0,0-1 0 0 0,0 1 0 0 0,0-1 0 0 0,0 1 0 0 0,0-1 1 0 0,0 1-1 0 0,0-1 0 0 0,0 0 0 0 0,0-19 83 0 0,0 19-65 0 0,-1-7 13 0 0,-1-1 0 0 0,1 1 0 0 0,-2 0-1 0 0,1 0 1 0 0,-7-14 0 0 0,-3-8-320 0 0,11 28-56 0 0,1 0 0 0 0,0 0 1 0 0,-1 0-1 0 0,1-1 0 0 0,0 1 1 0 0,1 0-1 0 0,-1 0 0 0 0,0 0 1 0 0,0 0-1 0 0,1-1 0 0 0,1-2 1 0 0,1-3-1436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38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 2759 0 0,'-11'-2'5773'0'0,"11"2"-5662"0"0,0 0 0 0 0,0 0 0 0 0,0-1 0 0 0,0 1 0 0 0,0 0 0 0 0,0 0 0 0 0,0-1 0 0 0,0 1 0 0 0,-12 17 1388 0 0,6 2-1239 0 0,1 0 0 0 0,1 1 0 0 0,1 0-1 0 0,1-1 1 0 0,0 1 0 0 0,3 37 0 0 0,-1 0 18 0 0,-3 216-2514 0 0,3-208 1806 0 0,0-51-240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39.4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1 210 5527 0 0,'14'-28'2040'0'0,"29"-43"-1"0"0,-35 61-1822 0 0,0-1 1 0 0,1 1-1 0 0,0 1 0 0 0,1-1 0 0 0,0 2 0 0 0,17-13 0 0 0,-20 16-57 0 0,0 1 0 0 0,-1 0 0 0 0,1 1 0 0 0,1-1 1 0 0,-1 1-1 0 0,1 1 0 0 0,9-3 0 0 0,-14 4-145 0 0,-1 1 0 0 0,0 0 0 0 0,0 0 0 0 0,0 0 1 0 0,1 0-1 0 0,-1 0 0 0 0,0 0 0 0 0,0 1 0 0 0,0-1 0 0 0,0 1 0 0 0,0-1 1 0 0,0 1-1 0 0,0 0 0 0 0,0 0 0 0 0,0 0 0 0 0,0 0 0 0 0,0 0 0 0 0,0 1 1 0 0,0-1-1 0 0,-1 0 0 0 0,1 1 0 0 0,-1-1 0 0 0,1 1 0 0 0,-1 0 0 0 0,1 0 0 0 0,-1-1 1 0 0,0 1-1 0 0,0 0 0 0 0,0 0 0 0 0,0 0 0 0 0,1 3 0 0 0,1 5-131 0 0,0 1 1 0 0,0-1-1 0 0,-1 0 0 0 0,0 1 0 0 0,-1-1 0 0 0,-1 1 0 0 0,1-1 0 0 0,-2 1 1 0 0,1-1-1 0 0,-1 1 0 0 0,-3 12 0 0 0,-5 16-1443 0 0,-22 59 0 0 0,30-95 1461 0 0,-12 33-1119 0 0,-2 0 0 0 0,-29 52 0 0 0,28-63 2723 0 0,0-1 0 0 0,-21 23 1 0 0,47-46 2424 0 0,31-7-3405 0 0,-23 3-313 0 0,5 2-167 0 0,-1 1-1 0 0,0 1 0 0 0,0 1 0 0 0,0 0 1 0 0,0 2-1 0 0,33 9 0 0 0,-41-9-34 0 0,-10-3-37 0 0,1 0-1 0 0,-1-1 1 0 0,0 1 0 0 0,0-1-1 0 0,0 0 1 0 0,1 0-1 0 0,-1-1 1 0 0,0 1 0 0 0,0-1-1 0 0,7-2 1 0 0,-8 2-461 0 0,1 0 0 0 0,-1-1-1 0 0,0 1 1 0 0,0-1 0 0 0,0 0 0 0 0,0 0 0 0 0,0 0 0 0 0,2-3 0 0 0,7-7-3599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39.8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0 128 1839 0 0,'32'-40'9786'0'0,"-19"27"-9382"0"0,0 1 0 0 0,1 0 1 0 0,0 1-1 0 0,29-17 0 0 0,-40 26-363 0 0,0 1 0 0 0,0-1 0 0 0,0 1 0 0 0,0 0 0 0 0,0 0 0 0 0,0 0 0 0 0,0 0 0 0 0,0 1 0 0 0,1-1 0 0 0,-1 1 0 0 0,6-1 0 0 0,-7 2-35 0 0,-1-1-1 0 0,0 0 1 0 0,1 1-1 0 0,-1-1 1 0 0,1 1-1 0 0,-1 0 1 0 0,0-1-1 0 0,1 1 1 0 0,-1 0-1 0 0,0 0 1 0 0,0 0-1 0 0,0 0 1 0 0,1 0-1 0 0,-1 0 1 0 0,0 0-1 0 0,0 0 1 0 0,0 0-1 0 0,-1 0 1 0 0,1 1-1 0 0,0-1 1 0 0,0 0 0 0 0,-1 0-1 0 0,1 1 1 0 0,-1-1-1 0 0,1 1 1 0 0,-1-1-1 0 0,1 3 1 0 0,3 18-95 0 0,-2 1 1 0 0,0-1-1 0 0,-1 1 0 0 0,-2-1 1 0 0,-4 39-1 0 0,1-17-113 0 0,0 11-46 0 0,-2 8 86 0 0,3 0-1 0 0,10 123 0 0 0,-7-184 45 0 0,0 0 0 0 0,1 0 0 0 0,-1-1-1 0 0,0 1 1 0 0,0 0 0 0 0,0 0 0 0 0,0 0-1 0 0,-1 0 1 0 0,1 0 0 0 0,0 0 0 0 0,-1 0-1 0 0,-1 3 1 0 0,0-2-529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0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7831 0 0,'31'-8'2461'0'0,"47"-8"-1"0"0,-25 7-1819 0 0,40-19-920 0 0,-90 27 184 0 0,12-5-317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0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49 8751 0 0,'-3'-1'776'0'0,"-2"-6"1904"0"0,4 4-1776 0 0,-1-1-608 0 0,1 0-120 0 0,2-2-24 0 0,1 1-8 0 0,0-1-288 0 0,1 0-56 0 0,3 0-16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0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91 7831 0 0,'-1'0'63'0'0,"-1"0"-1"0"0,0 0 0 0 0,0 0 0 0 0,0 1 1 0 0,1-1-1 0 0,-1 0 0 0 0,0 1 0 0 0,1 0 0 0 0,-1-1 1 0 0,0 1-1 0 0,1 0 0 0 0,-1 0 0 0 0,1 0 1 0 0,-1 0-1 0 0,1 0 0 0 0,-2 2 0 0 0,-1 0 57 0 0,1 1-1 0 0,0 0 0 0 0,0 0 1 0 0,1 0-1 0 0,-3 6 0 0 0,-1 2-138 0 0,1 1 0 0 0,0 0 0 0 0,1 1 0 0 0,1-1 0 0 0,0 0 0 0 0,1 1 0 0 0,1 0-1 0 0,0 0 1 0 0,0-1 0 0 0,1 1 0 0 0,3 14 0 0 0,2 11-50 0 0,1 0 0 0 0,19 61 1 0 0,-19-79 219 0 0,2 0-1 0 0,11 25 1 0 0,-16-41-20 0 0,0 1-1 0 0,0-1 0 0 0,0 1 1 0 0,1-1-1 0 0,-1 0 0 0 0,1 0 1 0 0,1-1-1 0 0,-1 1 0 0 0,1-1 0 0 0,0 0 1 0 0,-1 0-1 0 0,11 5 0 0 0,-13-8-107 0 0,-1 0-1 0 0,1-1 1 0 0,0 1-1 0 0,0 0 1 0 0,0-1-1 0 0,0 1 0 0 0,0-1 1 0 0,0 0-1 0 0,0 0 1 0 0,0 1-1 0 0,0-1 1 0 0,-1-1-1 0 0,1 1 0 0 0,0 0 1 0 0,0 0-1 0 0,0-1 1 0 0,0 1-1 0 0,0-1 1 0 0,0 0-1 0 0,3-1 1 0 0,-2 0 40 0 0,0 0 0 0 0,0 0 0 0 0,0-1 0 0 0,-1 1 0 0 0,1-1 1 0 0,-1 0-1 0 0,1 0 0 0 0,-1 0 0 0 0,0 0 0 0 0,3-4 0 0 0,1-6 118 0 0,-1 0 0 0 0,0 0-1 0 0,0-1 1 0 0,4-23-1 0 0,-4 10-208 0 0,-1 0 0 0 0,-1 0 0 0 0,-2 0 0 0 0,0-1 0 0 0,-2 1 0 0 0,-1 0 0 0 0,-1-1 0 0 0,-1 1 0 0 0,-2 1 0 0 0,0-1 0 0 0,-2 1 0 0 0,-1 0 0 0 0,-1 0 0 0 0,-1 1 0 0 0,-23-37 0 0 0,30 57 67 0 0,1 0 0 0 0,-1 0-1 0 0,0 1 1 0 0,0-1 0 0 0,-1 1-1 0 0,1 0 1 0 0,-1 0 0 0 0,0 1-1 0 0,-7-4 1 0 0,11 6-43 0 0,-1 0 1 0 0,1 0-1 0 0,-1 0 0 0 0,0 0 1 0 0,0 1-1 0 0,1-1 1 0 0,-1 1-1 0 0,0 0 0 0 0,0-1 1 0 0,1 1-1 0 0,-1 0 0 0 0,0 0 1 0 0,0 0-1 0 0,0 0 0 0 0,1 0 1 0 0,-1 1-1 0 0,0-1 0 0 0,0 0 1 0 0,1 1-1 0 0,-1-1 0 0 0,0 1 1 0 0,1 0-1 0 0,-1 0 0 0 0,0-1 1 0 0,1 1-1 0 0,-1 0 1 0 0,1 0-1 0 0,0 0 0 0 0,-1 1 1 0 0,1-1-1 0 0,0 0 0 0 0,-1 1 1 0 0,1-1-1 0 0,0 0 0 0 0,-1 3 1 0 0,1-2-80 0 0,0 0 1 0 0,0 0-1 0 0,0 1 1 0 0,0-1 0 0 0,1 0-1 0 0,-1 1 1 0 0,1-1-1 0 0,-1 0 1 0 0,1 1 0 0 0,0-1-1 0 0,0 1 1 0 0,0-1-1 0 0,0 0 1 0 0,0 1 0 0 0,1-1-1 0 0,-1 1 1 0 0,2 2-1 0 0,2 8-392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0 11055 0 0,'-7'4'984'0'0,"1"-1"-792"0"0,1 4 2832 0 0,0-4-1352 0 0,1 1 16 0 0,0 0-1608 0 0,0 0-320 0 0,1-1-64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1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6447 0 0,'14'74'5509'0'0,"-2"-21"-3042"0"0,7 65-2591 0 0,-11-64 10 0 0,1 0-1 0 0,3-1 1 0 0,19 53 0 0 0,-28-98 100 0 0,0-1 1 0 0,1 0-1 0 0,0 1 1 0 0,0-1-1 0 0,1 0 1 0 0,-1-1-1 0 0,1 1 0 0 0,10 8 1 0 0,-13-13 19 0 0,0 0 1 0 0,0 0 0 0 0,0-1-1 0 0,1 1 1 0 0,-1-1-1 0 0,1 1 1 0 0,-1-1-1 0 0,1 0 1 0 0,-1 0-1 0 0,1 0 1 0 0,0-1 0 0 0,-1 1-1 0 0,1 0 1 0 0,0-1-1 0 0,0 0 1 0 0,-1 0-1 0 0,1 0 1 0 0,0 0-1 0 0,0 0 1 0 0,-1 0 0 0 0,1-1-1 0 0,0 1 1 0 0,0-1-1 0 0,-1 0 1 0 0,1 0-1 0 0,0 0 1 0 0,-1 0-1 0 0,4-2 1 0 0,0-1 43 0 0,-1 0-1 0 0,1 0 1 0 0,-1-1-1 0 0,0 0 1 0 0,0 0 0 0 0,0 0-1 0 0,-1-1 1 0 0,0 1-1 0 0,0-1 1 0 0,0 0 0 0 0,-1 0-1 0 0,4-8 1 0 0,2-8 68 0 0,-1 0 1 0 0,7-29-1 0 0,-10 29-138 0 0,-1 0 0 0 0,-1 1 0 0 0,-1-1 0 0 0,-1 0 0 0 0,-1 0 0 0 0,-1 0 0 0 0,-1 0 0 0 0,-1 0 0 0 0,-1 0 0 0 0,0 1 0 0 0,-2 0 0 0 0,-1 0 0 0 0,0 0 0 0 0,-2 0 0 0 0,0 2 0 0 0,-18-29 0 0 0,22 41 8 0 0,0 0 0 0 0,0 0 0 0 0,-1 1 0 0 0,0-1 0 0 0,-1 2 0 0 0,1-1 0 0 0,-1 1 0 0 0,0 0 0 0 0,-1 0 0 0 0,1 1 0 0 0,-1 0 0 0 0,-11-5 0 0 0,16 8 3 0 0,0 0 1 0 0,0 0-1 0 0,0 1 1 0 0,0-1-1 0 0,0 1 1 0 0,0-1-1 0 0,-1 1 1 0 0,1 0-1 0 0,0 0 1 0 0,0 0 0 0 0,0 1-1 0 0,0-1 1 0 0,0 1-1 0 0,0 0 1 0 0,0 0-1 0 0,0 0 1 0 0,0 0-1 0 0,0 0 1 0 0,0 0-1 0 0,0 1 1 0 0,1 0-1 0 0,-1-1 1 0 0,0 1 0 0 0,1 0-1 0 0,0 0 1 0 0,-1 0-1 0 0,1 1 1 0 0,0-1-1 0 0,0 1 1 0 0,0-1-1 0 0,1 1 1 0 0,-1-1-1 0 0,0 1 1 0 0,1 0 0 0 0,0 0-1 0 0,-2 5 1 0 0,1-1-218 0 0,-1 0 1 0 0,2 0-1 0 0,-1 1 1 0 0,1-1-1 0 0,0 1 1 0 0,0-1-1 0 0,2 15 1 0 0,2 5-4241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1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7367 0 0,'-8'5'656'0'0,"-21"11"10608"0"0,23-14-10816 0 0,1 1-448 0 0,-2 0-208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12439 0 0,'0'4'1104'0'0,"1"3"-880"0"0,0 0-224 0 0,1 2 0 0 0,1 0 816 0 0,-1 2 120 0 0,4 10 24 0 0,2 14 8 0 0,6 12-672 0 0,0 10-136 0 0,1 8-24 0 0,0-3-8 0 0,2-1-48 0 0,-2-3-16 0 0,1 0 0 0 0,0-6 0 0 0,2-8-800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06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2262 8839 0 0,'-3'0'75'0'0,"-1"-1"0"0"0,1 1-1 0 0,0-1 1 0 0,0 0 0 0 0,0 0 0 0 0,0 0-1 0 0,0 0 1 0 0,0-1 0 0 0,0 1-1 0 0,1-1 1 0 0,-1 0 0 0 0,0 1 0 0 0,1-1-1 0 0,-1-1 1 0 0,1 1 0 0 0,0 0-1 0 0,0 0 1 0 0,0-1 0 0 0,0 1 0 0 0,0-1-1 0 0,0 0 1 0 0,1 0 0 0 0,-1 1-1 0 0,1-1 1 0 0,0 0 0 0 0,0 0-1 0 0,0 0 1 0 0,0-1 0 0 0,0 1 0 0 0,1 0-1 0 0,-1-6 1 0 0,0-5-41 0 0,1-1 0 0 0,0 1 0 0 0,1 0-1 0 0,1 0 1 0 0,0-1 0 0 0,1 1 0 0 0,1 1 0 0 0,0-1 0 0 0,10-24-1 0 0,8-7 216 0 0,40-62 0 0 0,-27 49 36 0 0,61-118 514 0 0,63-101-78 0 0,-22 74-321 0 0,180-289 272 0 0,-166 246-536 0 0,15 34-72 0 0,-98 118-64 0 0,15-17 0 0 0,-83 111-1 0 0,0 0 0 0 0,0 0 0 0 0,0-1 0 0 0,0 1 0 0 0,1 0 0 0 0,-1 0 0 0 0,0 0 0 0 0,0 0 0 0 0,0-1 0 0 0,0 1 0 0 0,0 0 0 0 0,0 0 0 0 0,0 0 0 0 0,1 0 0 0 0,-1-1 0 0 0,0 1 0 0 0,0 0 0 0 0,0 0 0 0 0,0 0 0 0 0,0 0 0 0 0,1 0 0 0 0,-1 0 0 0 0,0-1 0 0 0,0 1 0 0 0,0 0 0 0 0,1 0 0 0 0,-1 0 0 0 0,0 0 0 0 0,0 0 0 0 0,0 0 0 0 0,1 0 0 0 0,-1 0 0 0 0,0 0 0 0 0,0 0 0 0 0,0 0 0 0 0,1 0 0 0 0,-1 0 0 0 0,0 0 0 0 0,0 0 0 0 0,0 0 0 0 0,1 0 0 0 0,-1 0 0 0 0,0 1 0 0 0,0-1 0 0 0,0 0 0 0 0,1 0 0 0 0,-1 0 0 0 0,0 0 0 0 0,0 0 0 0 0,0 0 0 0 0,0 1 0 0 0,0-1-1 0 0,1 0 1 0 0,-1 0 0 0 0,0 0 0 0 0,0 0 0 0 0,0 1 0 0 0,1 17-232 0 0,-7 22-1104 0 0,0-13-2011 0 0,0 3-1027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08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120 497 7919 0 0,'-16'2'901'0'0,"29"2"-293"0"0,26 1-181 0 0,-18-7-292 0 0,0-2-1 0 0,-1 0 1 0 0,1-1-1 0 0,-1-1 0 0 0,0 0 1 0 0,0-2-1 0 0,30-16 1 0 0,123-85 180 0 0,-136 83-196 0 0,-2-2 0 0 0,-2-1 0 0 0,0-1 0 0 0,47-60 0 0 0,-66 72 39 0 0,0 1 1 0 0,1 0 0 0 0,1 1-1 0 0,0 0 1 0 0,1 1 0 0 0,24-16-1 0 0,-40 31-153 0 0,0-1-1 0 0,0 0 0 0 0,0 1 0 0 0,0-1 0 0 0,0 0 1 0 0,0 1-1 0 0,0-1 0 0 0,0 1 0 0 0,0 0 0 0 0,0-1 1 0 0,0 1-1 0 0,0 0 0 0 0,0-1 0 0 0,0 1 0 0 0,0 0 1 0 0,0 0-1 0 0,0 0 0 0 0,1 0 0 0 0,-1 0 0 0 0,0 0 1 0 0,0 1-1 0 0,0-1 0 0 0,0 0 0 0 0,0 0 0 0 0,0 1 1 0 0,0-1-1 0 0,0 1 0 0 0,2 0 0 0 0,-3 0 0 0 0,1 1 0 0 0,-1-1 0 0 0,1 0-1 0 0,-1 1 1 0 0,0-1 0 0 0,1 0-1 0 0,-1 1 1 0 0,0-1 0 0 0,0 1 0 0 0,0-1-1 0 0,0 0 1 0 0,0 1 0 0 0,-1-1 0 0 0,1 1-1 0 0,0-1 1 0 0,0 0 0 0 0,-1 1 0 0 0,1-1-1 0 0,-1 0 1 0 0,0 0 0 0 0,1 1 0 0 0,-2 0-1 0 0,-21 40-3 0 0,-2 0 0 0 0,-57 72 0 0 0,58-83 0 0 0,4-1 56 0 0,2 0 0 0 0,2 1 0 0 0,-21 53 0 0 0,35-77-56 0 0,-21 57 60 0 0,18-45-86 0 0,-1-1 0 0 0,-1 0 0 0 0,-15 27 0 0 0,19-40 119 0 0,-1 0-1 0 0,0 1 1 0 0,0-1 0 0 0,0 0-1 0 0,-1-1 1 0 0,1 1-1 0 0,-1-1 1 0 0,0 0-1 0 0,-1 0 1 0 0,1-1-1 0 0,-1 1 1 0 0,1-1-1 0 0,-1 0 1 0 0,-11 3-1 0 0,11-4 99 0 0,1-1 0 0 0,-1 0 0 0 0,0-1 0 0 0,0 1 0 0 0,0-1 0 0 0,0 0 0 0 0,-1-1 0 0 0,1 1 1 0 0,1-1-1 0 0,-1 0 0 0 0,0-1 0 0 0,0 0 0 0 0,-6-2 0 0 0,-12-6 887 0 0,-40-23 0 0 0,34 17-933 0 0,-210-104-2013 0 0,226 113 1841 0 0,7 3 89 0 0,0 1 1 0 0,0-1-1 0 0,0-1 0 0 0,-12-9 0 0 0,19 13 2 0 0,21 3-14 0 0,-5 2-111 0 0,-1 1 1 0 0,1 0 0 0 0,-1 1 0 0 0,0 1 0 0 0,17 11 0 0 0,69 50-43 0 0,-18-11 45 0 0,-34-28 45 0 0,1-2 0 0 0,1-2-1 0 0,67 23 1 0 0,-76-34 194 0 0,-74-33 97 0 0,0-2 0 0 0,2-1-1 0 0,-46-42 1 0 0,8 6-13 0 0,48 42-359 0 0,-7-7 19 0 0,-1 1 1 0 0,-1 1 0 0 0,-1 2 0 0 0,-49-24 0 0 0,76 42 99 0 0,0 0 0 0 0,0 0 0 0 0,0 0 0 0 0,0 0 0 0 0,0 1-1 0 0,0 0 1 0 0,0-1 0 0 0,0 1 0 0 0,-5 1 0 0 0,7-1-22 0 0,1 0-1 0 0,-1 0 1 0 0,1 0 0 0 0,-1 0-1 0 0,1 0 1 0 0,-1 1-1 0 0,0-1 1 0 0,1 0 0 0 0,-1 0-1 0 0,1 1 1 0 0,-1-1-1 0 0,1 0 1 0 0,-1 1 0 0 0,1-1-1 0 0,0 1 1 0 0,-1-1-1 0 0,1 1 1 0 0,-1-1 0 0 0,1 1-1 0 0,-1 0 1 0 0,1 0-15 0 0,0 0 0 0 0,-1 0 0 0 0,1 0 0 0 0,0 0 0 0 0,0 0 0 0 0,0 0 0 0 0,0 1 0 0 0,0-1 1 0 0,0 0-1 0 0,1 0 0 0 0,-1 0 0 0 0,0 0 0 0 0,0 0 0 0 0,1 0 0 0 0,0 2 0 0 0,2 5-20 0 0,0-1 0 0 0,1 1 0 0 0,0-1 0 0 0,0 0 0 0 0,1 0 0 0 0,-1-1 0 0 0,2 1 0 0 0,-1-1 0 0 0,1 0 0 0 0,8 7 0 0 0,-10-10 23 0 0,0 0 1 0 0,1-1 0 0 0,-1 1-1 0 0,1-1 1 0 0,-1 0-1 0 0,1 0 1 0 0,0 0 0 0 0,0-1-1 0 0,0 0 1 0 0,0 0-1 0 0,0 0 1 0 0,0-1 0 0 0,1 1-1 0 0,-1-1 1 0 0,0-1-1 0 0,0 1 1 0 0,0-1 0 0 0,5 0-1 0 0,13-6 9 0 0,0 0 0 0 0,0-1 0 0 0,-1-2 0 0 0,0 0 0 0 0,-1-1 0 0 0,33-23 0 0 0,-19 12 0 0 0,-27 17-12 0 0,1 1 0 0 0,0 0 0 0 0,0 0 0 0 0,0 1 0 0 0,0 0 0 0 0,0 1 0 0 0,13-2 0 0 0,-18 3 8 0 0,0 1-1 0 0,-1-1 1 0 0,1 1-1 0 0,0 0 0 0 0,0 0 1 0 0,0 0-1 0 0,0 1 1 0 0,0 0-1 0 0,0-1 1 0 0,0 1-1 0 0,0 1 0 0 0,0-1 1 0 0,-1 0-1 0 0,1 1 1 0 0,-1 0-1 0 0,1 0 1 0 0,-1 0-1 0 0,1 0 0 0 0,-1 1 1 0 0,3 2-1 0 0,-4-2 19 0 0,0-1-1 0 0,-1 1 0 0 0,1 0 1 0 0,-1-1-1 0 0,1 1 0 0 0,-1 0 1 0 0,0 0-1 0 0,0 0 0 0 0,-1 0 1 0 0,1 0-1 0 0,0 0 0 0 0,-1 0 1 0 0,0 0-1 0 0,0 0 0 0 0,0 0 1 0 0,0 0-1 0 0,0 0 0 0 0,-1 0 1 0 0,1 0-1 0 0,-3 6 0 0 0,3-7-1 0 0,-1 1 1 0 0,0-1-1 0 0,0 0 0 0 0,0 1 0 0 0,0-1 0 0 0,0 0 0 0 0,0 0 0 0 0,-1 0 1 0 0,1 1-1 0 0,-1-2 0 0 0,1 1 0 0 0,-1 0 0 0 0,0 0 0 0 0,0 0 1 0 0,0-1-1 0 0,0 1 0 0 0,0-1 0 0 0,0 0 0 0 0,0 1 0 0 0,0-1 1 0 0,-1 0-1 0 0,1 0 0 0 0,0 0 0 0 0,-6 0 0 0 0,3-1-12 0 0,0-1 0 0 0,0 0 0 0 0,-1 0 0 0 0,1-1 0 0 0,0 1 1 0 0,0-1-1 0 0,0 0 0 0 0,0-1 0 0 0,1 1 0 0 0,-1-1 0 0 0,1 0 0 0 0,-8-6 0 0 0,-18-10-9 0 0,12 10 1 0 0,-1 1 0 0 0,0 1 0 0 0,-36-9 0 0 0,46 14 5 0 0,-1 1 0 0 0,1 0 0 0 0,-1 1 1 0 0,1 0-1 0 0,-1 0 0 0 0,1 1 0 0 0,-1 0 0 0 0,1 1 0 0 0,0 0 0 0 0,-14 5 0 0 0,-32 16 51 0 0,36-14-21 0 0,0-1 0 0 0,-22 6-1 0 0,38-14-40 0 0,1 1 0 0 0,-1 0 0 0 0,0-1 1 0 0,0 0-1 0 0,0 0 0 0 0,0 0 0 0 0,0 0 0 0 0,0 0 0 0 0,0 0 0 0 0,1-1 0 0 0,-1 1 0 0 0,0-1 0 0 0,0 0 0 0 0,0 0 1 0 0,1 0-1 0 0,-1 0 0 0 0,0-1 0 0 0,1 1 0 0 0,-1-1 0 0 0,1 1 0 0 0,0-1 0 0 0,-4-3 0 0 0,6 5 7 0 0,0 0 0 0 0,0 0-1 0 0,-1-1 1 0 0,1 1 0 0 0,0 0-1 0 0,0 0 1 0 0,0 0-1 0 0,0 0 1 0 0,0 0 0 0 0,0-1-1 0 0,0 1 1 0 0,0 0 0 0 0,0 0-1 0 0,0 0 1 0 0,0 0 0 0 0,0-1-1 0 0,-1 1 1 0 0,1 0 0 0 0,0 0-1 0 0,0 0 1 0 0,0 0 0 0 0,0-1-1 0 0,1 1 1 0 0,-1 0 0 0 0,0 0-1 0 0,0 0 1 0 0,0-1 0 0 0,0 1-1 0 0,0 0 1 0 0,0 0 0 0 0,0 0-1 0 0,0 0 1 0 0,0 0 0 0 0,0-1-1 0 0,0 1 1 0 0,0 0 0 0 0,1 0-1 0 0,-1 0 1 0 0,0 0-1 0 0,0-1 1 0 0,10-4-202 0 0,10-1-17 0 0,49-7 320 0 0,189-47 359 0 0,-232 51-535 0 0,0 0-1 0 0,-1-2 1 0 0,-1 0-1 0 0,0-2 1 0 0,0-1-1 0 0,-1-1 0 0 0,33-28 1 0 0,-29 16 260 0 0,-1-1 0 0 0,-2-1-1 0 0,-1-2 1 0 0,34-57 0 0 0,-52 78-122 0 0,9-11 54 0 0,-59 43 28 0 0,-5 11-170 0 0,10-6-51 0 0,0-1 1 0 0,-70 31-1 0 0,98-52 84 0 0,-183 79 86 0 0,141-58-47 0 0,-78 53 0 0 0,119-71-39 0 0,0 0 0 0 0,-16 7 0 0 0,24-13-2 0 0,0 0-1 0 0,0 0 1 0 0,0 0-1 0 0,0-1 1 0 0,0 0-1 0 0,0 0 1 0 0,-1 0-1 0 0,1 0 1 0 0,-10-1-1 0 0,14 0-4 0 0,1 0 0 0 0,-1 0 0 0 0,0 0-1 0 0,1-1 1 0 0,-1 1 0 0 0,0 0 0 0 0,1 0 0 0 0,-1 0-1 0 0,1-1 1 0 0,-1 1 0 0 0,1 0 0 0 0,-1-1-1 0 0,1 1 1 0 0,-1 0 0 0 0,1-1 0 0 0,-1 1 0 0 0,1-1-1 0 0,-1 1 1 0 0,1 0 0 0 0,0-1 0 0 0,-1 1-1 0 0,1-1 1 0 0,0 0 0 0 0,-1 1 0 0 0,1-1 0 0 0,-1 0-1 0 0,1-1-8 0 0,0 1 0 0 0,0-1 0 0 0,0 1 0 0 0,0-1 0 0 0,0 1 0 0 0,0 0 0 0 0,0-1 0 0 0,1 1-1 0 0,-1-1 1 0 0,0 1 0 0 0,2-2 0 0 0,0-2-43 0 0,0 0-1 0 0,0 0 1 0 0,1 0-1 0 0,0 0 1 0 0,4-4-1 0 0,13-12 276 0 0,0 2-1 0 0,2 0 0 0 0,45-31 1 0 0,-56 43-150 0 0,0 1 0 0 0,1 0 0 0 0,0 0 0 0 0,0 1 0 0 0,0 1 0 0 0,1 0 0 0 0,13-3 0 0 0,13 1-42 0 0,41-2 0 0 0,-47 6-730 0 0,1-2-1 0 0,36-9 1 0 0,-62 11 727 0 0,0-1-1 0 0,0 0 1 0 0,-1 0 0 0 0,1-1-1 0 0,-1 0 1 0 0,0-1-1 0 0,0 1 1 0 0,0-2 0 0 0,6-5-1 0 0,1-3 51 0 0,1-2 0 0 0,16-23 0 0 0,-60 118 184 0 0,-20 9-256 0 0,-3-2 0 0 0,-85 108 0 0 0,130-186 4 0 0,3-2 12 0 0,0-1 0 0 0,0 0 0 0 0,-1 0 1 0 0,1 0-1 0 0,-1 0 0 0 0,-11 7 1 0 0,24-18-2 0 0,-1 0 0 0 0,-1 0 0 0 0,1-1 0 0 0,9-13 0 0 0,4-2-93 0 0,-6 6 55 0 0,1 2-1 0 0,29-22 1 0 0,-39 32 18 0 0,0 1 1 0 0,0 0-1 0 0,0 0 1 0 0,1 0-1 0 0,-1 0 0 0 0,1 1 1 0 0,0 0-1 0 0,-1 0 1 0 0,1 1-1 0 0,0 0 1 0 0,0 0-1 0 0,0 0 0 0 0,0 0 1 0 0,7 1-1 0 0,-13 0 5 0 0,1 0-1 0 0,0 0 1 0 0,-1 0 0 0 0,1 0-1 0 0,0 0 1 0 0,0 0-1 0 0,-1 0 1 0 0,1 1-1 0 0,0-1 1 0 0,-1 0 0 0 0,1 0-1 0 0,0 1 1 0 0,-1-1-1 0 0,1 0 1 0 0,-1 1-1 0 0,1-1 1 0 0,0 0 0 0 0,-1 1-1 0 0,1-1 1 0 0,-1 1-1 0 0,1-1 1 0 0,-1 1-1 0 0,0-1 1 0 0,1 1 0 0 0,-1 0-1 0 0,1-1 1 0 0,-1 1-1 0 0,0-1 1 0 0,1 1-1 0 0,-1 0 1 0 0,0-1 0 0 0,0 1-1 0 0,1 1 1 0 0,-2 0 3 0 0,1 0 0 0 0,0 0 0 0 0,-1 0 1 0 0,1 0-1 0 0,-1 0 0 0 0,1 0 0 0 0,-1 0 0 0 0,0 0 1 0 0,0 0-1 0 0,0-1 0 0 0,-2 4 0 0 0,-2 2 20 0 0,-1 1 0 0 0,0-1 0 0 0,0 0 0 0 0,-11 8 0 0 0,17-15-23 0 0,0 0 0 0 0,0 0 1 0 0,0 0-1 0 0,0 0 0 0 0,0 0 1 0 0,0 0-1 0 0,0-1 0 0 0,0 1 1 0 0,0 0-1 0 0,0 0 0 0 0,0 0 0 0 0,0 0 1 0 0,0 0-1 0 0,0-1 0 0 0,-1 1 1 0 0,1 0-1 0 0,0 0 0 0 0,0 0 1 0 0,0 0-1 0 0,0 0 0 0 0,0 0 0 0 0,0 0 1 0 0,0 0-1 0 0,0-1 0 0 0,0 1 1 0 0,-1 0-1 0 0,1 0 0 0 0,0 0 1 0 0,0 0-1 0 0,0 0 0 0 0,0 0 0 0 0,0 0 1 0 0,0 0-1 0 0,-1 0 0 0 0,1 0 1 0 0,0 0-1 0 0,0 0 0 0 0,0 0 1 0 0,0 0-1 0 0,0 0 0 0 0,0 0 0 0 0,-1 0 1 0 0,1 0-1 0 0,0 0 0 0 0,0 0 1 0 0,0 0-1 0 0,0 0 0 0 0,0 0 1 0 0,-1 0-1 0 0,1 0 0 0 0,0 0 0 0 0,0 0 1 0 0,0 0-1 0 0,0 0 0 0 0,0 0 1 0 0,0 0-1 0 0,-1 1 0 0 0,10-23 18 0 0,21-28 0 0 0,-19 35-19 0 0,52-70-34 0 0,-55 72 31 0 0,-1 1-1 0 0,-1-1 0 0 0,1 0 1 0 0,-2 0-1 0 0,6-20 0 0 0,-11 33 4 0 0,0-1-1 0 0,0 0 1 0 0,1 0-1 0 0,-1 0 1 0 0,0 0-1 0 0,0 1 0 0 0,0-1 1 0 0,0 0-1 0 0,0 0 1 0 0,0 0-1 0 0,0 0 1 0 0,0 0-1 0 0,0 1 1 0 0,0-1-1 0 0,0 0 1 0 0,-1 0-1 0 0,1 0 1 0 0,0 0-1 0 0,0 1 1 0 0,-1-1-1 0 0,1 0 0 0 0,-1 0 1 0 0,1 1-1 0 0,-1-1 1 0 0,0-1-1 0 0,0 2-4 0 0,0-1 1 0 0,0 1-1 0 0,0-1 0 0 0,0 1 0 0 0,-1 0 0 0 0,1-1 0 0 0,0 1 1 0 0,0 0-1 0 0,0 0 0 0 0,0 0 0 0 0,-1 0 0 0 0,1 0 0 0 0,0 0 0 0 0,0 0 1 0 0,-3 1-1 0 0,-5 1-42 0 0,0 1 1 0 0,0 0-1 0 0,-13 6 1 0 0,18-7 34 0 0,-6 3-206 0 0,1 1-1 0 0,-1 0 1 0 0,1 0 0 0 0,0 1-1 0 0,1 0 1 0 0,0 1 0 0 0,0 0-1 0 0,0 0 1 0 0,1 1-1 0 0,0 0 1 0 0,1 0 0 0 0,0 1-1 0 0,1-1 1 0 0,-6 12 0 0 0,5-7-1267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8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18 8351 0 0,'-15'-7'313'0'0,"13"5"-46"0"0,0 1 0 0 0,-1 0 1 0 0,1-1-1 0 0,-1 1 0 0 0,1 0 1 0 0,-1 1-1 0 0,0-1 0 0 0,-4 0 1 0 0,6 1-209 0 0,0 0 1 0 0,1 0-1 0 0,-1 0 1 0 0,0 1-1 0 0,0-1 1 0 0,0 0-1 0 0,0 1 1 0 0,1-1-1 0 0,-1 1 1 0 0,0-1-1 0 0,0 1 1 0 0,1 0-1 0 0,-1-1 1 0 0,1 1-1 0 0,-1-1 1 0 0,0 1 0 0 0,1 0-1 0 0,-1 0 1 0 0,1-1-1 0 0,-1 1 1 0 0,1 0-1 0 0,0 0 1 0 0,-1 0-1 0 0,1-1 1 0 0,0 1-1 0 0,-1 0 1 0 0,1 0-1 0 0,0 0 1 0 0,0 0-1 0 0,0 0 1 0 0,0 0-1 0 0,0 1 1 0 0,-3 26 65 0 0,1-1 0 0 0,2 1 0 0 0,4 41 0 0 0,0-7-81 0 0,-1 44-23 0 0,12 263-382 0 0,-13-360-158 0 0,1-15-547 0 0,0-3 492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8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1 113 11599 0 0,'2'5'1793'0'0,"6"-7"-1498"0"0,34-11 127 0 0,0-2-1 0 0,41-20 0 0 0,-13 2-623 0 0,-24 14-3161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9.0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4607 0 0,'6'-3'408'0'0,"6"-12"4800"0"0,-6 12-3352 0 0,2-3-1608 0 0,6-1-320 0 0,4 0-64 0 0,3-1-16 0 0,-2 0-136 0 0,-2 1-24 0 0,1 0-8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49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 13391 0 0,'-2'3'85'0'0,"0"1"1"0"0,0 0-1 0 0,0-1 0 0 0,1 1 0 0 0,-1 0 0 0 0,1 0 0 0 0,0 0 0 0 0,0 0 0 0 0,1 0 1 0 0,-1 0-1 0 0,1 0 0 0 0,0 0 0 0 0,0 1 0 0 0,0-1 0 0 0,1 6 0 0 0,0 9 1 0 0,7 285-4562 0 0,-7-282 616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0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18 10479 0 0,'0'0'17'0'0,"-2"4"124"0"0,1 0 0 0 0,-1-1 1 0 0,1 1-1 0 0,0 0 1 0 0,0 0-1 0 0,0 0 1 0 0,1 0-1 0 0,0 0 0 0 0,-1 0 1 0 0,1 0-1 0 0,1 4 1 0 0,14 189 700 0 0,1 60-2592 0 0,-20-354 1899 0 0,-20-116 1 0 0,12 132 41 0 0,12 75-151 0 0,-1-1-1 0 0,1 1 1 0 0,0-1 0 0 0,1 1-1 0 0,-1-1 1 0 0,1 1-1 0 0,3-9 1 0 0,-4 14-33 0 0,0-1 0 0 0,1 1 0 0 0,-1 0 0 0 0,1 0 0 0 0,-1 0 0 0 0,1 0 0 0 0,0 0 0 0 0,-1 0 0 0 0,1 0 1 0 0,0 0-1 0 0,0 0 0 0 0,0 0 0 0 0,0 0 0 0 0,0 0 0 0 0,0 0 0 0 0,0 1 0 0 0,0-1 0 0 0,1 0 0 0 0,0 0 0 0 0,-1 1 0 0 0,1 0-1 0 0,-1 0 1 0 0,1 0-1 0 0,-1 0 1 0 0,0 0 0 0 0,1 0-1 0 0,-1 0 1 0 0,1 1 0 0 0,-1-1-1 0 0,1 0 1 0 0,-1 1 0 0 0,1-1-1 0 0,-1 1 1 0 0,0-1 0 0 0,1 1-1 0 0,-1 0 1 0 0,0 0 0 0 0,2 1-1 0 0,7 6 25 0 0,0-1 0 0 0,0 2 0 0 0,-1-1 0 0 0,-1 1 0 0 0,11 13 0 0 0,34 56-15 0 0,4 5 30 0 0,-49-74-41 0 0,-1 0-7 0 0,0 0 0 0 0,1-1 0 0 0,0 0 1 0 0,0 0-1 0 0,10 6 0 0 0,-16-12 5 0 0,0-1-1 0 0,0 0 1 0 0,0 1-1 0 0,1-1 1 0 0,-1 0-1 0 0,0-1 1 0 0,1 1-1 0 0,-1 0 1 0 0,1-1-1 0 0,-1 1 1 0 0,1-1-1 0 0,-1 0 1 0 0,1 1-1 0 0,-1-1 1 0 0,1-1-1 0 0,-1 1 1 0 0,1 0-1 0 0,-1 0 1 0 0,1-1-1 0 0,-1 0 1 0 0,1 1-1 0 0,-1-1 1 0 0,0 0-1 0 0,1 0 1 0 0,-1-1-1 0 0,0 1 1 0 0,4-3-1 0 0,-1 1 77 0 0,-1-1 0 0 0,1 1-1 0 0,-1-1 1 0 0,0 0 0 0 0,-1 0 0 0 0,1 0-1 0 0,-1-1 1 0 0,0 1 0 0 0,0-1-1 0 0,0 0 1 0 0,0 0 0 0 0,-1 0-1 0 0,0 0 1 0 0,0 0 0 0 0,0 0 0 0 0,-1-1-1 0 0,2-7 1 0 0,-2-4 374 0 0,-1 1 0 0 0,0-1 0 0 0,-1 1 0 0 0,-5-24 1 0 0,4 26-664 0 0,0 0 1 0 0,0 0 0 0 0,1 0-1 0 0,1 0 1 0 0,1 0 0 0 0,0 0 0 0 0,3-17-1 0 0,0 19-3434 0 0,2 0-1112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0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8 156 11487 0 0,'0'0'22'0'0,"0"-1"0"0"0,0 1 0 0 0,0 0-1 0 0,0 0 1 0 0,0 0 0 0 0,-1 0 0 0 0,1-1-1 0 0,0 1 1 0 0,0 0 0 0 0,0 0 0 0 0,0 0-1 0 0,0 0 1 0 0,-1 0 0 0 0,1 0 0 0 0,0-1-1 0 0,0 1 1 0 0,0 0 0 0 0,0 0 0 0 0,-1 0-1 0 0,1 0 1 0 0,0 0 0 0 0,0 0 0 0 0,0 0-1 0 0,0 0 1 0 0,-1 0 0 0 0,1 0 0 0 0,0 0-1 0 0,0 0 1 0 0,0 0 0 0 0,-1 0 0 0 0,1 0-1 0 0,0 0 1 0 0,0 0 0 0 0,0 0 0 0 0,0 0-1 0 0,-1 0 1 0 0,1 0 0 0 0,0 0 0 0 0,0 1-1 0 0,-1 7 374 0 0,4 11-130 0 0,64 145-32 0 0,-34-92-305 0 0,-25-54 66 0 0,0 4 5 0 0,1-1 1 0 0,1 0-1 0 0,1-1 0 0 0,1 0 0 0 0,21 27 0 0 0,-32-46 0 0 0,-1-1-1 0 0,1 1 1 0 0,-1 0-1 0 0,1 0 1 0 0,0-1-1 0 0,0 1 1 0 0,-1-1-1 0 0,1 1 1 0 0,0 0-1 0 0,0-1 1 0 0,0 0-1 0 0,0 1 0 0 0,0-1 1 0 0,-1 1-1 0 0,1-1 1 0 0,0 0-1 0 0,0 0 1 0 0,0 0-1 0 0,0 1 1 0 0,0-1-1 0 0,0 0 1 0 0,0 0-1 0 0,0 0 1 0 0,0 0-1 0 0,0-1 1 0 0,1 1-1 0 0,0-1-5 0 0,-1 0 0 0 0,1 0 0 0 0,0 0-1 0 0,-1 0 1 0 0,0 0 0 0 0,1 0 0 0 0,-1-1 0 0 0,0 1 0 0 0,0 0-1 0 0,1-1 1 0 0,-1 1 0 0 0,0-1 0 0 0,1-1 0 0 0,3-9-52 0 0,0 0-1 0 0,0 0 1 0 0,3-15 0 0 0,-5 20 29 0 0,14-52-680 0 0,14-88-1 0 0,-27 116 537 0 0,-1-1 0 0 0,-2 1 0 0 0,-1-1-1 0 0,-7-52 1 0 0,3 62 313 0 0,2 17-37 0 0,1 0 0 0 0,0 0 0 0 0,0-1 0 0 0,0 1 0 0 0,0 0 0 0 0,1-1-1 0 0,0 1 1 0 0,0-1 0 0 0,1 1 0 0 0,1-9 0 0 0,-2 14-86 0 0,0 0 0 0 0,1 0-1 0 0,-1 0 1 0 0,0 0-1 0 0,1 0 1 0 0,-1 0 0 0 0,0 0-1 0 0,0 0 1 0 0,1 0 0 0 0,-1 0-1 0 0,0 0 1 0 0,1 0-1 0 0,-1 0 1 0 0,0 0 0 0 0,0 0-1 0 0,1 0 1 0 0,-1 1-1 0 0,0-1 1 0 0,0 0 0 0 0,1 0-1 0 0,-1 0 1 0 0,0 0 0 0 0,0 1-1 0 0,0-1 1 0 0,1 0-1 0 0,-1 0 1 0 0,0 1 0 0 0,0-1-1 0 0,0 0 1 0 0,0 0-1 0 0,1 1 1 0 0,-1-1 0 0 0,0 0-1 0 0,0 0 1 0 0,0 1 0 0 0,0-1-1 0 0,0 0 1 0 0,0 1-1 0 0,8 11 183 0 0,1 5-84 0 0,24 59 97 0 0,-9-16-199 0 0,4 10-12 0 0,3 0 0 0 0,-21-46 1 0 0,-5-12 1 0 0,1 1 0 0 0,0-1 0 0 0,1 0 0 0 0,13 18 0 0 0,-19-29 4 0 0,0 0 0 0 0,-1 0 1 0 0,1 0-1 0 0,0 0 0 0 0,0 0 0 0 0,0 0 1 0 0,0 0-1 0 0,0 0 0 0 0,0 0 0 0 0,0-1 1 0 0,0 1-1 0 0,0 0 0 0 0,1-1 0 0 0,-1 1 1 0 0,0-1-1 0 0,0 1 0 0 0,1-1 0 0 0,-1 0 1 0 0,0 1-1 0 0,0-1 0 0 0,1 0 0 0 0,-1 0 1 0 0,2 0-1 0 0,-1-1 12 0 0,-1 1 1 0 0,1-1 0 0 0,-1 0-1 0 0,1 1 1 0 0,-1-1-1 0 0,1 0 1 0 0,-1 0 0 0 0,0 0-1 0 0,0 0 1 0 0,1-1 0 0 0,-1 1-1 0 0,0 0 1 0 0,0 0-1 0 0,0-1 1 0 0,1-2 0 0 0,3-5 148 0 0,0-1 1 0 0,-1 0-1 0 0,0 0 1 0 0,3-13-1 0 0,-7 23-149 0 0,3-12 271 0 0,-1 0 0 0 0,0 1 0 0 0,-1-1 0 0 0,0 0 0 0 0,-1 0 0 0 0,0 0 0 0 0,-1 0 0 0 0,0 0 1 0 0,-1 1-1 0 0,0-1 0 0 0,-1 0 0 0 0,0 1 0 0 0,-1 0 0 0 0,0 0 0 0 0,-1 0 0 0 0,0 0 0 0 0,-9-13 1 0 0,12 24-225 0 0,2 8-94 0 0,4 9-974 0 0,-2-13 549 0 0,0-1 0 0 0,1 1 0 0 0,-1-1-1 0 0,1 0 1 0 0,-1 0 0 0 0,1 0 0 0 0,0 0 0 0 0,0-1 0 0 0,7 6 0 0 0,1-2-1292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0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11807 0 0,'13'122'3249'0'0,"-2"-14"-2734"0"0,-7-81-985 0 0,1 1 1 0 0,0-1-1 0 0,3 0 0 0 0,20 50 0 0 0,-20-60-4361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1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7 1839 0 0,'0'0'6'0'0,"0"0"0"0"0,0 0 0 0 0,1 0 0 0 0,-1 0 0 0 0,0 0-1 0 0,0 0 1 0 0,0 0 0 0 0,0 0 0 0 0,0 0 0 0 0,0 0-1 0 0,0-1 1 0 0,0 1 0 0 0,0 0 0 0 0,0 0 0 0 0,0 0-1 0 0,0 0 1 0 0,0 0 0 0 0,0 0 0 0 0,0 0 0 0 0,0 0 0 0 0,0-1-1 0 0,0 1 1 0 0,0 0 0 0 0,0 0 0 0 0,0 0 0 0 0,0 0-1 0 0,0 0 1 0 0,0 0 0 0 0,0 0 0 0 0,0-1 0 0 0,0 1-1 0 0,0 0 1 0 0,0 0 0 0 0,0 0 0 0 0,0 0 0 0 0,0 0 0 0 0,0 0-1 0 0,0 0 1 0 0,0 0 0 0 0,0 0 0 0 0,0-1 0 0 0,0 1-1 0 0,0 0 1 0 0,0 0 0 0 0,0 0 0 0 0,-1 0 0 0 0,1 0-1 0 0,0 0 1 0 0,0 0 0 0 0,0 0 0 0 0,0 0 0 0 0,0 0 0 0 0,0 0-1 0 0,-10-2 1613 0 0,-8 2 889 0 0,6 1-2326 0 0,1 0 1 0 0,-1 1-1 0 0,0 1 1 0 0,1 0-1 0 0,-15 6 0 0 0,20-7-11 0 0,1 1-1 0 0,-1 0 1 0 0,0 0-1 0 0,1 0 0 0 0,-1 1 1 0 0,1 0-1 0 0,0 0 1 0 0,0 0-1 0 0,1 0 1 0 0,-1 1-1 0 0,-4 7 0 0 0,7-10-144 0 0,2 1 1 0 0,-1-1-1 0 0,0 0 0 0 0,0 1 0 0 0,1-1 0 0 0,-1 0 0 0 0,1 1 0 0 0,0-1 0 0 0,-1 1 0 0 0,1-1 0 0 0,0 1 0 0 0,1-1 0 0 0,-1 1 0 0 0,0-1 1 0 0,1 0-1 0 0,-1 1 0 0 0,2 2 0 0 0,18 45 464 0 0,-13-35-430 0 0,36 78 324 0 0,15 37 364 0 0,-55-123-620 0 0,-1 0-1 0 0,0 0 1 0 0,-1 0 0 0 0,1 0 0 0 0,-1 0 0 0 0,-1 1 0 0 0,0-1 0 0 0,0 0 0 0 0,0 1 0 0 0,0-1 0 0 0,-1 0 0 0 0,-1 0 0 0 0,-3 12-1 0 0,4-14-46 0 0,-1-2-1 0 0,1 1 0 0 0,-1 0 1 0 0,0 0-1 0 0,-1 0 0 0 0,1-1 0 0 0,-1 1 1 0 0,1-1-1 0 0,-1 0 0 0 0,0 0 0 0 0,0 0 1 0 0,0 0-1 0 0,-1 0 0 0 0,1-1 1 0 0,-1 0-1 0 0,1 1 0 0 0,-1-1 0 0 0,0 0 1 0 0,0-1-1 0 0,0 1 0 0 0,0-1 0 0 0,0 0 1 0 0,0 0-1 0 0,-7 1 0 0 0,-36 8-849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2.2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9671 0 0,'61'-24'3217'0'0,"-49"20"-3055"0"0,1 0 0 0 0,0-1 0 0 0,-1 0 0 0 0,0-1-1 0 0,20-14 1 0 0,-31 20-203 0 0,-1 0-1 0 0,0-1 1 0 0,1 1-1 0 0,-1 0 1 0 0,0 0-1 0 0,0 0 1 0 0,1-1-1 0 0,-1 1 1 0 0,0 0-1 0 0,0-1 1 0 0,1 1-1 0 0,-1 0 1 0 0,0-1-1 0 0,0 1 1 0 0,0 0-1 0 0,1-1 1 0 0,-1 1-1 0 0,0 0 0 0 0,0-1 1 0 0,0 1-1 0 0,0 0 1 0 0,0-1-1 0 0,0 1 1 0 0,0 0-1 0 0,0-1 1 0 0,0 1-1 0 0,0 0 1 0 0,0-1-1 0 0,0 1 1 0 0,0-1-1 0 0,0 1 1 0 0,0 0-1 0 0,0-1 1 0 0,-1 1-1 0 0,1 0 1 0 0,0-1-1 0 0,0 1 1 0 0,0 0-1 0 0,0-1 1 0 0,-1 1-1 0 0,1 0 1 0 0,0 0-1 0 0,0-1 1 0 0,-1 1-1 0 0,1 0 1 0 0,0 0-1 0 0,-1-1 1 0 0,1 1-1 0 0,0 0 1 0 0,-1-1-1 0 0,-3-2-637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2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6911 0 0,'-14'55'927'0'0,"2"1"-1"0"0,-6 73 0 0 0,16-93-239 0 0,3 41 1 0 0,0-72-302 0 0,2 6-30 0 0,13 33-4 0 0,-15-40-317 0 0,1-1 0 0 0,0 0 0 0 0,0 0 0 0 0,0 0 0 0 0,0 0 0 0 0,0 0 0 0 0,1 0 0 0 0,-1-1 0 0 0,1 1 0 0 0,-1-1 0 0 0,1 0 0 0 0,0 0 0 0 0,0 0 0 0 0,0 0 0 0 0,1 0 0 0 0,-1-1 0 0 0,0 1 0 0 0,1-1 0 0 0,-1 0 0 0 0,1 0 0 0 0,-1 0 0 0 0,1 0 0 0 0,-1-1 0 0 0,5 1 0 0 0,2-1-113 0 0,0 0 0 0 0,-1 0 1 0 0,1-1-1 0 0,-1 0 0 0 0,1-1 0 0 0,-1 0 0 0 0,11-4 0 0 0,6-1-456 0 0,11-5-3660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2.6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13759 0 0,'1'0'304'0'0,"1"0"64"0"0,-4-1 16 0 0,4 1 0 0 0,-1 0-312 0 0,1 0-72 0 0,2-1 0 0 0,3 1 0 0 0,4-2 0 0 0,1 1 0 0 0,1 1-96 0 0,-2-2 96 0 0,1 1-456 0 0,-2 0-32 0 0,-2-1-8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3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11543 0 0,'-1'2'93'0'0,"0"0"-1"0"0,0-1 0 0 0,0 1 0 0 0,0 0 1 0 0,0-1-1 0 0,0 1 0 0 0,1 0 0 0 0,-1 0 1 0 0,1 0-1 0 0,0 0 0 0 0,-1-1 0 0 0,1 1 1 0 0,0 0-1 0 0,0 4 0 0 0,4 32-297 0 0,-2-26 344 0 0,26 335-210 0 0,20 159-80 0 0,-32-401-237 0 0,5 175-1 0 0,-21-266-963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39:54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512 917 919 0 0,'0'-1'290'0'0,"-1"0"0"0"0,1 0 0 0 0,0-1 0 0 0,-1 1 0 0 0,1 0 0 0 0,0-1 0 0 0,0 1 0 0 0,0 0 0 0 0,0-1 0 0 0,0 1 0 0 0,0 0 0 0 0,1 0 0 0 0,-1-1 0 0 0,0 1-1 0 0,1-2 1 0 0,0 2-187 0 0,0-1 0 0 0,0 1 0 0 0,-1 0 0 0 0,1 0-1 0 0,0-1 1 0 0,0 1 0 0 0,0 0 0 0 0,0 0-1 0 0,0 0 1 0 0,1 0 0 0 0,-1 1 0 0 0,2-2 0 0 0,-1 0-90 0 0,1 1 0 0 0,0 0 0 0 0,0 0 1 0 0,0 0-1 0 0,0 0 0 0 0,0 0 1 0 0,0 1-1 0 0,0 0 0 0 0,1-1 1 0 0,-1 1-1 0 0,0 0 0 0 0,5 1 0 0 0,17 2 386 0 0,0-1 0 0 0,0-2 0 0 0,0 0-1 0 0,46-7 1 0 0,-32 0-55 0 0,1-3 0 0 0,48-17 0 0 0,77-26 117 0 0,296-53 0 0 0,-96 22-481 0 0,-164 35 294 0 0,5-6 1268 0 0,15-4-1130 0 0,-77 26-235 0 0,187-38 318 0 0,-125 41-381 0 0,56-11 197 0 0,-177 25-207 0 0,88-31-1 0 0,86-48 625 0 0,-189 68-74 0 0,132-30-1 0 0,-196 56-597 0 0,11-1 799 0 0,-16 3-820 0 0,-1-1 1 0 0,1 1-1 0 0,0 0 0 0 0,-1 0 1 0 0,1-1-1 0 0,-1 1 1 0 0,1 0-1 0 0,-1 0 1 0 0,1 0-1 0 0,-1-1 1 0 0,1 1-1 0 0,-1 0 1 0 0,0 0-1 0 0,1 0 1 0 0,-1 0-1 0 0,0 0 1 0 0,0 2-1 0 0,28 105-54 0 0,9 46-31 0 0,21 303-30 0 0,-35-248 85 0 0,-16-152-5 0 0,5 23 0 0 0,-1-1 0 0 0,0-9 0 0 0,-1 4 54 0 0,-8-59-74 0 0,6 77 272 0 0,-8-83-168 0 0,0 0 0 0 0,0 1 0 0 0,-1-1-1 0 0,0 0 1 0 0,-1 0 0 0 0,0 0 0 0 0,-1 0-1 0 0,-5 14 1 0 0,2-13 82 0 0,-1 1-1 0 0,0-1 1 0 0,0 0-1 0 0,-1-1 1 0 0,-1 1-1 0 0,1-2 1 0 0,-1 1-1 0 0,-1-1 1 0 0,0-1-1 0 0,-21 13 1 0 0,-9 2 25 0 0,-71 27 0 0 0,48-23-283 0 0,-214 94-339 0 0,185-85 401 0 0,-2-4 0 0 0,-102 19 0 0 0,-201 20-76 0 0,141-27 78 0 0,-92 8 28 0 0,58-11 0 0 0,-306 24-74 0 0,280-51-82 0 0,118-7 120 0 0,-49-2-68 0 0,-91 6-139 0 0,136 11 200 0 0,159-14-5 0 0,0 2 0 0 0,-68 23 0 0 0,98-27 30 0 0,0 1-1 0 0,-22 12 1 0 0,31-15-162 0 0,-1 0 0 0 0,1 0-1 0 0,0 0 1 0 0,-1 1 0 0 0,1 0 0 0 0,1 0 0 0 0,-1 0-1 0 0,1 0 1 0 0,-1 0 0 0 0,-2 6 0 0 0,3-3-1503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3.2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 2303 0 0,'-1'9'1016'0'0,"0"0"0"0"0,-1 1 0 0 0,0-1 0 0 0,-3 9 0 0 0,-3 17-698 0 0,-17 77-757 0 0,18-88 32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5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9815 0 0,'-1'0'68'0'0,"-1"1"0"0"0,0-1 0 0 0,1 1 0 0 0,-1 0 0 0 0,1-1 0 0 0,-1 1 0 0 0,1 0 0 0 0,-1 0 0 0 0,1 0 0 0 0,0 0 0 0 0,-1 1 0 0 0,1-1 0 0 0,0 0 0 0 0,0 0 0 0 0,0 1 0 0 0,0-1 0 0 0,0 1 0 0 0,0-1 0 0 0,0 1 0 0 0,0-1 0 0 0,1 1-1 0 0,-1 0 1 0 0,1-1 0 0 0,-1 1 0 0 0,1 0 0 0 0,0-1 0 0 0,-1 1 0 0 0,1 0 0 0 0,0 0 0 0 0,0-1 0 0 0,0 1 0 0 0,0 0 0 0 0,1 0 0 0 0,-1 1 0 0 0,5 38 5 0 0,2 0-1 0 0,1-1 1 0 0,20 57-1 0 0,-24-85-98 0 0,48 131-2379 0 0,-51-137 1671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5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56 7343 0 0,'2'-4'58'0'0,"0"1"0"0"0,1 0 0 0 0,-1 0 0 0 0,1 0-1 0 0,0 0 1 0 0,0 0 0 0 0,0 1 0 0 0,1 0 0 0 0,-1-1-1 0 0,0 1 1 0 0,1 0 0 0 0,0 1 0 0 0,-1-1 0 0 0,8-2-1 0 0,1 1-54 0 0,0-1 0 0 0,0 2-1 0 0,20-3 1 0 0,-18 4-1 0 0,1 1 1 0 0,-1 0 0 0 0,0 1-1 0 0,18 3 1 0 0,-26-3-3 0 0,0 1 0 0 0,0-1-1 0 0,-1 1 1 0 0,1 0 0 0 0,0 0 0 0 0,-1 1 0 0 0,1 0-1 0 0,-1 0 1 0 0,0 0 0 0 0,0 0 0 0 0,0 1 0 0 0,6 6-1 0 0,-10-9 7 0 0,0 0 0 0 0,0 0-1 0 0,-1 0 1 0 0,1 0 0 0 0,0 0-1 0 0,-1 1 1 0 0,1-1-1 0 0,-1 0 1 0 0,1 1 0 0 0,-1-1-1 0 0,0 0 1 0 0,0 1 0 0 0,1-1-1 0 0,-1 0 1 0 0,0 1 0 0 0,0-1-1 0 0,0 0 1 0 0,0 1 0 0 0,-1-1-1 0 0,1 0 1 0 0,0 1-1 0 0,0-1 1 0 0,-1 0 0 0 0,1 1-1 0 0,-1-1 1 0 0,0 0 0 0 0,1 0-1 0 0,-1 0 1 0 0,0 1 0 0 0,1-1-1 0 0,-1 0 1 0 0,0 0-1 0 0,0 0 1 0 0,0 0 0 0 0,0 0-1 0 0,-1 0 1 0 0,-6 6 76 0 0,1 0 0 0 0,-1-1 0 0 0,-15 10 0 0 0,17-13-51 0 0,-161 90 471 0 0,148-84-477 0 0,1 1-1 0 0,-22 15 1 0 0,33-18-195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6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73 8495 0 0,'-2'2'78'0'0,"0"1"-1"0"0,0-1 0 0 0,0 1 0 0 0,1 0 1 0 0,-1-1-1 0 0,1 1 0 0 0,0 0 0 0 0,0 0 1 0 0,0 0-1 0 0,0 0 0 0 0,0 0 0 0 0,0 6 1 0 0,0-1-84 0 0,2 1 0 0 0,-1-1 0 0 0,4 13 0 0 0,-3-10 92 0 0,8 36-230 0 0,2 0 1 0 0,20 57-1 0 0,-30-103 99 0 0,-1 0-1 0 0,1 0 1 0 0,-1 0-1 0 0,1-1 1 0 0,-1 1-1 0 0,0 0 1 0 0,1 0-1 0 0,-1 0 1 0 0,0 0-1 0 0,0 0 1 0 0,0 0-1 0 0,0-1 1 0 0,0 1-1 0 0,0 0 1 0 0,0 0-1 0 0,0 0 1 0 0,0 0-1 0 0,-1 1 1 0 0,-10-9-95 0 0,-15-26 732 0 0,18 20-471 0 0,0 0 0 0 0,1 0 0 0 0,1-1 0 0 0,0 0 0 0 0,1-1 0 0 0,1 1 0 0 0,0-1 0 0 0,1 0 0 0 0,-3-25 0 0 0,6 33-109 0 0,-1 1 1 0 0,1-1 0 0 0,0 0 0 0 0,1 0 0 0 0,-1 0 0 0 0,2 1 0 0 0,-1-1 0 0 0,0 0 0 0 0,1 1 0 0 0,1-1 0 0 0,-1 1 0 0 0,1 0 0 0 0,0 0 0 0 0,0 0 0 0 0,1 0 0 0 0,-1 0 0 0 0,1 1 0 0 0,1 0 0 0 0,-1 0 0 0 0,1 0-1 0 0,0 0 1 0 0,0 1 0 0 0,10-7 0 0 0,-8 6-19 0 0,1 1 0 0 0,0 0 0 0 0,1 0 0 0 0,-1 1 0 0 0,1 0 0 0 0,0 0 0 0 0,9-1 0 0 0,-16 4-28 0 0,0-1-1 0 0,0 1 0 0 0,0 0 1 0 0,0 0-1 0 0,0 0 1 0 0,0 0-1 0 0,1 0 0 0 0,-1 0 1 0 0,0 1-1 0 0,0-1 0 0 0,0 1 1 0 0,0-1-1 0 0,0 1 1 0 0,0 0-1 0 0,0 0 0 0 0,0 0 1 0 0,0 0-1 0 0,0 0 0 0 0,0 0 1 0 0,-1 0-1 0 0,1 1 0 0 0,-1-1 1 0 0,1 1-1 0 0,-1-1 1 0 0,1 1-1 0 0,-1 0 0 0 0,0-1 1 0 0,1 1-1 0 0,-1 0 0 0 0,0 0 1 0 0,0 0-1 0 0,0 0 1 0 0,-1 0-1 0 0,1 0 0 0 0,0 3 1 0 0,0-1-124 0 0,0 0-1 0 0,-1 0 1 0 0,1 0 0 0 0,-1 0 0 0 0,0 1 0 0 0,0-1 0 0 0,-1 0 0 0 0,1 0 0 0 0,-1 0 0 0 0,0 0 0 0 0,0 0-1 0 0,-2 5 1 0 0,-3 3-309 0 0,0 0 0 0 0,-11 16 0 0 0,-7 16 3116 0 0,23-43-2523 0 0,1 0-1 0 0,0 1 1 0 0,0-1 0 0 0,0 0 0 0 0,0 1 0 0 0,0-1-1 0 0,0 1 1 0 0,0-1 0 0 0,0 0 0 0 0,1 1 0 0 0,-1-1 0 0 0,0 0-1 0 0,1 1 1 0 0,-1-1 0 0 0,1 0 0 0 0,0 0 0 0 0,-1 0-1 0 0,1 1 1 0 0,0-1 0 0 0,0 0 0 0 0,0 0 0 0 0,0 0 0 0 0,0 0-1 0 0,0 0 1 0 0,0 0 0 0 0,0-1 0 0 0,0 1 0 0 0,0 0-1 0 0,0 0 1 0 0,0-1 0 0 0,2 2 0 0 0,5 2 195 0 0,-1 0 0 0 0,1 0 0 0 0,13 3 0 0 0,-11-3-295 0 0,1-1 0 0 0,-1-1 0 0 0,1 0-1 0 0,0-1 1 0 0,0 0 0 0 0,0 0 0 0 0,0-1 0 0 0,0-1-1 0 0,0 0 1 0 0,0 0 0 0 0,0-1 0 0 0,20-6-1 0 0,-19 3-875 0 0,0 0-1 0 0,-1 0 0 0 0,0-1 1 0 0,1 0-1 0 0,-2-1 0 0 0,18-14 0 0 0,-15 9-2537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6.5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65 229 5871 0 0,'-1'8'241'0'0,"0"-1"0"0"0,0 0-1 0 0,1 1 1 0 0,-1-1-1 0 0,2 1 1 0 0,-1-1-1 0 0,1 0 1 0 0,1 8-1 0 0,1-1 297 0 0,1 0 0 0 0,0-1 0 0 0,7 17-1 0 0,-10-28-461 0 0,-1-1-1 0 0,1 1 0 0 0,0-1 0 0 0,-1 1 0 0 0,1-1 0 0 0,0 1 0 0 0,0-1 1 0 0,0 0-1 0 0,0 1 0 0 0,0-1 0 0 0,0 0 0 0 0,1 0 0 0 0,-1 0 1 0 0,0 0-1 0 0,1 0 0 0 0,-1 0 0 0 0,0 0 0 0 0,3 1 0 0 0,-2-2-39 0 0,-1 0-1 0 0,0 0 0 0 0,0-1 0 0 0,0 1 1 0 0,0 0-1 0 0,0-1 0 0 0,0 1 0 0 0,0-1 1 0 0,0 1-1 0 0,0-1 0 0 0,0 1 0 0 0,0-1 1 0 0,0 0-1 0 0,0 1 0 0 0,0-1 0 0 0,0 0 1 0 0,-1 0-1 0 0,1 0 0 0 0,0 0 0 0 0,-1 1 1 0 0,1-1-1 0 0,0 0 0 0 0,-1 0 0 0 0,1 0 1 0 0,-1 0-1 0 0,0-1 0 0 0,1-1 0 0 0,4-8-7 0 0,-1-1 0 0 0,0 0-1 0 0,-1 0 1 0 0,-1 0-1 0 0,0 0 1 0 0,0 0 0 0 0,-1-1-1 0 0,-1 1 1 0 0,0 0-1 0 0,-1-1 1 0 0,0 1 0 0 0,-5-21-1 0 0,1 13 12 0 0,0 0-1 0 0,-2 1 1 0 0,0-1-1 0 0,-1 1 0 0 0,-1 1 1 0 0,-21-33-1 0 0,28 48-46 0 0,0 0-1 0 0,-1 0 1 0 0,1 0-1 0 0,-1 1 1 0 0,1-1-1 0 0,-1 1 0 0 0,0-1 1 0 0,0 1-1 0 0,0 0 1 0 0,0 0-1 0 0,-4-1 1 0 0,6 2 5 0 0,0 1 1 0 0,0 0 0 0 0,0 0 0 0 0,0-1-1 0 0,0 1 1 0 0,0 0 0 0 0,0 0 0 0 0,-1 0-1 0 0,1 0 1 0 0,0 0 0 0 0,0 0-1 0 0,0 1 1 0 0,0-1 0 0 0,0 0 0 0 0,0 1-1 0 0,0-1 1 0 0,0 0 0 0 0,0 1 0 0 0,0-1-1 0 0,0 1 1 0 0,0-1 0 0 0,0 1 0 0 0,0 0-1 0 0,0-1 1 0 0,1 1 0 0 0,-1 0-1 0 0,0 0 1 0 0,0 0 0 0 0,1 0 0 0 0,-1-1-1 0 0,1 1 1 0 0,-1 0 0 0 0,1 0 0 0 0,-1 0-1 0 0,1 0 1 0 0,-1 0 0 0 0,1 0 0 0 0,0 0-1 0 0,-1 2 1 0 0,-1 6-316 0 0,0 0-1 0 0,1 0 1 0 0,0 0 0 0 0,0 0 0 0 0,1 0-1 0 0,0 0 1 0 0,1 0 0 0 0,0 0-1 0 0,0 0 1 0 0,1 0 0 0 0,0-1 0 0 0,1 1-1 0 0,0 0 1 0 0,7 13 0 0 0,1-2-2719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6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63 6847 0 0,'0'-2'76'0'0,"1"1"0"0"0,0-1 0 0 0,-1 1-1 0 0,1-1 1 0 0,-1 1 0 0 0,0-1-1 0 0,0 1 1 0 0,1-1 0 0 0,-1 0 0 0 0,0 1-1 0 0,0-1 1 0 0,0 1 0 0 0,-1-1-1 0 0,1 1 1 0 0,0-1 0 0 0,0 0 0 0 0,-1 1-1 0 0,1-1 1 0 0,-1 1 0 0 0,0-1-1 0 0,1 1 1 0 0,-1 0 0 0 0,0-1 0 0 0,0 1-1 0 0,0 0 1 0 0,0-1 0 0 0,0 1-1 0 0,-2-2 1 0 0,0 1 45 0 0,0 0-1 0 0,0 0 1 0 0,0 0-1 0 0,-1 1 1 0 0,1-1 0 0 0,0 1-1 0 0,-1 0 1 0 0,1 0-1 0 0,-1 0 1 0 0,0 0-1 0 0,-6 0 1 0 0,7 1-103 0 0,-1 0-1 0 0,1 0 1 0 0,-1 0 0 0 0,1 0-1 0 0,0 1 1 0 0,-1-1 0 0 0,1 1-1 0 0,0 0 1 0 0,-1 0 0 0 0,1 1-1 0 0,0-1 1 0 0,0 0 0 0 0,-5 4 0 0 0,2-1-21 0 0,1 1 0 0 0,-1-1 1 0 0,1 1-1 0 0,1 0 0 0 0,-1 0 1 0 0,-6 9-1 0 0,3-2-18 0 0,1 1-1 0 0,0 0 1 0 0,0 0 0 0 0,2 0 0 0 0,-9 28-1 0 0,12-32 23 0 0,0 0 1 0 0,1 0-1 0 0,0 0 0 0 0,0 1 0 0 0,1-1 0 0 0,0 0 0 0 0,1 0 1 0 0,0 1-1 0 0,1-1 0 0 0,-1 0 0 0 0,2 0 0 0 0,-1 0 0 0 0,1-1 1 0 0,5 10-1 0 0,-5-12 17 0 0,0-1 0 0 0,0 0 1 0 0,0 0-1 0 0,1 0 1 0 0,0 0-1 0 0,0-1 0 0 0,0 1 1 0 0,0-1-1 0 0,1 0 0 0 0,-1 0 1 0 0,1-1-1 0 0,0 0 1 0 0,1 1-1 0 0,-1-2 0 0 0,0 1 1 0 0,1 0-1 0 0,0-1 0 0 0,-1 0 1 0 0,1-1-1 0 0,0 1 1 0 0,0-1-1 0 0,9 0 0 0 0,-3 0-71 0 0,0 0 0 0 0,1-2 0 0 0,-1 0 0 0 0,1 0-1 0 0,-1-1 1 0 0,0 0 0 0 0,0-1 0 0 0,0-1 0 0 0,12-5-1 0 0,-9 1-422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7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78 2303 0 0,'0'-4'830'0'0,"1"1"0"0"0,-1-1 0 0 0,1 1-1 0 0,-1 0 1 0 0,1-1 0 0 0,0 1 0 0 0,2-4-1 0 0,20-33-520 0 0,-18 33-337 0 0,-38 42-5350 0 0,22-24 5057 0 0,-20 24-1 0 0,30-34 333 0 0,-82 124 2586 0 0,73-108-2163 0 0,1 0-1 0 0,1 1 1 0 0,0 0-1 0 0,1 1 1 0 0,-6 29-1 0 0,12-45-310 0 0,0 0 0 0 0,1 0 0 0 0,-1 0 0 0 0,1 0 0 0 0,0 0 0 0 0,0 0 0 0 0,0 0 0 0 0,0 0 0 0 0,0 0 0 0 0,1 0 0 0 0,0 0 0 0 0,-1 0 0 0 0,1 0 0 0 0,0 0 0 0 0,0 0 0 0 0,1-1 0 0 0,1 5 0 0 0,-1-5-8 0 0,1 0 0 0 0,-1 0 0 0 0,0 0 0 0 0,1 0 0 0 0,-1-1 1 0 0,1 1-1 0 0,-1-1 0 0 0,1 1 0 0 0,0-1 0 0 0,0 0 0 0 0,0 0 1 0 0,-1-1-1 0 0,1 1 0 0 0,0 0 0 0 0,0-1 0 0 0,0 0 0 0 0,6 0 1 0 0,5 1-39 0 0,1-2 0 0 0,-1 1 0 0 0,1-2-1 0 0,15-3 1 0 0,-22 3-198 0 0,-1 0-1 0 0,1 0 0 0 0,-1-1 0 0 0,0 0 0 0 0,0 0 0 0 0,0-1 0 0 0,0 0 0 0 0,-1 0 0 0 0,10-7 0 0 0,-8 0-1463 0 0,-6 5 691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35 7023 0 0,'-3'0'312'0'0,"2"-3"64"0"0,-2 3-304 0 0,3-1 160 0 0,1-2 32 0 0,2 2 8 0 0,3-4 0 0 0,2 1-272 0 0,3-1-112 0 0,0-1 8 0 0,2-1-3352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41 1839 0 0,'1'-1'290'0'0,"0"0"-1"0"0,0-1 0 0 0,0 1 0 0 0,-1 0 0 0 0,1-1 0 0 0,0 1 0 0 0,-1-1 0 0 0,1 1 0 0 0,0-1 0 0 0,-1 0 0 0 0,0 1 0 0 0,1-1 0 0 0,-1 1 0 0 0,0-1 0 0 0,0 0 0 0 0,0 1 1 0 0,0-3-1 0 0,0 3-111 0 0,-1 1 1 0 0,1-1 0 0 0,0 1-1 0 0,0-1 1 0 0,-1 0 0 0 0,1 1-1 0 0,0-1 1 0 0,-1 1 0 0 0,1-1 0 0 0,0 1-1 0 0,-1-1 1 0 0,1 1 0 0 0,-1-1-1 0 0,1 1 1 0 0,-1-1 0 0 0,1 1-1 0 0,-1 0 1 0 0,1-1 0 0 0,-1 1 0 0 0,1 0-1 0 0,-1-1 1 0 0,-1 1 0 0 0,-13-1-739 0 0,7 3 648 0 0,1 0 0 0 0,-1 1 1 0 0,1-1-1 0 0,0 1 0 0 0,0 1 0 0 0,0-1 1 0 0,-6 6-1 0 0,-47 35 257 0 0,40-28-187 0 0,12-11 18 0 0,1 1 1 0 0,0 1-1 0 0,0-1 0 0 0,1 1 1 0 0,0 0-1 0 0,0 0 0 0 0,-5 9 0 0 0,10-14-144 0 0,0 0 0 0 0,0 0 0 0 0,0-1 0 0 0,0 1 0 0 0,1 0 0 0 0,-1 0 0 0 0,0 0 0 0 0,1 0 0 0 0,0 0 0 0 0,0 1 0 0 0,-1-1 0 0 0,1 0 0 0 0,0 0 0 0 0,1 0 0 0 0,-1 0 0 0 0,0 0 0 0 0,1 0 0 0 0,-1 0 0 0 0,1 0 0 0 0,-1 0 0 0 0,1 0 0 0 0,0 0 0 0 0,0 0 0 0 0,0 0 0 0 0,0-1 0 0 0,0 1 0 0 0,0 0 0 0 0,1-1 0 0 0,-1 1 0 0 0,0-1 0 0 0,1 1-1 0 0,0-1 1 0 0,-1 1 0 0 0,1-1 0 0 0,0 0 0 0 0,-1 0 0 0 0,4 1 0 0 0,20 12-74 0 0,0-1-1 0 0,38 13 0 0 0,30 14-65 0 0,-90-38 116 0 0,-1-1 1 0 0,1 1-1 0 0,0 0 0 0 0,0 0 0 0 0,-1 0 0 0 0,1 0 1 0 0,-1 0-1 0 0,0 1 0 0 0,0-1 0 0 0,0 1 0 0 0,0-1 1 0 0,0 1-1 0 0,0 0 0 0 0,1 4 0 0 0,-2-5 2 0 0,-1 0 1 0 0,1 0-1 0 0,-1 0 0 0 0,0 0 0 0 0,1 0 0 0 0,-1 0 0 0 0,0 1 0 0 0,-1-1 0 0 0,1 0 1 0 0,0 0-1 0 0,-1 0 0 0 0,1 0 0 0 0,-1 0 0 0 0,1 0 0 0 0,-1 0 0 0 0,0 0 1 0 0,0 0-1 0 0,0 0 0 0 0,0-1 0 0 0,0 1 0 0 0,-1 0 0 0 0,-1 2 0 0 0,-11 11 420 0 0,0-2-1 0 0,-1 0 0 0 0,0 0 1 0 0,-1-1-1 0 0,0-1 0 0 0,-1-1 1 0 0,0-1-1 0 0,-33 14 0 0 0,42-21-358 0 0,7-5-709 0 0,7-7-1543 0 0,2-1 757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48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 11519 0 0,'-16'4'1758'0'0,"0"0"-1"0"0,0 1 1 0 0,-18 9 0 0 0,17-6-1498 0 0,0 1 1 0 0,-27 19 0 0 0,32-19-707 0 0,1 0 0 0 0,-1 1 1 0 0,2 1-1 0 0,-1-1 0 0 0,2 2 0 0 0,-1-1 0 0 0,1 1 1 0 0,1 1-1 0 0,-12 24 0 0 0,19-35 391 0 0,0 0 0 0 0,0-1 0 0 0,1 1 0 0 0,-1 0 0 0 0,1 0 0 0 0,0 0 0 0 0,-1 0 0 0 0,1-1 0 0 0,0 1 0 0 0,0 0 1 0 0,0 0-1 0 0,0 0 0 0 0,1 0 0 0 0,-1 0 0 0 0,0-1 0 0 0,1 1 0 0 0,-1 0 0 0 0,1 0 0 0 0,0 0 0 0 0,-1-1 0 0 0,1 1 0 0 0,0 0 0 0 0,0-1 0 0 0,0 1 0 0 0,0-1 0 0 0,1 1 0 0 0,-1-1 0 0 0,0 0 1 0 0,1 1-1 0 0,-1-1 0 0 0,0 0 0 0 0,1 0 0 0 0,0 0 0 0 0,-1 0 0 0 0,4 1 0 0 0,6 4 66 0 0,1-1-1 0 0,0-1 1 0 0,0 0 0 0 0,16 3-1 0 0,-12-3-112 0 0,25 5 99 0 0,33 11 225 0 0,-67-18-150 0 0,0 1-1 0 0,-1-1 1 0 0,1 2 0 0 0,-1-1 0 0 0,0 1-1 0 0,0 0 1 0 0,0 0 0 0 0,6 6-1 0 0,-11-9-42 0 0,0 0-1 0 0,0 0 0 0 0,-1 0 1 0 0,1 0-1 0 0,0 0 1 0 0,-1 0-1 0 0,1 0 0 0 0,-1 0 1 0 0,1 0-1 0 0,-1 0 0 0 0,0 0 1 0 0,1 1-1 0 0,-1-1 1 0 0,0 0-1 0 0,0 0 0 0 0,0 0 1 0 0,0 0-1 0 0,0 1 0 0 0,0-1 1 0 0,0 2-1 0 0,-1 0 27 0 0,0 0 0 0 0,0 0 1 0 0,0 0-1 0 0,0 0 0 0 0,0 0 0 0 0,-1 0 0 0 0,-2 4 1 0 0,-4 3 372 0 0,0 0 0 0 0,-17 17 1 0 0,25-27-397 0 0,-81 69 2527 0 0,63-56-2609 0 0,0-1 0 0 0,-1 0 0 0 0,0-2 1 0 0,-1 0-1 0 0,-26 9 0 0 0,33-16-804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0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30 137 4607 0 0,'0'4'270'0'0,"1"1"0"0"0,0-1 1 0 0,0 1-1 0 0,1-1 0 0 0,-1 1 0 0 0,1-1 0 0 0,0 0 0 0 0,0 0 0 0 0,0 0 0 0 0,1 0 0 0 0,-1 0 0 0 0,1 0 0 0 0,4 4 0 0 0,14 23 99 0 0,-25-31-96 0 0,1 0 0 0 0,-1 0 0 0 0,1 0 0 0 0,-1-1 1 0 0,1 1-1 0 0,-1-1 0 0 0,1 0 0 0 0,-5-2 0 0 0,4 1-153 0 0,1-1-1 0 0,0 0 0 0 0,-1 0 0 0 0,1 0 0 0 0,0 0 0 0 0,1 0 1 0 0,-1-1-1 0 0,1 1 0 0 0,-1-1 0 0 0,1 0 0 0 0,0 1 0 0 0,0-1 1 0 0,1 0-1 0 0,-1 0 0 0 0,1 0 0 0 0,0-1 0 0 0,0 1 0 0 0,0 0 1 0 0,1 0-1 0 0,-1-1 0 0 0,1 1 0 0 0,0 0 0 0 0,0 0 0 0 0,1-1 1 0 0,-1 1-1 0 0,3-7 0 0 0,-2 4-105 0 0,1 1-1 0 0,0 0 1 0 0,0 0-1 0 0,0 0 1 0 0,1 0-1 0 0,0 0 1 0 0,0 1-1 0 0,0-1 1 0 0,1 1-1 0 0,0 0 1 0 0,0 0-1 0 0,0 0 1 0 0,0 0-1 0 0,1 1 1 0 0,0-1 0 0 0,0 1-1 0 0,6-3 1 0 0,-6 4-174 0 0,0 1 0 0 0,0-1 1 0 0,0 1-1 0 0,0 1 1 0 0,0-1-1 0 0,0 1 0 0 0,0 0 1 0 0,1 0-1 0 0,-1 0 1 0 0,1 1-1 0 0,-1 0 0 0 0,0 0 1 0 0,1 0-1 0 0,-1 0 1 0 0,0 1-1 0 0,8 2 0 0 0,-2 0-4212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0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0 174 5063 0 0,'7'1'4963'0'0,"10"1"-4292"0"0,-11-2-651 0 0,1 0 0 0 0,-1-1 1 0 0,0 0-1 0 0,0 0 0 0 0,1-1 1 0 0,-1 0-1 0 0,0 0 0 0 0,-1 0 1 0 0,1-1-1 0 0,0 0 0 0 0,-1 0 0 0 0,1 0 1 0 0,-1-1-1 0 0,0 1 0 0 0,9-10 1 0 0,-12 11-15 0 0,1-1-1 0 0,0 0 1 0 0,-1 0 0 0 0,0-1 0 0 0,0 1 0 0 0,0 0 0 0 0,0-1-1 0 0,0 1 1 0 0,-1-1 0 0 0,1 0 0 0 0,-1 1 0 0 0,0-1 0 0 0,0 0-1 0 0,-1 0 1 0 0,1 0 0 0 0,-1 0 0 0 0,1 0 0 0 0,-1 0 0 0 0,-1 0-1 0 0,1 0 1 0 0,0 1 0 0 0,-1-1 0 0 0,0 0 0 0 0,0 0 0 0 0,0 0 0 0 0,-2-3-1 0 0,2 5 12 0 0,1 0 0 0 0,-1 0 0 0 0,0 0-1 0 0,0 0 1 0 0,0 1 0 0 0,0-1-1 0 0,0 0 1 0 0,0 1 0 0 0,-1-1 0 0 0,1 1-1 0 0,0-1 1 0 0,-1 1 0 0 0,1-1-1 0 0,-1 1 1 0 0,1 0 0 0 0,-1 0 0 0 0,0 0-1 0 0,0 0 1 0 0,1 0 0 0 0,-1 0 0 0 0,0 1-1 0 0,-4-2 1 0 0,4 2-10 0 0,1 0-1 0 0,-1 1 0 0 0,0-1 1 0 0,0 1-1 0 0,0-1 1 0 0,1 1-1 0 0,-1 0 1 0 0,0-1-1 0 0,1 1 1 0 0,-1 0-1 0 0,0 0 1 0 0,1 0-1 0 0,-1 1 1 0 0,1-1-1 0 0,0 0 1 0 0,-1 0-1 0 0,1 1 1 0 0,0-1-1 0 0,0 1 1 0 0,0-1-1 0 0,0 1 1 0 0,0-1-1 0 0,0 1 1 0 0,-1 3-1 0 0,-5 10-105 0 0,0 0 0 0 0,1 0 1 0 0,0 1-1 0 0,2 0 0 0 0,0 0 0 0 0,-3 26 0 0 0,6-34 126 0 0,0 1 0 0 0,0-1-1 0 0,1 1 1 0 0,1-1 0 0 0,0 1-1 0 0,0-1 1 0 0,0 1-1 0 0,1-1 1 0 0,0 0 0 0 0,1 0-1 0 0,0 0 1 0 0,0 0 0 0 0,1 0-1 0 0,6 10 1 0 0,-8-15 56 0 0,1 0-1 0 0,-1-1 1 0 0,1 1-1 0 0,0-1 1 0 0,0 1-1 0 0,0-1 1 0 0,0 0-1 0 0,1 0 1 0 0,-1 0-1 0 0,0-1 1 0 0,1 1-1 0 0,0-1 1 0 0,-1 0-1 0 0,1 0 1 0 0,-1 0-1 0 0,1 0 1 0 0,0-1-1 0 0,0 1 1 0 0,0-1 0 0 0,-1 0-1 0 0,1 0 1 0 0,0-1-1 0 0,6 0 1 0 0,9-3-143 0 0,0 0 1 0 0,0-1 0 0 0,25-12 0 0 0,-20 8-549 0 0,2-2-1349 0 0,-14 6-1969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1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215 253 1375 0 0,'-2'-1'336'0'0,"0"1"0"0"0,0-1-1 0 0,0 1 1 0 0,0 0 0 0 0,0 0-1 0 0,0 0 1 0 0,0 0-1 0 0,0 0 1 0 0,0 0 0 0 0,0 1-1 0 0,0-1 1 0 0,0 1 0 0 0,1-1-1 0 0,-1 1 1 0 0,-2 1-1 0 0,-30 14 2619 0 0,28-13-3374 0 0,-5 4 412 0 0,1 1 0 0 0,0-1-1 0 0,0 2 1 0 0,0 0-1 0 0,1 0 1 0 0,0 0 0 0 0,1 1-1 0 0,0 0 1 0 0,1 1 0 0 0,0 0-1 0 0,0 0 1 0 0,1 1-1 0 0,1-1 1 0 0,0 1 0 0 0,0 1-1 0 0,2-1 1 0 0,-1 0 0 0 0,1 1-1 0 0,1 0 1 0 0,-1 21-1 0 0,3-32 3 0 0,0 0 1 0 0,0 0-1 0 0,0-1 0 0 0,1 1 0 0 0,-1 0 0 0 0,0 0 0 0 0,1 0 0 0 0,-1-1 0 0 0,1 1 0 0 0,0 0 1 0 0,0 0-1 0 0,0-1 0 0 0,0 1 0 0 0,0-1 0 0 0,0 1 0 0 0,0-1 0 0 0,0 1 0 0 0,0-1 0 0 0,1 0 0 0 0,-1 1 1 0 0,0-1-1 0 0,3 1 0 0 0,-1-1 15 0 0,-1 1 0 0 0,1-1-1 0 0,0 0 1 0 0,1 0 0 0 0,-1-1 0 0 0,0 1 0 0 0,0-1 0 0 0,0 1-1 0 0,0-1 1 0 0,0 0 0 0 0,7-1 0 0 0,2-1 72 0 0,0 0 0 0 0,-1-1 0 0 0,1 0 0 0 0,-1-1-1 0 0,22-10 1 0 0,-12 3-163 0 0,-1-1-1 0 0,0 0 0 0 0,-1-1 1 0 0,-1-2-1 0 0,0 0 0 0 0,0 0 1 0 0,28-35-1 0 0,-40 42-38 0 0,1-1 0 0 0,-2 0 0 0 0,1 0 0 0 0,-1 0 0 0 0,0 0 0 0 0,-1-1 0 0 0,-1 0 0 0 0,1 0 0 0 0,-1 0 0 0 0,-1 0 0 0 0,0-1 0 0 0,0 1 0 0 0,-1-1 0 0 0,-1 1 0 0 0,1-1 0 0 0,-2 1 0 0 0,1-1 0 0 0,-2 1 0 0 0,-3-18 0 0 0,2 17 333 0 0,-1 1 1 0 0,0 0-1 0 0,0 1 0 0 0,-1-1 0 0 0,0 1 1 0 0,-1-1-1 0 0,-12-14 0 0 0,-2 1 1127 0 0,-34-29 0 0 0,53 51-1319 0 0,1 1 0 0 0,-1-1-1 0 0,0 0 1 0 0,1 1 0 0 0,-1-1 0 0 0,0 0-1 0 0,0 1 1 0 0,1-1 0 0 0,-1 1 0 0 0,0-1 0 0 0,0 1-1 0 0,0 0 1 0 0,0-1 0 0 0,0 1 0 0 0,0 0-1 0 0,-2-1 1 0 0,3 1-16 0 0,0 1 0 0 0,-1-1 0 0 0,1 0 0 0 0,0 0 0 0 0,0 1 0 0 0,-1-1 0 0 0,1 0 0 0 0,0 1 0 0 0,0-1 0 0 0,0 0 0 0 0,-1 1 0 0 0,1-1 0 0 0,0 0 0 0 0,0 1 0 0 0,0-1 0 0 0,0 0 0 0 0,0 1 0 0 0,0-1 0 0 0,0 1 0 0 0,0-1 0 0 0,0 0 0 0 0,0 1 0 0 0,0-1 0 0 0,0 0 0 0 0,0 1 0 0 0,0-1 0 0 0,0 0 0 0 0,0 1 0 0 0,9 33 155 0 0,24 40 497 0 0,-31-70-424 0 0,6 12 6 0 0,23 44-8 0 0,-23-44-46 0 0,0-1-22 0 0,25 48-2 0 0,-24-47-4 0 0,-2-4-17 0 0,24 36-10 0 0,-24-36 122 0 0,3-3-150 0 0,30 27-6 0 0,-38-34-89 0 0,0 0 0 0 0,1 0 0 0 0,-1 0 0 0 0,1-1 0 0 0,-1 1 1 0 0,1-1-1 0 0,0 1 0 0 0,0-1 0 0 0,-1 0 0 0 0,1 0 0 0 0,0 0 0 0 0,0 0 0 0 0,0-1 0 0 0,0 1 0 0 0,6-1 0 0 0,-7 0-61 0 0,1 0-1 0 0,-1-1 1 0 0,1 1-1 0 0,-1-1 1 0 0,0 0-1 0 0,1 0 1 0 0,-1 0-1 0 0,0 0 0 0 0,0 0 1 0 0,0 0-1 0 0,0-1 1 0 0,0 1-1 0 0,0-1 1 0 0,0 1-1 0 0,2-4 0 0 0,0 1-260 0 0,-1 0-1 0 0,0 0 0 0 0,0-1 1 0 0,0 1-1 0 0,-1-1 0 0 0,0 0 0 0 0,0 0 1 0 0,0 0-1 0 0,0 0 0 0 0,-1 0 0 0 0,0 0 1 0 0,0 0-1 0 0,0 0 0 0 0,0-11 0 0 0,-3 6-475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1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2759 0 0,'2'3'248'0'0,"-1"1"-248"0"0,3 3 528 0 0,2 4 1256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1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2759 0 0,'3'4'651'0'0,"0"0"0"0"0,1-1 0 0 0,-1 1 0 0 0,1-1 0 0 0,0 0 0 0 0,8 6 0 0 0,-4-5-471 0 0,0-1-1 0 0,0 1 1 0 0,0-1-1 0 0,0 0 1 0 0,0-1-1 0 0,12 2 1 0 0,-5-2-300 0 0,1 0 1 0 0,-1-1-1 0 0,1-1 0 0 0,-1-1 1 0 0,27-4-1 0 0,-27 3 250 0 0,0-2-1 0 0,-1 1 1 0 0,1-2-1 0 0,0 0 1 0 0,-1-1-1 0 0,0-1 0 0 0,-1 0 1 0 0,0 0-1 0 0,0-1 1 0 0,0-1-1 0 0,14-13 1 0 0,-20 11 1389 0 0,-15 12-228 0 0,-17 10-549 0 0,14-3-717 0 0,0 1 0 0 0,1-1 0 0 0,0 2 0 0 0,1-1 1 0 0,0 1-1 0 0,1 1 0 0 0,0 0 0 0 0,0 0 0 0 0,-11 24 1 0 0,18-34-19 0 0,0 1 0 0 0,1-1 1 0 0,-1 1-1 0 0,1 0 0 0 0,-1-1 1 0 0,1 1-1 0 0,0 0 0 0 0,0 0 1 0 0,0-1-1 0 0,0 1 0 0 0,0 0 1 0 0,0-1-1 0 0,0 1 0 0 0,0 0 1 0 0,1-1-1 0 0,-1 1 0 0 0,1 0 0 0 0,-1-1 1 0 0,1 1-1 0 0,0-1 0 0 0,-1 1 1 0 0,3 2-1 0 0,-1-1 12 0 0,1-1 0 0 0,-1 1 0 0 0,1-1 0 0 0,0 0-1 0 0,-1 0 1 0 0,1 0 0 0 0,0 0 0 0 0,0 0 0 0 0,1 0 0 0 0,4 1 0 0 0,6 2 56 0 0,1-1 0 0 0,1 0 1 0 0,28 3-1 0 0,-22-5 23 0 0,-7-1 43 0 0,0 1-1 0 0,0 0 1 0 0,23 8 0 0 0,-38-10-135 0 0,0 0-1 0 0,1 0 1 0 0,-1 0-1 0 0,1 0 1 0 0,-1 0-1 0 0,1 0 1 0 0,-1 1-1 0 0,1-1 1 0 0,-1 0-1 0 0,0 0 1 0 0,1 1-1 0 0,-1-1 1 0 0,0 0-1 0 0,1 1 1 0 0,-1-1-1 0 0,0 0 1 0 0,1 1-1 0 0,-1-1 1 0 0,0 0-1 0 0,1 1 1 0 0,-1-1-1 0 0,0 1 1 0 0,0-1-1 0 0,0 1 1 0 0,0-1-1 0 0,1 0 1 0 0,-1 1-1 0 0,0-1 1 0 0,0 1-1 0 0,0-1 1 0 0,0 1-1 0 0,-9 13 120 0 0,-24 10 170 0 0,30-23-227 0 0,-54 32 327 0 0,-2-2 0 0 0,-113 40-1 0 0,172-70-428 0 0,-1-1 1 0 0,0 1-1 0 0,0-1 0 0 0,0 1 0 0 0,1-1 0 0 0,-1 0 0 0 0,0 0 1 0 0,0 1-1 0 0,0-1 0 0 0,0 0 0 0 0,0 0 0 0 0,0 0 0 0 0,1 0 1 0 0,-1 0-1 0 0,0 0 0 0 0,0 0 0 0 0,0 0 0 0 0,0 0 0 0 0,0 0 1 0 0,0-1-1 0 0,-1 1 0 0 0,2-1-68 0 0,1 0 1 0 0,-1 0-1 0 0,0 1 0 0 0,0-1 1 0 0,1 0-1 0 0,-1 0 0 0 0,0 0 1 0 0,1 1-1 0 0,-1-1 0 0 0,0 0 1 0 0,1 1-1 0 0,-1-1 0 0 0,1 0 1 0 0,-1 1-1 0 0,1-1 0 0 0,0 1 1 0 0,0-1-1 0 0,33-30-4394 0 0,-17 19 462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1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 2303 0 0,'21'-6'1645'0'0,"0"-1"0"0"0,26-2-1 0 0,-39 7-1160 0 0,0 2-1 0 0,0-1 1 0 0,0 1-1 0 0,0 0 0 0 0,0 1 1 0 0,0 0-1 0 0,0 0 1 0 0,0 1-1 0 0,11 3 0 0 0,-10-3-930 0 0,1 0 0 0 0,-1 0-1 0 0,1-1 1 0 0,-1-1-1 0 0,1 1 1 0 0,-1-1 0 0 0,1-1-1 0 0,18-3 1 0 0,-17 1-3015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3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0 1375 0 0,'-6'2'4085'0'0,"-11"6"-3320"0"0,-4 1-775 0 0,4-5 1953 0 0,-30 6 0 0 0,34-9-1770 0 0,0 2 0 0 0,0 0-1 0 0,0 0 1 0 0,-19 8 0 0 0,19-5-164 0 0,-20 9 82 0 0,31-14-70 0 0,0 1-1 0 0,1-1 0 0 0,-1 0 0 0 0,0 0 1 0 0,1 0-1 0 0,-1 1 0 0 0,1-1 0 0 0,-1 1 1 0 0,1-1-1 0 0,0 1 0 0 0,0 0 0 0 0,0 0 0 0 0,-2 3 1 0 0,3-4-14 0 0,0 0 0 0 0,0 0 0 0 0,0 0 0 0 0,0 0 0 0 0,0 0 0 0 0,0 0 0 0 0,0 0 0 0 0,1-1 0 0 0,-1 1 0 0 0,0 0 0 0 0,1 0 0 0 0,-1 0 0 0 0,1 0 0 0 0,-1 0 0 0 0,1 0 0 0 0,-1-1 0 0 0,1 1 0 0 0,-1 0 0 0 0,1 0 0 0 0,0-1 1 0 0,-1 1-1 0 0,1-1 0 0 0,0 1 0 0 0,0 0 0 0 0,0-1 0 0 0,-1 1 0 0 0,1-1 0 0 0,0 0 0 0 0,0 1 0 0 0,0-1 0 0 0,1 1 0 0 0,31 9 202 0 0,6-1-148 0 0,-12-4 147 0 0,44 15 1 0 0,-64-18-180 0 0,0 1 1 0 0,-1 0 0 0 0,1 0-1 0 0,-1 1 1 0 0,0 0-1 0 0,0 0 1 0 0,0 0-1 0 0,-1 1 1 0 0,1 0-1 0 0,-1 0 1 0 0,6 8-1 0 0,-10-12 10 0 0,0 0 1 0 0,0 0-1 0 0,0 1 0 0 0,0-1 0 0 0,-1 0 0 0 0,1 1 0 0 0,0-1 0 0 0,-1 0 0 0 0,1 1 1 0 0,-1-1-1 0 0,0 1 0 0 0,1-1 0 0 0,-1 1 0 0 0,0-1 0 0 0,0 1 0 0 0,0-1 0 0 0,0 1 1 0 0,0-1-1 0 0,0 1 0 0 0,-1-1 0 0 0,1 1 0 0 0,0-1 0 0 0,-1 2 0 0 0,-1 0 48 0 0,1-1 0 0 0,-1 0 0 0 0,1 0 0 0 0,-1 0 0 0 0,0 0 0 0 0,0 0 0 0 0,0 0 0 0 0,0 0 0 0 0,0 0 0 0 0,0-1 0 0 0,-5 3 0 0 0,-3 2 131 0 0,0-1 0 0 0,-1-1 0 0 0,0 0-1 0 0,-21 5 1 0 0,29-9-193 0 0,-33 5-441 0 0,35-4 338 0 0,0-1 0 0 0,0 0 0 0 0,0 0 0 0 0,0 0 0 0 0,0 0 1 0 0,0 0-1 0 0,0 0 0 0 0,0-1 0 0 0,0 1 0 0 0,0 0 0 0 0,0 0 1 0 0,1-1-1 0 0,-1 1 0 0 0,0 0 0 0 0,0-1 0 0 0,0 1 1 0 0,0-1-1 0 0,1 1 0 0 0,-1-1 0 0 0,0 1 0 0 0,0-1 0 0 0,1 0 1 0 0,-1 1-1 0 0,0-1 0 0 0,1 0 0 0 0,-1 0 0 0 0,1 1 0 0 0,-1-1 1 0 0,1 0-1 0 0,-1 0 0 0 0,1 0 0 0 0,-1-1 0 0 0,1-3-274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3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 3223 0 0,'6'7'1918'0'0,"0"1"0"0"0,-1 0 0 0 0,7 14 0 0 0,-5-9-1636 0 0,-5-10-22 0 0,4 7-90 0 0,20 30-20 0 0,-19-30 51 0 0,0-3-112 0 0,23 25-15 0 0,-29-31-69 0 0,0 1 1 0 0,1-1-1 0 0,-1 0 1 0 0,1 1-1 0 0,-1-1 1 0 0,1 0-1 0 0,0 0 1 0 0,0 0-1 0 0,-1 0 1 0 0,4 1-1 0 0,-5-2 2 0 0,0 0-1 0 0,0 0 1 0 0,1 0-1 0 0,-1 0 0 0 0,0 0 1 0 0,0 0-1 0 0,1 0 1 0 0,-1 0-1 0 0,0 0 1 0 0,0 0-1 0 0,1-1 0 0 0,-1 1 1 0 0,0 0-1 0 0,0 0 1 0 0,1 0-1 0 0,-1 0 1 0 0,0 0-1 0 0,0 0 0 0 0,1-1 1 0 0,-1 1-1 0 0,0 0 1 0 0,0 0-1 0 0,0 0 0 0 0,1 0 1 0 0,-1-1-1 0 0,0 1 1 0 0,0 0-1 0 0,0 0 1 0 0,0-1-1 0 0,0 1 0 0 0,0 0 1 0 0,1 0-1 0 0,-1-1 1 0 0,0 1-1 0 0,0 0 1 0 0,0 0-1 0 0,0-1 0 0 0,0 1 1 0 0,0-3 77 0 0,0 0 0 0 0,0 0 1 0 0,0 0-1 0 0,0 0 0 0 0,-1 0 0 0 0,1 0 1 0 0,-3-6-1 0 0,-2-5 321 0 0,-1 1 1 0 0,-10-17-1 0 0,10 21-209 0 0,1-1-1 0 0,0 0 1 0 0,1 0-1 0 0,0 0 1 0 0,-5-20-1 0 0,9 29-201 0 0,0 1 1 0 0,0-1-1 0 0,0 1 0 0 0,0-1 0 0 0,0 1 0 0 0,1-1 0 0 0,-1 1 0 0 0,0-1 0 0 0,0 1 1 0 0,1-1-1 0 0,-1 1 0 0 0,0-1 0 0 0,1 1 0 0 0,-1-1 0 0 0,0 1 0 0 0,1 0 1 0 0,-1-1-1 0 0,1 1 0 0 0,-1-1 0 0 0,0 1 0 0 0,1 0 0 0 0,-1 0 0 0 0,1-1 0 0 0,-1 1 1 0 0,1 0-1 0 0,-1 0 0 0 0,1-1 0 0 0,-1 1 0 0 0,1 0 0 0 0,0 0 0 0 0,-1 0 1 0 0,1 0-1 0 0,-1 0 0 0 0,1 0 0 0 0,-1 0 0 0 0,1 0 0 0 0,-1 0 0 0 0,1 0 0 0 0,0 0 1 0 0,29 2-1319 0 0,-24-1 872 0 0,22-1-4352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24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92 7631 0 0,'15'26'1342'0'0,"-6"-9"-176"0"0,21 29 0 0 0,-27-42-1053 0 0,0 0 0 0 0,0-1 0 0 0,0 0 0 0 0,0 0 0 0 0,1 0 0 0 0,-1 0 0 0 0,1 0 0 0 0,0 0 0 0 0,0-1 0 0 0,0 0 0 0 0,0 0 0 0 0,0 0 0 0 0,5 1 0 0 0,-7-3-64 0 0,-1 0-1 0 0,0 0 0 0 0,1 0 0 0 0,-1 0 1 0 0,1 0-1 0 0,-1 0 0 0 0,1 0 0 0 0,-1-1 1 0 0,1 1-1 0 0,-1-1 0 0 0,0 1 1 0 0,1-1-1 0 0,-1 0 0 0 0,0 1 0 0 0,1-1 1 0 0,-1 0-1 0 0,0 0 0 0 0,0 0 1 0 0,0 0-1 0 0,0 0 0 0 0,0 0 0 0 0,0 0 1 0 0,0 0-1 0 0,0 0 0 0 0,0-1 0 0 0,0 1 1 0 0,-1 0-1 0 0,1-1 0 0 0,1-1 1 0 0,2-7 208 0 0,0 1 1 0 0,-1-1-1 0 0,3-10 1 0 0,-4 14-103 0 0,7-33 603 0 0,-7 28-528 0 0,1-1-1 0 0,0 0 0 0 0,0 1 1 0 0,1-1-1 0 0,10-17 0 0 0,-14 28-268 0 0,1-1-1 0 0,1 1 1 0 0,-1 0-1 0 0,0 0 1 0 0,0 0 0 0 0,0 0-1 0 0,1 0 1 0 0,-1 0-1 0 0,0 0 1 0 0,1 0-1 0 0,-1 0 1 0 0,1 0-1 0 0,-1 1 1 0 0,1-1-1 0 0,-1 1 1 0 0,1-1 0 0 0,-1 1-1 0 0,4-1 1 0 0,30 3-1846 0 0,-21 0 1015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58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83 112 919 0 0,'-10'-25'1200'0'0,"-11"-24"4082"0"0,19 46-4969 0 0,0-1-1 0 0,0 1 0 0 0,0 0 1 0 0,-1 0-1 0 0,1 0 0 0 0,-1 0 0 0 0,0 0 1 0 0,0 0-1 0 0,0 1 0 0 0,-5-4 1 0 0,7 5-289 0 0,1 1 0 0 0,0 0 0 0 0,0 0 0 0 0,-1 0 1 0 0,1 0-1 0 0,0 0 0 0 0,-1-1 0 0 0,1 1 0 0 0,0 0 0 0 0,-1 0 1 0 0,1 0-1 0 0,0 0 0 0 0,0 0 0 0 0,-1 0 0 0 0,1 0 0 0 0,0 0 1 0 0,-1 0-1 0 0,1 0 0 0 0,0 0 0 0 0,-1 0 0 0 0,1 0 0 0 0,0 1 1 0 0,-1-1-1 0 0,1 0 0 0 0,0 0 0 0 0,0 0 0 0 0,-1 0 0 0 0,1 0 1 0 0,0 1-1 0 0,0-1 0 0 0,-1 0 0 0 0,1 0 0 0 0,0 0 0 0 0,-1 1 1 0 0,-4 13 458 0 0,3 18 0 0 0,2-32-459 0 0,2 56 310 0 0,2 1-260 0 0,2 24-60 0 0,1 6-14 0 0,-2-4 0 0 0,0 3-125 0 0,-4-75-36 0 0,7 83-1757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59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1 198 11399 0 0,'-1'-8'603'0'0,"1"8"-571"0"0,0-1 1 0 0,0 1 0 0 0,0-1 0 0 0,0 1-1 0 0,0-1 1 0 0,0 1 0 0 0,1-1-1 0 0,-1 0 1 0 0,0 1 0 0 0,0-1 0 0 0,0 1-1 0 0,0-1 1 0 0,1 1 0 0 0,-1-1-1 0 0,0 1 1 0 0,0-1 0 0 0,1 1 0 0 0,-1 0-1 0 0,1-1 1 0 0,-1 1 0 0 0,0-1-1 0 0,1 1 1 0 0,-1 0 0 0 0,1-1 0 0 0,-1 1-1 0 0,1 0 1 0 0,-1-1 0 0 0,0 1-1 0 0,1 0 1 0 0,0 0 0 0 0,0-1 0 0 0,14-8 60 0 0,0 0-1 0 0,1 1 1 0 0,0 0 0 0 0,1 2 0 0 0,0 0 0 0 0,0 0 0 0 0,21-3 0 0 0,9-3 2 0 0,215-85-61 0 0,-243 91-591 0 0,-10 7-3042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59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9215 0 0,'2'-3'408'0'0,"0"2"80"0"0,-1-2-392 0 0,1 2-96 0 0,-1-1 0 0 0,2 1 0 0 0,1 0 944 0 0,1-2 168 0 0,5-1 32 0 0,4-2 8 0 0,4-2-1088 0 0,4 0-208 0 0,0-2-48 0 0,0 0 0 0 0,-1-1-1136 0 0,-1 0-224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59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6447 0 0,'-3'11'576'0'0,"0"-2"-464"0"0,2-1-112 0 0,0 0 0 0 0,1 1 520 0 0,0-3 88 0 0,0 3 8 0 0,1 3 152 0 0,7 81-704 0 0,3-17-5760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0:59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42 184 7367 0 0,'-4'20'600'0'0,"2"-1"0"0"0,0 1 0 0 0,1 23 0 0 0,1-42-581 0 0,-1 56-6 0 0,0-37-27 0 0,0-16-156 0 0,1 0 0 0 0,-1 0 0 0 0,1 0 0 0 0,0 1-1 0 0,1-1 1 0 0,-1 0 0 0 0,1 0 0 0 0,1 5 0 0 0,-2-16-1156 0 0,-3-24 505 0 0,-8-43 828 0 0,3 36 542 0 0,5 27-185 0 0,1-1 0 0 0,-1 1 1 0 0,2-1-1 0 0,0 0 0 0 0,0 0 0 0 0,2-13 1 0 0,-1 23-272 0 0,0 2-79 0 0,0-1 1 0 0,0 0-1 0 0,0 1 1 0 0,0-1-1 0 0,0 0 1 0 0,0 1-1 0 0,0-1 1 0 0,0 1-1 0 0,0-1 1 0 0,0 0-1 0 0,1 1 1 0 0,-1-1-1 0 0,0 1 1 0 0,0-1-1 0 0,1 1 1 0 0,-1-1-1 0 0,1 0 1 0 0,-1 1-1 0 0,0-1 1 0 0,1 1-1 0 0,-1 0 1 0 0,1-1-1 0 0,-1 1 1 0 0,1-1-1 0 0,0 1 1 0 0,0 0-13 0 0,0 0-1 0 0,-1 0 1 0 0,1 0 0 0 0,0 0-1 0 0,0 0 1 0 0,0 1 0 0 0,-1-1-1 0 0,1 0 1 0 0,0 1 0 0 0,0-1-1 0 0,-1 0 1 0 0,1 1 0 0 0,0-1-1 0 0,-1 1 1 0 0,1-1 0 0 0,0 2-1 0 0,24 24-115 0 0,28 44 48 0 0,4 11 54 0 0,-10-19 23 0 0,-4-10 77 0 0,-34-41 469 0 0,0-7-235 0 0,30 13 24 0 0,-37-16-293 0 0,-1-1 0 0 0,1 1 0 0 0,0-1 0 0 0,-1 0-1 0 0,1 1 1 0 0,-1-1 0 0 0,1 0 0 0 0,0 0 0 0 0,-1 0-1 0 0,1 0 1 0 0,0-1 0 0 0,-1 1 0 0 0,1 0 0 0 0,-1-1-1 0 0,1 1 1 0 0,-1-1 0 0 0,1 0 0 0 0,-1 1 0 0 0,1-1-1 0 0,-1 0 1 0 0,1 0 0 0 0,-1 0 0 0 0,0 0 0 0 0,0 0 0 0 0,1 0-1 0 0,-1 0 1 0 0,0 0 0 0 0,0-1 0 0 0,1-1 0 0 0,1-2 96 0 0,1-1 1 0 0,-1 1 0 0 0,0-1-1 0 0,-1 0 1 0 0,3-7 0 0 0,-4 10-118 0 0,5-18 121 0 0,0-1-1 0 0,-1 0 1 0 0,-2 0-1 0 0,0 0 1 0 0,-1 0 0 0 0,-2-44-1 0 0,-3 36-343 0 0,-1 0 0 0 0,0 0 0 0 0,-3 1 0 0 0,-16-49 0 0 0,13 57-1869 0 0,9 24 1224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0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6911 0 0,'14'56'3606'0'0,"11"24"-3454"0"0,-21-66-143 0 0,15 44 79 0 0,2-5-3 0 0,-16-40 253 0 0,1-10-198 0 0,22 8 20 0 0,-28-11-152 0 0,1 0 0 0 0,-1 0 0 0 0,1 0 0 0 0,-1 0 0 0 0,1 0 0 0 0,-1 0-1 0 0,1 0 1 0 0,0 0 0 0 0,-1 0 0 0 0,0-1 0 0 0,1 1 0 0 0,-1 0 0 0 0,1 0 0 0 0,-1-1 0 0 0,1 1 0 0 0,-1 0 0 0 0,1 0 0 0 0,-1-1 0 0 0,0 1 0 0 0,1-1 0 0 0,-1 1 0 0 0,0 0 0 0 0,1-1 0 0 0,-1 1 0 0 0,0-1 0 0 0,0 1 0 0 0,1-1 0 0 0,-1 1 0 0 0,0-1 0 0 0,0 1 0 0 0,1-1 0 0 0,4-19 170 0 0,-5 15-126 0 0,7-28 155 0 0,-3-1 1 0 0,2-50-1 0 0,0-5 204 0 0,-2 70-264 0 0,-3 19-146 0 0,-1 0 0 0 0,0-1 0 0 0,0 1 0 0 0,0 0 1 0 0,1 0-1 0 0,-1-1 0 0 0,0 1 0 0 0,0 0 0 0 0,1 0 1 0 0,-1 0-1 0 0,0-1 0 0 0,1 1 0 0 0,-1 0 0 0 0,0 0 1 0 0,0 0-1 0 0,1 0 0 0 0,-1 0 0 0 0,0-1 0 0 0,1 1 1 0 0,-1 0-1 0 0,0 0 0 0 0,1 0 0 0 0,-1 0 0 0 0,0 0 0 0 0,1 0 1 0 0,-1 0-1 0 0,1 0 0 0 0,-1 0 0 0 0,0 0 0 0 0,1 0 1 0 0,-1 1-1 0 0,0-1 0 0 0,0 0 0 0 0,1 0 0 0 0,-1 0 1 0 0,0 0-1 0 0,1 0 0 0 0,-1 1 0 0 0,0-1 0 0 0,0 0 1 0 0,1 0-1 0 0,-1 1 0 0 0,0-1 0 0 0,1 0 0 0 0,0 1-90 0 0,7 11-48 0 0,24 34 13 0 0,-24-34 10 0 0,0 2 21 0 0,28 53 74 0 0,8 11-41 0 0,-21-38 60 0 0,-17-30 59 0 0,2 0-4 0 0,25 30-7 0 0,-24-31 138 0 0,-3-6 37 0 0,22 9-6 0 0,-27-12-183 0 0,0 1 0 0 0,1-1 0 0 0,-1 0 0 0 0,0 0 0 0 0,1 0 0 0 0,-1 0-1 0 0,0 0 1 0 0,1 0 0 0 0,-1 0 0 0 0,0 0 0 0 0,1 0 0 0 0,-1-1 0 0 0,0 1 0 0 0,1-1 0 0 0,-1 1-1 0 0,0-1 1 0 0,0 1 0 0 0,0-1 0 0 0,1 0 0 0 0,-1 0 0 0 0,0 1 0 0 0,0-1 0 0 0,0 0-1 0 0,0 0 1 0 0,0 0 0 0 0,0 0 0 0 0,-1 0 0 0 0,1 0 0 0 0,0 0 0 0 0,1-2 0 0 0,0-2 78 0 0,1 0 0 0 0,-1 1 0 0 0,0-1 1 0 0,-1 0-1 0 0,3-9 0 0 0,3-23 28 0 0,-2-1-1 0 0,-2 1 0 0 0,-1-1 1 0 0,-5-46-1 0 0,-1 33-3241 0 0,-12-52 1 0 0,14 90-1029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0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9583 0 0,'44'-13'1516'0'0,"63"-26"0"0"0,-75 26-726 0 0,-22 10-623 0 0,-5 1-65 0 0,1 0 0 0 0,-1 0 1 0 0,0 0-1 0 0,0-1 0 0 0,0 0 1 0 0,0 0-1 0 0,0 0 0 0 0,6-5 1 0 0,-11 7-107 0 0,0 1 1 0 0,0 0-1 0 0,0-1 1 0 0,0 1-1 0 0,0 0 1 0 0,-1-1 0 0 0,1 1-1 0 0,0 0 1 0 0,0-1-1 0 0,0 1 1 0 0,0 0-1 0 0,0-1 1 0 0,-1 1-1 0 0,1 0 1 0 0,0 0 0 0 0,0-1-1 0 0,-1 1 1 0 0,1 0-1 0 0,0 0 1 0 0,0-1-1 0 0,-1 1 1 0 0,1 0 0 0 0,0 0-1 0 0,-1 0 1 0 0,1 0-1 0 0,0-1 1 0 0,-1 1-1 0 0,1 0 1 0 0,0 0-1 0 0,0 0 1 0 0,-1 0 0 0 0,1 0-1 0 0,-1 0 1 0 0,1 0-1 0 0,0 0 1 0 0,-1 0-1 0 0,1 0 1 0 0,-1 0 0 0 0,-16-2-334 0 0,10 1 70 0 0,0 1 1 0 0,0 0-1 0 0,0 0 1 0 0,0 0-1 0 0,0 1 1 0 0,0 1-1 0 0,0-1 1 0 0,0 1-1 0 0,1 0 0 0 0,-1 0 1 0 0,1 1-1 0 0,-1 0 1 0 0,1 0-1 0 0,0 1 1 0 0,0-1-1 0 0,-7 7 1 0 0,6-3 165 0 0,0 1 0 0 0,0 0 0 0 0,0 0-1 0 0,1 0 1 0 0,1 1 0 0 0,0 0 0 0 0,0 0 0 0 0,0 0 0 0 0,1 1 0 0 0,1 0 0 0 0,-4 14 0 0 0,6-22 5 0 0,-1 6 55 0 0,-5 24 130 0 0,5-24 58 0 0,1 2 11 0 0,-8 48 956 0 0,7-43-932 0 0,0-4 158 0 0,0 1-1 0 0,1-1 1 0 0,1 17 0 0 0,-1 30 165 0 0,1-43-1 0 0,2 0-29 0 0,4 44-123 0 0,-4-44-52 0 0,1-4-11 0 0,12 34-38 0 0,-14-43-243 0 0,-1-1-1 0 0,0 1 1 0 0,1-1-1 0 0,0 1 1 0 0,-1-1-1 0 0,1 1 1 0 0,0-1-1 0 0,0 1 1 0 0,0-1 0 0 0,0 0-1 0 0,2 2 1 0 0,25 29-87 0 0,-27-31 52 0 0,-1 0-1 0 0,1 0 1 0 0,0-1-1 0 0,0 1 1 0 0,-1 0 0 0 0,1-1-1 0 0,0 1 1 0 0,0-1 0 0 0,0 1-1 0 0,0-1 1 0 0,0 1-1 0 0,0-1 1 0 0,0 1 0 0 0,0-1-1 0 0,0 0 1 0 0,1 1 0 0 0,8-2-603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1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0 7055 0 0,'0'1'38'0'0,"0"0"-1"0"0,0 0 1 0 0,-1 0-1 0 0,1-1 0 0 0,0 1 1 0 0,-1 0-1 0 0,1 0 1 0 0,-1 0-1 0 0,1-1 0 0 0,-1 1 1 0 0,1 0-1 0 0,-1-1 1 0 0,0 1-1 0 0,1-1 0 0 0,-1 1 1 0 0,0 0-1 0 0,1-1 1 0 0,-1 1-1 0 0,0-1 0 0 0,0 0 1 0 0,1 1-1 0 0,-1-1 1 0 0,0 0-1 0 0,0 1 0 0 0,-1-1 1 0 0,-25 7 118 0 0,21-6-13 0 0,-8 2-60 0 0,0 1-1 0 0,-1 0 1 0 0,1 1-1 0 0,-17 10 0 0 0,25-12 38 0 0,0 1 0 0 0,0-1 0 0 0,0 2-1 0 0,1-1 1 0 0,-1 1 0 0 0,1-1 0 0 0,0 2-1 0 0,1-1 1 0 0,-1 0 0 0 0,-7 14 1574 0 0,14-8-1494 0 0,6 35-174 0 0,-8-46-29 0 0,0 1 0 0 0,0 0 1 0 0,0 0-1 0 0,0 0 0 0 0,0-1 1 0 0,1 1-1 0 0,-1 0 0 0 0,0 0 1 0 0,0-1-1 0 0,1 1 0 0 0,-1 0 1 0 0,0 0-1 0 0,1-1 0 0 0,-1 1 1 0 0,1 0-1 0 0,-1-1 0 0 0,1 1 1 0 0,-1 0-1 0 0,1-1 0 0 0,-1 1 1 0 0,2 0-1 0 0,4 5-8 0 0,-4-3 4 0 0,0-1 1 0 0,1 0 0 0 0,-1 1-1 0 0,0-1 1 0 0,1 0 0 0 0,0-1-1 0 0,-1 1 1 0 0,1 0 0 0 0,4 1-1 0 0,21 11-5 0 0,9 5 12 0 0,-9-2 14 0 0,-22-14 50 0 0,0 2-8 0 0,-6-5-56 0 0,2 1 1 0 0,0 1-1 0 0,0 0 1 0 0,0 0 0 0 0,0 0 0 0 0,-1 0 0 0 0,1 0 0 0 0,-1 0 0 0 0,1 0 0 0 0,-1 1 0 0 0,0-1-1 0 0,2 5 1 0 0,-2-4 3 0 0,-1 1 0 0 0,1-1-1 0 0,-1 1 1 0 0,0 0 0 0 0,-1-1 0 0 0,1 1-1 0 0,0-1 1 0 0,-1 1 0 0 0,0-1 0 0 0,0 0-1 0 0,0 1 1 0 0,0-1 0 0 0,0 0-1 0 0,-1 1 1 0 0,0-1 0 0 0,1 0 0 0 0,-1 0-1 0 0,0 0 1 0 0,-1-1 0 0 0,1 1 0 0 0,0 0-1 0 0,-1-1 1 0 0,-4 4 0 0 0,-9 7 211 0 0,0 0 0 0 0,-35 20-1 0 0,51-33-212 0 0,-26 15 688 0 0,-50 20 0 0 0,63-30-417 0 0,0 0 1 0 0,0-1 0 0 0,0-1 0 0 0,-1 0 0 0 0,1-1-1 0 0,-18 0 1 0 0,29-2-317 0 0,-1 0-1 0 0,0 0 1 0 0,0 0-1 0 0,1 0 1 0 0,-1 0-1 0 0,0-1 1 0 0,1 0-1 0 0,-1 1 0 0 0,0-1 1 0 0,1 0-1 0 0,-1 0 1 0 0,1-1-1 0 0,0 1 1 0 0,-1 0-1 0 0,1-1 1 0 0,0 1-1 0 0,0-1 1 0 0,0 0-1 0 0,-3-3 1 0 0,-1-8-5343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42 13903 0 0,'19'-4'835'0'0,"0"1"1"0"0,0 0-1 0 0,30 1 0 0 0,-32 2-846 0 0,0-1 1 0 0,0 0-1 0 0,0-2 1 0 0,-1 0-1 0 0,21-6 1 0 0,-37 9-25 0 0,0 0 1 0 0,1 0-1 0 0,-1 0 1 0 0,1 0-1 0 0,-1 0 1 0 0,1 0-1 0 0,-1 0 1 0 0,0 0-1 0 0,1-1 1 0 0,-1 1-1 0 0,1 0 1 0 0,-1 0-1 0 0,0 0 1 0 0,1-1-1 0 0,-1 1 1 0 0,0 0-1 0 0,1 0 1 0 0,-1-1 0 0 0,0 1-1 0 0,1 0 1 0 0,-1-1-1 0 0,0 1 1 0 0,0 0-1 0 0,1-1 1 0 0,-1 1-1 0 0,0-1 1 0 0,0 1-1 0 0,1-1 1 0 0,-12-3-600 0 0,-22 3 41 0 0,22 4 556 0 0,0 0 0 0 0,0 0 0 0 0,0 1 0 0 0,1 0 0 0 0,-1 1 0 0 0,1 1 0 0 0,0-1 0 0 0,1 2 0 0 0,-1-1 0 0 0,1 1 0 0 0,1 1 0 0 0,-1-1 0 0 0,1 2 0 0 0,0-1 0 0 0,-12 18 0 0 0,0 8 94 0 0,-6 30 13 0 0,18-42-59 0 0,4-10 5 0 0,0 1 0 0 0,1 0-1 0 0,-3 25 1 0 0,-5 23 7 0 0,8-31 20 0 0,0 29-22 0 0,2-52-13 0 0,1 0 0 0 0,0 1 0 0 0,0-1 1 0 0,0 0-1 0 0,1 0 0 0 0,2 9 0 0 0,-1-2 4 0 0,0-3 64 0 0,2 3 0 0 0,12 41-4 0 0,-15-54-65 0 0,-1 1-1 0 0,1 0 0 0 0,-1-1 1 0 0,1 1-1 0 0,0 0 0 0 0,-1-1 1 0 0,1 1-1 0 0,0 0 0 0 0,0-1 1 0 0,0 1-1 0 0,2 1 0 0 0,22 27 86 0 0,-13-19-12 0 0,-8-9-73 0 0,0 0-1 0 0,0-1 1 0 0,1 1-1 0 0,-1-1 0 0 0,0 0 1 0 0,1 0-1 0 0,7 1 1 0 0,-10-2-26 0 0,0 0 0 0 0,0-1 1 0 0,0 1-1 0 0,0 0 1 0 0,0-1-1 0 0,0 1 1 0 0,0-1-1 0 0,0 1 0 0 0,0-1 1 0 0,0 0-1 0 0,0 0 1 0 0,0 0-1 0 0,-1 0 0 0 0,1 0 1 0 0,0-1-1 0 0,-1 1 1 0 0,1 0-1 0 0,-1-1 1 0 0,1 1-1 0 0,-1-1 0 0 0,0 0 1 0 0,1 1-1 0 0,0-3 1 0 0,0 1-520 0 0,-1 0 0 0 0,1 0 0 0 0,-1 0 0 0 0,0 0 0 0 0,0 0 0 0 0,0-1 0 0 0,1-5 0 0 0,0-11-3980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1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 11519 0 0,'14'-3'1024'0'0,"-3"0"-824"0"0,-4 3-200 0 0,-1 0 0 0 0,-2 0 816 0 0,3 0 120 0 0,5-1 24 0 0,10 1 8 0 0,9-1-816 0 0,2 1-152 0 0,0 1 0 0 0,-5-1-6664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2.3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23 16127 0 0,'-2'-8'579'0'0,"-2"-5"448"0"0,6 11-650 0 0,3 9-192 0 0,11 17 171 0 0,-15-21-534 0 0,10 18-140 0 0,30 63-30 0 0,-22-39-16 0 0,75 243-944 0 0,-67-167 640 0 0,-5 0 0 0 0,8 158 0 0 0,-24-201-168 0 0,-3 7-144 0 0,0-46 407 0 0,-2-30-10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3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25 720 12639 0 0,'-2'-1'78'0'0,"-18"-14"831"0"0,19 15-888 0 0,1-1 0 0 0,0 1 0 0 0,-1-1 0 0 0,1 1 0 0 0,0-1-1 0 0,0 1 1 0 0,0 0 0 0 0,0-1 0 0 0,-1 0 0 0 0,1 1 0 0 0,0-1 0 0 0,0 1 0 0 0,0-1 0 0 0,0 1 0 0 0,0-1 0 0 0,0 1 0 0 0,0-1-1 0 0,0 1 1 0 0,1-1 0 0 0,-1 1 0 0 0,0-1 0 0 0,0 1 0 0 0,0-1 0 0 0,0 1 0 0 0,1-1 0 0 0,-1 1 0 0 0,0 0 0 0 0,1-1 0 0 0,-1 1 0 0 0,0-1-1 0 0,1 1 1 0 0,-1 0 0 0 0,0-1 0 0 0,1 1 0 0 0,-1 0 0 0 0,1-1 0 0 0,-1 1 0 0 0,0 0 0 0 0,1-1 0 0 0,-1 1 0 0 0,1 0 0 0 0,-1 0-1 0 0,1 0 1 0 0,0-1 0 0 0,25-11 190 0 0,0 0 0 0 0,1 1-1 0 0,56-13 1 0 0,-48 14-138 0 0,400-99 58 0 0,-104 29-58 0 0,474-135-73 0 0,-535 149-36 0 0,507-56 0 0 0,-752 119 36 0 0,240-17 0 0 0,-219 20 0 0 0,0 1 0 0 0,0 2 0 0 0,78 17 0 0 0,-90-8 0 0 0,6 13 12 0 0,-39-25-9 0 0,-1 1-1 0 0,1-1 0 0 0,0 1 1 0 0,0-1-1 0 0,-1 1 0 0 0,1 0 1 0 0,0-1-1 0 0,-1 1 0 0 0,1 0 1 0 0,0 0-1 0 0,-1-1 0 0 0,1 1 1 0 0,-1 0-1 0 0,0 0 0 0 0,1 0 1 0 0,-1 0-1 0 0,0-1 1 0 0,1 1-1 0 0,-1 0 0 0 0,0 0 1 0 0,0 0-1 0 0,0 0 0 0 0,1 0 1 0 0,-1 1-1 0 0,11 69 69 0 0,-10-63-60 0 0,0 3 10 0 0,-1-1 1 0 0,0 20 0 0 0,-2 6 62 0 0,-2 247 293 0 0,31 190-13 0 0,-23-445-321 0 0,11 57-33 0 0,-10-57-14 0 0,12 43 136 0 0,1-2 783 0 0,-6-26-374 0 0,-10-33-135 0 0,2 3-584 0 0,10 38-255 0 0,-11-39-51 0 0,-1-1-71 0 0,6 31 554 0 0,-5-31 54 0 0,-6-2 11 0 0,-7 26 4 0 0,10-34-63 0 0,0 0-1 0 0,-1 0 0 0 0,1-1 1 0 0,0 1-1 0 0,0 0 0 0 0,-1 0 1 0 0,1 0-1 0 0,-1 0 0 0 0,1-1 1 0 0,0 1-1 0 0,-1 0 0 0 0,1-1 1 0 0,-1 1-1 0 0,0 0 0 0 0,0 0 1 0 0,-7 6 76 0 0,0 0 0 0 0,-1-1 1 0 0,1 0-1 0 0,-2-1 0 0 0,1 0 1 0 0,0 0-1 0 0,-1-1 0 0 0,-15 5 1 0 0,-131 34 508 0 0,-224 71-854 0 0,253-73 334 0 0,-161 29-1 0 0,-138 1 426 0 0,-30-17-232 0 0,1-1-64 0 0,211 0-125 0 0,7 19 232 0 0,-99 26-11 0 0,328-96-483 0 0,-5 1 167 0 0,1 0 1 0 0,-1-1-1 0 0,-16 0 1 0 0,27-1-114 0 0,-1-1 1 0 0,1 0-1 0 0,0 0 1 0 0,0 0-1 0 0,0-1 1 0 0,-1 1-1 0 0,1 0 1 0 0,0-1-1 0 0,0 1 1 0 0,0-1-1 0 0,0 0 1 0 0,0 0-1 0 0,0 0 1 0 0,0 0-1 0 0,0 0 1 0 0,0 0-1 0 0,0 0 1 0 0,1-1-1 0 0,-1 1 1 0 0,0-1-1 0 0,1 1 1 0 0,-1-1-1 0 0,1 0 1 0 0,0 1-1 0 0,0-1 1 0 0,-2-3-1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529 28 9727 0 0,'38'-27'1056'0'0,"-37"30"-865"0"0,0-1 0 0 0,0 1 0 0 0,0-1 0 0 0,-1 1 0 0 0,0 0 0 0 0,1 0 0 0 0,-1-1 0 0 0,0 1 0 0 0,-1 4 0 0 0,-1 5-163 0 0,0-1 1 0 0,-1 1 0 0 0,-1-1 0 0 0,0 0 0 0 0,0 0-1 0 0,-1 0 1 0 0,-8 12 0 0 0,-51 72 10 0 0,42-65 2 0 0,-161 215 53 0 0,101-138-28 0 0,-31 32 237 0 0,49-63-59 0 0,59-67-428 0 0,7-7 57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4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16 772 11055 0 0,'0'0'108'0'0,"-1"0"0"0"0,1-1-1 0 0,0 1 1 0 0,-1 0 0 0 0,1-1 0 0 0,0 1-1 0 0,-1 0 1 0 0,1 0 0 0 0,-1-1-1 0 0,1 1 1 0 0,-1 0 0 0 0,1 0 0 0 0,-1 0-1 0 0,1 0 1 0 0,-1-1 0 0 0,1 1-1 0 0,-1 0 1 0 0,1 0 0 0 0,-1 0 0 0 0,1 0-1 0 0,-1 0 1 0 0,1 0 0 0 0,-1 0-1 0 0,1 0 1 0 0,-1 1 0 0 0,1-1-1 0 0,-1 0 1 0 0,1 0 0 0 0,0 0 0 0 0,-1 0-1 0 0,1 1 1 0 0,-1-1 0 0 0,0 1-1 0 0,2-1-69 0 0,-1 1 0 0 0,0 0 0 0 0,1-1 0 0 0,-1 1 0 0 0,1 0 0 0 0,-1-1 0 0 0,1 1-1 0 0,0-1 1 0 0,-1 1 0 0 0,1-1 0 0 0,0 1 0 0 0,-1-1 0 0 0,1 0 0 0 0,0 1 0 0 0,-1-1-1 0 0,1 0 1 0 0,0 1 0 0 0,0-1 0 0 0,-1 0 0 0 0,1 0 0 0 0,0 0 0 0 0,1 0 0 0 0,31 5-376 0 0,0-2 0 0 0,0-1 0 0 0,1-2 0 0 0,37-4 1 0 0,-49 3 290 0 0,79-9-13 0 0,-1-3 0 0 0,0-5 0 0 0,122-39 0 0 0,284-120 517 0 0,-334 112-493 0 0,299-120-238 0 0,-178 68-48 0 0,-45 27 284 0 0,-199 76-98 0 0,-1 2-1 0 0,1 1 1 0 0,63-4 0 0 0,-101 15 12 0 0,0 0 0 0 0,0 0 1 0 0,0 1-1 0 0,0 1 0 0 0,0 0 0 0 0,16 4 0 0 0,-25-5 74 0 0,1 0 1 0 0,-1 0 0 0 0,1 0-1 0 0,-1 1 1 0 0,1-1-1 0 0,-1 1 1 0 0,0-1-1 0 0,1 1 1 0 0,-1 0-1 0 0,0-1 1 0 0,0 1-1 0 0,0 0 1 0 0,2 4 0 0 0,-3-4 22 0 0,0 0 0 0 0,-1 0 1 0 0,1-1-1 0 0,0 1 1 0 0,-1 0-1 0 0,0 0 1 0 0,1 0-1 0 0,-1 0 1 0 0,0 0-1 0 0,0 0 0 0 0,0 0 1 0 0,0 0-1 0 0,-1 0 1 0 0,1 0-1 0 0,0 0 1 0 0,-1-1-1 0 0,1 1 1 0 0,-1 0-1 0 0,0 0 0 0 0,0 0 1 0 0,-1 3-1 0 0,-3 3 329 0 0,-1 1 0 0 0,0-1-1 0 0,0 0 1 0 0,-1-1 0 0 0,0 1-1 0 0,-9 6 1 0 0,10-9-164 0 0,0 0 0 0 0,1 0 0 0 0,-1 1 0 0 0,1 0-1 0 0,1 0 1 0 0,-1 0 0 0 0,1 0 0 0 0,0 1 0 0 0,0-1 0 0 0,1 1 0 0 0,-1 0-1 0 0,-2 12 1 0 0,4-12-63 0 0,-1 22 530 0 0,1 55-375 0 0,2-12-166 0 0,0-53-56 0 0,-4 58 48 0 0,-4 11-35 0 0,-1-8 22 0 0,-8 19-33 0 0,-4 3-239 0 0,11-61-695 0 0,7-31-299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4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0 603 17935 0 0,'0'-3'800'0'0,"0"1"-780"0"0,0-1-1 0 0,0 0 1 0 0,1 1-1 0 0,-1-1 1 0 0,0 1 0 0 0,1-1-1 0 0,-1 1 1 0 0,1-1-1 0 0,0 1 1 0 0,0-1-1 0 0,2-3 1 0 0,163-366-4415 0 0,-92 199-485 0 0,-65 153 704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5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10591 0 0,'1'-2'384'0'0,"4"-2"1081"0"0,1 18 544 0 0,0 2-247 0 0,145 433-1748 0 0,-23 24-70 0 0,-14-49 62 0 0,-34-178-119 0 0,-37-146-4255 0 0,-16-50-663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5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35 8551 0 0,'58'-33'928'0'0,"-57"33"-885"0"0,-1-1 0 0 0,1 1 0 0 0,-1 0-1 0 0,1 0 1 0 0,0 0 0 0 0,-1 0-1 0 0,1 0 1 0 0,0 0 0 0 0,-1 0 0 0 0,1 0-1 0 0,0 0 1 0 0,-1 0 0 0 0,1 0 0 0 0,-1 0-1 0 0,1 1 1 0 0,0-1 0 0 0,-1 0-1 0 0,1 0 1 0 0,-1 1 0 0 0,1-1 0 0 0,0 0-1 0 0,-1 1 1 0 0,1-1 0 0 0,-1 0 0 0 0,1 1-1 0 0,-1-1 1 0 0,0 1 0 0 0,1-1-1 0 0,-1 1 1 0 0,1-1 0 0 0,-1 1 0 0 0,0-1-1 0 0,1 1 1 0 0,-1 0 0 0 0,0-1 0 0 0,0 1-1 0 0,0-1 1 0 0,1 2 0 0 0,4 24 625 0 0,-6-18-612 0 0,0-1 0 0 0,-1 0 0 0 0,1 0 0 0 0,-1 0 1 0 0,-1 1-1 0 0,1-2 0 0 0,-1 1 0 0 0,-1 0 0 0 0,-6 10 0 0 0,-7 8 118 0 0,-20 23-1 0 0,27-36-104 0 0,-408 452 3443 0 0,386-434-3252 0 0,32-30-276 0 0,0-1 0 0 0,0 1-1 0 0,0 0 1 0 0,0 0 0 0 0,0 0-1 0 0,0 0 1 0 0,0 0-1 0 0,0 0 1 0 0,0 0 0 0 0,1 0-1 0 0,-1 0 1 0 0,0 1 0 0 0,0-1-1 0 0,0 0 1 0 0,0 0 0 0 0,0 0-1 0 0,0 0 1 0 0,0 0 0 0 0,0 0-1 0 0,0 0 1 0 0,0 0 0 0 0,0 0-1 0 0,0 0 1 0 0,0 0 0 0 0,0 0-1 0 0,0 0 1 0 0,0 0 0 0 0,1 0-1 0 0,-1 0 1 0 0,0 0 0 0 0,0 0-1 0 0,0 0 1 0 0,0 0-1 0 0,0 0 1 0 0,0 0 0 0 0,0 1-1 0 0,0-1 1 0 0,0 0 0 0 0,0 0-1 0 0,0 0 1 0 0,8-4-1444 0 0,5-4-3790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6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 11055 0 0,'-18'23'488'0'0,"3"-6"104"0"0,-2-1-472 0 0,3 0-120 0 0,6-4 0 0 0,1-1 0 0 0,-1 3 864 0 0,-6 5 160 0 0,-8 13 24 0 0,-5 10 8 0 0,0 5-816 0 0,5-3-160 0 0,6-8-80 0 0,9-11 80 0 0,7-7-1168 0 0,6-11-240 0 0,11-11-48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6.4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84 333 14623 0 0,'-14'25'314'0'0,"3"-5"117"0"0,1 1 1 0 0,-14 38-1 0 0,3 12 27 0 0,18-61-212 0 0,3 4-62 0 0,2 41-269 0 0,-2-55 76 0 0,0 1-1 0 0,0 0 1 0 0,1 0 0 0 0,-1 0-1 0 0,0 0 1 0 0,0 0 0 0 0,1 0 0 0 0,-1-1-1 0 0,0 1 1 0 0,1 0 0 0 0,-1 0-1 0 0,1 0 1 0 0,-1-1 0 0 0,1 1 0 0 0,0 0-1 0 0,-1-1 1 0 0,1 1 0 0 0,-1 0-1 0 0,1-1 1 0 0,0 1 0 0 0,0-1-1 0 0,-1 1 1 0 0,1-1 0 0 0,0 0 0 0 0,0 1-1 0 0,0-1 1 0 0,0 0 0 0 0,-1 1-1 0 0,1-1 1 0 0,0 0 0 0 0,0 0 0 0 0,0 0-1 0 0,0 0 1 0 0,0 0 0 0 0,0 0-1 0 0,0 0 1 0 0,-1 0 0 0 0,1 0-1 0 0,2 0 1 0 0,2-2-39 0 0,-1 1-1 0 0,1 0 1 0 0,0-1-1 0 0,-1 0 1 0 0,6-3 0 0 0,-7 4-1 0 0,21-13-339 0 0,1-1 0 0 0,-2-1-1 0 0,0-2 1 0 0,-1 0 0 0 0,27-28 0 0 0,90-113-2030 0 0,-123 140 2065 0 0,32-41-633 0 0,68-77-1616 0 0,-104 124 2452 0 0,1 1-1 0 0,1 0 1 0 0,1 1 0 0 0,-1 0 0 0 0,2 1-1 0 0,-1 1 1 0 0,26-11 0 0 0,-35 17 238 0 0,0 1 0 0 0,0 0 1 0 0,0 1-1 0 0,1-1 0 0 0,-1 1 0 0 0,0 0 1 0 0,0 1-1 0 0,1-1 0 0 0,-1 1 0 0 0,0 0 1 0 0,1 1-1 0 0,-1 0 0 0 0,0 0 0 0 0,0 0 1 0 0,1 1-1 0 0,-1 0 0 0 0,0 0 1 0 0,-1 0-1 0 0,7 4 0 0 0,-8-4 449 0 0,2 9 9 0 0,21 32 4 0 0,-20-32-43 0 0,-6 7-191 0 0,5 52-85 0 0,-6-39-21 0 0,-2-14-137 0 0,-7 50 402 0 0,6-50-357 0 0,-12 51 488 0 0,12-51-479 0 0,-14 45 648 0 0,3-17-219 0 0,10-34 10 0 0,2-1-35 0 0,-7 35-158 0 0,9-43-343 0 0,0-1-1 0 0,-1 0 0 0 0,1 0 1 0 0,0 0-1 0 0,0 0 1 0 0,0 0-1 0 0,0 0 0 0 0,0 0 1 0 0,0 0-1 0 0,0 1 1 0 0,1-1-1 0 0,-1 0 0 0 0,0 0 1 0 0,1 0-1 0 0,-1 0 0 0 0,0 0 1 0 0,1 0-1 0 0,-1 0 1 0 0,2 1-1 0 0,-1-1-18 0 0,-1-1 0 0 0,1 0 1 0 0,-1 1-1 0 0,1-1 0 0 0,0 0 0 0 0,-1 0 1 0 0,1 1-1 0 0,0-1 0 0 0,0 0 0 0 0,-1 0 0 0 0,1 0 1 0 0,0 0-1 0 0,0 0 0 0 0,-1 0 0 0 0,1 0 0 0 0,0 0 1 0 0,-1 0-1 0 0,1 0 0 0 0,0 0 0 0 0,0 0 1 0 0,0-1-1 0 0,5-1-22 0 0,0 0 1 0 0,-1-1-1 0 0,1 0 1 0 0,8-6-1 0 0,-10 6-19 0 0,18-12-2231 0 0,28-24 0 0 0,-3-3-2689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 1839 0 0,'0'0'160'0'0,"-26"65"-160"0"0,0 0 1760 0 0,23-54 312 0 0,-1 6 2208 0 0,-14 53-2904 0 0,-7 49-872 0 0,11-6-7496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6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13 14911 0 0,'0'-5'664'0'0,"-1"2"136"0"0,0 0-640 0 0,1 2-160 0 0,0 2 0 0 0,1 2 88 0 0,-1 1-16 0 0,1 4 72 0 0,8 98-5296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6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3999 0 0,'19'-14'176'0'0,"-5"4"40"0"0,0-1-216 0 0,-3 2 0 0 0,-3 2 0 0 0,-1 2 0 0 0,2-2 80 0 0,6-4-80 0 0,10-8 96 0 0,7-3-1304 0 0,5-2-256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7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 3223 0 0,'72'35'143'0'0,"-60"-30"-61"0"0,-7-2-91 0 0,-5 11 627 0 0,-1-13-549 0 0,1 12 143 0 0,-1-3 66 0 0,1 0-1 0 0,-2 0 1 0 0,-4 17 0 0 0,3-8-53 0 0,-15 58 866 0 0,-1-5-465 0 0,9-38-2 0 0,-23 54 823 0 0,4-17 266 0 0,13-35-901 0 0,12-28 1152 0 0,11-21-6173 0 0,7-11 10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0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3223 0 0,'0'0'288'0'0,"18"71"2280"0"0,-12-10-1152 0 0,1 38-5680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38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1246 7055 0 0,'0'0'117'0'0,"0"1"-1"0"0,-1 0 1 0 0,1-1-1 0 0,0 1 1 0 0,0-1-1 0 0,-1 1 1 0 0,1 0-1 0 0,0-1 1 0 0,-1 1-1 0 0,1-1 1 0 0,0 1-1 0 0,-1-1 1 0 0,1 1-1 0 0,-1-1 1 0 0,1 0-1 0 0,-1 1 1 0 0,1-1-1 0 0,-1 1 1 0 0,1-1-1 0 0,-1 0 1 0 0,0 1-1 0 0,1-1 1 0 0,-1 0-1 0 0,1 0 1 0 0,-2 1-1 0 0,2-2-21 0 0,-1 1 0 0 0,1 0 0 0 0,0 0 0 0 0,-1 0 0 0 0,1 0 0 0 0,-1 0 0 0 0,1 0 0 0 0,0-1 0 0 0,-1 1 0 0 0,1 0 0 0 0,0 0 0 0 0,-1-1 0 0 0,1 1 0 0 0,0 0 0 0 0,0-1 0 0 0,-1 1 0 0 0,1 0 0 0 0,0-1 0 0 0,0 1 0 0 0,-1 0 0 0 0,1-1 0 0 0,0 1 0 0 0,0 0 0 0 0,0-1 0 0 0,0 1 0 0 0,-1-1 0 0 0,1 1 0 0 0,0 0 0 0 0,0-1 0 0 0,0 1 0 0 0,0-1 0 0 0,0 1 0 0 0,0 0 0 0 0,0-1 0 0 0,0 1 0 0 0,0-1 0 0 0,-3-54 1562 0 0,-2 1-1 0 0,-23-95 0 0 0,-5-44-122 0 0,23-151-393 0 0,8 117-873 0 0,1 209-257 0 0,-5-75 45 0 0,4 83-65 0 0,0 0 0 0 0,0 0 0 0 0,0 0 0 0 0,-2 0 0 0 0,1 0 0 0 0,-9-16 0 0 0,11 24-17 0 0,-1 0-1 0 0,1 0 1 0 0,0 1-1 0 0,-1-1 0 0 0,0 0 1 0 0,1 0-1 0 0,-1 1 1 0 0,0-1-1 0 0,0 1 1 0 0,0-1-1 0 0,0 1 1 0 0,0 0-1 0 0,0 0 0 0 0,0 0 1 0 0,-1 0-1 0 0,1 0 1 0 0,-4 0-1 0 0,4 1-77 0 0,1-1 0 0 0,0 1 0 0 0,0 1 0 0 0,0-1 0 0 0,0 0 0 0 0,0 0 0 0 0,-1 0 0 0 0,1 1 0 0 0,0-1 0 0 0,0 0 0 0 0,0 1 0 0 0,0-1 0 0 0,0 1 0 0 0,0 0 0 0 0,0-1 0 0 0,0 1 0 0 0,0 0 0 0 0,0-1 0 0 0,1 1 0 0 0,-1 0 0 0 0,0 0 0 0 0,0 0 0 0 0,1 0 0 0 0,-1 0 0 0 0,0 0 0 0 0,1 0 0 0 0,-1 0 0 0 0,1 0 0 0 0,-1 0 0 0 0,1 0 0 0 0,0 0 0 0 0,-1 0 0 0 0,1 0 0 0 0,0 0 0 0 0,0 0 0 0 0,0 1 0 0 0,0-1 0 0 0,0 2 0 0 0,-1 12-1934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38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3160 143 14135 0 0,'0'-3'77'0'0,"-1"0"-1"0"0,0 0 1 0 0,0 1 0 0 0,-1-1-1 0 0,1 0 1 0 0,0 1-1 0 0,-1-1 1 0 0,0 1-1 0 0,1-1 1 0 0,-1 1 0 0 0,0-1-1 0 0,0 1 1 0 0,-1 0-1 0 0,1 0 1 0 0,0 0-1 0 0,-1 1 1 0 0,1-1 0 0 0,-1 0-1 0 0,1 1 1 0 0,-1 0-1 0 0,-4-2 1 0 0,-6-1-166 0 0,1 0 0 0 0,-1 1 1 0 0,-22-3-1 0 0,11 3 383 0 0,-48-7 641 0 0,-117-1 0 0 0,100 8-439 0 0,-520-13 990 0 0,384 18-1318 0 0,-40-1 0 0 0,129-3 35 0 0,-252-14 392 0 0,245 4-436 0 0,-1 6 1 0 0,-200 17-1 0 0,262 1-159 0 0,-138 39 0 0 0,163-36 0 0 0,52-14 0 0 0,1 0 0 0 0,1 0 0 0 0,-1-1 0 0 0,1 1 0 0 0,-1 1 0 0 0,1-1 0 0 0,-1 0 0 0 0,1 1 0 0 0,0-1 0 0 0,-1 1 0 0 0,1 0 0 0 0,0 0 0 0 0,0 1 0 0 0,-2 2 0 0 0,5-5-4 0 0,0 0 1 0 0,0 1-1 0 0,0-1 0 0 0,0 0 1 0 0,1 1-1 0 0,-1-1 0 0 0,0 0 1 0 0,0 1-1 0 0,0-1 0 0 0,1 0 1 0 0,-1 1-1 0 0,0-1 0 0 0,0 0 1 0 0,1 0-1 0 0,-1 1 0 0 0,0-1 0 0 0,1 0 1 0 0,-1 0-1 0 0,0 1 0 0 0,0-1 1 0 0,1 0-1 0 0,-1 0 0 0 0,1 0 1 0 0,-1 0-1 0 0,0 0 0 0 0,1 0 1 0 0,-1 1-1 0 0,0-1 0 0 0,1 0 1 0 0,-1 0-1 0 0,1 0 0 0 0,-1 0 0 0 0,0 0 1 0 0,1 0-1 0 0,-1-1 0 0 0,0 1 1 0 0,1 0-1 0 0,16 1-200 0 0,-16-1 195 0 0,16-1-371 0 0,1-1 0 0 0,-1-1 0 0 0,31-8 0 0 0,21-4-3033 0 0,-42 12-2453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39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1 200 7343 0 0,'4'-13'114'0'0,"32"-81"797"0"0,-30 82-588 0 0,1-1-1 0 0,0 1 1 0 0,0 0-1 0 0,1 1 1 0 0,10-12-1 0 0,-17 22-277 0 0,0 0-1 0 0,-1 1 1 0 0,1-1-1 0 0,-1 0 1 0 0,1 1-1 0 0,0-1 1 0 0,-1 1-1 0 0,1-1 1 0 0,0 1-1 0 0,-1-1 1 0 0,1 1-1 0 0,0-1 1 0 0,0 1-1 0 0,0 0 1 0 0,0-1-1 0 0,-1 1 1 0 0,1 0-1 0 0,0 0 1 0 0,0-1-1 0 0,1 1 0 0 0,-2 0-11 0 0,1 1-1 0 0,-1-1 1 0 0,1 0-1 0 0,-1 1 1 0 0,1-1-1 0 0,-1 0 1 0 0,1 1-1 0 0,-1-1 0 0 0,1 1 1 0 0,-1-1-1 0 0,0 0 1 0 0,1 1-1 0 0,-1-1 1 0 0,0 1-1 0 0,1-1 0 0 0,-1 1 1 0 0,0-1-1 0 0,0 1 1 0 0,0 0-1 0 0,1-1 1 0 0,-1 1-1 0 0,0 0 0 0 0,1 7 229 0 0,0-1 0 0 0,-1 0 0 0 0,0 13 1 0 0,0-14-81 0 0,0 28 489 0 0,0-31-410 0 0,0 13-32 0 0,-1 45-4 0 0,1-46-16 0 0,0 2-66 0 0,1 51-29 0 0,-1-51-8 0 0,2-1-18 0 0,4 49-59 0 0,1-34-25 0 0,13 29-205 0 0,-18-55-33 0 0,-1-1 0 0 0,1 1-1 0 0,0-1 1 0 0,0 0 0 0 0,0 0 0 0 0,1 0-1 0 0,-1 0 1 0 0,7 6 0 0 0,-3-2-2289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40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7 558 11863 0 0,'4'-74'828'0'0,"3"0"0"0"0,23-99-1 0 0,-6 44-238 0 0,-22 110-589 0 0,-1 10 0 0 0,0 1 0 0 0,0-1 0 0 0,1 0 0 0 0,0 0 0 0 0,1 1 0 0 0,0 0 0 0 0,0-1 0 0 0,6-9 0 0 0,-9 17 0 0 0,0 1 0 0 0,0 0 0 0 0,0 0 0 0 0,1 0 0 0 0,-1 0 0 0 0,0 0 0 0 0,0 0 0 0 0,0 0 1 0 0,0 0-1 0 0,0 0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1 0 0 0,0-1 0 0 0,0 0 0 0 0,0 0 0 0 0,0 0 0 0 0,0 0 1 0 0,1 0-1 0 0,-1 0 0 0 0,0 0 0 0 0,0 0 0 0 0,0 0 0 0 0,0 0 0 0 0,0 0 0 0 0,0 1 0 0 0,0-1 0 0 0,0 0 0 0 0,0 0 0 0 0,0 0 0 0 0,0 0 0 0 0,0 0 0 0 0,0 0 0 0 0,0 0 0 0 0,0 0 0 0 0,0 0 0 0 0,0 0 0 0 0,0 1 0 0 0,-1-1 0 0 0,3 12 2 0 0,-1 14-20 0 0,-3-7-57 0 0,0 3-4 0 0,-7 68 74 0 0,-1-1 58 0 0,5-48 13 0 0,-33 285 196 0 0,22-177-144 0 0,8-50-54 0 0,5-31-70 0 0,2-51-142 0 0,0-3-294 0 0,-3 41-96 0 0,4-53 272 0 0,0 0 0 0 0,0 0-1 0 0,0 0 1 0 0,0 0 0 0 0,0 0 0 0 0,0 0-1 0 0,-1-1 1 0 0,1 1 0 0 0,-1 0-1 0 0,1 0 1 0 0,-1 0 0 0 0,-1 2-1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40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224 168 6447 0 0,'-19'-9'1089'0'0,"0"2"0"0"0,-1 1 0 0 0,0 0 0 0 0,0 2-1 0 0,-38-4 1 0 0,46 7-1060 0 0,0 1 0 0 0,-1 0 0 0 0,-16 3-1 0 0,29-3-28 0 0,0 0 0 0 0,1 0 0 0 0,-1 1 0 0 0,0-1 0 0 0,0 0 0 0 0,0 0 0 0 0,1 0 0 0 0,-1 0 0 0 0,0 0 0 0 0,0 1 0 0 0,0-1 0 0 0,0 0 0 0 0,0 0-1 0 0,0 0 1 0 0,1 1 0 0 0,-1-1 0 0 0,0 0 0 0 0,0 0 0 0 0,0 0 0 0 0,0 1 0 0 0,0-1 0 0 0,0 0 0 0 0,0 0 0 0 0,0 1 0 0 0,0-1 0 0 0,0 0 0 0 0,0 0 0 0 0,0 0 0 0 0,0 1 0 0 0,0-1-1 0 0,0 0 1 0 0,0 0 0 0 0,0 1 0 0 0,0-1 0 0 0,-1 0 0 0 0,1 0 0 0 0,0 0 0 0 0,0 1 0 0 0,0-1 0 0 0,0 0 0 0 0,0 0 0 0 0,0 0 0 0 0,-1 0 0 0 0,1 1 0 0 0,0-1 0 0 0,0 0 0 0 0,0 0-1 0 0,0 0 1 0 0,-1 0 0 0 0,1 0 0 0 0,0 0 0 0 0,0 1 0 0 0,0-1 0 0 0,-1 0 0 0 0,1 0 0 0 0,-1 0 0 0 0,21 8-57 0 0,23 2 165 0 0,0-3-1 0 0,1-1 1 0 0,58-1 0 0 0,-10 0 81 0 0,386 7 143 0 0,1-39-72 0 0,274-60-621 0 0,-600 67 306 0 0,-95 13-18 0 0,339-34-11 0 0,-323 36 293 0 0,-36 1 238 0 0,1 2 0 0 0,0 2 0 0 0,62 7 0 0 0,-95-6-332 0 0,-1 0 0 0 0,0 1 0 0 0,-1-1 1 0 0,1 1-1 0 0,0 0 0 0 0,0 1 0 0 0,-1-1 0 0 0,5 4 0 0 0,-8-6-98 0 0,0 1 1 0 0,-1-1-1 0 0,1 1 1 0 0,-1-1-1 0 0,1 1 0 0 0,0-1 1 0 0,-1 1-1 0 0,1 0 1 0 0,-1-1-1 0 0,0 1 0 0 0,1 0 1 0 0,-1-1-1 0 0,1 1 1 0 0,-1 0-1 0 0,0 0 1 0 0,0 0-1 0 0,0-1 0 0 0,1 1 1 0 0,-1 0-1 0 0,0 0 1 0 0,0 1-1 0 0,-1-1-21 0 0,1 1 1 0 0,-1-1-1 0 0,1 0 0 0 0,-1 0 1 0 0,0 0-1 0 0,1 1 0 0 0,-1-1 1 0 0,0 0-1 0 0,0 0 1 0 0,0 0-1 0 0,0 0 0 0 0,0 0 1 0 0,0-1-1 0 0,0 1 0 0 0,0 0 1 0 0,0 0-1 0 0,0-1 0 0 0,-2 1 1 0 0,-4 3-158 0 0,0 0 0 0 0,0 0 1 0 0,-12 3-1 0 0,18-6 24 0 0,-1-1 1 0 0,1 0-1 0 0,-1 1 0 0 0,1-1 0 0 0,-1 0 0 0 0,1 1 0 0 0,-1-1 0 0 0,1 0 0 0 0,-1 0 1 0 0,1 0-1 0 0,-1 0 0 0 0,1-1 0 0 0,-1 1 0 0 0,1 0 0 0 0,-1-1 0 0 0,1 1 0 0 0,-1-1 0 0 0,1 1 1 0 0,0-1-1 0 0,-1 0 0 0 0,1 1 0 0 0,0-1 0 0 0,-1 0 0 0 0,1 0 0 0 0,-2-2 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4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14047 0 0,'-1'3'99'0'0,"0"0"0"0"0,0 0 0 0 0,1 0 0 0 0,-1 0 0 0 0,0 0 0 0 0,1 0 0 0 0,0 0 0 0 0,0 0 0 0 0,0 0 0 0 0,0 0 0 0 0,0 1 0 0 0,1-1 0 0 0,-1 0 0 0 0,2 4 0 0 0,0 9 130 0 0,22 695 693 0 0,-10-186 25 0 0,-13-509-850 0 0,-1-4-44 0 0,0 1 0 0 0,3 18-1 0 0,-1-13-23 0 0,-1-4 399 0 0,12-5-5852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41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2396 72 15631 0 0,'-1'-1'79'0'0,"-1"0"-1"0"0,1-1 1 0 0,0 1 0 0 0,0 0-1 0 0,-1 0 1 0 0,1 0-1 0 0,-1 0 1 0 0,1 0 0 0 0,-1 0-1 0 0,1 0 1 0 0,-1 1-1 0 0,0-1 1 0 0,1 0 0 0 0,-1 1-1 0 0,0-1 1 0 0,0 1-1 0 0,1 0 1 0 0,-3 0 0 0 0,-39-1 187 0 0,23 1-306 0 0,-250-22-391 0 0,-76-2-698 0 0,230 20 1084 0 0,-361-2 714 0 0,316 11-519 0 0,-174 8-190 0 0,-174 30-3026 0 0,422-36-1866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41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1839 0 0,'-29'5'0'0'0,"20"-3"72"0"0,8-2-72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41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8751 0 0,'315'-6'3781'0'0,"-198"6"-3419"0"0,-44 0-125 0 0,544-29 922 0 0,-564 24-1280 0 0,-33 4-260 0 0,1-1-1 0 0,-1-1 1 0 0,0-1-1 0 0,25-9 1 0 0,-32 8-242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1:42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 11543 0 0,'-1'3'256'0'0,"0"2"48"0"0,1 2 16 0 0,0 1 0 0 0,0 4-256 0 0,0 4-64 0 0,1 12 0 0 0,2 87 0 0 0,1-25 64 0 0,0 21-64 0 0,2 4 64 0 0,0 1 128 0 0,1 0 16 0 0,0 8 8 0 0,3-11 0 0 0,1-6-312 0 0,0-13-64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19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637 161 10135 0 0,'-12'-46'2520'0'0,"-29"71"-2895"0"0,-1 38 1166 0 0,-341 463 652 0 0,243-289 1313 0 0,126-214-2480 0 0,10-21-162 0 0,6-15-103 0 0,13-49-151 0 0,-5 21 126 0 0,16-45 0 0 0,3 20 31 0 0,3 1-1 0 0,2 1 1 0 0,3 1-1 0 0,57-72 1 0 0,-8 16 61 0 0,92-119 1425 0 0,-176 236-1406 0 0,19-22 125 0 0,-20 23-283 0 0,0 0 0 0 0,-1 0 0 0 0,1 0-1 0 0,0 0 1 0 0,0 1 0 0 0,0-1 0 0 0,0 0-1 0 0,0 0 1 0 0,0 1 0 0 0,0-1 0 0 0,0 1 0 0 0,0-1-1 0 0,0 1 1 0 0,0-1 0 0 0,0 1 0 0 0,0 0 0 0 0,0-1-1 0 0,1 1 1 0 0,0 0 0 0 0,-2 0 31 0 0,0 1 1 0 0,1-1-1 0 0,-1 0 0 0 0,0 0 1 0 0,0 1-1 0 0,0-1 1 0 0,1 0-1 0 0,-1 1 0 0 0,0-1 1 0 0,0 1-1 0 0,0-1 1 0 0,0 0-1 0 0,0 1 0 0 0,0-1 1 0 0,0 0-1 0 0,0 1 0 0 0,0-1 1 0 0,0 1-1 0 0,0-1 1 0 0,0 0-1 0 0,0 1 0 0 0,0-1 1 0 0,0 0-1 0 0,0 1 1 0 0,0-1-1 0 0,0 1 0 0 0,-1-1 1 0 0,1 0-1 0 0,0 1 0 0 0,-7 13-189 0 0,6-12 144 0 0,-110 177-680 0 0,19-36-96 0 0,75-113 712 0 0,2 1 0 0 0,-22 62-1 0 0,34-86-696 0 0,1 1 0 0 0,0 0 0 0 0,1 0-1 0 0,-1 9 1 0 0,2-1-3847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20.1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124 553 8751 0 0,'-9'-1'321'0'0,"0"1"1"0"0,-1 0-1 0 0,1 1 0 0 0,0 0 0 0 0,-1 1 0 0 0,1 0 0 0 0,0 0 0 0 0,0 1 0 0 0,1 0 0 0 0,-18 8 0 0 0,26-11-304 0 0,0 0-1 0 0,-1 0 1 0 0,1 1-1 0 0,0-1 0 0 0,-1 0 1 0 0,1 0-1 0 0,0 0 1 0 0,0 0-1 0 0,-1 0 1 0 0,1 0-1 0 0,0 1 0 0 0,-1-1 1 0 0,1 0-1 0 0,0 0 1 0 0,0 0-1 0 0,0 0 0 0 0,-1 1 1 0 0,1-1-1 0 0,0 0 1 0 0,0 0-1 0 0,0 1 1 0 0,-1-1-1 0 0,1 0 0 0 0,0 0 1 0 0,0 1-1 0 0,0-1 1 0 0,0 0-1 0 0,0 1 0 0 0,0-1 1 0 0,0 0-1 0 0,0 1 1 0 0,0-1-1 0 0,0 0 1 0 0,0 0-1 0 0,0 1 0 0 0,0-1 1 0 0,0 0-1 0 0,0 1 1 0 0,0-1-1 0 0,0 0 1 0 0,0 1-1 0 0,0-1 0 0 0,0 0 1 0 0,16 5 339 0 0,21-4 141 0 0,386-90 2274 0 0,-236 43-2058 0 0,402-49 380 0 0,-35 7-786 0 0,187-127 631 0 0,-716 207-887 0 0,9-5 138 0 0,1 2-1 0 0,0 2 1 0 0,62-8 0 0 0,-92 16-187 0 0,12 2-20 0 0,-22 30-1126 0 0,12-8-1622 0 0,-4-14 1340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44.7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241 638 6911 0 0,'-33'-35'812'0'0,"13"14"1177"0"0,-39-34 1 0 0,52 50-1760 0 0,1 0 1 0 0,-1 0 0 0 0,0 1-1 0 0,-1 0 1 0 0,1 0 0 0 0,-1 1 0 0 0,0 0-1 0 0,0 0 1 0 0,0 1 0 0 0,-15-2-1 0 0,22 3-230 0 0,0 1-1 0 0,-1 0 0 0 0,1 0 0 0 0,-1 0 1 0 0,1 0-1 0 0,0 0 0 0 0,-1 0 0 0 0,1 0 0 0 0,-1 1 1 0 0,1-1-1 0 0,0 0 0 0 0,-1 1 0 0 0,1-1 1 0 0,0 1-1 0 0,0-1 0 0 0,-1 1 0 0 0,1 0 1 0 0,0 0-1 0 0,0-1 0 0 0,0 1 0 0 0,0 0 1 0 0,-2 1-1 0 0,3-1 1 0 0,0 0 0 0 0,0 0 0 0 0,0 0 0 0 0,0 0 0 0 0,-1-1 0 0 0,1 1 0 0 0,0 0 0 0 0,0 0 0 0 0,1 0 0 0 0,-1 0 0 0 0,0 0 0 0 0,0-1-1 0 0,0 1 1 0 0,0 0 0 0 0,1 0 0 0 0,-1 0 0 0 0,0 0 0 0 0,1-1 0 0 0,-1 1 0 0 0,1 0 0 0 0,-1 0 0 0 0,1-1 0 0 0,-1 1 0 0 0,1 0 0 0 0,0-1 0 0 0,-1 1 0 0 0,1-1 0 0 0,0 1 0 0 0,-1-1 0 0 0,1 1 0 0 0,0-1 0 0 0,0 1 0 0 0,-1-1 0 0 0,1 0 0 0 0,0 1 0 0 0,1-1 0 0 0,10 6 39 0 0,0-1 1 0 0,0 0 0 0 0,0 0-1 0 0,1-2 1 0 0,0 1 0 0 0,0-2-1 0 0,0 0 1 0 0,0 0 0 0 0,15-1 0 0 0,21-1 350 0 0,51-7 0 0 0,-92 7-333 0 0,156-24 792 0 0,209-56-1 0 0,-160 30-706 0 0,320-50 16 0 0,-194 40 65 0 0,-126 23 272 0 0,110-23 388 0 0,-218 38-724 0 0,65-14 304 0 0,-135 26-374 0 0,0-1 1 0 0,56-27-1 0 0,-74 27-138 0 0,-17 11 46 0 0,0 0 1 0 0,-1 0 0 0 0,1 0 0 0 0,0 0 0 0 0,0 0 0 0 0,0 0 0 0 0,-1 0 0 0 0,1 0 0 0 0,0 0 0 0 0,0 0 0 0 0,0 0 0 0 0,-1 0 0 0 0,1 0 0 0 0,0 0 0 0 0,0-1 0 0 0,0 1-1 0 0,-1 0 1 0 0,1 0 0 0 0,0 0 0 0 0,0 0 0 0 0,0 0 0 0 0,0-1 0 0 0,0 1 0 0 0,0 0 0 0 0,-1 0 0 0 0,1 0 0 0 0,0 0 0 0 0,0-1 0 0 0,0 1 0 0 0,0 0 0 0 0,0 0 0 0 0,0 0-1 0 0,0-1 1 0 0,0 1 0 0 0,0 0 0 0 0,0 0 0 0 0,0 0 0 0 0,0-1 0 0 0,0 1 0 0 0,0 0 0 0 0,0 0 0 0 0,0 0 0 0 0,0-1 0 0 0,0 1 0 0 0,0 0 0 0 0,0 0 0 0 0,0 0 0 0 0,0-1-1 0 0,0 1 1 0 0,0 0 0 0 0,1 0 0 0 0,-1 0 0 0 0,0-1 0 0 0,0 1 0 0 0,0 0 0 0 0,0 0 0 0 0,1 0 0 0 0,-3 0-494 0 0,-4 1-94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46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570 1237 10823 0 0,'69'39'2032'0'0,"-67"-38"-1488"0"0,4 2-416 0 0,16 7 16 0 0,-19-11 209 0 0,-6-6-110 0 0,-6-7 119 0 0,-2 1-198 0 0,-1 1 0 0 0,0-1 0 0 0,-1 2 0 0 0,0 0 0 0 0,-1 1 0 0 0,0 0 0 0 0,0 1 0 0 0,-1 1 1 0 0,0 0-1 0 0,-26-9 0 0 0,-12 0-130 0 0,-105-20 0 0 0,60 16 109 0 0,85 19-45 0 0,1-2 0 0 0,1 0 0 0 0,-1 0 1 0 0,0-1-1 0 0,1 0 0 0 0,-17-11 1 0 0,23 12 18 0 0,0 0 0 0 0,0 0 0 0 0,0-1 0 0 0,1 1 0 0 0,-1-1 0 0 0,1 0 0 0 0,0 0 0 0 0,0 0 0 0 0,1-1 0 0 0,0 1 0 0 0,0-1 0 0 0,0 0 0 0 0,1 0 0 0 0,-3-8 1 0 0,0-9 245 0 0,0-1 0 0 0,2 1 0 0 0,-1-37 0 0 0,6-73-118 0 0,0 75-109 0 0,39-452-2181 0 0,-38 474 1542 0 0,6-43-6088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53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29 128 11743 0 0,'-18'-6'836'0'0,"8"3"776"0"0,28 3-637 0 0,11 1-931 0 0,0-2 0 0 0,0-1 0 0 0,47-10 0 0 0,88-28 121 0 0,-74 15 239 0 0,-42 12-292 0 0,-21 5-246 0 0,-1 2 0 0 0,46-6 0 0 0,-55 13-1796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53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11599 0 0,'22'-7'296'0'0,"1"1"0"0"0,0 1-1 0 0,0 1 1 0 0,29-2 0 0 0,8-1-39 0 0,390-77 399 0 0,-440 82-753 0 0,-4 1-56 0 0,0 0-1 0 0,1-1 0 0 0,-1 1 0 0 0,0-2 0 0 0,9-3 0 0 0,-9 1-418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5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125 253 1375 0 0,'14'-31'1363'0'0,"-12"24"-357"0"0,0-1-1 0 0,-1 1 0 0 0,0-1 0 0 0,0 1 1 0 0,-1-1-1 0 0,1 1 0 0 0,-2-1 0 0 0,1 1 1 0 0,-3-12-1 0 0,-7-7-1723 0 0,10 25 758 0 0,-1 0 0 0 0,1 0 1 0 0,-1 0-1 0 0,0 0 0 0 0,1 1 1 0 0,-1-1-1 0 0,0 0 0 0 0,0 0 1 0 0,0 0-1 0 0,1 1 1 0 0,-1-1-1 0 0,0 0 0 0 0,0 1 1 0 0,0-1-1 0 0,0 1 0 0 0,0-1 1 0 0,0 1-1 0 0,0-1 0 0 0,0 1 1 0 0,0 0-1 0 0,-1-1 0 0 0,1 1 1 0 0,0 0-1 0 0,0 0 0 0 0,-1 0 1 0 0,-1 0 11 0 0,1 1 1 0 0,0 0 0 0 0,0-1-1 0 0,0 1 1 0 0,0 0 0 0 0,0 0 0 0 0,0 0-1 0 0,0 0 1 0 0,0 0 0 0 0,0 1-1 0 0,0-1 1 0 0,-1 2 0 0 0,-4 5 276 0 0,-1 0 1 0 0,1 0 0 0 0,1 0 0 0 0,-7 11-1 0 0,6-7-436 0 0,0 1-1 0 0,-9 24 1 0 0,14-32 26 0 0,0 1 0 0 0,0-1 1 0 0,1 0-1 0 0,0 1 0 0 0,0-1 0 0 0,1 1 1 0 0,-1 0-1 0 0,1-1 0 0 0,0 1 0 0 0,2 7 1 0 0,-2-13 105 0 0,0 1-1 0 0,0 0 1 0 0,0 0 0 0 0,1 0 0 0 0,-1 0 0 0 0,1 0 0 0 0,-1 0 0 0 0,0 0 0 0 0,1 0 0 0 0,-1-1-1 0 0,1 1 1 0 0,0 0 0 0 0,-1 0 0 0 0,1-1 0 0 0,0 1 0 0 0,-1 0 0 0 0,1-1 0 0 0,0 1 0 0 0,0 0-1 0 0,-1-1 1 0 0,1 1 0 0 0,0-1 0 0 0,0 0 0 0 0,1 1 0 0 0,0 0 4 0 0,0-1 1 0 0,0 0-1 0 0,0 0 0 0 0,0 0 1 0 0,0 0-1 0 0,0 0 1 0 0,0 0-1 0 0,0 0 0 0 0,0-1 1 0 0,0 1-1 0 0,2-2 0 0 0,5-1-28 0 0,0-1 0 0 0,-1 0-1 0 0,15-10 1 0 0,19-15-309 0 0,-1-3 0 0 0,-2-1 0 0 0,-1-2 0 0 0,-1-1 0 0 0,41-55 0 0 0,-77 89 312 0 0,0 0-1 0 0,1 0 1 0 0,-1 1 0 0 0,1-1-1 0 0,-1 0 1 0 0,1 1 0 0 0,0-1-1 0 0,0 1 1 0 0,0 0-1 0 0,0-1 1 0 0,0 1 0 0 0,0 0-1 0 0,0 0 1 0 0,0 0 0 0 0,0 1-1 0 0,0-1 1 0 0,3 0 0 0 0,-3 1 12 0 0,-1 0 1 0 0,0 1-1 0 0,1-1 1 0 0,-1 1-1 0 0,0-1 1 0 0,1 1 0 0 0,-1-1-1 0 0,0 1 1 0 0,0 0-1 0 0,0 0 1 0 0,1-1-1 0 0,-1 1 1 0 0,0 0-1 0 0,0 0 1 0 0,0 0 0 0 0,0 0-1 0 0,-1 1 1 0 0,1-1-1 0 0,0 0 1 0 0,0 0-1 0 0,-1 0 1 0 0,1 1-1 0 0,0-1 1 0 0,-1 0 0 0 0,0 1-1 0 0,1-1 1 0 0,0 2-1 0 0,11 47 344 0 0,1 5-213 0 0,-11-51-131 0 0,-1 0 1 0 0,1 1-1 0 0,0-1 1 0 0,0 0-1 0 0,1 0 0 0 0,-1 0 1 0 0,1-1-1 0 0,0 1 1 0 0,4 4-1 0 0,-5-6-4 0 0,0-1-1 0 0,-1 0 1 0 0,1 0-1 0 0,0 0 1 0 0,0 0 0 0 0,0 0-1 0 0,0 0 1 0 0,0 0-1 0 0,0-1 1 0 0,0 1 0 0 0,0-1-1 0 0,0 1 1 0 0,0-1-1 0 0,0 0 1 0 0,0 0 0 0 0,0 1-1 0 0,3-2 1 0 0,-1 1 5 0 0,1-1 1 0 0,0 0 0 0 0,0-1-1 0 0,0 1 1 0 0,-1-1 0 0 0,1 0-1 0 0,4-2 1 0 0,4-4 9 0 0,-1 1 0 0 0,0-2-1 0 0,0 0 1 0 0,10-11 0 0 0,2-5-21 0 0,-19 19-8 0 0,0 0 0 0 0,-1 0 0 0 0,2 1 0 0 0,-1 0 0 0 0,1 0 0 0 0,0 0-1 0 0,0 1 1 0 0,0 0 0 0 0,0 0 0 0 0,1 1 0 0 0,10-5 0 0 0,-14 8 6 0 0,1-1-1 0 0,-1 1 0 0 0,1 0 1 0 0,0 1-1 0 0,-1-1 0 0 0,1 1 1 0 0,-1-1-1 0 0,1 1 0 0 0,-1 0 1 0 0,1 0-1 0 0,-1 0 0 0 0,0 1 1 0 0,6 3-1 0 0,42 29 86 0 0,-32-20-57 0 0,-7-5 17 0 0,1-1 0 0 0,-1 0-1 0 0,2-1 1 0 0,-1-1 0 0 0,19 7-1 0 0,-27-11-39 0 0,1-1-1 0 0,1 0 0 0 0,-1 0 1 0 0,0 0-1 0 0,0-1 1 0 0,0 0-1 0 0,0 0 1 0 0,0 0-1 0 0,0-1 0 0 0,0 0 1 0 0,1 0-1 0 0,-1-1 1 0 0,-1 1-1 0 0,1-1 1 0 0,8-4-1 0 0,-4 0 15 0 0,0 0 1 0 0,-1 0-1 0 0,0-1 1 0 0,13-12 0 0 0,-12 10 25 0 0,0 0 1 0 0,19-11-1 0 0,-26 18-42 0 0,1 0-1 0 0,0 0 0 0 0,0 0 0 0 0,1 0 1 0 0,-1 1-1 0 0,0 0 0 0 0,0 0 0 0 0,1 0 1 0 0,-1 1-1 0 0,1-1 0 0 0,7 1 0 0 0,3 2-302 0 0,0 1-1 0 0,28 8 0 0 0,-9-2-1214 0 0,-19-6-3416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58.6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5527 0 0,'2'6'10152'0'0,"0"0"-9912"0"0,1-2-464 0 0,0 0-88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5:59.0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8495 0 0,'6'1'406'0'0,"-1"0"0"0"0,0 0-1 0 0,0-1 1 0 0,0 1-1 0 0,1-1 1 0 0,-1 0 0 0 0,0-1-1 0 0,0 1 1 0 0,0-1-1 0 0,9-2 1 0 0,53-21 1339 0 0,-51 18-1565 0 0,34-14-550 0 0,0-1 0 0 0,86-53 1 0 0,-135 78-959 0 0,-11 13 1008 0 0,-12 19 748 0 0,18-31-303 0 0,-16 29 1314 0 0,19-32-1355 0 0,0-1 1 0 0,1 1-1 0 0,-1-1 1 0 0,1 1-1 0 0,-1-1 0 0 0,1 1 1 0 0,0-1-1 0 0,-1 1 1 0 0,1-1-1 0 0,0 1 1 0 0,0-1-1 0 0,0 1 0 0 0,0 0 1 0 0,0-1-1 0 0,0 1 1 0 0,1-1-1 0 0,-1 1 1 0 0,1-1-1 0 0,-1 1 0 0 0,2 2 1 0 0,-2-4-306 0 0,1 1 0 0 0,0-1 1 0 0,-1 1-1 0 0,1 0 0 0 0,0-1 0 0 0,-1 1 1 0 0,1-1-1 0 0,0 0 0 0 0,0 1 0 0 0,-1-1 1 0 0,1 0-1 0 0,0 1 0 0 0,0-1 0 0 0,0 0 1 0 0,-1 0-1 0 0,1 0 0 0 0,0 0 0 0 0,0 0 1 0 0,1 0-1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3479 0 0,'-6'12'72'0'0,"0"3"24"0"0,1-1 0 0 0,3-4 0 0 0,0-5-96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0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1514 10943 0 0,'-16'-18'636'0'0,"0"0"-1"0"0,1-1 1 0 0,0 0 0 0 0,2-1-1 0 0,-19-39 1 0 0,28 50-607 0 0,1 0 0 0 0,0-1 0 0 0,0 1 0 0 0,1-1 0 0 0,1 1 0 0 0,0-1 0 0 0,0 0 0 0 0,1 0 0 0 0,0 0 0 0 0,0 0 1 0 0,1 0-1 0 0,1 1 0 0 0,0-1 0 0 0,0 0 0 0 0,5-11 0 0 0,5-13-143 0 0,3 2 1 0 0,34-59-1 0 0,-31 60-8 0 0,26-43-39 0 0,3 3-1 0 0,2 2 0 0 0,4 2 0 0 0,3 2 0 0 0,125-111 1 0 0,-104 111 153 0 0,133-84 1 0 0,-153 116 7 0 0,1 1 1 0 0,1 4-1 0 0,90-31 0 0 0,-49 29 0 0 0,1 4 0 0 0,1 4 0 0 0,1 5 0 0 0,1 5 0 0 0,0 4 0 0 0,0 5 0 0 0,1 4 0 0 0,104 15 0 0 0,257 65-5 0 0,-7 35 70 0 0,-299-66-39 0 0,-2 7-1 0 0,192 98 0 0 0,-246-103 11 0 0,-2 4-1 0 0,178 132 1 0 0,-140-77 119 0 0,130 98 442 0 0,-201-161-406 0 0,3-4 0 0 0,81 39 0 0 0,-61-43-62 0 0,1-3 0 0 0,1-5 0 0 0,114 23 0 0 0,-73-29 226 0 0,234 14 0 0 0,146-39 497 0 0,-1-31 88 0 0,-209 9-358 0 0,1351-67-326 0 0,-1464 77-260 0 0,305-13-10 0 0,-2 34-352 0 0,-492-10 359 0 0,109 13-262 0 0,-97-11 106 0 0,-1 1-1 0 0,1 1 1 0 0,-1 1-1 0 0,1 0 0 0 0,17 9 1 0 0,-30-13 81 0 0,0 0 0 0 0,0 0 0 0 0,0 0 0 0 0,0 1 0 0 0,-1-1 0 0 0,1 1 1 0 0,0-1-1 0 0,-1 1 0 0 0,1 0 0 0 0,-1-1 0 0 0,1 1 0 0 0,-1 0 0 0 0,0 0 0 0 0,0 0 0 0 0,0 0 0 0 0,0 0 1 0 0,0 0-1 0 0,0 0 0 0 0,-1 1 0 0 0,1-1 0 0 0,0 3 0 0 0,-1-1-672 0 0,0 0-1 0 0,0 0 1 0 0,0-1-1 0 0,-1 1 1 0 0,1 0 0 0 0,-1 0-1 0 0,-2 5 1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1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43 278 11343 0 0,'-11'-26'473'0'0,"5"13"176"0"0,1-1-1 0 0,0 0 0 0 0,0 0 0 0 0,1 0 0 0 0,-2-18 1 0 0,6 28-551 0 0,0-1 1 0 0,0 1 0 0 0,0-1 0 0 0,0 1 0 0 0,1-1-1 0 0,0 1 1 0 0,0-1 0 0 0,0 1 0 0 0,1-1 0 0 0,-1 1-1 0 0,1 0 1 0 0,0 0 0 0 0,0 0 0 0 0,0 0 0 0 0,1 0-1 0 0,-1 1 1 0 0,1-1 0 0 0,0 1 0 0 0,0-1 0 0 0,0 1-1 0 0,6-5 1 0 0,1 1-63 0 0,1 1-1 0 0,-1-1 0 0 0,1 1 1 0 0,0 1-1 0 0,1 0 1 0 0,-1 1-1 0 0,1 0 0 0 0,0 1 1 0 0,0 0-1 0 0,0 0 0 0 0,0 2 1 0 0,21-2-1 0 0,-2 3 54 0 0,1 1 0 0 0,0 2 0 0 0,53 11 0 0 0,32 15-89 0 0,156 63 0 0 0,-155-49 0 0 0,-106-39 0 0 0,137 52-61 0 0,-120-43 28 0 0,0 1-1 0 0,52 35 1 0 0,-80-49 21 0 0,0 1 0 0 0,0 0-1 0 0,0 0 1 0 0,0-1 0 0 0,0 1 0 0 0,0 0 0 0 0,0 0 0 0 0,0 0 0 0 0,0 0 0 0 0,-1 0-1 0 0,1 0 1 0 0,0 0 0 0 0,-1 0 0 0 0,1 1 0 0 0,-1-1 0 0 0,1 0 0 0 0,0 2-1 0 0,-1-2 5 0 0,0-1 0 0 0,0 1 0 0 0,-1 0 0 0 0,1-1-1 0 0,0 1 1 0 0,0 0 0 0 0,0-1 0 0 0,-1 1-1 0 0,1 0 1 0 0,0-1 0 0 0,-1 1 0 0 0,1-1 0 0 0,-1 1-1 0 0,1 0 1 0 0,0-1 0 0 0,-1 1 0 0 0,1-1 0 0 0,-1 1-1 0 0,1-1 1 0 0,-1 0 0 0 0,0 1 0 0 0,0 0-1 0 0,-6 2-25 0 0,0 0-1 0 0,1-1 0 0 0,-1 1 1 0 0,-13 1-1 0 0,14-2 41 0 0,-89 17 60 0 0,-1-4 0 0 0,-121 3-1 0 0,-198-15 625 0 0,220-5-318 0 0,187 2-805 0 0,-22 0 1353 0 0,17 3-2250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1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28 6447 0 0,'19'3'1100'0'0,"-12"-4"475"0"0,-1 0 1 0 0,1-1 0 0 0,-1 1-1 0 0,1-1 1 0 0,9-5 0 0 0,19-4-1212 0 0,-30 10-461 0 0,20-3 409 0 0,-25 4-358 0 0,1 0-1 0 0,-1 0 1 0 0,1 0-1 0 0,-1 0 1 0 0,1 0 0 0 0,-1 0-1 0 0,1 0 1 0 0,-1 0 0 0 0,1 0-1 0 0,-1 0 1 0 0,1 0 0 0 0,-1 0-1 0 0,1 1 1 0 0,-1-1-1 0 0,1 0 1 0 0,-1 0 0 0 0,1 1-1 0 0,-1-1 1 0 0,0 0 0 0 0,1 0-1 0 0,-1 1 1 0 0,1-1 0 0 0,-1 0-1 0 0,0 1 1 0 0,1-1 0 0 0,-1 1-1 0 0,0-1 1 0 0,1 0-1 0 0,-1 1 1 0 0,0-1 0 0 0,0 1-1 0 0,1-1 1 0 0,-1 1 0 0 0,0-1-1 0 0,0 1 1 0 0,0 0 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3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4366 420 11055 0 0,'1'-4'525'0'0,"-1"1"0"0"0,0 0 0 0 0,0 0 0 0 0,0 0 0 0 0,0 0 0 0 0,-1-1 0 0 0,1 1 0 0 0,-1 0 0 0 0,0 0 0 0 0,1 0 0 0 0,-2 0 1 0 0,-1-5-1 0 0,0 3-251 0 0,0 1 1 0 0,0-1 0 0 0,0 1-1 0 0,-1 0 1 0 0,1-1 0 0 0,-9-5 0 0 0,2 1-527 0 0,-1 2 0 0 0,-1-1 0 0 0,1 2 0 0 0,-1-1 0 0 0,-17-5 1 0 0,-241-73-4332 0 0,170 56 3523 0 0,-443-92 1663 0 0,150 73 1292 0 0,304 44-1572 0 0,0 4 1 0 0,-127 15-1 0 0,178-10-264 0 0,1 2-1 0 0,0 1 1 0 0,0 2 0 0 0,1 1-1 0 0,0 2 1 0 0,1 2 0 0 0,0 1-1 0 0,2 1 1 0 0,0 2 0 0 0,1 2-1 0 0,1 1 1 0 0,0 1 0 0 0,-40 41-1 0 0,41-32-112 0 0,1 1 0 0 0,2 2-1 0 0,2 0 1 0 0,1 2 0 0 0,1 1-1 0 0,3 0 1 0 0,1 2 0 0 0,1 0-1 0 0,3 1 1 0 0,1 1 0 0 0,-14 77-1 0 0,16-31-98 0 0,7 16 110 0 0,5-98 34 0 0,-1 1-1 0 0,2-1 0 0 0,-1 0 1 0 0,2 9-1 0 0,15 71-2 0 0,-13-71 12 0 0,1 1 0 0 0,1-1 0 0 0,11 21 0 0 0,-13-28 31 0 0,1 1 0 0 0,1-1 0 0 0,-1-1 0 0 0,1 1 0 0 0,1-1 0 0 0,-1 0 0 0 0,1 0 0 0 0,1 0-1 0 0,-1-1 1 0 0,1-1 0 0 0,0 1 0 0 0,0-1 0 0 0,1-1 0 0 0,0 1 0 0 0,0-1 0 0 0,0-1 0 0 0,0 0 0 0 0,0 0 0 0 0,0-1-1 0 0,1 0 1 0 0,16 1 0 0 0,-11-3 199 0 0,-1 0 0 0 0,1-2 0 0 0,0 1 0 0 0,-1-2 0 0 0,0 0 0 0 0,1-1 0 0 0,-1 0 0 0 0,14-8 0 0 0,-17 8 6 0 0,-1-1-1 0 0,0 0 1 0 0,0-1 0 0 0,0-1-1 0 0,-1 1 1 0 0,1-1 0 0 0,-2-1 0 0 0,1 0-1 0 0,-1 0 1 0 0,13-17 0 0 0,-19 22-186 0 0,0 0 0 0 0,0-1-1 0 0,0 1 1 0 0,0-1 0 0 0,-1 1 0 0 0,1-1 0 0 0,-1 0 0 0 0,0 1 0 0 0,0-1 0 0 0,0 0 0 0 0,-1 0-1 0 0,1 0 1 0 0,-1 0 0 0 0,0 0 0 0 0,0 0 0 0 0,0 1 0 0 0,-2-7 0 0 0,1 6-36 0 0,-1-1 0 0 0,1 1 0 0 0,-2-1 1 0 0,1 1-1 0 0,0 0 0 0 0,-1 0 0 0 0,1 0 1 0 0,-1 0-1 0 0,0 0 0 0 0,-1 0 0 0 0,1 1 0 0 0,-5-4 1 0 0,-6-3-56 0 0,0 0 0 0 0,0 1 0 0 0,0 1 0 0 0,-1 0 0 0 0,0 2 0 0 0,-1-1 0 0 0,-16-3-1 0 0,-18-4-96 0 0,-2 3 0 0 0,1 2 0 0 0,-1 3 0 0 0,-57-1 0 0 0,20 7-52 0 0,-140 18 0 0 0,166-8 166 0 0,-1 3-1 0 0,2 2 1 0 0,0 3 0 0 0,1 3-1 0 0,1 2 1 0 0,-87 48 0 0 0,95-42 46 0 0,2 3 0 0 0,1 2 0 0 0,1 2 0 0 0,3 3-1 0 0,1 1 1 0 0,1 2 0 0 0,-44 57 0 0 0,31-22-83 0 0,3 2-1 0 0,4 2 0 0 0,3 2 0 0 0,-50 130 1 0 0,47-82-187 0 0,7 2 0 0 0,-36 191 0 0 0,65-259 211 0 0,4 0 1 0 0,2 0-1 0 0,4 1 0 0 0,2 0 0 0 0,14 118 1 0 0,-7-149 55 0 0,1 0-1 0 0,3-1 1 0 0,0 0 0 0 0,2 0 0 0 0,18 34 0 0 0,-18-44 15 0 0,2 0 0 0 0,1 0 0 0 0,1-2 0 0 0,1 0 0 0 0,1 0 0 0 0,1-2 0 0 0,27 23 1 0 0,-17-20 53 0 0,2-1 0 0 0,1-2 0 0 0,0-1 0 0 0,2-1 0 0 0,0-2 0 0 0,1-2 0 0 0,0 0 0 0 0,66 14 0 0 0,-2-9 130 0 0,0-4 0 0 0,108 3 0 0 0,-64-13-83 0 0,0-6 0 0 0,0-6-1 0 0,0-6 1 0 0,-1-6-1 0 0,170-46 1 0 0,-223 40-296 0 0,-2-4 0 0 0,139-65-1 0 0,-186 73 93 0 0,0-1-1 0 0,-2-2 1 0 0,0-1-1 0 0,-2-2 1 0 0,-1-2-1 0 0,-1-1 1 0 0,41-49-1 0 0,-54 55-72 0 0,16-29 0 0 0,-32 46 97 0 0,-1 0 0 0 0,0 0 0 0 0,0-1-1 0 0,-1 1 1 0 0,0-1 0 0 0,0 0 0 0 0,-1 0 0 0 0,0 0-1 0 0,1-12 1 0 0,-3 19 34 0 0,0 0 0 0 0,0 0 0 0 0,0 0 0 0 0,0 0 0 0 0,0 0 0 0 0,0 0 0 0 0,0 0 0 0 0,-1 0 0 0 0,1 0 0 0 0,0 0 0 0 0,-1 0 0 0 0,1 0 1 0 0,-1 0-1 0 0,1 0 0 0 0,-1 0 0 0 0,1 0 0 0 0,-1 0 0 0 0,0 0 0 0 0,0 1 0 0 0,1-1 0 0 0,-1 0 0 0 0,0 0 0 0 0,0 1 0 0 0,-2-2 0 0 0,2 2 0 0 0,-1-1 0 0 0,1 1 0 0 0,-1-1 1 0 0,1 1-1 0 0,-1 0 0 0 0,1 0 0 0 0,-1 0 0 0 0,0 0 1 0 0,1 0-1 0 0,-1 0 0 0 0,1 0 0 0 0,-1 0 0 0 0,1 1 1 0 0,-1-1-1 0 0,1 1 0 0 0,-1-1 0 0 0,1 1 0 0 0,-1-1 1 0 0,1 1-1 0 0,-1 0 0 0 0,-1 1 0 0 0,-28 21-42 0 0,-4 11 30 0 0,21-14-25 0 0,0 8 31 0 0,2 1 0 0 0,0 0 0 0 0,2 1 0 0 0,-7 36 0 0 0,11-29 6 0 0,3 1 1 0 0,1 1-1 0 0,1-1 0 0 0,2 0 1 0 0,2 0-1 0 0,2 0 0 0 0,13 54 1 0 0,-6-49 11 0 0,1 0-1 0 0,2-1 1 0 0,2 0 0 0 0,2-1 0 0 0,2-1 0 0 0,26 38 0 0 0,-30-54 6 0 0,2-1-1 0 0,0 0 1 0 0,1-1-1 0 0,2-1 1 0 0,0-1-1 0 0,1-1 1 0 0,1-1 0 0 0,0-1-1 0 0,2-1 1 0 0,32 15-1 0 0,-25-16 2 0 0,1-1 0 0 0,1-3 0 0 0,0 0 0 0 0,0-2 0 0 0,1-2 0 0 0,0-1 0 0 0,0-2 0 0 0,40-1 0 0 0,3-5 118 0 0,1-3-1 0 0,-1-4 1 0 0,0-4-1 0 0,122-35 1 0 0,-81 9 142 0 0,-1-5 1 0 0,131-68 0 0 0,-186 79 161 0 0,-2-3 1 0 0,-1-2 0 0 0,-3-3-1 0 0,-1-3 1 0 0,100-99 0 0 0,-118 101-271 0 0,-2-3 1 0 0,-2 0 0 0 0,-2-3 0 0 0,-1 0 0 0 0,-3-2-1 0 0,-3-2 1 0 0,38-99 0 0 0,-50 111-242 0 0,-2-1 0 0 0,-2 0 0 0 0,-1-1 1 0 0,-3 0-1 0 0,3-55 0 0 0,-9 77-38 0 0,-1 1 0 0 0,-1-1 1 0 0,-1 1-1 0 0,0 0 0 0 0,-12-35 0 0 0,11 41 37 0 0,-2 1-1 0 0,0-1 0 0 0,0 1 1 0 0,-1 0-1 0 0,-1 1 1 0 0,0-1-1 0 0,0 1 0 0 0,-1 1 1 0 0,-12-11-1 0 0,17 17 25 0 0,0 0 1 0 0,0 1-1 0 0,-1 0 0 0 0,0 0 0 0 0,0 0 1 0 0,1 0-1 0 0,-2 1 0 0 0,-5-2 0 0 0,9 3 11 0 0,0 0 0 0 0,0 1 0 0 0,0-1-1 0 0,0 1 1 0 0,0 0 0 0 0,0 0-1 0 0,0-1 1 0 0,0 1 0 0 0,0 1 0 0 0,0-1-1 0 0,0 0 1 0 0,0 0 0 0 0,0 1-1 0 0,0-1 1 0 0,0 1 0 0 0,0 0 0 0 0,1-1-1 0 0,-1 1 1 0 0,0 0 0 0 0,0 0-1 0 0,1 0 1 0 0,-1 0 0 0 0,-2 3 0 0 0,2-2-436 0 0,-1 9-12 0 0,-7 32 2 0 0,10-41 449 0 0,-1 0 0 0 0,1-1 1 0 0,0 1-1 0 0,-1 0 0 0 0,1 0 0 0 0,0 0 1 0 0,0 0-1 0 0,0 0 0 0 0,1-1 0 0 0,-1 4 1 0 0,7 44-431 0 0,0-22 2 0 0,-6-24 449 0 0,7 19-159 0 0,1 1-1 0 0,1-1 1 0 0,1-1-1 0 0,1 0 0 0 0,21 28 1 0 0,-21-36 159 0 0,1 0 0 0 0,0-1 0 0 0,1 0 0 0 0,0-1 0 0 0,1 0 0 0 0,0-2 0 0 0,0 1 0 0 0,1-2 0 0 0,1 0 1 0 0,-1-1-1 0 0,1-1 0 0 0,0 0 0 0 0,1-2 0 0 0,-1 1 0 0 0,1-2 0 0 0,0-1 0 0 0,0 0 0 0 0,0-1 1 0 0,0-1-1 0 0,0-1 0 0 0,0 0 0 0 0,23-5 0 0 0,5-4 396 0 0,-2-1 0 0 0,1-3 0 0 0,-1-2 0 0 0,-2-1 0 0 0,1-2 1 0 0,-2-2-1 0 0,-1-2 0 0 0,0-2 0 0 0,-2-1 0 0 0,-1-2 0 0 0,61-59 0 0 0,-74 60-128 0 0,-1-1 1 0 0,-1-1-1 0 0,-2-1 0 0 0,0-1 0 0 0,-3 0 1 0 0,0-2-1 0 0,-2 0 0 0 0,-2 0 0 0 0,-1-1 0 0 0,-1-1 1 0 0,-2 0-1 0 0,5-42 0 0 0,-8 29 72 0 0,-2-1 0 0 0,-2 0 0 0 0,-2 1 0 0 0,-2-1 0 0 0,-3 0-1 0 0,-1 1 1 0 0,-3 0 0 0 0,-22-71 0 0 0,6 47-491 0 0,-4 0 1 0 0,-2 2-1 0 0,-4 2 0 0 0,-3 1 1 0 0,-2 1-1 0 0,-65-79 0 0 0,49 79-54 0 0,-2 2 0 0 0,-4 2 0 0 0,-2 4 0 0 0,-2 2 0 0 0,-100-64 0 0 0,115 88-57 0 0,-1 2 1 0 0,-2 3-1 0 0,0 2 1 0 0,-97-30-1 0 0,118 45-282 0 0,-1 2 0 0 0,-1 1 1 0 0,1 2-1 0 0,-1 2 0 0 0,0 0 1 0 0,0 3-1 0 0,0 0 0 0 0,0 3 0 0 0,-48 9 1 0 0,-9 13-6120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3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 12895 0 0,'-1'5'255'0'0,"1"0"0"0"0,-1-1-1 0 0,1 1 1 0 0,-1 0 0 0 0,-1 0-1 0 0,1 0 1 0 0,-1-1-1 0 0,0 1 1 0 0,0-1 0 0 0,-3 6-1 0 0,-14 31 4641 0 0,-119 372-4154 0 0,29 14-2363 0 0,98-371 833 0 0,9-41 625 0 0,0-3-363 0 0,14-14-1120 0 0,-8-3 1663 0 0,-1 0-1 0 0,0 0 1 0 0,0 0-1 0 0,-1 0 1 0 0,1 0-1 0 0,-1 0 1 0 0,3-12-1 0 0,3-4 55 0 0,220-512 1096 0 0,-218 510-1107 0 0,52-111 272 0 0,-52 115-254 0 0,0 2 1 0 0,2-1 0 0 0,0 1 0 0 0,28-30 0 0 0,-35 43-77 0 0,-1 0 0 0 0,1 0 0 0 0,0 0 0 0 0,-1 1 0 0 0,2 0 1 0 0,-1 0-1 0 0,0 0 0 0 0,1 0 0 0 0,5-1 0 0 0,-8 3-19 0 0,1 0 0 0 0,-1 1 0 0 0,0-1 0 0 0,1 1 0 0 0,-1 0 0 0 0,0 0 0 0 0,1 0 0 0 0,-1 1 0 0 0,0-1 0 0 0,1 1 0 0 0,-1-1 0 0 0,0 1 0 0 0,1 0 0 0 0,-1 1 0 0 0,0-1 0 0 0,0 0 0 0 0,0 1 0 0 0,0 0 0 0 0,0-1 0 0 0,-1 1 0 0 0,4 3 0 0 0,4 2-30 0 0,-5-4 21 0 0,0 0-1 0 0,-1 0 1 0 0,1 1 0 0 0,-1 0 0 0 0,0 0 0 0 0,0 0-1 0 0,5 7 1 0 0,25 28-10 0 0,-16-15-16 0 0,17 31 29 0 0,-18-25 2 0 0,15 35 124 0 0,-18-33 55 0 0,-5-12-100 0 0,0-1 86 0 0,10 38 0 0 0,-1-2-2 0 0,-14-41-12 0 0,-1 0-1 0 0,10 40 2 0 0,-10-40 590 0 0,-7-4-538 0 0,-15 28 2 0 0,18-37-173 0 0,0 0 1 0 0,0 0-1 0 0,0 0 0 0 0,0 0 0 0 0,0 0 1 0 0,0-1-1 0 0,0 1 0 0 0,0 0 0 0 0,-1 0 1 0 0,1-1-1 0 0,0 1 0 0 0,0-1 0 0 0,-1 1 1 0 0,1-1-1 0 0,0 1 0 0 0,-1-1 0 0 0,1 0 1 0 0,-1 0-1 0 0,1 0 0 0 0,0 0 0 0 0,-1 0 0 0 0,1 0 1 0 0,-3 0-1 0 0,-4 0 38 0 0,-56 0-1 0 0,-81-9-1 0 0,-36 0 17 0 0,156 9-59 0 0,1 2-1 0 0,0 1 0 0 0,-1 0 1 0 0,1 2-1 0 0,-32 11 0 0 0,44-12-243 0 0,0 1-1 0 0,-19 12 0 0 0,28-16 167 0 0,0 1 1 0 0,0 0-1 0 0,0 0 0 0 0,0 0 0 0 0,1 0 0 0 0,-1 0 1 0 0,1 1-1 0 0,0-1 0 0 0,0 1 0 0 0,0 0 0 0 0,0-1 0 0 0,0 1 1 0 0,0 0-1 0 0,1 0 0 0 0,-3 6 0 0 0,4-3-1883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0 176 18455 0 0,'40'-27'917'0'0,"0"2"-1"0"0,2 2 0 0 0,1 2 1 0 0,0 1-1 0 0,2 3 0 0 0,49-13 1 0 0,-82 27-818 0 0,0 0 1 0 0,0 0-1 0 0,0 1 0 0 0,20 0 1 0 0,-29 2-109 0 0,0 0 0 0 0,1 0-1 0 0,-1 0 1 0 0,0 1 0 0 0,0-1 0 0 0,0 1 0 0 0,0 0 0 0 0,0 0 0 0 0,0 0 0 0 0,0 0 0 0 0,0 0 0 0 0,0 1 0 0 0,-1 0 0 0 0,1-1 0 0 0,0 1 0 0 0,-1 0-1 0 0,1 0 1 0 0,-1 0 0 0 0,0 0 0 0 0,0 1 0 0 0,4 4 0 0 0,-5-5-170 0 0,-2 11-143 0 0,-6 36-60 0 0,7-47 346 0 0,0 0 0 0 0,-1 0 0 0 0,1 0 0 0 0,0 0 0 0 0,-1 0 0 0 0,0 0 0 0 0,0 0 0 0 0,1 0-1 0 0,-1 0 1 0 0,-2 2 0 0 0,-27 47-632 0 0,-72 89 0 0 0,67-99 415 0 0,-95 124-214 0 0,109-129 451 0 0,4 1 30 0 0,17-36-13 0 0,-1-1 1 0 0,1 1 0 0 0,0 0 0 0 0,0-1 0 0 0,-1 1 0 0 0,1 0 0 0 0,0-1 0 0 0,0 1 0 0 0,0 0 0 0 0,0-1 0 0 0,0 1 0 0 0,0 0 0 0 0,0-1 0 0 0,0 1 0 0 0,0 0 0 0 0,0-1 0 0 0,0 1 0 0 0,0 0 0 0 0,0-1 0 0 0,1 1 0 0 0,-1 0 0 0 0,0-1 0 0 0,0 1 0 0 0,1-1 0 0 0,-1 1 0 0 0,1 0 0 0 0,17 40 27 0 0,-18-40-26 0 0,0-1-1 0 0,0 1 1 0 0,0 0-1 0 0,1 0 1 0 0,-1-1 0 0 0,0 1-1 0 0,0 0 1 0 0,1-1-1 0 0,-1 1 1 0 0,1-1-1 0 0,-1 1 1 0 0,1-1-1 0 0,-1 1 1 0 0,1 0 0 0 0,-1-1-1 0 0,1 0 1 0 0,-1 1-1 0 0,1-1 1 0 0,-1 1-1 0 0,1-1 1 0 0,0 0-1 0 0,-1 1 1 0 0,1-1 0 0 0,0 0-1 0 0,28 11 3 0 0,1-1 1 0 0,0-2-1 0 0,0-1 0 0 0,0-1 1 0 0,53 2-1 0 0,168-6 77 0 0,-176-3-44 0 0,-39 1-189 0 0,69-3-1325 0 0,-94 2 1211 0 0,0-1 0 0 0,0 0 0 0 0,0 0 0 0 0,0-1 1 0 0,0-1-1 0 0,18-8 0 0 0,-15 2-2424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5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0 556 3223 0 0,'8'-22'8805'0'0,"-6"41"-3626"0"0,-3 47-4223 0 0,4-52-422 0 0,10 46 18 0 0,-5-33 6 0 0,10 21 0 0 0,-6-24-12 0 0,15 22-2 0 0,-11-23 0 0 0,-3-7-340 0 0,1-1 0 0 0,1-1 0 0 0,0 0-1 0 0,0 0 1 0 0,2-2 0 0 0,-1 0 0 0 0,29 15 0 0 0,-35-23-154 0 0,0 0 1 0 0,0-1-1 0 0,0 0 0 0 0,0 0 1 0 0,1-1-1 0 0,-1-1 0 0 0,1 0 1 0 0,0 0-1 0 0,-1-1 0 0 0,1 0 1 0 0,-1-1-1 0 0,1 0 0 0 0,10-2 1 0 0,-13 0-69 0 0,0 1 0 0 0,0-1 0 0 0,-1 0 0 0 0,1-1 0 0 0,-1 0 0 0 0,0 0 0 0 0,0-1 1 0 0,0 0-1 0 0,-1 0 0 0 0,1 0 0 0 0,-1-1 0 0 0,0 0 0 0 0,-1 0 0 0 0,0 0 0 0 0,0-1 0 0 0,0 0 0 0 0,4-8 0 0 0,-3 4-54 0 0,-1-1 0 0 0,0 0-1 0 0,-1 0 1 0 0,0 0-1 0 0,0 0 1 0 0,-2 0 0 0 0,4-26-1 0 0,-6 17-75 0 0,0 1 0 0 0,0 0-1 0 0,-2 0 1 0 0,-6-28 0 0 0,-6-6-168 0 0,-3 0-1 0 0,-37-82 1 0 0,48 122 292 0 0,-35-72-116 0 0,41 84 84 0 0,4 5 47 0 0,4 6 14 0 0,8 9-5 0 0,21 26 11 0 0,337 382 440 0 0,-368-421-474 0 0,49 47 94 0 0,-49-47-168 0 0,1 0 0 0 0,0-1 0 0 0,-1 1 0 0 0,2-2 0 0 0,-1 1 0 0 0,15 5 0 0 0,-21-9 69 0 0,-1 1 1 0 0,1-1-1 0 0,0 0 0 0 0,-1 0 1 0 0,1 0-1 0 0,-1 0 1 0 0,1 0-1 0 0,0 0 0 0 0,-1 0 1 0 0,1 0-1 0 0,-1 0 0 0 0,1 0 1 0 0,0 0-1 0 0,-1 0 1 0 0,1 0-1 0 0,-1-1 0 0 0,1 1 1 0 0,-1 0-1 0 0,1 0 0 0 0,-1-1 1 0 0,1 1-1 0 0,-1 0 1 0 0,1-1-1 0 0,-1 1 0 0 0,1-1 1 0 0,-1 1-1 0 0,1-1 0 0 0,0-1-9 0 0,0 1 0 0 0,0-1 0 0 0,0 1-1 0 0,-1-1 1 0 0,1 0 0 0 0,-1 1-1 0 0,1-1 1 0 0,-1 0 0 0 0,0 0 0 0 0,1-1-1 0 0,-3-46-54 0 0,1 42 151 0 0,-2-20 120 0 0,-3-34 587 0 0,4-104 0 0 0,3 147-672 0 0,0 0 0 0 0,2 0 0 0 0,0 0 0 0 0,2 0 0 0 0,0 0 1 0 0,0 1-1 0 0,2 0 0 0 0,0 0 0 0 0,1 1 0 0 0,13-20 0 0 0,-16 29-94 0 0,0 0 1 0 0,1 0-1 0 0,-1 1 0 0 0,2 0 0 0 0,-1 0 0 0 0,1 0 1 0 0,0 1-1 0 0,0 0 0 0 0,0 0 0 0 0,1 1 1 0 0,0 0-1 0 0,0 0 0 0 0,0 1 0 0 0,0 0 0 0 0,0 0 1 0 0,1 1-1 0 0,-1 0 0 0 0,1 1 0 0 0,-1-1 0 0 0,1 2 1 0 0,0-1-1 0 0,0 1 0 0 0,-1 1 0 0 0,1 0 1 0 0,0 0-1 0 0,-1 0 0 0 0,1 1 0 0 0,-1 0 0 0 0,1 1 1 0 0,-1 0-1 0 0,0 0 0 0 0,0 1 0 0 0,0 0 0 0 0,-1 1 1 0 0,0-1-1 0 0,14 12 0 0 0,-16-11 0 0 0,1-1 0 0 0,-1 1 0 0 0,-1 1 0 0 0,7 7 0 0 0,22 37-17 0 0,-32-48 7 0 0,1 1 1 0 0,-1-1-1 0 0,1 1 1 0 0,-1-1-1 0 0,0 1 1 0 0,0-1-1 0 0,-1 1 1 0 0,2 2-1 0 0,12 50-86 0 0,-13-52 85 0 0,0 0 0 0 0,0 0 0 0 0,0 0 0 0 0,-1 0 0 0 0,0 0-1 0 0,0 1 1 0 0,0 2 0 0 0,0 54-84 0 0,-3-28-26 0 0,-11 33-8 0 0,4-33-6 0 0,-14 30 10 0 0,12-35 54 0 0,5-12 61 0 0,3-6-10 0 0,0 0 0 0 0,-1-1 0 0 0,-1 1 1 0 0,-6 8-1 0 0,8-11 1 0 0,-3 4 10 0 0,0 1 1 0 0,-1-2-1 0 0,-1 1 0 0 0,1-1 1 0 0,-11 8-1 0 0,33-40-153 0 0,-7 16 20 0 0,-1 0 1 0 0,2 1 0 0 0,-1 0 0 0 0,1 1 0 0 0,0-1 0 0 0,0 1 0 0 0,0 1 0 0 0,1 0 0 0 0,-1 0 0 0 0,1 0 0 0 0,0 1-1 0 0,0 1 1 0 0,0 0 0 0 0,1 0 0 0 0,-1 0 0 0 0,1 1 0 0 0,-1 1 0 0 0,1-1 0 0 0,15 3 0 0 0,1 2-58 0 0,1 1 1 0 0,-1 1-1 0 0,0 2 0 0 0,0 0 1 0 0,40 20-1 0 0,-43-17 199 0 0,5 2 153 0 0,32 10-1 0 0,-53-21-91 0 0,0 1 0 0 0,0-2 0 0 0,1 1-1 0 0,-1-1 1 0 0,1 0 0 0 0,-1-1-1 0 0,1 0 1 0 0,0 0 0 0 0,13-2-1 0 0,-18 1-51 0 0,-1 0 1 0 0,1 0-1 0 0,-1 0 0 0 0,1 0 0 0 0,-1 0 0 0 0,0 0 0 0 0,0-1 1 0 0,0 1-1 0 0,1-1 0 0 0,-2 0 0 0 0,1 1 0 0 0,0-1 0 0 0,0 0 1 0 0,0 0-1 0 0,-1 0 0 0 0,1-1 0 0 0,-1 1 0 0 0,0 0 0 0 0,1 0 1 0 0,-1-1-1 0 0,0 1 0 0 0,-1-1 0 0 0,1 1 0 0 0,0-1 0 0 0,-1 1 1 0 0,1-1-1 0 0,-1 0 0 0 0,0 1 0 0 0,0-5 0 0 0,0-6-160 0 0,0 0 0 0 0,-1 0-1 0 0,-1 0 1 0 0,-5-20 0 0 0,-27-80-3001 0 0,-68-158-1 0 0,97 260 2971 0 0,-43-95 34 0 0,22 50 1863 0 0,-24-73 0 0 0,49 125-1465 0 0,-1-1 0 0 0,1 0 1 0 0,0 1-1 0 0,0-1 1 0 0,1 0-1 0 0,0 0 0 0 0,-1 1 1 0 0,2-1-1 0 0,0-7 0 0 0,-1 10-161 0 0,1 0 0 0 0,-1 0-1 0 0,1 1 1 0 0,0-1-1 0 0,0 0 1 0 0,0 0-1 0 0,0 1 1 0 0,0-1-1 0 0,0 0 1 0 0,0 1-1 0 0,1-1 1 0 0,-1 1-1 0 0,0 0 1 0 0,1-1-1 0 0,-1 1 1 0 0,1 0-1 0 0,0 0 1 0 0,-1 0-1 0 0,1 0 1 0 0,0 0-1 0 0,0 0 1 0 0,0 1-1 0 0,-1-1 1 0 0,1 1-1 0 0,3-1 1 0 0,33-8 815 0 0,2 3 0 0 0,48-2 0 0 0,79 4 381 0 0,-165 4-1272 0 0,18 0 40 0 0,-5-1-29 0 0,-1 1 0 0 0,1 1 1 0 0,-1 0-1 0 0,0 1 1 0 0,26 6-1 0 0,-40-8-25 0 0,1 0 0 0 0,-1 1 1 0 0,0-1-1 0 0,1 0 0 0 0,-1 0 0 0 0,1 1 0 0 0,-1-1 1 0 0,1 0-1 0 0,-1 1 0 0 0,0-1 0 0 0,1 0 0 0 0,-1 1 0 0 0,0-1 1 0 0,1 1-1 0 0,-1-1 0 0 0,0 0 0 0 0,0 1 0 0 0,1-1 0 0 0,-1 1 1 0 0,0-1-1 0 0,0 1 0 0 0,0-1 0 0 0,0 1 0 0 0,0-1 0 0 0,1 1 1 0 0,-1-1-1 0 0,0 1 0 0 0,0-1 0 0 0,0 1 0 0 0,0-1 0 0 0,0 1 1 0 0,-1-1-1 0 0,1 1 0 0 0,0-1 0 0 0,0 1 0 0 0,0-1 0 0 0,0 1 1 0 0,0-1-1 0 0,-1 1 0 0 0,1-1 0 0 0,0 0 0 0 0,0 1 0 0 0,-1-1 1 0 0,1 1-1 0 0,0-1 0 0 0,-1 0 0 0 0,1 1 0 0 0,-1-1 0 0 0,1 0 1 0 0,-1 1-1 0 0,-20 20-78 0 0,19-20 64 0 0,-108 94-288 0 0,-51 46-22 0 0,120-101 235 0 0,-62 78 0 0 0,68-68 90 0 0,25-33 0 0 0,-15 33 0 0 0,9 3-11 0 0,15-51 6 0 0,1 0 0 0 0,0-1-1 0 0,-1 1 1 0 0,1 0 0 0 0,0-1-1 0 0,0 1 1 0 0,0 0 0 0 0,0-1-1 0 0,0 1 1 0 0,1 0 0 0 0,-1 1-1 0 0,8 42-111 0 0,-8-44 110 0 0,0 0 1 0 0,0 0-1 0 0,0 0 0 0 0,0 0 0 0 0,0 0 0 0 0,0 0 1 0 0,1 0-1 0 0,-1-1 0 0 0,0 1 0 0 0,1 0 0 0 0,-1 0 0 0 0,0 0 1 0 0,1 0-1 0 0,-1-1 0 0 0,1 1 0 0 0,0 0 0 0 0,-1-1 1 0 0,2 2-1 0 0,5 5-71 0 0,1 0 0 0 0,0-1 0 0 0,0 0 0 0 0,1-1 0 0 0,0 0 0 0 0,0 0-1 0 0,0-1 1 0 0,0 0 0 0 0,1 0 0 0 0,0-1 0 0 0,-1 0 0 0 0,15 1 0 0 0,-12-3-496 0 0,0 0-1 0 0,0-1 0 0 0,0-1 1 0 0,0 0-1 0 0,19-4 0 0 0,-3-2-1177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0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46 11055 0 0,'-1'-1'462'0'0,"1"1"-347"0"0,0 0 0 0 0,0 0 1 0 0,-1-1-1 0 0,1 1 0 0 0,0 0 0 0 0,0-1 1 0 0,0 1-1 0 0,0 0 0 0 0,0-1 1 0 0,0 1-1 0 0,0 0 0 0 0,-1-1 1 0 0,1 1-1 0 0,0 0 0 0 0,0-1 1 0 0,0 1-1 0 0,0 0 0 0 0,1-1 1 0 0,-1 1-1 0 0,0 0 0 0 0,0-1 0 0 0,0 1 1 0 0,0 0-1 0 0,0-1 0 0 0,0 1 1 0 0,0 0-1 0 0,1-1 0 0 0,0-1 808 0 0,0 2-808 0 0,-1 0 0 0 0,0 0 1 0 0,0-1-1 0 0,1 1 0 0 0,-1 0 1 0 0,0 0-1 0 0,1 0 0 0 0,-1 0 1 0 0,0 0-1 0 0,1 0 0 0 0,-1-1 1 0 0,1 1-1 0 0,24-7 5668 0 0,-20 6-6083 0 0,31-7 1337 0 0,0 2 0 0 0,51-2 0 0 0,76 6-1869 0 0,-107 3 1027 0 0,-1-1 28 0 0,-2 0 29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1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0 137 10735 0 0,'4'-2'109'0'0,"0"0"0"0"0,-1 1 0 0 0,1-1 0 0 0,0 1-1 0 0,0-1 1 0 0,-1 1 0 0 0,1 0 0 0 0,0 0 0 0 0,0 1-1 0 0,1-1 1 0 0,7 1 0 0 0,9-2 147 0 0,238-62 700 0 0,-89 11-4155 0 0,-169 53 3180 0 0,9-4-929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12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60 9215 0 0,'0'0'71'0'0,"0"0"0"0"0,-1-1 0 0 0,1 1-1 0 0,0-1 1 0 0,0 1 0 0 0,-1-1-1 0 0,1 1 1 0 0,0-1 0 0 0,0 1 0 0 0,0-1-1 0 0,0 1 1 0 0,0-1 0 0 0,0 1-1 0 0,-1-1 1 0 0,1 1 0 0 0,0-1 0 0 0,0 1-1 0 0,0-1 1 0 0,1 1 0 0 0,-1-1-1 0 0,0 1 1 0 0,0-1 0 0 0,0 1 0 0 0,0-1-1 0 0,0 1 1 0 0,1-1 0 0 0,-1 1 0 0 0,0-1-1 0 0,0 1 1 0 0,1 0 0 0 0,-1-2-1 0 0,19-10 1171 0 0,26-3-937 0 0,-45 15-312 0 0,29-6-171 0 0,0 2-1 0 0,53-3 0 0 0,-23 8-3807 0 0,-43 0 329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12T18:46:12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10335 0 0,'2'-1'224'0'0,"4"-3"56"0"0,1-1 8 0 0,-2 3 0 0 0,1 0-288 0 0,-2-1 0 0 0,2 1 0 0 0,5-2 0 0 0,5-2-136 0 0,6-4-88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A714F-BF35-4E42-9B91-512777AD138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0DFB7A-82E2-4D15-A5D6-62E777056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25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cesardl/AppData/Local/Programs/Microsoft%20VS%20Code%20Insiders/a2860d1c31/resources/app/out/vs/code/electron-browser/workbench/workbench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DFB7A-82E2-4D15-A5D6-62E7770567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395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System Architecture Overview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Shows all layers: external MCP clients → HTTP transport → MCP tool surface → multi-agent orchestration (hub-and-spoke) → session/state management → profile storage → Azure OpenAI backend.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Request Lifecycle &amp; Agent Handoff Sequence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Traces the full conversation flow: new user request →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OrchestratorAgent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routes 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email/profile collection over multiple turns → PROFILE_READY marker emitted → subsequent requests route to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AdvisorAgent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personalized advice.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Class &amp; Component Diagram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 the code structure: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Program.cs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composition root wiring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AgentSessionManager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UserProfileAgent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SessionResetEvaluator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ConversationRunContext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interface/implementation pairs for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ISessionStore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IUserProfileStore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key DTOs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SessionData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UserProfileDto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ConversationRunSnapshot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architectural patterns captured: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Hub-and-spoke handoffs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all routing through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OrchestratorAgent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direct agent-to-agent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PROFILE_READY: gate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text marker in conversation history controls advisor access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 agents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AgentSession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holds all state; agents are recreated per request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Manual DI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Program.cs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composition root, no DI container for agents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deduplication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 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BuildMessageSignature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()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prevents duplicates when merging workflow outputs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DFB7A-82E2-4D15-A5D6-62E77705670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90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0DFB7A-82E2-4D15-A5D6-62E77705670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85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A7B0E-89A7-3E98-21C6-1276C465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A9EDC-863F-F48F-9D80-9CF61BF62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62459-35E3-CF76-9EBA-EB9BA927D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89806-F513-AE53-D6E1-3FDF6E074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DFB7A-82E2-4D15-A5D6-62E7770567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0864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E8D0C-7212-1A51-C193-1170839D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75071-913C-CF5F-243B-11C33CF6C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D9B05-6D3A-1A6D-0E98-42AF97303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61BD2-DD11-1B87-F4E1-E2352E3BF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DFB7A-82E2-4D15-A5D6-62E7770567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198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54225-A6CD-7FEC-7119-71954703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8EF4A-FCB6-F775-C357-6A19DB39A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C697C-3977-BA2F-600E-BDB1E16AC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0A5F2-01A4-AED4-0A50-FD66C06C7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DFB7A-82E2-4D15-A5D6-62E7770567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386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7C8C-E219-27D1-C1D7-ED0D5CC14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3E83-FA7B-5021-D998-BC00BA1FE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3DB75-62B7-C4BB-4472-0AA5713D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F0554-60ED-839B-014F-F41F4E93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F8CC-52EE-2228-7428-EECB0699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685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6BAE-8D39-C749-64D1-1074664E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D9D9-71D3-04F5-42C9-77A083992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B0311-8FD9-6834-EE91-2647D992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0A0EE-0057-C093-13F3-F81DB6B5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783D7-4BB1-B219-20F9-0857740F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9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F99A-4178-1EE6-D0E6-A9FD7588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83128-06F7-37F9-EDEB-4220739E7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1A886-DB04-F241-5C51-E776A4D2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BF52B-870B-B257-4D41-0930D6F9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C1C93-8748-BA99-1FC7-91584D62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DA651-EBE6-8E6F-D18E-659B16CC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BA221-EF29-01DF-1B9C-D6CEC9905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AA0F4-A451-9E80-8E32-E1BB2337E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FD454-1362-BD09-3954-68127DDC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01913-3452-B9F7-7FE8-8A730940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AB9A-089D-6C8F-F41E-AFF7AE5C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15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5858-0339-566D-92BA-41D23E01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2205D-9A0F-C218-B8BE-D538F410D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F26B8-680C-4D8A-1648-B3F2F5F43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5798A-8F84-9B8F-A2DC-45DFCF98C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1744F-6B2D-D4FB-0A93-BA1F9B6A1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F5670-E63B-30D9-1C88-401A78E6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D7D5-16C6-77E5-AD21-60E6ECE7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135AC-D4D2-AF6D-CA48-5550542A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3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EA71-9314-1AB4-52F7-63EA7526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AACD1-3AA1-8FA2-C54E-A11BB5E0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D4C6D-08CB-CC29-14AA-18F2CF9D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E31CC-EE13-D9DF-1CA5-5B16C95B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57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2CCA3-2495-3F94-2E06-4108DA24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A8A41-7620-2CBF-3577-8C8B32C3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7D33-C777-673F-64A7-AE4970EA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8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79A3B-2B87-D908-6106-D4A2F60E4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794DE-13EE-28F9-6C3E-E68D3B8A4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7118F-8F2C-A752-6DFE-58A583E74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7EE5-758F-69BA-FD91-6680E7BD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E6F0C-7187-4275-2759-6BBA51D6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02E9C-1E91-2963-FCD7-9931F9A0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0004-C88C-3655-9873-8C808523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A7BF5-252C-C30F-75AD-B74D72891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12E7D-0964-ECA4-A4FE-69AD531D3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E6F0E-C03D-6C9B-F3D3-16CBE793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D7716-1AB5-DA7F-D8DB-3B817386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BEBF7-FC02-9692-F474-897518E3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6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CF80-A359-DC2C-1CD6-A80D04D8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B8712-2D3E-A5ED-4AF9-71135C3C7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3F273-8BCD-33DB-BB77-D95F8DE9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5396D-1605-A7EB-6FCC-3061BABB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EA650-960D-43DF-0A2A-5C2471F2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5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51820-D167-8AFA-5815-47BBD0241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63DF5-F288-CAE1-818B-0225E2739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F7905-0775-2891-7A22-E5232EA0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1C98-A39F-8DBC-38E1-4542964E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4557-AA18-2FC4-BD06-632E4A24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3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EA64C8-CADB-1F69-B11B-4377CD63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FDC0F-0188-8020-16C7-099FEDF3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05B44-63B8-7A05-0431-7DDA3BCAF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5F4EB-50D0-F047-5EAA-0F8C8533F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65EC0-7784-5F0A-3345-CB53CE21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4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671" Type="http://schemas.openxmlformats.org/officeDocument/2006/relationships/image" Target="../media/image335.png"/><Relationship Id="rId769" Type="http://schemas.openxmlformats.org/officeDocument/2006/relationships/image" Target="../media/image383.png"/><Relationship Id="rId21" Type="http://schemas.openxmlformats.org/officeDocument/2006/relationships/image" Target="../media/image10.png"/><Relationship Id="rId324" Type="http://schemas.openxmlformats.org/officeDocument/2006/relationships/customXml" Target="../ink/ink162.xml"/><Relationship Id="rId531" Type="http://schemas.openxmlformats.org/officeDocument/2006/relationships/image" Target="../media/image265.png"/><Relationship Id="rId629" Type="http://schemas.openxmlformats.org/officeDocument/2006/relationships/image" Target="../media/image314.png"/><Relationship Id="rId170" Type="http://schemas.openxmlformats.org/officeDocument/2006/relationships/customXml" Target="../ink/ink85.xml"/><Relationship Id="rId836" Type="http://schemas.openxmlformats.org/officeDocument/2006/relationships/customXml" Target="../ink/ink419.xml"/><Relationship Id="rId268" Type="http://schemas.openxmlformats.org/officeDocument/2006/relationships/customXml" Target="../ink/ink134.xml"/><Relationship Id="rId475" Type="http://schemas.openxmlformats.org/officeDocument/2006/relationships/image" Target="../media/image237.png"/><Relationship Id="rId682" Type="http://schemas.openxmlformats.org/officeDocument/2006/relationships/customXml" Target="../ink/ink341.xml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7.png"/><Relationship Id="rId542" Type="http://schemas.openxmlformats.org/officeDocument/2006/relationships/customXml" Target="../ink/ink271.xml"/><Relationship Id="rId181" Type="http://schemas.openxmlformats.org/officeDocument/2006/relationships/image" Target="../media/image90.png"/><Relationship Id="rId402" Type="http://schemas.openxmlformats.org/officeDocument/2006/relationships/customXml" Target="../ink/ink201.xml"/><Relationship Id="rId847" Type="http://schemas.openxmlformats.org/officeDocument/2006/relationships/image" Target="../media/image422.png"/><Relationship Id="rId279" Type="http://schemas.openxmlformats.org/officeDocument/2006/relationships/image" Target="../media/image139.png"/><Relationship Id="rId486" Type="http://schemas.openxmlformats.org/officeDocument/2006/relationships/customXml" Target="../ink/ink243.xml"/><Relationship Id="rId693" Type="http://schemas.openxmlformats.org/officeDocument/2006/relationships/image" Target="../media/image345.png"/><Relationship Id="rId707" Type="http://schemas.openxmlformats.org/officeDocument/2006/relationships/image" Target="../media/image352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346" Type="http://schemas.openxmlformats.org/officeDocument/2006/relationships/customXml" Target="../ink/ink173.xml"/><Relationship Id="rId553" Type="http://schemas.openxmlformats.org/officeDocument/2006/relationships/image" Target="../media/image276.png"/><Relationship Id="rId760" Type="http://schemas.openxmlformats.org/officeDocument/2006/relationships/customXml" Target="../ink/ink381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6.png"/><Relationship Id="rId497" Type="http://schemas.openxmlformats.org/officeDocument/2006/relationships/image" Target="../media/image248.png"/><Relationship Id="rId620" Type="http://schemas.openxmlformats.org/officeDocument/2006/relationships/customXml" Target="../ink/ink310.xml"/><Relationship Id="rId718" Type="http://schemas.openxmlformats.org/officeDocument/2006/relationships/customXml" Target="../ink/ink360.xml"/><Relationship Id="rId357" Type="http://schemas.openxmlformats.org/officeDocument/2006/relationships/image" Target="../media/image178.png"/><Relationship Id="rId54" Type="http://schemas.openxmlformats.org/officeDocument/2006/relationships/customXml" Target="../ink/ink27.xml"/><Relationship Id="rId217" Type="http://schemas.openxmlformats.org/officeDocument/2006/relationships/image" Target="../media/image108.png"/><Relationship Id="rId564" Type="http://schemas.openxmlformats.org/officeDocument/2006/relationships/customXml" Target="../ink/ink282.xml"/><Relationship Id="rId771" Type="http://schemas.openxmlformats.org/officeDocument/2006/relationships/image" Target="../media/image384.png"/><Relationship Id="rId424" Type="http://schemas.openxmlformats.org/officeDocument/2006/relationships/customXml" Target="../ink/ink212.xml"/><Relationship Id="rId631" Type="http://schemas.openxmlformats.org/officeDocument/2006/relationships/image" Target="../media/image315.png"/><Relationship Id="rId729" Type="http://schemas.openxmlformats.org/officeDocument/2006/relationships/image" Target="../media/image363.png"/><Relationship Id="rId270" Type="http://schemas.openxmlformats.org/officeDocument/2006/relationships/customXml" Target="../ink/ink135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image" Target="../media/image287.png"/><Relationship Id="rId782" Type="http://schemas.openxmlformats.org/officeDocument/2006/relationships/customXml" Target="../ink/ink392.xml"/><Relationship Id="rId228" Type="http://schemas.openxmlformats.org/officeDocument/2006/relationships/customXml" Target="../ink/ink114.xml"/><Relationship Id="rId435" Type="http://schemas.openxmlformats.org/officeDocument/2006/relationships/image" Target="../media/image217.png"/><Relationship Id="rId642" Type="http://schemas.openxmlformats.org/officeDocument/2006/relationships/customXml" Target="../ink/ink321.xml"/><Relationship Id="rId281" Type="http://schemas.openxmlformats.org/officeDocument/2006/relationships/image" Target="../media/image140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0.png"/><Relationship Id="rId379" Type="http://schemas.openxmlformats.org/officeDocument/2006/relationships/image" Target="../media/image189.png"/><Relationship Id="rId586" Type="http://schemas.openxmlformats.org/officeDocument/2006/relationships/customXml" Target="../ink/ink293.xml"/><Relationship Id="rId793" Type="http://schemas.openxmlformats.org/officeDocument/2006/relationships/image" Target="../media/image395.png"/><Relationship Id="rId807" Type="http://schemas.openxmlformats.org/officeDocument/2006/relationships/image" Target="../media/image402.png"/><Relationship Id="rId7" Type="http://schemas.openxmlformats.org/officeDocument/2006/relationships/image" Target="../media/image3.png"/><Relationship Id="rId239" Type="http://schemas.openxmlformats.org/officeDocument/2006/relationships/image" Target="../media/image119.png"/><Relationship Id="rId446" Type="http://schemas.openxmlformats.org/officeDocument/2006/relationships/customXml" Target="../ink/ink223.xml"/><Relationship Id="rId653" Type="http://schemas.openxmlformats.org/officeDocument/2006/relationships/image" Target="../media/image326.png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3.png"/><Relationship Id="rId513" Type="http://schemas.openxmlformats.org/officeDocument/2006/relationships/image" Target="../media/image256.png"/><Relationship Id="rId597" Type="http://schemas.openxmlformats.org/officeDocument/2006/relationships/image" Target="../media/image298.png"/><Relationship Id="rId720" Type="http://schemas.openxmlformats.org/officeDocument/2006/relationships/customXml" Target="../ink/ink361.xml"/><Relationship Id="rId818" Type="http://schemas.openxmlformats.org/officeDocument/2006/relationships/customXml" Target="../ink/ink410.xml"/><Relationship Id="rId152" Type="http://schemas.openxmlformats.org/officeDocument/2006/relationships/customXml" Target="../ink/ink76.xml"/><Relationship Id="rId457" Type="http://schemas.openxmlformats.org/officeDocument/2006/relationships/image" Target="../media/image228.png"/><Relationship Id="rId664" Type="http://schemas.openxmlformats.org/officeDocument/2006/relationships/customXml" Target="../ink/ink332.xml"/><Relationship Id="rId14" Type="http://schemas.openxmlformats.org/officeDocument/2006/relationships/customXml" Target="../ink/ink7.xml"/><Relationship Id="rId317" Type="http://schemas.openxmlformats.org/officeDocument/2006/relationships/image" Target="../media/image158.png"/><Relationship Id="rId524" Type="http://schemas.openxmlformats.org/officeDocument/2006/relationships/customXml" Target="../ink/ink262.xml"/><Relationship Id="rId731" Type="http://schemas.openxmlformats.org/officeDocument/2006/relationships/image" Target="../media/image364.png"/><Relationship Id="rId98" Type="http://schemas.openxmlformats.org/officeDocument/2006/relationships/customXml" Target="../ink/ink49.xml"/><Relationship Id="rId163" Type="http://schemas.openxmlformats.org/officeDocument/2006/relationships/image" Target="../media/image81.png"/><Relationship Id="rId370" Type="http://schemas.openxmlformats.org/officeDocument/2006/relationships/customXml" Target="../ink/ink185.xml"/><Relationship Id="rId829" Type="http://schemas.openxmlformats.org/officeDocument/2006/relationships/image" Target="../media/image413.png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675" Type="http://schemas.openxmlformats.org/officeDocument/2006/relationships/image" Target="../media/image337.png"/><Relationship Id="rId25" Type="http://schemas.openxmlformats.org/officeDocument/2006/relationships/image" Target="../media/image12.png"/><Relationship Id="rId328" Type="http://schemas.openxmlformats.org/officeDocument/2006/relationships/customXml" Target="../ink/ink164.xml"/><Relationship Id="rId535" Type="http://schemas.openxmlformats.org/officeDocument/2006/relationships/image" Target="../media/image267.png"/><Relationship Id="rId742" Type="http://schemas.openxmlformats.org/officeDocument/2006/relationships/customXml" Target="../ink/ink372.xml"/><Relationship Id="rId174" Type="http://schemas.openxmlformats.org/officeDocument/2006/relationships/customXml" Target="../ink/ink87.xml"/><Relationship Id="rId381" Type="http://schemas.openxmlformats.org/officeDocument/2006/relationships/image" Target="../media/image190.png"/><Relationship Id="rId602" Type="http://schemas.openxmlformats.org/officeDocument/2006/relationships/customXml" Target="../ink/ink301.xml"/><Relationship Id="rId241" Type="http://schemas.openxmlformats.org/officeDocument/2006/relationships/image" Target="../media/image120.png"/><Relationship Id="rId479" Type="http://schemas.openxmlformats.org/officeDocument/2006/relationships/image" Target="../media/image239.png"/><Relationship Id="rId686" Type="http://schemas.openxmlformats.org/officeDocument/2006/relationships/image" Target="../media/image342.png"/><Relationship Id="rId36" Type="http://schemas.openxmlformats.org/officeDocument/2006/relationships/customXml" Target="../ink/ink18.xml"/><Relationship Id="rId339" Type="http://schemas.openxmlformats.org/officeDocument/2006/relationships/image" Target="../media/image169.png"/><Relationship Id="rId546" Type="http://schemas.openxmlformats.org/officeDocument/2006/relationships/customXml" Target="../ink/ink273.xml"/><Relationship Id="rId753" Type="http://schemas.openxmlformats.org/officeDocument/2006/relationships/image" Target="../media/image375.png"/><Relationship Id="rId101" Type="http://schemas.openxmlformats.org/officeDocument/2006/relationships/image" Target="../media/image50.png"/><Relationship Id="rId185" Type="http://schemas.openxmlformats.org/officeDocument/2006/relationships/image" Target="../media/image92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image" Target="../media/image306.png"/><Relationship Id="rId697" Type="http://schemas.openxmlformats.org/officeDocument/2006/relationships/image" Target="../media/image347.png"/><Relationship Id="rId820" Type="http://schemas.openxmlformats.org/officeDocument/2006/relationships/customXml" Target="../ink/ink411.xml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112" Type="http://schemas.openxmlformats.org/officeDocument/2006/relationships/customXml" Target="../ink/ink56.xml"/><Relationship Id="rId557" Type="http://schemas.openxmlformats.org/officeDocument/2006/relationships/image" Target="../media/image278.png"/><Relationship Id="rId764" Type="http://schemas.openxmlformats.org/officeDocument/2006/relationships/customXml" Target="../ink/ink383.xml"/><Relationship Id="rId196" Type="http://schemas.openxmlformats.org/officeDocument/2006/relationships/customXml" Target="../ink/ink98.xml"/><Relationship Id="rId417" Type="http://schemas.openxmlformats.org/officeDocument/2006/relationships/image" Target="../media/image208.png"/><Relationship Id="rId624" Type="http://schemas.openxmlformats.org/officeDocument/2006/relationships/customXml" Target="../ink/ink312.xml"/><Relationship Id="rId831" Type="http://schemas.openxmlformats.org/officeDocument/2006/relationships/image" Target="../media/image414.png"/><Relationship Id="rId263" Type="http://schemas.openxmlformats.org/officeDocument/2006/relationships/image" Target="../media/image131.png"/><Relationship Id="rId470" Type="http://schemas.openxmlformats.org/officeDocument/2006/relationships/customXml" Target="../ink/ink235.xml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5.xml"/><Relationship Id="rId568" Type="http://schemas.openxmlformats.org/officeDocument/2006/relationships/customXml" Target="../ink/ink284.xml"/><Relationship Id="rId775" Type="http://schemas.openxmlformats.org/officeDocument/2006/relationships/image" Target="../media/image386.png"/><Relationship Id="rId428" Type="http://schemas.openxmlformats.org/officeDocument/2006/relationships/customXml" Target="../ink/ink214.xml"/><Relationship Id="rId635" Type="http://schemas.openxmlformats.org/officeDocument/2006/relationships/image" Target="../media/image317.png"/><Relationship Id="rId842" Type="http://schemas.openxmlformats.org/officeDocument/2006/relationships/customXml" Target="../ink/ink422.xml"/><Relationship Id="rId274" Type="http://schemas.openxmlformats.org/officeDocument/2006/relationships/customXml" Target="../ink/ink137.xml"/><Relationship Id="rId481" Type="http://schemas.openxmlformats.org/officeDocument/2006/relationships/image" Target="../media/image240.png"/><Relationship Id="rId702" Type="http://schemas.openxmlformats.org/officeDocument/2006/relationships/customXml" Target="../ink/ink352.xml"/><Relationship Id="rId69" Type="http://schemas.openxmlformats.org/officeDocument/2006/relationships/image" Target="../media/image34.png"/><Relationship Id="rId134" Type="http://schemas.openxmlformats.org/officeDocument/2006/relationships/customXml" Target="../ink/ink67.xml"/><Relationship Id="rId579" Type="http://schemas.openxmlformats.org/officeDocument/2006/relationships/image" Target="../media/image289.png"/><Relationship Id="rId786" Type="http://schemas.openxmlformats.org/officeDocument/2006/relationships/customXml" Target="../ink/ink394.xml"/><Relationship Id="rId341" Type="http://schemas.openxmlformats.org/officeDocument/2006/relationships/image" Target="../media/image170.png"/><Relationship Id="rId439" Type="http://schemas.openxmlformats.org/officeDocument/2006/relationships/image" Target="../media/image219.png"/><Relationship Id="rId646" Type="http://schemas.openxmlformats.org/officeDocument/2006/relationships/customXml" Target="../ink/ink323.xml"/><Relationship Id="rId201" Type="http://schemas.openxmlformats.org/officeDocument/2006/relationships/image" Target="../media/image100.png"/><Relationship Id="rId285" Type="http://schemas.openxmlformats.org/officeDocument/2006/relationships/image" Target="../media/image142.png"/><Relationship Id="rId506" Type="http://schemas.openxmlformats.org/officeDocument/2006/relationships/customXml" Target="../ink/ink253.xml"/><Relationship Id="rId492" Type="http://schemas.openxmlformats.org/officeDocument/2006/relationships/customXml" Target="../ink/ink246.xml"/><Relationship Id="rId713" Type="http://schemas.openxmlformats.org/officeDocument/2006/relationships/image" Target="../media/image355.png"/><Relationship Id="rId797" Type="http://schemas.openxmlformats.org/officeDocument/2006/relationships/image" Target="../media/image397.png"/><Relationship Id="rId145" Type="http://schemas.openxmlformats.org/officeDocument/2006/relationships/image" Target="../media/image72.png"/><Relationship Id="rId352" Type="http://schemas.openxmlformats.org/officeDocument/2006/relationships/customXml" Target="../ink/ink176.xml"/><Relationship Id="rId212" Type="http://schemas.openxmlformats.org/officeDocument/2006/relationships/customXml" Target="../ink/ink106.xml"/><Relationship Id="rId657" Type="http://schemas.openxmlformats.org/officeDocument/2006/relationships/image" Target="../media/image328.png"/><Relationship Id="rId296" Type="http://schemas.openxmlformats.org/officeDocument/2006/relationships/customXml" Target="../ink/ink148.xml"/><Relationship Id="rId517" Type="http://schemas.openxmlformats.org/officeDocument/2006/relationships/image" Target="../media/image258.png"/><Relationship Id="rId724" Type="http://schemas.openxmlformats.org/officeDocument/2006/relationships/customXml" Target="../ink/ink363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363" Type="http://schemas.openxmlformats.org/officeDocument/2006/relationships/image" Target="../media/image181.png"/><Relationship Id="rId570" Type="http://schemas.openxmlformats.org/officeDocument/2006/relationships/customXml" Target="../ink/ink285.xml"/><Relationship Id="rId223" Type="http://schemas.openxmlformats.org/officeDocument/2006/relationships/image" Target="../media/image111.png"/><Relationship Id="rId430" Type="http://schemas.openxmlformats.org/officeDocument/2006/relationships/customXml" Target="../ink/ink215.xml"/><Relationship Id="rId668" Type="http://schemas.openxmlformats.org/officeDocument/2006/relationships/customXml" Target="../ink/ink334.xml"/><Relationship Id="rId18" Type="http://schemas.openxmlformats.org/officeDocument/2006/relationships/customXml" Target="../ink/ink9.xml"/><Relationship Id="rId528" Type="http://schemas.openxmlformats.org/officeDocument/2006/relationships/customXml" Target="../ink/ink264.xml"/><Relationship Id="rId735" Type="http://schemas.openxmlformats.org/officeDocument/2006/relationships/image" Target="../media/image366.png"/><Relationship Id="rId167" Type="http://schemas.openxmlformats.org/officeDocument/2006/relationships/image" Target="../media/image83.png"/><Relationship Id="rId374" Type="http://schemas.openxmlformats.org/officeDocument/2006/relationships/customXml" Target="../ink/ink187.xml"/><Relationship Id="rId581" Type="http://schemas.openxmlformats.org/officeDocument/2006/relationships/image" Target="../media/image290.png"/><Relationship Id="rId71" Type="http://schemas.openxmlformats.org/officeDocument/2006/relationships/image" Target="../media/image35.png"/><Relationship Id="rId234" Type="http://schemas.openxmlformats.org/officeDocument/2006/relationships/customXml" Target="../ink/ink117.xml"/><Relationship Id="rId679" Type="http://schemas.openxmlformats.org/officeDocument/2006/relationships/image" Target="../media/image339.png"/><Relationship Id="rId802" Type="http://schemas.openxmlformats.org/officeDocument/2006/relationships/customXml" Target="../ink/ink402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41" Type="http://schemas.openxmlformats.org/officeDocument/2006/relationships/image" Target="../media/image220.png"/><Relationship Id="rId539" Type="http://schemas.openxmlformats.org/officeDocument/2006/relationships/image" Target="../media/image269.png"/><Relationship Id="rId746" Type="http://schemas.openxmlformats.org/officeDocument/2006/relationships/customXml" Target="../ink/ink374.xml"/><Relationship Id="rId178" Type="http://schemas.openxmlformats.org/officeDocument/2006/relationships/customXml" Target="../ink/ink89.xml"/><Relationship Id="rId301" Type="http://schemas.openxmlformats.org/officeDocument/2006/relationships/image" Target="../media/image150.png"/><Relationship Id="rId82" Type="http://schemas.openxmlformats.org/officeDocument/2006/relationships/customXml" Target="../ink/ink41.xml"/><Relationship Id="rId385" Type="http://schemas.openxmlformats.org/officeDocument/2006/relationships/image" Target="../media/image192.png"/><Relationship Id="rId592" Type="http://schemas.openxmlformats.org/officeDocument/2006/relationships/customXml" Target="../ink/ink296.xml"/><Relationship Id="rId606" Type="http://schemas.openxmlformats.org/officeDocument/2006/relationships/customXml" Target="../ink/ink303.xml"/><Relationship Id="rId813" Type="http://schemas.openxmlformats.org/officeDocument/2006/relationships/image" Target="../media/image405.png"/><Relationship Id="rId245" Type="http://schemas.openxmlformats.org/officeDocument/2006/relationships/image" Target="../media/image122.png"/><Relationship Id="rId452" Type="http://schemas.openxmlformats.org/officeDocument/2006/relationships/customXml" Target="../ink/ink226.xml"/><Relationship Id="rId105" Type="http://schemas.openxmlformats.org/officeDocument/2006/relationships/image" Target="../media/image52.png"/><Relationship Id="rId312" Type="http://schemas.openxmlformats.org/officeDocument/2006/relationships/customXml" Target="../ink/ink156.xml"/><Relationship Id="rId757" Type="http://schemas.openxmlformats.org/officeDocument/2006/relationships/image" Target="../media/image377.png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96" Type="http://schemas.openxmlformats.org/officeDocument/2006/relationships/customXml" Target="../ink/ink198.xml"/><Relationship Id="rId617" Type="http://schemas.openxmlformats.org/officeDocument/2006/relationships/image" Target="../media/image308.png"/><Relationship Id="rId824" Type="http://schemas.openxmlformats.org/officeDocument/2006/relationships/customXml" Target="../ink/ink413.xml"/><Relationship Id="rId256" Type="http://schemas.openxmlformats.org/officeDocument/2006/relationships/customXml" Target="../ink/ink128.xml"/><Relationship Id="rId463" Type="http://schemas.openxmlformats.org/officeDocument/2006/relationships/image" Target="../media/image231.png"/><Relationship Id="rId670" Type="http://schemas.openxmlformats.org/officeDocument/2006/relationships/customXml" Target="../ink/ink335.xml"/><Relationship Id="rId116" Type="http://schemas.openxmlformats.org/officeDocument/2006/relationships/customXml" Target="../ink/ink58.xml"/><Relationship Id="rId323" Type="http://schemas.openxmlformats.org/officeDocument/2006/relationships/image" Target="../media/image161.png"/><Relationship Id="rId530" Type="http://schemas.openxmlformats.org/officeDocument/2006/relationships/customXml" Target="../ink/ink265.xml"/><Relationship Id="rId768" Type="http://schemas.openxmlformats.org/officeDocument/2006/relationships/customXml" Target="../ink/ink385.xml"/><Relationship Id="rId20" Type="http://schemas.openxmlformats.org/officeDocument/2006/relationships/customXml" Target="../ink/ink10.xml"/><Relationship Id="rId628" Type="http://schemas.openxmlformats.org/officeDocument/2006/relationships/customXml" Target="../ink/ink314.xml"/><Relationship Id="rId835" Type="http://schemas.openxmlformats.org/officeDocument/2006/relationships/image" Target="../media/image416.png"/><Relationship Id="rId267" Type="http://schemas.openxmlformats.org/officeDocument/2006/relationships/image" Target="../media/image133.png"/><Relationship Id="rId474" Type="http://schemas.openxmlformats.org/officeDocument/2006/relationships/customXml" Target="../ink/ink237.xml"/><Relationship Id="rId127" Type="http://schemas.openxmlformats.org/officeDocument/2006/relationships/image" Target="../media/image63.png"/><Relationship Id="rId681" Type="http://schemas.openxmlformats.org/officeDocument/2006/relationships/image" Target="../media/image340.png"/><Relationship Id="rId779" Type="http://schemas.openxmlformats.org/officeDocument/2006/relationships/image" Target="../media/image388.png"/><Relationship Id="rId31" Type="http://schemas.openxmlformats.org/officeDocument/2006/relationships/image" Target="../media/image15.png"/><Relationship Id="rId334" Type="http://schemas.openxmlformats.org/officeDocument/2006/relationships/customXml" Target="../ink/ink167.xml"/><Relationship Id="rId541" Type="http://schemas.openxmlformats.org/officeDocument/2006/relationships/image" Target="../media/image270.png"/><Relationship Id="rId639" Type="http://schemas.openxmlformats.org/officeDocument/2006/relationships/image" Target="../media/image319.png"/><Relationship Id="rId180" Type="http://schemas.openxmlformats.org/officeDocument/2006/relationships/customXml" Target="../ink/ink90.xml"/><Relationship Id="rId278" Type="http://schemas.openxmlformats.org/officeDocument/2006/relationships/customXml" Target="../ink/ink139.xml"/><Relationship Id="rId401" Type="http://schemas.openxmlformats.org/officeDocument/2006/relationships/image" Target="../media/image200.png"/><Relationship Id="rId846" Type="http://schemas.openxmlformats.org/officeDocument/2006/relationships/customXml" Target="../ink/ink424.xml"/><Relationship Id="rId485" Type="http://schemas.openxmlformats.org/officeDocument/2006/relationships/image" Target="../media/image242.png"/><Relationship Id="rId692" Type="http://schemas.openxmlformats.org/officeDocument/2006/relationships/customXml" Target="../ink/ink347.xml"/><Relationship Id="rId706" Type="http://schemas.openxmlformats.org/officeDocument/2006/relationships/customXml" Target="../ink/ink354.xml"/><Relationship Id="rId42" Type="http://schemas.openxmlformats.org/officeDocument/2006/relationships/customXml" Target="../ink/ink21.xml"/><Relationship Id="rId138" Type="http://schemas.openxmlformats.org/officeDocument/2006/relationships/customXml" Target="../ink/ink69.xml"/><Relationship Id="rId345" Type="http://schemas.openxmlformats.org/officeDocument/2006/relationships/image" Target="../media/image172.png"/><Relationship Id="rId552" Type="http://schemas.openxmlformats.org/officeDocument/2006/relationships/customXml" Target="../ink/ink276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412" Type="http://schemas.openxmlformats.org/officeDocument/2006/relationships/customXml" Target="../ink/ink206.xml"/><Relationship Id="rId289" Type="http://schemas.openxmlformats.org/officeDocument/2006/relationships/image" Target="../media/image144.png"/><Relationship Id="rId496" Type="http://schemas.openxmlformats.org/officeDocument/2006/relationships/customXml" Target="../ink/ink248.xml"/><Relationship Id="rId717" Type="http://schemas.openxmlformats.org/officeDocument/2006/relationships/image" Target="../media/image357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356" Type="http://schemas.openxmlformats.org/officeDocument/2006/relationships/customXml" Target="../ink/ink178.xml"/><Relationship Id="rId563" Type="http://schemas.openxmlformats.org/officeDocument/2006/relationships/image" Target="../media/image281.png"/><Relationship Id="rId770" Type="http://schemas.openxmlformats.org/officeDocument/2006/relationships/customXml" Target="../ink/ink386.xml"/><Relationship Id="rId216" Type="http://schemas.openxmlformats.org/officeDocument/2006/relationships/customXml" Target="../ink/ink108.xml"/><Relationship Id="rId423" Type="http://schemas.openxmlformats.org/officeDocument/2006/relationships/image" Target="../media/image211.png"/><Relationship Id="rId630" Type="http://schemas.openxmlformats.org/officeDocument/2006/relationships/customXml" Target="../ink/ink315.xml"/><Relationship Id="rId728" Type="http://schemas.openxmlformats.org/officeDocument/2006/relationships/customXml" Target="../ink/ink365.xml"/><Relationship Id="rId64" Type="http://schemas.openxmlformats.org/officeDocument/2006/relationships/customXml" Target="../ink/ink32.xml"/><Relationship Id="rId367" Type="http://schemas.openxmlformats.org/officeDocument/2006/relationships/image" Target="../media/image183.png"/><Relationship Id="rId574" Type="http://schemas.openxmlformats.org/officeDocument/2006/relationships/customXml" Target="../ink/ink287.xml"/><Relationship Id="rId227" Type="http://schemas.openxmlformats.org/officeDocument/2006/relationships/image" Target="../media/image113.png"/><Relationship Id="rId781" Type="http://schemas.openxmlformats.org/officeDocument/2006/relationships/image" Target="../media/image389.png"/><Relationship Id="rId434" Type="http://schemas.openxmlformats.org/officeDocument/2006/relationships/customXml" Target="../ink/ink217.xml"/><Relationship Id="rId641" Type="http://schemas.openxmlformats.org/officeDocument/2006/relationships/image" Target="../media/image320.png"/><Relationship Id="rId739" Type="http://schemas.openxmlformats.org/officeDocument/2006/relationships/image" Target="../media/image368.png"/><Relationship Id="rId280" Type="http://schemas.openxmlformats.org/officeDocument/2006/relationships/customXml" Target="../ink/ink140.xml"/><Relationship Id="rId501" Type="http://schemas.openxmlformats.org/officeDocument/2006/relationships/image" Target="../media/image250.png"/><Relationship Id="rId75" Type="http://schemas.openxmlformats.org/officeDocument/2006/relationships/image" Target="../media/image37.png"/><Relationship Id="rId140" Type="http://schemas.openxmlformats.org/officeDocument/2006/relationships/customXml" Target="../ink/ink70.xml"/><Relationship Id="rId378" Type="http://schemas.openxmlformats.org/officeDocument/2006/relationships/customXml" Target="../ink/ink189.xml"/><Relationship Id="rId585" Type="http://schemas.openxmlformats.org/officeDocument/2006/relationships/image" Target="../media/image292.png"/><Relationship Id="rId792" Type="http://schemas.openxmlformats.org/officeDocument/2006/relationships/customXml" Target="../ink/ink397.xml"/><Relationship Id="rId806" Type="http://schemas.openxmlformats.org/officeDocument/2006/relationships/customXml" Target="../ink/ink404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2.png"/><Relationship Id="rId652" Type="http://schemas.openxmlformats.org/officeDocument/2006/relationships/customXml" Target="../ink/ink326.xml"/><Relationship Id="rId291" Type="http://schemas.openxmlformats.org/officeDocument/2006/relationships/image" Target="../media/image145.png"/><Relationship Id="rId305" Type="http://schemas.openxmlformats.org/officeDocument/2006/relationships/image" Target="../media/image152.png"/><Relationship Id="rId512" Type="http://schemas.openxmlformats.org/officeDocument/2006/relationships/customXml" Target="../ink/ink256.xml"/><Relationship Id="rId86" Type="http://schemas.openxmlformats.org/officeDocument/2006/relationships/customXml" Target="../ink/ink43.xml"/><Relationship Id="rId151" Type="http://schemas.openxmlformats.org/officeDocument/2006/relationships/image" Target="../media/image75.png"/><Relationship Id="rId389" Type="http://schemas.openxmlformats.org/officeDocument/2006/relationships/image" Target="../media/image194.png"/><Relationship Id="rId596" Type="http://schemas.openxmlformats.org/officeDocument/2006/relationships/customXml" Target="../ink/ink298.xml"/><Relationship Id="rId817" Type="http://schemas.openxmlformats.org/officeDocument/2006/relationships/image" Target="../media/image407.png"/><Relationship Id="rId249" Type="http://schemas.openxmlformats.org/officeDocument/2006/relationships/image" Target="../media/image124.png"/><Relationship Id="rId456" Type="http://schemas.openxmlformats.org/officeDocument/2006/relationships/customXml" Target="../ink/ink228.xml"/><Relationship Id="rId663" Type="http://schemas.openxmlformats.org/officeDocument/2006/relationships/image" Target="../media/image331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16" Type="http://schemas.openxmlformats.org/officeDocument/2006/relationships/customXml" Target="../ink/ink158.xml"/><Relationship Id="rId523" Type="http://schemas.openxmlformats.org/officeDocument/2006/relationships/image" Target="../media/image261.png"/><Relationship Id="rId97" Type="http://schemas.openxmlformats.org/officeDocument/2006/relationships/image" Target="../media/image48.png"/><Relationship Id="rId730" Type="http://schemas.openxmlformats.org/officeDocument/2006/relationships/customXml" Target="../ink/ink366.xml"/><Relationship Id="rId828" Type="http://schemas.openxmlformats.org/officeDocument/2006/relationships/customXml" Target="../ink/ink415.xml"/><Relationship Id="rId162" Type="http://schemas.openxmlformats.org/officeDocument/2006/relationships/customXml" Target="../ink/ink81.xml"/><Relationship Id="rId467" Type="http://schemas.openxmlformats.org/officeDocument/2006/relationships/image" Target="../media/image233.png"/><Relationship Id="rId674" Type="http://schemas.openxmlformats.org/officeDocument/2006/relationships/customXml" Target="../ink/ink337.xml"/><Relationship Id="rId24" Type="http://schemas.openxmlformats.org/officeDocument/2006/relationships/customXml" Target="../ink/ink12.xml"/><Relationship Id="rId327" Type="http://schemas.openxmlformats.org/officeDocument/2006/relationships/image" Target="../media/image163.png"/><Relationship Id="rId534" Type="http://schemas.openxmlformats.org/officeDocument/2006/relationships/customXml" Target="../ink/ink267.xml"/><Relationship Id="rId741" Type="http://schemas.openxmlformats.org/officeDocument/2006/relationships/image" Target="../media/image369.png"/><Relationship Id="rId839" Type="http://schemas.openxmlformats.org/officeDocument/2006/relationships/image" Target="../media/image418.png"/><Relationship Id="rId173" Type="http://schemas.openxmlformats.org/officeDocument/2006/relationships/image" Target="../media/image86.png"/><Relationship Id="rId229" Type="http://schemas.openxmlformats.org/officeDocument/2006/relationships/image" Target="../media/image114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image" Target="../media/image300.png"/><Relationship Id="rId643" Type="http://schemas.openxmlformats.org/officeDocument/2006/relationships/image" Target="../media/image321.png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685" Type="http://schemas.openxmlformats.org/officeDocument/2006/relationships/customXml" Target="../ink/ink343.xml"/><Relationship Id="rId850" Type="http://schemas.openxmlformats.org/officeDocument/2006/relationships/customXml" Target="../ink/ink426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1.png"/><Relationship Id="rId545" Type="http://schemas.openxmlformats.org/officeDocument/2006/relationships/image" Target="../media/image272.png"/><Relationship Id="rId587" Type="http://schemas.openxmlformats.org/officeDocument/2006/relationships/image" Target="../media/image293.png"/><Relationship Id="rId710" Type="http://schemas.openxmlformats.org/officeDocument/2006/relationships/customXml" Target="../ink/ink356.xml"/><Relationship Id="rId752" Type="http://schemas.openxmlformats.org/officeDocument/2006/relationships/customXml" Target="../ink/ink377.xml"/><Relationship Id="rId808" Type="http://schemas.openxmlformats.org/officeDocument/2006/relationships/customXml" Target="../ink/ink405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5.png"/><Relationship Id="rId405" Type="http://schemas.openxmlformats.org/officeDocument/2006/relationships/image" Target="../media/image202.png"/><Relationship Id="rId447" Type="http://schemas.openxmlformats.org/officeDocument/2006/relationships/image" Target="../media/image223.png"/><Relationship Id="rId612" Type="http://schemas.openxmlformats.org/officeDocument/2006/relationships/customXml" Target="../ink/ink306.xml"/><Relationship Id="rId794" Type="http://schemas.openxmlformats.org/officeDocument/2006/relationships/customXml" Target="../ink/ink398.xml"/><Relationship Id="rId251" Type="http://schemas.openxmlformats.org/officeDocument/2006/relationships/image" Target="../media/image125.png"/><Relationship Id="rId489" Type="http://schemas.openxmlformats.org/officeDocument/2006/relationships/image" Target="../media/image244.png"/><Relationship Id="rId654" Type="http://schemas.openxmlformats.org/officeDocument/2006/relationships/customXml" Target="../ink/ink327.xml"/><Relationship Id="rId696" Type="http://schemas.openxmlformats.org/officeDocument/2006/relationships/customXml" Target="../ink/ink349.xml"/><Relationship Id="rId46" Type="http://schemas.openxmlformats.org/officeDocument/2006/relationships/customXml" Target="../ink/ink23.xml"/><Relationship Id="rId293" Type="http://schemas.openxmlformats.org/officeDocument/2006/relationships/image" Target="../media/image146.png"/><Relationship Id="rId307" Type="http://schemas.openxmlformats.org/officeDocument/2006/relationships/image" Target="../media/image153.png"/><Relationship Id="rId349" Type="http://schemas.openxmlformats.org/officeDocument/2006/relationships/image" Target="../media/image174.png"/><Relationship Id="rId514" Type="http://schemas.openxmlformats.org/officeDocument/2006/relationships/customXml" Target="../ink/ink257.xml"/><Relationship Id="rId556" Type="http://schemas.openxmlformats.org/officeDocument/2006/relationships/customXml" Target="../ink/ink278.xml"/><Relationship Id="rId721" Type="http://schemas.openxmlformats.org/officeDocument/2006/relationships/image" Target="../media/image359.png"/><Relationship Id="rId763" Type="http://schemas.openxmlformats.org/officeDocument/2006/relationships/image" Target="../media/image380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image" Target="../media/image76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customXml" Target="../ink/ink299.xml"/><Relationship Id="rId819" Type="http://schemas.openxmlformats.org/officeDocument/2006/relationships/image" Target="../media/image408.png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image" Target="../media/image311.png"/><Relationship Id="rId665" Type="http://schemas.openxmlformats.org/officeDocument/2006/relationships/image" Target="../media/image332.png"/><Relationship Id="rId830" Type="http://schemas.openxmlformats.org/officeDocument/2006/relationships/customXml" Target="../ink/ink416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image" Target="../media/image262.png"/><Relationship Id="rId567" Type="http://schemas.openxmlformats.org/officeDocument/2006/relationships/image" Target="../media/image283.png"/><Relationship Id="rId732" Type="http://schemas.openxmlformats.org/officeDocument/2006/relationships/customXml" Target="../ink/ink367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5.png"/><Relationship Id="rId774" Type="http://schemas.openxmlformats.org/officeDocument/2006/relationships/customXml" Target="../ink/ink388.xml"/><Relationship Id="rId427" Type="http://schemas.openxmlformats.org/officeDocument/2006/relationships/image" Target="../media/image213.png"/><Relationship Id="rId469" Type="http://schemas.openxmlformats.org/officeDocument/2006/relationships/image" Target="../media/image234.png"/><Relationship Id="rId634" Type="http://schemas.openxmlformats.org/officeDocument/2006/relationships/customXml" Target="../ink/ink317.xml"/><Relationship Id="rId676" Type="http://schemas.openxmlformats.org/officeDocument/2006/relationships/customXml" Target="../ink/ink338.xml"/><Relationship Id="rId841" Type="http://schemas.openxmlformats.org/officeDocument/2006/relationships/image" Target="../media/image419.png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73" Type="http://schemas.openxmlformats.org/officeDocument/2006/relationships/image" Target="../media/image136.png"/><Relationship Id="rId329" Type="http://schemas.openxmlformats.org/officeDocument/2006/relationships/image" Target="../media/image164.png"/><Relationship Id="rId480" Type="http://schemas.openxmlformats.org/officeDocument/2006/relationships/customXml" Target="../ink/ink240.xml"/><Relationship Id="rId536" Type="http://schemas.openxmlformats.org/officeDocument/2006/relationships/customXml" Target="../ink/ink268.xml"/><Relationship Id="rId701" Type="http://schemas.openxmlformats.org/officeDocument/2006/relationships/image" Target="../media/image349.png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image" Target="../media/image87.png"/><Relationship Id="rId340" Type="http://schemas.openxmlformats.org/officeDocument/2006/relationships/customXml" Target="../ink/ink170.xml"/><Relationship Id="rId578" Type="http://schemas.openxmlformats.org/officeDocument/2006/relationships/customXml" Target="../ink/ink289.xml"/><Relationship Id="rId743" Type="http://schemas.openxmlformats.org/officeDocument/2006/relationships/image" Target="../media/image370.png"/><Relationship Id="rId785" Type="http://schemas.openxmlformats.org/officeDocument/2006/relationships/image" Target="../media/image391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image" Target="../media/image301.png"/><Relationship Id="rId645" Type="http://schemas.openxmlformats.org/officeDocument/2006/relationships/image" Target="../media/image322.png"/><Relationship Id="rId687" Type="http://schemas.openxmlformats.org/officeDocument/2006/relationships/customXml" Target="../ink/ink344.xml"/><Relationship Id="rId810" Type="http://schemas.openxmlformats.org/officeDocument/2006/relationships/customXml" Target="../ink/ink406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5.png"/><Relationship Id="rId505" Type="http://schemas.openxmlformats.org/officeDocument/2006/relationships/image" Target="../media/image252.png"/><Relationship Id="rId712" Type="http://schemas.openxmlformats.org/officeDocument/2006/relationships/customXml" Target="../ink/ink357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image" Target="../media/image273.png"/><Relationship Id="rId589" Type="http://schemas.openxmlformats.org/officeDocument/2006/relationships/image" Target="../media/image294.png"/><Relationship Id="rId754" Type="http://schemas.openxmlformats.org/officeDocument/2006/relationships/customXml" Target="../ink/ink378.xml"/><Relationship Id="rId796" Type="http://schemas.openxmlformats.org/officeDocument/2006/relationships/customXml" Target="../ink/ink399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5.png"/><Relationship Id="rId393" Type="http://schemas.openxmlformats.org/officeDocument/2006/relationships/image" Target="../media/image196.png"/><Relationship Id="rId407" Type="http://schemas.openxmlformats.org/officeDocument/2006/relationships/image" Target="../media/image203.png"/><Relationship Id="rId449" Type="http://schemas.openxmlformats.org/officeDocument/2006/relationships/image" Target="../media/image224.png"/><Relationship Id="rId614" Type="http://schemas.openxmlformats.org/officeDocument/2006/relationships/customXml" Target="../ink/ink307.xml"/><Relationship Id="rId656" Type="http://schemas.openxmlformats.org/officeDocument/2006/relationships/customXml" Target="../ink/ink328.xml"/><Relationship Id="rId821" Type="http://schemas.openxmlformats.org/officeDocument/2006/relationships/image" Target="../media/image409.png"/><Relationship Id="rId211" Type="http://schemas.openxmlformats.org/officeDocument/2006/relationships/image" Target="../media/image105.png"/><Relationship Id="rId253" Type="http://schemas.openxmlformats.org/officeDocument/2006/relationships/image" Target="../media/image126.png"/><Relationship Id="rId295" Type="http://schemas.openxmlformats.org/officeDocument/2006/relationships/image" Target="../media/image147.png"/><Relationship Id="rId309" Type="http://schemas.openxmlformats.org/officeDocument/2006/relationships/image" Target="../media/image154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698" Type="http://schemas.openxmlformats.org/officeDocument/2006/relationships/customXml" Target="../ink/ink350.xml"/><Relationship Id="rId48" Type="http://schemas.openxmlformats.org/officeDocument/2006/relationships/customXml" Target="../ink/ink24.xml"/><Relationship Id="rId113" Type="http://schemas.openxmlformats.org/officeDocument/2006/relationships/image" Target="../media/image56.png"/><Relationship Id="rId320" Type="http://schemas.openxmlformats.org/officeDocument/2006/relationships/customXml" Target="../ink/ink160.xml"/><Relationship Id="rId558" Type="http://schemas.openxmlformats.org/officeDocument/2006/relationships/customXml" Target="../ink/ink279.xml"/><Relationship Id="rId723" Type="http://schemas.openxmlformats.org/officeDocument/2006/relationships/image" Target="../media/image360.png"/><Relationship Id="rId765" Type="http://schemas.openxmlformats.org/officeDocument/2006/relationships/image" Target="../media/image381.png"/><Relationship Id="rId155" Type="http://schemas.openxmlformats.org/officeDocument/2006/relationships/image" Target="../media/image77.png"/><Relationship Id="rId197" Type="http://schemas.openxmlformats.org/officeDocument/2006/relationships/image" Target="../media/image98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image" Target="../media/image312.png"/><Relationship Id="rId832" Type="http://schemas.openxmlformats.org/officeDocument/2006/relationships/customXml" Target="../ink/ink417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5.png"/><Relationship Id="rId667" Type="http://schemas.openxmlformats.org/officeDocument/2006/relationships/image" Target="../media/image333.png"/><Relationship Id="rId17" Type="http://schemas.openxmlformats.org/officeDocument/2006/relationships/image" Target="../media/image8.png"/><Relationship Id="rId59" Type="http://schemas.openxmlformats.org/officeDocument/2006/relationships/image" Target="../media/image29.png"/><Relationship Id="rId124" Type="http://schemas.openxmlformats.org/officeDocument/2006/relationships/customXml" Target="../ink/ink62.xml"/><Relationship Id="rId527" Type="http://schemas.openxmlformats.org/officeDocument/2006/relationships/image" Target="../media/image263.png"/><Relationship Id="rId569" Type="http://schemas.openxmlformats.org/officeDocument/2006/relationships/image" Target="../media/image284.png"/><Relationship Id="rId734" Type="http://schemas.openxmlformats.org/officeDocument/2006/relationships/customXml" Target="../ink/ink368.xml"/><Relationship Id="rId776" Type="http://schemas.openxmlformats.org/officeDocument/2006/relationships/customXml" Target="../ink/ink389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5.png"/><Relationship Id="rId373" Type="http://schemas.openxmlformats.org/officeDocument/2006/relationships/image" Target="../media/image186.png"/><Relationship Id="rId429" Type="http://schemas.openxmlformats.org/officeDocument/2006/relationships/image" Target="../media/image214.png"/><Relationship Id="rId580" Type="http://schemas.openxmlformats.org/officeDocument/2006/relationships/customXml" Target="../ink/ink290.xml"/><Relationship Id="rId636" Type="http://schemas.openxmlformats.org/officeDocument/2006/relationships/customXml" Target="../ink/ink318.xml"/><Relationship Id="rId801" Type="http://schemas.openxmlformats.org/officeDocument/2006/relationships/image" Target="../media/image399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16.png"/><Relationship Id="rId440" Type="http://schemas.openxmlformats.org/officeDocument/2006/relationships/customXml" Target="../ink/ink220.xml"/><Relationship Id="rId678" Type="http://schemas.openxmlformats.org/officeDocument/2006/relationships/customXml" Target="../ink/ink339.xml"/><Relationship Id="rId843" Type="http://schemas.openxmlformats.org/officeDocument/2006/relationships/image" Target="../media/image420.png"/><Relationship Id="rId28" Type="http://schemas.openxmlformats.org/officeDocument/2006/relationships/customXml" Target="../ink/ink14.xml"/><Relationship Id="rId275" Type="http://schemas.openxmlformats.org/officeDocument/2006/relationships/image" Target="../media/image137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customXml" Target="../ink/ink269.xml"/><Relationship Id="rId703" Type="http://schemas.openxmlformats.org/officeDocument/2006/relationships/image" Target="../media/image350.png"/><Relationship Id="rId745" Type="http://schemas.openxmlformats.org/officeDocument/2006/relationships/image" Target="../media/image371.png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77" Type="http://schemas.openxmlformats.org/officeDocument/2006/relationships/image" Target="../media/image88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image" Target="../media/image295.png"/><Relationship Id="rId605" Type="http://schemas.openxmlformats.org/officeDocument/2006/relationships/image" Target="../media/image302.png"/><Relationship Id="rId787" Type="http://schemas.openxmlformats.org/officeDocument/2006/relationships/image" Target="../media/image392.png"/><Relationship Id="rId812" Type="http://schemas.openxmlformats.org/officeDocument/2006/relationships/customXml" Target="../ink/ink407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647" Type="http://schemas.openxmlformats.org/officeDocument/2006/relationships/image" Target="../media/image323.png"/><Relationship Id="rId689" Type="http://schemas.openxmlformats.org/officeDocument/2006/relationships/customXml" Target="../ink/ink345.xml"/><Relationship Id="rId39" Type="http://schemas.openxmlformats.org/officeDocument/2006/relationships/image" Target="../media/image19.png"/><Relationship Id="rId286" Type="http://schemas.openxmlformats.org/officeDocument/2006/relationships/customXml" Target="../ink/ink143.xml"/><Relationship Id="rId451" Type="http://schemas.openxmlformats.org/officeDocument/2006/relationships/image" Target="../media/image225.png"/><Relationship Id="rId493" Type="http://schemas.openxmlformats.org/officeDocument/2006/relationships/image" Target="../media/image246.png"/><Relationship Id="rId507" Type="http://schemas.openxmlformats.org/officeDocument/2006/relationships/image" Target="../media/image253.png"/><Relationship Id="rId549" Type="http://schemas.openxmlformats.org/officeDocument/2006/relationships/image" Target="../media/image274.png"/><Relationship Id="rId714" Type="http://schemas.openxmlformats.org/officeDocument/2006/relationships/customXml" Target="../ink/ink358.xml"/><Relationship Id="rId756" Type="http://schemas.openxmlformats.org/officeDocument/2006/relationships/customXml" Target="../ink/ink379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5.png"/><Relationship Id="rId353" Type="http://schemas.openxmlformats.org/officeDocument/2006/relationships/image" Target="../media/image176.png"/><Relationship Id="rId395" Type="http://schemas.openxmlformats.org/officeDocument/2006/relationships/image" Target="../media/image197.png"/><Relationship Id="rId409" Type="http://schemas.openxmlformats.org/officeDocument/2006/relationships/image" Target="../media/image204.png"/><Relationship Id="rId560" Type="http://schemas.openxmlformats.org/officeDocument/2006/relationships/customXml" Target="../ink/ink280.xml"/><Relationship Id="rId798" Type="http://schemas.openxmlformats.org/officeDocument/2006/relationships/customXml" Target="../ink/ink400.xml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420" Type="http://schemas.openxmlformats.org/officeDocument/2006/relationships/customXml" Target="../ink/ink210.xml"/><Relationship Id="rId616" Type="http://schemas.openxmlformats.org/officeDocument/2006/relationships/customXml" Target="../ink/ink308.xml"/><Relationship Id="rId658" Type="http://schemas.openxmlformats.org/officeDocument/2006/relationships/customXml" Target="../ink/ink329.xml"/><Relationship Id="rId823" Type="http://schemas.openxmlformats.org/officeDocument/2006/relationships/image" Target="../media/image410.png"/><Relationship Id="rId255" Type="http://schemas.openxmlformats.org/officeDocument/2006/relationships/image" Target="../media/image127.png"/><Relationship Id="rId297" Type="http://schemas.openxmlformats.org/officeDocument/2006/relationships/image" Target="../media/image148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725" Type="http://schemas.openxmlformats.org/officeDocument/2006/relationships/image" Target="../media/image361.png"/><Relationship Id="rId115" Type="http://schemas.openxmlformats.org/officeDocument/2006/relationships/image" Target="../media/image57.png"/><Relationship Id="rId157" Type="http://schemas.openxmlformats.org/officeDocument/2006/relationships/image" Target="../media/image78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767" Type="http://schemas.openxmlformats.org/officeDocument/2006/relationships/image" Target="../media/image382.png"/><Relationship Id="rId61" Type="http://schemas.openxmlformats.org/officeDocument/2006/relationships/image" Target="../media/image30.png"/><Relationship Id="rId199" Type="http://schemas.openxmlformats.org/officeDocument/2006/relationships/image" Target="../media/image99.png"/><Relationship Id="rId571" Type="http://schemas.openxmlformats.org/officeDocument/2006/relationships/image" Target="../media/image285.png"/><Relationship Id="rId627" Type="http://schemas.openxmlformats.org/officeDocument/2006/relationships/image" Target="../media/image313.png"/><Relationship Id="rId669" Type="http://schemas.openxmlformats.org/officeDocument/2006/relationships/image" Target="../media/image334.png"/><Relationship Id="rId834" Type="http://schemas.openxmlformats.org/officeDocument/2006/relationships/customXml" Target="../ink/ink418.xml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5.png"/><Relationship Id="rId473" Type="http://schemas.openxmlformats.org/officeDocument/2006/relationships/image" Target="../media/image236.png"/><Relationship Id="rId529" Type="http://schemas.openxmlformats.org/officeDocument/2006/relationships/image" Target="../media/image264.png"/><Relationship Id="rId680" Type="http://schemas.openxmlformats.org/officeDocument/2006/relationships/customXml" Target="../ink/ink340.xml"/><Relationship Id="rId736" Type="http://schemas.openxmlformats.org/officeDocument/2006/relationships/customXml" Target="../ink/ink369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6.png"/><Relationship Id="rId540" Type="http://schemas.openxmlformats.org/officeDocument/2006/relationships/customXml" Target="../ink/ink270.xml"/><Relationship Id="rId778" Type="http://schemas.openxmlformats.org/officeDocument/2006/relationships/customXml" Target="../ink/ink390.xml"/><Relationship Id="rId72" Type="http://schemas.openxmlformats.org/officeDocument/2006/relationships/customXml" Target="../ink/ink36.xml"/><Relationship Id="rId375" Type="http://schemas.openxmlformats.org/officeDocument/2006/relationships/image" Target="../media/image187.png"/><Relationship Id="rId582" Type="http://schemas.openxmlformats.org/officeDocument/2006/relationships/customXml" Target="../ink/ink291.xml"/><Relationship Id="rId638" Type="http://schemas.openxmlformats.org/officeDocument/2006/relationships/customXml" Target="../ink/ink319.xml"/><Relationship Id="rId803" Type="http://schemas.openxmlformats.org/officeDocument/2006/relationships/image" Target="../media/image400.png"/><Relationship Id="rId845" Type="http://schemas.openxmlformats.org/officeDocument/2006/relationships/image" Target="../media/image421.png"/><Relationship Id="rId3" Type="http://schemas.openxmlformats.org/officeDocument/2006/relationships/image" Target="../media/image1.png"/><Relationship Id="rId235" Type="http://schemas.openxmlformats.org/officeDocument/2006/relationships/image" Target="../media/image117.png"/><Relationship Id="rId277" Type="http://schemas.openxmlformats.org/officeDocument/2006/relationships/image" Target="../media/image138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705" Type="http://schemas.openxmlformats.org/officeDocument/2006/relationships/image" Target="../media/image351.png"/><Relationship Id="rId137" Type="http://schemas.openxmlformats.org/officeDocument/2006/relationships/image" Target="../media/image68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691" Type="http://schemas.openxmlformats.org/officeDocument/2006/relationships/image" Target="../media/image344.png"/><Relationship Id="rId747" Type="http://schemas.openxmlformats.org/officeDocument/2006/relationships/image" Target="../media/image372.png"/><Relationship Id="rId789" Type="http://schemas.openxmlformats.org/officeDocument/2006/relationships/image" Target="../media/image393.png"/><Relationship Id="rId41" Type="http://schemas.openxmlformats.org/officeDocument/2006/relationships/image" Target="../media/image20.png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386" Type="http://schemas.openxmlformats.org/officeDocument/2006/relationships/customXml" Target="../ink/ink193.xml"/><Relationship Id="rId551" Type="http://schemas.openxmlformats.org/officeDocument/2006/relationships/image" Target="../media/image275.png"/><Relationship Id="rId593" Type="http://schemas.openxmlformats.org/officeDocument/2006/relationships/image" Target="../media/image296.png"/><Relationship Id="rId607" Type="http://schemas.openxmlformats.org/officeDocument/2006/relationships/image" Target="../media/image303.png"/><Relationship Id="rId649" Type="http://schemas.openxmlformats.org/officeDocument/2006/relationships/image" Target="../media/image324.png"/><Relationship Id="rId814" Type="http://schemas.openxmlformats.org/officeDocument/2006/relationships/customXml" Target="../ink/ink408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5.png"/><Relationship Id="rId453" Type="http://schemas.openxmlformats.org/officeDocument/2006/relationships/image" Target="../media/image226.png"/><Relationship Id="rId509" Type="http://schemas.openxmlformats.org/officeDocument/2006/relationships/image" Target="../media/image254.png"/><Relationship Id="rId660" Type="http://schemas.openxmlformats.org/officeDocument/2006/relationships/customXml" Target="../ink/ink330.xml"/><Relationship Id="rId106" Type="http://schemas.openxmlformats.org/officeDocument/2006/relationships/customXml" Target="../ink/ink53.xml"/><Relationship Id="rId313" Type="http://schemas.openxmlformats.org/officeDocument/2006/relationships/image" Target="../media/image156.png"/><Relationship Id="rId495" Type="http://schemas.openxmlformats.org/officeDocument/2006/relationships/image" Target="../media/image247.png"/><Relationship Id="rId716" Type="http://schemas.openxmlformats.org/officeDocument/2006/relationships/customXml" Target="../ink/ink359.xml"/><Relationship Id="rId758" Type="http://schemas.openxmlformats.org/officeDocument/2006/relationships/customXml" Target="../ink/ink380.xml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7.png"/><Relationship Id="rId397" Type="http://schemas.openxmlformats.org/officeDocument/2006/relationships/image" Target="../media/image198.png"/><Relationship Id="rId520" Type="http://schemas.openxmlformats.org/officeDocument/2006/relationships/customXml" Target="../ink/ink260.xml"/><Relationship Id="rId562" Type="http://schemas.openxmlformats.org/officeDocument/2006/relationships/customXml" Target="../ink/ink281.xml"/><Relationship Id="rId618" Type="http://schemas.openxmlformats.org/officeDocument/2006/relationships/customXml" Target="../ink/ink309.xml"/><Relationship Id="rId825" Type="http://schemas.openxmlformats.org/officeDocument/2006/relationships/image" Target="../media/image411.png"/><Relationship Id="rId215" Type="http://schemas.openxmlformats.org/officeDocument/2006/relationships/image" Target="../media/image107.png"/><Relationship Id="rId257" Type="http://schemas.openxmlformats.org/officeDocument/2006/relationships/image" Target="../media/image128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49.png"/><Relationship Id="rId727" Type="http://schemas.openxmlformats.org/officeDocument/2006/relationships/image" Target="../media/image362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366" Type="http://schemas.openxmlformats.org/officeDocument/2006/relationships/customXml" Target="../ink/ink183.xml"/><Relationship Id="rId573" Type="http://schemas.openxmlformats.org/officeDocument/2006/relationships/image" Target="../media/image286.png"/><Relationship Id="rId780" Type="http://schemas.openxmlformats.org/officeDocument/2006/relationships/customXml" Target="../ink/ink391.xml"/><Relationship Id="rId226" Type="http://schemas.openxmlformats.org/officeDocument/2006/relationships/customXml" Target="../ink/ink113.xml"/><Relationship Id="rId433" Type="http://schemas.openxmlformats.org/officeDocument/2006/relationships/image" Target="../media/image216.png"/><Relationship Id="rId640" Type="http://schemas.openxmlformats.org/officeDocument/2006/relationships/customXml" Target="../ink/ink320.xml"/><Relationship Id="rId738" Type="http://schemas.openxmlformats.org/officeDocument/2006/relationships/customXml" Target="../ink/ink370.xml"/><Relationship Id="rId74" Type="http://schemas.openxmlformats.org/officeDocument/2006/relationships/customXml" Target="../ink/ink37.xml"/><Relationship Id="rId377" Type="http://schemas.openxmlformats.org/officeDocument/2006/relationships/image" Target="../media/image188.png"/><Relationship Id="rId500" Type="http://schemas.openxmlformats.org/officeDocument/2006/relationships/customXml" Target="../ink/ink250.xml"/><Relationship Id="rId584" Type="http://schemas.openxmlformats.org/officeDocument/2006/relationships/customXml" Target="../ink/ink292.xml"/><Relationship Id="rId805" Type="http://schemas.openxmlformats.org/officeDocument/2006/relationships/image" Target="../media/image401.png"/><Relationship Id="rId5" Type="http://schemas.openxmlformats.org/officeDocument/2006/relationships/image" Target="../media/image2.png"/><Relationship Id="rId237" Type="http://schemas.openxmlformats.org/officeDocument/2006/relationships/image" Target="../media/image118.png"/><Relationship Id="rId791" Type="http://schemas.openxmlformats.org/officeDocument/2006/relationships/image" Target="../media/image394.png"/><Relationship Id="rId444" Type="http://schemas.openxmlformats.org/officeDocument/2006/relationships/customXml" Target="../ink/ink222.xml"/><Relationship Id="rId651" Type="http://schemas.openxmlformats.org/officeDocument/2006/relationships/image" Target="../media/image325.png"/><Relationship Id="rId749" Type="http://schemas.openxmlformats.org/officeDocument/2006/relationships/image" Target="../media/image373.png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5.png"/><Relationship Id="rId609" Type="http://schemas.openxmlformats.org/officeDocument/2006/relationships/image" Target="../media/image304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595" Type="http://schemas.openxmlformats.org/officeDocument/2006/relationships/image" Target="../media/image297.png"/><Relationship Id="rId816" Type="http://schemas.openxmlformats.org/officeDocument/2006/relationships/customXml" Target="../ink/ink409.xml"/><Relationship Id="rId248" Type="http://schemas.openxmlformats.org/officeDocument/2006/relationships/customXml" Target="../ink/ink124.xml"/><Relationship Id="rId455" Type="http://schemas.openxmlformats.org/officeDocument/2006/relationships/image" Target="../media/image227.png"/><Relationship Id="rId662" Type="http://schemas.openxmlformats.org/officeDocument/2006/relationships/customXml" Target="../ink/ink331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7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0.png"/><Relationship Id="rId399" Type="http://schemas.openxmlformats.org/officeDocument/2006/relationships/image" Target="../media/image199.png"/><Relationship Id="rId827" Type="http://schemas.openxmlformats.org/officeDocument/2006/relationships/image" Target="../media/image412.png"/><Relationship Id="rId259" Type="http://schemas.openxmlformats.org/officeDocument/2006/relationships/image" Target="../media/image129.png"/><Relationship Id="rId466" Type="http://schemas.openxmlformats.org/officeDocument/2006/relationships/customXml" Target="../ink/ink233.xml"/><Relationship Id="rId673" Type="http://schemas.openxmlformats.org/officeDocument/2006/relationships/image" Target="../media/image336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326" Type="http://schemas.openxmlformats.org/officeDocument/2006/relationships/customXml" Target="../ink/ink163.xml"/><Relationship Id="rId533" Type="http://schemas.openxmlformats.org/officeDocument/2006/relationships/image" Target="../media/image266.png"/><Relationship Id="rId740" Type="http://schemas.openxmlformats.org/officeDocument/2006/relationships/customXml" Target="../ink/ink371.xml"/><Relationship Id="rId838" Type="http://schemas.openxmlformats.org/officeDocument/2006/relationships/customXml" Target="../ink/ink420.xml"/><Relationship Id="rId172" Type="http://schemas.openxmlformats.org/officeDocument/2006/relationships/customXml" Target="../ink/ink86.xml"/><Relationship Id="rId477" Type="http://schemas.openxmlformats.org/officeDocument/2006/relationships/image" Target="../media/image238.png"/><Relationship Id="rId600" Type="http://schemas.openxmlformats.org/officeDocument/2006/relationships/customXml" Target="../ink/ink300.xml"/><Relationship Id="rId684" Type="http://schemas.openxmlformats.org/officeDocument/2006/relationships/image" Target="../media/image341.png"/><Relationship Id="rId337" Type="http://schemas.openxmlformats.org/officeDocument/2006/relationships/image" Target="../media/image168.png"/><Relationship Id="rId34" Type="http://schemas.openxmlformats.org/officeDocument/2006/relationships/customXml" Target="../ink/ink17.xml"/><Relationship Id="rId544" Type="http://schemas.openxmlformats.org/officeDocument/2006/relationships/customXml" Target="../ink/ink272.xml"/><Relationship Id="rId751" Type="http://schemas.openxmlformats.org/officeDocument/2006/relationships/image" Target="../media/image374.png"/><Relationship Id="rId849" Type="http://schemas.openxmlformats.org/officeDocument/2006/relationships/image" Target="../media/image423.png"/><Relationship Id="rId183" Type="http://schemas.openxmlformats.org/officeDocument/2006/relationships/image" Target="../media/image91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image" Target="../media/image305.png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695" Type="http://schemas.openxmlformats.org/officeDocument/2006/relationships/image" Target="../media/image346.png"/><Relationship Id="rId709" Type="http://schemas.openxmlformats.org/officeDocument/2006/relationships/image" Target="../media/image353.png"/><Relationship Id="rId45" Type="http://schemas.openxmlformats.org/officeDocument/2006/relationships/image" Target="../media/image22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image" Target="../media/image277.png"/><Relationship Id="rId762" Type="http://schemas.openxmlformats.org/officeDocument/2006/relationships/customXml" Target="../ink/ink382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7.png"/><Relationship Id="rId622" Type="http://schemas.openxmlformats.org/officeDocument/2006/relationships/customXml" Target="../ink/ink311.xml"/><Relationship Id="rId261" Type="http://schemas.openxmlformats.org/officeDocument/2006/relationships/image" Target="../media/image130.png"/><Relationship Id="rId499" Type="http://schemas.openxmlformats.org/officeDocument/2006/relationships/image" Target="../media/image249.png"/><Relationship Id="rId56" Type="http://schemas.openxmlformats.org/officeDocument/2006/relationships/customXml" Target="../ink/ink28.xml"/><Relationship Id="rId359" Type="http://schemas.openxmlformats.org/officeDocument/2006/relationships/image" Target="../media/image179.png"/><Relationship Id="rId566" Type="http://schemas.openxmlformats.org/officeDocument/2006/relationships/customXml" Target="../ink/ink283.xml"/><Relationship Id="rId773" Type="http://schemas.openxmlformats.org/officeDocument/2006/relationships/image" Target="../media/image385.png"/><Relationship Id="rId121" Type="http://schemas.openxmlformats.org/officeDocument/2006/relationships/image" Target="../media/image60.png"/><Relationship Id="rId219" Type="http://schemas.openxmlformats.org/officeDocument/2006/relationships/image" Target="../media/image109.png"/><Relationship Id="rId426" Type="http://schemas.openxmlformats.org/officeDocument/2006/relationships/customXml" Target="../ink/ink213.xml"/><Relationship Id="rId633" Type="http://schemas.openxmlformats.org/officeDocument/2006/relationships/image" Target="../media/image316.png"/><Relationship Id="rId840" Type="http://schemas.openxmlformats.org/officeDocument/2006/relationships/customXml" Target="../ink/ink421.xml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577" Type="http://schemas.openxmlformats.org/officeDocument/2006/relationships/image" Target="../media/image288.png"/><Relationship Id="rId700" Type="http://schemas.openxmlformats.org/officeDocument/2006/relationships/customXml" Target="../ink/ink351.xml"/><Relationship Id="rId132" Type="http://schemas.openxmlformats.org/officeDocument/2006/relationships/customXml" Target="../ink/ink66.xml"/><Relationship Id="rId784" Type="http://schemas.openxmlformats.org/officeDocument/2006/relationships/customXml" Target="../ink/ink393.xml"/><Relationship Id="rId437" Type="http://schemas.openxmlformats.org/officeDocument/2006/relationships/image" Target="../media/image218.png"/><Relationship Id="rId644" Type="http://schemas.openxmlformats.org/officeDocument/2006/relationships/customXml" Target="../ink/ink322.xml"/><Relationship Id="rId851" Type="http://schemas.openxmlformats.org/officeDocument/2006/relationships/image" Target="../media/image424.png"/><Relationship Id="rId283" Type="http://schemas.openxmlformats.org/officeDocument/2006/relationships/image" Target="../media/image141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11" Type="http://schemas.openxmlformats.org/officeDocument/2006/relationships/image" Target="../media/image354.png"/><Relationship Id="rId78" Type="http://schemas.openxmlformats.org/officeDocument/2006/relationships/customXml" Target="../ink/ink39.xml"/><Relationship Id="rId143" Type="http://schemas.openxmlformats.org/officeDocument/2006/relationships/image" Target="../media/image71.png"/><Relationship Id="rId350" Type="http://schemas.openxmlformats.org/officeDocument/2006/relationships/customXml" Target="../ink/ink175.xml"/><Relationship Id="rId588" Type="http://schemas.openxmlformats.org/officeDocument/2006/relationships/customXml" Target="../ink/ink294.xml"/><Relationship Id="rId795" Type="http://schemas.openxmlformats.org/officeDocument/2006/relationships/image" Target="../media/image396.png"/><Relationship Id="rId809" Type="http://schemas.openxmlformats.org/officeDocument/2006/relationships/image" Target="../media/image403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655" Type="http://schemas.openxmlformats.org/officeDocument/2006/relationships/image" Target="../media/image327.png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7.png"/><Relationship Id="rId722" Type="http://schemas.openxmlformats.org/officeDocument/2006/relationships/customXml" Target="../ink/ink362.xml"/><Relationship Id="rId89" Type="http://schemas.openxmlformats.org/officeDocument/2006/relationships/image" Target="../media/image44.png"/><Relationship Id="rId154" Type="http://schemas.openxmlformats.org/officeDocument/2006/relationships/customXml" Target="../ink/ink77.xml"/><Relationship Id="rId361" Type="http://schemas.openxmlformats.org/officeDocument/2006/relationships/image" Target="../media/image180.png"/><Relationship Id="rId599" Type="http://schemas.openxmlformats.org/officeDocument/2006/relationships/image" Target="../media/image299.png"/><Relationship Id="rId459" Type="http://schemas.openxmlformats.org/officeDocument/2006/relationships/image" Target="../media/image229.png"/><Relationship Id="rId666" Type="http://schemas.openxmlformats.org/officeDocument/2006/relationships/customXml" Target="../ink/ink333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319" Type="http://schemas.openxmlformats.org/officeDocument/2006/relationships/image" Target="../media/image159.png"/><Relationship Id="rId526" Type="http://schemas.openxmlformats.org/officeDocument/2006/relationships/customXml" Target="../ink/ink263.xml"/><Relationship Id="rId733" Type="http://schemas.openxmlformats.org/officeDocument/2006/relationships/image" Target="../media/image365.png"/><Relationship Id="rId165" Type="http://schemas.openxmlformats.org/officeDocument/2006/relationships/image" Target="../media/image82.png"/><Relationship Id="rId372" Type="http://schemas.openxmlformats.org/officeDocument/2006/relationships/customXml" Target="../ink/ink186.xml"/><Relationship Id="rId677" Type="http://schemas.openxmlformats.org/officeDocument/2006/relationships/image" Target="../media/image338.png"/><Relationship Id="rId800" Type="http://schemas.openxmlformats.org/officeDocument/2006/relationships/customXml" Target="../ink/ink401.xml"/><Relationship Id="rId232" Type="http://schemas.openxmlformats.org/officeDocument/2006/relationships/customXml" Target="../ink/ink116.xml"/><Relationship Id="rId27" Type="http://schemas.openxmlformats.org/officeDocument/2006/relationships/image" Target="../media/image13.png"/><Relationship Id="rId537" Type="http://schemas.openxmlformats.org/officeDocument/2006/relationships/image" Target="../media/image268.png"/><Relationship Id="rId744" Type="http://schemas.openxmlformats.org/officeDocument/2006/relationships/customXml" Target="../ink/ink373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83" Type="http://schemas.openxmlformats.org/officeDocument/2006/relationships/image" Target="../media/image191.png"/><Relationship Id="rId590" Type="http://schemas.openxmlformats.org/officeDocument/2006/relationships/customXml" Target="../ink/ink295.xml"/><Relationship Id="rId604" Type="http://schemas.openxmlformats.org/officeDocument/2006/relationships/customXml" Target="../ink/ink302.xml"/><Relationship Id="rId811" Type="http://schemas.openxmlformats.org/officeDocument/2006/relationships/image" Target="../media/image404.png"/><Relationship Id="rId243" Type="http://schemas.openxmlformats.org/officeDocument/2006/relationships/image" Target="../media/image121.png"/><Relationship Id="rId450" Type="http://schemas.openxmlformats.org/officeDocument/2006/relationships/customXml" Target="../ink/ink225.xml"/><Relationship Id="rId688" Type="http://schemas.openxmlformats.org/officeDocument/2006/relationships/image" Target="../media/image343.png"/><Relationship Id="rId38" Type="http://schemas.openxmlformats.org/officeDocument/2006/relationships/customXml" Target="../ink/ink19.xml"/><Relationship Id="rId103" Type="http://schemas.openxmlformats.org/officeDocument/2006/relationships/image" Target="../media/image51.png"/><Relationship Id="rId310" Type="http://schemas.openxmlformats.org/officeDocument/2006/relationships/customXml" Target="../ink/ink155.xml"/><Relationship Id="rId548" Type="http://schemas.openxmlformats.org/officeDocument/2006/relationships/customXml" Target="../ink/ink274.xml"/><Relationship Id="rId755" Type="http://schemas.openxmlformats.org/officeDocument/2006/relationships/image" Target="../media/image376.png"/><Relationship Id="rId91" Type="http://schemas.openxmlformats.org/officeDocument/2006/relationships/image" Target="../media/image45.png"/><Relationship Id="rId187" Type="http://schemas.openxmlformats.org/officeDocument/2006/relationships/image" Target="../media/image93.png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image" Target="../media/image307.png"/><Relationship Id="rId822" Type="http://schemas.openxmlformats.org/officeDocument/2006/relationships/customXml" Target="../ink/ink412.xml"/><Relationship Id="rId254" Type="http://schemas.openxmlformats.org/officeDocument/2006/relationships/customXml" Target="../ink/ink127.xml"/><Relationship Id="rId699" Type="http://schemas.openxmlformats.org/officeDocument/2006/relationships/image" Target="../media/image348.png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461" Type="http://schemas.openxmlformats.org/officeDocument/2006/relationships/image" Target="../media/image230.png"/><Relationship Id="rId559" Type="http://schemas.openxmlformats.org/officeDocument/2006/relationships/image" Target="../media/image279.png"/><Relationship Id="rId766" Type="http://schemas.openxmlformats.org/officeDocument/2006/relationships/customXml" Target="../ink/ink384.xml"/><Relationship Id="rId198" Type="http://schemas.openxmlformats.org/officeDocument/2006/relationships/customXml" Target="../ink/ink99.xml"/><Relationship Id="rId321" Type="http://schemas.openxmlformats.org/officeDocument/2006/relationships/image" Target="../media/image160.png"/><Relationship Id="rId419" Type="http://schemas.openxmlformats.org/officeDocument/2006/relationships/image" Target="../media/image209.png"/><Relationship Id="rId626" Type="http://schemas.openxmlformats.org/officeDocument/2006/relationships/customXml" Target="../ink/ink313.xml"/><Relationship Id="rId833" Type="http://schemas.openxmlformats.org/officeDocument/2006/relationships/image" Target="../media/image415.png"/><Relationship Id="rId265" Type="http://schemas.openxmlformats.org/officeDocument/2006/relationships/image" Target="../media/image132.png"/><Relationship Id="rId472" Type="http://schemas.openxmlformats.org/officeDocument/2006/relationships/customXml" Target="../ink/ink236.xml"/><Relationship Id="rId125" Type="http://schemas.openxmlformats.org/officeDocument/2006/relationships/image" Target="../media/image62.png"/><Relationship Id="rId332" Type="http://schemas.openxmlformats.org/officeDocument/2006/relationships/customXml" Target="../ink/ink166.xml"/><Relationship Id="rId777" Type="http://schemas.openxmlformats.org/officeDocument/2006/relationships/image" Target="../media/image387.png"/><Relationship Id="rId637" Type="http://schemas.openxmlformats.org/officeDocument/2006/relationships/image" Target="../media/image318.png"/><Relationship Id="rId844" Type="http://schemas.openxmlformats.org/officeDocument/2006/relationships/customXml" Target="../ink/ink423.xml"/><Relationship Id="rId276" Type="http://schemas.openxmlformats.org/officeDocument/2006/relationships/customXml" Target="../ink/ink138.xml"/><Relationship Id="rId483" Type="http://schemas.openxmlformats.org/officeDocument/2006/relationships/image" Target="../media/image241.png"/><Relationship Id="rId690" Type="http://schemas.openxmlformats.org/officeDocument/2006/relationships/customXml" Target="../ink/ink346.xml"/><Relationship Id="rId704" Type="http://schemas.openxmlformats.org/officeDocument/2006/relationships/customXml" Target="../ink/ink353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343" Type="http://schemas.openxmlformats.org/officeDocument/2006/relationships/image" Target="../media/image171.png"/><Relationship Id="rId550" Type="http://schemas.openxmlformats.org/officeDocument/2006/relationships/customXml" Target="../ink/ink275.xml"/><Relationship Id="rId788" Type="http://schemas.openxmlformats.org/officeDocument/2006/relationships/customXml" Target="../ink/ink395.xml"/><Relationship Id="rId203" Type="http://schemas.openxmlformats.org/officeDocument/2006/relationships/image" Target="../media/image101.png"/><Relationship Id="rId648" Type="http://schemas.openxmlformats.org/officeDocument/2006/relationships/customXml" Target="../ink/ink324.xml"/><Relationship Id="rId287" Type="http://schemas.openxmlformats.org/officeDocument/2006/relationships/image" Target="../media/image143.png"/><Relationship Id="rId410" Type="http://schemas.openxmlformats.org/officeDocument/2006/relationships/customXml" Target="../ink/ink205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715" Type="http://schemas.openxmlformats.org/officeDocument/2006/relationships/image" Target="../media/image356.png"/><Relationship Id="rId147" Type="http://schemas.openxmlformats.org/officeDocument/2006/relationships/image" Target="../media/image73.png"/><Relationship Id="rId354" Type="http://schemas.openxmlformats.org/officeDocument/2006/relationships/customXml" Target="../ink/ink177.xml"/><Relationship Id="rId799" Type="http://schemas.openxmlformats.org/officeDocument/2006/relationships/image" Target="../media/image398.png"/><Relationship Id="rId51" Type="http://schemas.openxmlformats.org/officeDocument/2006/relationships/image" Target="../media/image25.png"/><Relationship Id="rId561" Type="http://schemas.openxmlformats.org/officeDocument/2006/relationships/image" Target="../media/image280.png"/><Relationship Id="rId659" Type="http://schemas.openxmlformats.org/officeDocument/2006/relationships/image" Target="../media/image329.png"/><Relationship Id="rId214" Type="http://schemas.openxmlformats.org/officeDocument/2006/relationships/customXml" Target="../ink/ink107.xml"/><Relationship Id="rId298" Type="http://schemas.openxmlformats.org/officeDocument/2006/relationships/customXml" Target="../ink/ink149.xml"/><Relationship Id="rId421" Type="http://schemas.openxmlformats.org/officeDocument/2006/relationships/image" Target="../media/image210.png"/><Relationship Id="rId519" Type="http://schemas.openxmlformats.org/officeDocument/2006/relationships/image" Target="../media/image259.png"/><Relationship Id="rId158" Type="http://schemas.openxmlformats.org/officeDocument/2006/relationships/customXml" Target="../ink/ink79.xml"/><Relationship Id="rId726" Type="http://schemas.openxmlformats.org/officeDocument/2006/relationships/customXml" Target="../ink/ink364.xml"/><Relationship Id="rId62" Type="http://schemas.openxmlformats.org/officeDocument/2006/relationships/customXml" Target="../ink/ink31.xml"/><Relationship Id="rId365" Type="http://schemas.openxmlformats.org/officeDocument/2006/relationships/image" Target="../media/image182.png"/><Relationship Id="rId572" Type="http://schemas.openxmlformats.org/officeDocument/2006/relationships/customXml" Target="../ink/ink286.xml"/><Relationship Id="rId225" Type="http://schemas.openxmlformats.org/officeDocument/2006/relationships/image" Target="../media/image112.png"/><Relationship Id="rId432" Type="http://schemas.openxmlformats.org/officeDocument/2006/relationships/customXml" Target="../ink/ink216.xml"/><Relationship Id="rId737" Type="http://schemas.openxmlformats.org/officeDocument/2006/relationships/image" Target="../media/image367.png"/><Relationship Id="rId73" Type="http://schemas.openxmlformats.org/officeDocument/2006/relationships/image" Target="../media/image36.png"/><Relationship Id="rId169" Type="http://schemas.openxmlformats.org/officeDocument/2006/relationships/image" Target="../media/image84.png"/><Relationship Id="rId376" Type="http://schemas.openxmlformats.org/officeDocument/2006/relationships/customXml" Target="../ink/ink188.xml"/><Relationship Id="rId583" Type="http://schemas.openxmlformats.org/officeDocument/2006/relationships/image" Target="../media/image291.png"/><Relationship Id="rId790" Type="http://schemas.openxmlformats.org/officeDocument/2006/relationships/customXml" Target="../ink/ink396.xml"/><Relationship Id="rId804" Type="http://schemas.openxmlformats.org/officeDocument/2006/relationships/customXml" Target="../ink/ink403.xml"/><Relationship Id="rId4" Type="http://schemas.openxmlformats.org/officeDocument/2006/relationships/customXml" Target="../ink/ink2.xml"/><Relationship Id="rId236" Type="http://schemas.openxmlformats.org/officeDocument/2006/relationships/customXml" Target="../ink/ink118.xml"/><Relationship Id="rId443" Type="http://schemas.openxmlformats.org/officeDocument/2006/relationships/image" Target="../media/image221.png"/><Relationship Id="rId650" Type="http://schemas.openxmlformats.org/officeDocument/2006/relationships/customXml" Target="../ink/ink325.xml"/><Relationship Id="rId303" Type="http://schemas.openxmlformats.org/officeDocument/2006/relationships/image" Target="../media/image151.png"/><Relationship Id="rId748" Type="http://schemas.openxmlformats.org/officeDocument/2006/relationships/customXml" Target="../ink/ink375.xml"/><Relationship Id="rId84" Type="http://schemas.openxmlformats.org/officeDocument/2006/relationships/customXml" Target="../ink/ink42.xml"/><Relationship Id="rId387" Type="http://schemas.openxmlformats.org/officeDocument/2006/relationships/image" Target="../media/image193.png"/><Relationship Id="rId510" Type="http://schemas.openxmlformats.org/officeDocument/2006/relationships/customXml" Target="../ink/ink255.xml"/><Relationship Id="rId594" Type="http://schemas.openxmlformats.org/officeDocument/2006/relationships/customXml" Target="../ink/ink297.xml"/><Relationship Id="rId608" Type="http://schemas.openxmlformats.org/officeDocument/2006/relationships/customXml" Target="../ink/ink304.xml"/><Relationship Id="rId815" Type="http://schemas.openxmlformats.org/officeDocument/2006/relationships/image" Target="../media/image406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454" Type="http://schemas.openxmlformats.org/officeDocument/2006/relationships/customXml" Target="../ink/ink227.xml"/><Relationship Id="rId661" Type="http://schemas.openxmlformats.org/officeDocument/2006/relationships/image" Target="../media/image330.png"/><Relationship Id="rId759" Type="http://schemas.openxmlformats.org/officeDocument/2006/relationships/image" Target="../media/image378.png"/><Relationship Id="rId11" Type="http://schemas.openxmlformats.org/officeDocument/2006/relationships/image" Target="../media/image5.png"/><Relationship Id="rId314" Type="http://schemas.openxmlformats.org/officeDocument/2006/relationships/customXml" Target="../ink/ink157.xml"/><Relationship Id="rId398" Type="http://schemas.openxmlformats.org/officeDocument/2006/relationships/customXml" Target="../ink/ink199.xml"/><Relationship Id="rId521" Type="http://schemas.openxmlformats.org/officeDocument/2006/relationships/image" Target="../media/image260.png"/><Relationship Id="rId619" Type="http://schemas.openxmlformats.org/officeDocument/2006/relationships/image" Target="../media/image309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826" Type="http://schemas.openxmlformats.org/officeDocument/2006/relationships/customXml" Target="../ink/ink414.xml"/><Relationship Id="rId258" Type="http://schemas.openxmlformats.org/officeDocument/2006/relationships/customXml" Target="../ink/ink129.xml"/><Relationship Id="rId465" Type="http://schemas.openxmlformats.org/officeDocument/2006/relationships/image" Target="../media/image232.png"/><Relationship Id="rId672" Type="http://schemas.openxmlformats.org/officeDocument/2006/relationships/customXml" Target="../ink/ink336.xml"/><Relationship Id="rId22" Type="http://schemas.openxmlformats.org/officeDocument/2006/relationships/customXml" Target="../ink/ink11.xml"/><Relationship Id="rId118" Type="http://schemas.openxmlformats.org/officeDocument/2006/relationships/customXml" Target="../ink/ink59.xml"/><Relationship Id="rId325" Type="http://schemas.openxmlformats.org/officeDocument/2006/relationships/image" Target="../media/image162.png"/><Relationship Id="rId532" Type="http://schemas.openxmlformats.org/officeDocument/2006/relationships/customXml" Target="../ink/ink266.xml"/><Relationship Id="rId171" Type="http://schemas.openxmlformats.org/officeDocument/2006/relationships/image" Target="../media/image85.png"/><Relationship Id="rId837" Type="http://schemas.openxmlformats.org/officeDocument/2006/relationships/image" Target="../media/image417.png"/><Relationship Id="rId269" Type="http://schemas.openxmlformats.org/officeDocument/2006/relationships/image" Target="../media/image134.png"/><Relationship Id="rId476" Type="http://schemas.openxmlformats.org/officeDocument/2006/relationships/customXml" Target="../ink/ink238.xml"/><Relationship Id="rId683" Type="http://schemas.openxmlformats.org/officeDocument/2006/relationships/customXml" Target="../ink/ink342.xml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336" Type="http://schemas.openxmlformats.org/officeDocument/2006/relationships/customXml" Target="../ink/ink168.xml"/><Relationship Id="rId543" Type="http://schemas.openxmlformats.org/officeDocument/2006/relationships/image" Target="../media/image271.png"/><Relationship Id="rId182" Type="http://schemas.openxmlformats.org/officeDocument/2006/relationships/customXml" Target="../ink/ink91.xml"/><Relationship Id="rId403" Type="http://schemas.openxmlformats.org/officeDocument/2006/relationships/image" Target="../media/image201.png"/><Relationship Id="rId750" Type="http://schemas.openxmlformats.org/officeDocument/2006/relationships/customXml" Target="../ink/ink376.xml"/><Relationship Id="rId848" Type="http://schemas.openxmlformats.org/officeDocument/2006/relationships/customXml" Target="../ink/ink425.xml"/><Relationship Id="rId487" Type="http://schemas.openxmlformats.org/officeDocument/2006/relationships/image" Target="../media/image243.png"/><Relationship Id="rId610" Type="http://schemas.openxmlformats.org/officeDocument/2006/relationships/customXml" Target="../ink/ink305.xml"/><Relationship Id="rId694" Type="http://schemas.openxmlformats.org/officeDocument/2006/relationships/customXml" Target="../ink/ink348.xml"/><Relationship Id="rId708" Type="http://schemas.openxmlformats.org/officeDocument/2006/relationships/customXml" Target="../ink/ink355.xml"/><Relationship Id="rId347" Type="http://schemas.openxmlformats.org/officeDocument/2006/relationships/image" Target="../media/image173.png"/><Relationship Id="rId44" Type="http://schemas.openxmlformats.org/officeDocument/2006/relationships/customXml" Target="../ink/ink22.xml"/><Relationship Id="rId554" Type="http://schemas.openxmlformats.org/officeDocument/2006/relationships/customXml" Target="../ink/ink277.xml"/><Relationship Id="rId761" Type="http://schemas.openxmlformats.org/officeDocument/2006/relationships/image" Target="../media/image379.png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414" Type="http://schemas.openxmlformats.org/officeDocument/2006/relationships/customXml" Target="../ink/ink207.xml"/><Relationship Id="rId498" Type="http://schemas.openxmlformats.org/officeDocument/2006/relationships/customXml" Target="../ink/ink249.xml"/><Relationship Id="rId621" Type="http://schemas.openxmlformats.org/officeDocument/2006/relationships/image" Target="../media/image310.png"/><Relationship Id="rId260" Type="http://schemas.openxmlformats.org/officeDocument/2006/relationships/customXml" Target="../ink/ink130.xml"/><Relationship Id="rId719" Type="http://schemas.openxmlformats.org/officeDocument/2006/relationships/image" Target="../media/image358.png"/><Relationship Id="rId55" Type="http://schemas.openxmlformats.org/officeDocument/2006/relationships/image" Target="../media/image27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image" Target="../media/image282.png"/><Relationship Id="rId772" Type="http://schemas.openxmlformats.org/officeDocument/2006/relationships/customXml" Target="../ink/ink387.xml"/><Relationship Id="rId218" Type="http://schemas.openxmlformats.org/officeDocument/2006/relationships/customXml" Target="../ink/ink109.xml"/><Relationship Id="rId425" Type="http://schemas.openxmlformats.org/officeDocument/2006/relationships/image" Target="../media/image212.png"/><Relationship Id="rId632" Type="http://schemas.openxmlformats.org/officeDocument/2006/relationships/customXml" Target="../ink/ink316.xml"/><Relationship Id="rId271" Type="http://schemas.openxmlformats.org/officeDocument/2006/relationships/image" Target="../media/image135.png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69" Type="http://schemas.openxmlformats.org/officeDocument/2006/relationships/image" Target="../media/image184.png"/><Relationship Id="rId576" Type="http://schemas.openxmlformats.org/officeDocument/2006/relationships/customXml" Target="../ink/ink288.xml"/><Relationship Id="rId783" Type="http://schemas.openxmlformats.org/officeDocument/2006/relationships/image" Target="../media/image390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8.png"/><Relationship Id="rId299" Type="http://schemas.openxmlformats.org/officeDocument/2006/relationships/image" Target="../media/image709.png"/><Relationship Id="rId21" Type="http://schemas.openxmlformats.org/officeDocument/2006/relationships/image" Target="../media/image570.png"/><Relationship Id="rId63" Type="http://schemas.openxmlformats.org/officeDocument/2006/relationships/image" Target="../media/image591.png"/><Relationship Id="rId159" Type="http://schemas.openxmlformats.org/officeDocument/2006/relationships/image" Target="../media/image639.png"/><Relationship Id="rId324" Type="http://schemas.openxmlformats.org/officeDocument/2006/relationships/customXml" Target="../ink/ink588.xml"/><Relationship Id="rId366" Type="http://schemas.openxmlformats.org/officeDocument/2006/relationships/customXml" Target="../ink/ink609.xml"/><Relationship Id="rId170" Type="http://schemas.openxmlformats.org/officeDocument/2006/relationships/customXml" Target="../ink/ink511.xml"/><Relationship Id="rId226" Type="http://schemas.openxmlformats.org/officeDocument/2006/relationships/customXml" Target="../ink/ink539.xml"/><Relationship Id="rId433" Type="http://schemas.openxmlformats.org/officeDocument/2006/relationships/image" Target="../media/image776.png"/><Relationship Id="rId268" Type="http://schemas.openxmlformats.org/officeDocument/2006/relationships/customXml" Target="../ink/ink560.xml"/><Relationship Id="rId32" Type="http://schemas.openxmlformats.org/officeDocument/2006/relationships/customXml" Target="../ink/ink442.xml"/><Relationship Id="rId74" Type="http://schemas.openxmlformats.org/officeDocument/2006/relationships/customXml" Target="../ink/ink463.xml"/><Relationship Id="rId128" Type="http://schemas.openxmlformats.org/officeDocument/2006/relationships/customXml" Target="../ink/ink490.xml"/><Relationship Id="rId335" Type="http://schemas.openxmlformats.org/officeDocument/2006/relationships/image" Target="../media/image727.png"/><Relationship Id="rId377" Type="http://schemas.openxmlformats.org/officeDocument/2006/relationships/image" Target="../media/image748.png"/><Relationship Id="rId5" Type="http://schemas.openxmlformats.org/officeDocument/2006/relationships/image" Target="../media/image562.png"/><Relationship Id="rId181" Type="http://schemas.openxmlformats.org/officeDocument/2006/relationships/image" Target="../media/image650.png"/><Relationship Id="rId237" Type="http://schemas.openxmlformats.org/officeDocument/2006/relationships/image" Target="../media/image678.png"/><Relationship Id="rId402" Type="http://schemas.openxmlformats.org/officeDocument/2006/relationships/customXml" Target="../ink/ink627.xml"/><Relationship Id="rId279" Type="http://schemas.openxmlformats.org/officeDocument/2006/relationships/image" Target="../media/image699.png"/><Relationship Id="rId444" Type="http://schemas.openxmlformats.org/officeDocument/2006/relationships/customXml" Target="../ink/ink648.xml"/><Relationship Id="rId43" Type="http://schemas.openxmlformats.org/officeDocument/2006/relationships/image" Target="../media/image581.png"/><Relationship Id="rId139" Type="http://schemas.openxmlformats.org/officeDocument/2006/relationships/image" Target="../media/image629.png"/><Relationship Id="rId290" Type="http://schemas.openxmlformats.org/officeDocument/2006/relationships/customXml" Target="../ink/ink571.xml"/><Relationship Id="rId304" Type="http://schemas.openxmlformats.org/officeDocument/2006/relationships/customXml" Target="../ink/ink578.xml"/><Relationship Id="rId346" Type="http://schemas.openxmlformats.org/officeDocument/2006/relationships/customXml" Target="../ink/ink599.xml"/><Relationship Id="rId388" Type="http://schemas.openxmlformats.org/officeDocument/2006/relationships/customXml" Target="../ink/ink620.xml"/><Relationship Id="rId85" Type="http://schemas.openxmlformats.org/officeDocument/2006/relationships/image" Target="../media/image602.png"/><Relationship Id="rId150" Type="http://schemas.openxmlformats.org/officeDocument/2006/relationships/customXml" Target="../ink/ink501.xml"/><Relationship Id="rId192" Type="http://schemas.openxmlformats.org/officeDocument/2006/relationships/customXml" Target="../ink/ink522.xml"/><Relationship Id="rId206" Type="http://schemas.openxmlformats.org/officeDocument/2006/relationships/customXml" Target="../ink/ink529.xml"/><Relationship Id="rId413" Type="http://schemas.openxmlformats.org/officeDocument/2006/relationships/image" Target="../media/image766.png"/><Relationship Id="rId248" Type="http://schemas.openxmlformats.org/officeDocument/2006/relationships/customXml" Target="../ink/ink550.xml"/><Relationship Id="rId455" Type="http://schemas.openxmlformats.org/officeDocument/2006/relationships/image" Target="../media/image787.png"/><Relationship Id="rId12" Type="http://schemas.openxmlformats.org/officeDocument/2006/relationships/customXml" Target="../ink/ink432.xml"/><Relationship Id="rId108" Type="http://schemas.openxmlformats.org/officeDocument/2006/relationships/customXml" Target="../ink/ink480.xml"/><Relationship Id="rId315" Type="http://schemas.openxmlformats.org/officeDocument/2006/relationships/image" Target="../media/image717.png"/><Relationship Id="rId357" Type="http://schemas.openxmlformats.org/officeDocument/2006/relationships/image" Target="../media/image738.png"/><Relationship Id="rId54" Type="http://schemas.openxmlformats.org/officeDocument/2006/relationships/customXml" Target="../ink/ink453.xml"/><Relationship Id="rId96" Type="http://schemas.openxmlformats.org/officeDocument/2006/relationships/customXml" Target="../ink/ink474.xml"/><Relationship Id="rId161" Type="http://schemas.openxmlformats.org/officeDocument/2006/relationships/image" Target="../media/image640.png"/><Relationship Id="rId217" Type="http://schemas.openxmlformats.org/officeDocument/2006/relationships/image" Target="../media/image668.png"/><Relationship Id="rId399" Type="http://schemas.openxmlformats.org/officeDocument/2006/relationships/image" Target="../media/image759.png"/><Relationship Id="rId259" Type="http://schemas.openxmlformats.org/officeDocument/2006/relationships/image" Target="../media/image689.png"/><Relationship Id="rId424" Type="http://schemas.openxmlformats.org/officeDocument/2006/relationships/customXml" Target="../ink/ink638.xml"/><Relationship Id="rId466" Type="http://schemas.openxmlformats.org/officeDocument/2006/relationships/customXml" Target="../ink/ink659.xml"/><Relationship Id="rId23" Type="http://schemas.openxmlformats.org/officeDocument/2006/relationships/image" Target="../media/image571.png"/><Relationship Id="rId119" Type="http://schemas.openxmlformats.org/officeDocument/2006/relationships/image" Target="../media/image619.png"/><Relationship Id="rId270" Type="http://schemas.openxmlformats.org/officeDocument/2006/relationships/customXml" Target="../ink/ink561.xml"/><Relationship Id="rId326" Type="http://schemas.openxmlformats.org/officeDocument/2006/relationships/customXml" Target="../ink/ink589.xml"/><Relationship Id="rId65" Type="http://schemas.openxmlformats.org/officeDocument/2006/relationships/image" Target="../media/image592.png"/><Relationship Id="rId130" Type="http://schemas.openxmlformats.org/officeDocument/2006/relationships/customXml" Target="../ink/ink491.xml"/><Relationship Id="rId368" Type="http://schemas.openxmlformats.org/officeDocument/2006/relationships/customXml" Target="../ink/ink610.xml"/><Relationship Id="rId172" Type="http://schemas.openxmlformats.org/officeDocument/2006/relationships/customXml" Target="../ink/ink512.xml"/><Relationship Id="rId228" Type="http://schemas.openxmlformats.org/officeDocument/2006/relationships/customXml" Target="../ink/ink540.xml"/><Relationship Id="rId435" Type="http://schemas.openxmlformats.org/officeDocument/2006/relationships/image" Target="../media/image777.png"/><Relationship Id="rId281" Type="http://schemas.openxmlformats.org/officeDocument/2006/relationships/image" Target="../media/image700.png"/><Relationship Id="rId337" Type="http://schemas.openxmlformats.org/officeDocument/2006/relationships/image" Target="../media/image728.png"/><Relationship Id="rId34" Type="http://schemas.openxmlformats.org/officeDocument/2006/relationships/customXml" Target="../ink/ink443.xml"/><Relationship Id="rId76" Type="http://schemas.openxmlformats.org/officeDocument/2006/relationships/customXml" Target="../ink/ink464.xml"/><Relationship Id="rId141" Type="http://schemas.openxmlformats.org/officeDocument/2006/relationships/image" Target="../media/image630.png"/><Relationship Id="rId379" Type="http://schemas.openxmlformats.org/officeDocument/2006/relationships/image" Target="../media/image749.png"/><Relationship Id="rId7" Type="http://schemas.openxmlformats.org/officeDocument/2006/relationships/image" Target="../media/image563.png"/><Relationship Id="rId183" Type="http://schemas.openxmlformats.org/officeDocument/2006/relationships/image" Target="../media/image651.png"/><Relationship Id="rId239" Type="http://schemas.openxmlformats.org/officeDocument/2006/relationships/image" Target="../media/image679.png"/><Relationship Id="rId390" Type="http://schemas.openxmlformats.org/officeDocument/2006/relationships/customXml" Target="../ink/ink621.xml"/><Relationship Id="rId404" Type="http://schemas.openxmlformats.org/officeDocument/2006/relationships/customXml" Target="../ink/ink628.xml"/><Relationship Id="rId446" Type="http://schemas.openxmlformats.org/officeDocument/2006/relationships/customXml" Target="../ink/ink649.xml"/><Relationship Id="rId250" Type="http://schemas.openxmlformats.org/officeDocument/2006/relationships/customXml" Target="../ink/ink551.xml"/><Relationship Id="rId292" Type="http://schemas.openxmlformats.org/officeDocument/2006/relationships/customXml" Target="../ink/ink572.xml"/><Relationship Id="rId306" Type="http://schemas.openxmlformats.org/officeDocument/2006/relationships/customXml" Target="../ink/ink579.xml"/><Relationship Id="rId45" Type="http://schemas.openxmlformats.org/officeDocument/2006/relationships/image" Target="../media/image582.png"/><Relationship Id="rId87" Type="http://schemas.openxmlformats.org/officeDocument/2006/relationships/image" Target="../media/image603.png"/><Relationship Id="rId110" Type="http://schemas.openxmlformats.org/officeDocument/2006/relationships/customXml" Target="../ink/ink481.xml"/><Relationship Id="rId348" Type="http://schemas.openxmlformats.org/officeDocument/2006/relationships/customXml" Target="../ink/ink600.xml"/><Relationship Id="rId152" Type="http://schemas.openxmlformats.org/officeDocument/2006/relationships/customXml" Target="../ink/ink502.xml"/><Relationship Id="rId194" Type="http://schemas.openxmlformats.org/officeDocument/2006/relationships/customXml" Target="../ink/ink523.xml"/><Relationship Id="rId208" Type="http://schemas.openxmlformats.org/officeDocument/2006/relationships/customXml" Target="../ink/ink530.xml"/><Relationship Id="rId415" Type="http://schemas.openxmlformats.org/officeDocument/2006/relationships/image" Target="../media/image767.png"/><Relationship Id="rId457" Type="http://schemas.openxmlformats.org/officeDocument/2006/relationships/image" Target="../media/image788.png"/><Relationship Id="rId261" Type="http://schemas.openxmlformats.org/officeDocument/2006/relationships/image" Target="../media/image690.png"/><Relationship Id="rId14" Type="http://schemas.openxmlformats.org/officeDocument/2006/relationships/customXml" Target="../ink/ink433.xml"/><Relationship Id="rId56" Type="http://schemas.openxmlformats.org/officeDocument/2006/relationships/customXml" Target="../ink/ink454.xml"/><Relationship Id="rId317" Type="http://schemas.openxmlformats.org/officeDocument/2006/relationships/image" Target="../media/image718.png"/><Relationship Id="rId359" Type="http://schemas.openxmlformats.org/officeDocument/2006/relationships/image" Target="../media/image739.png"/><Relationship Id="rId98" Type="http://schemas.openxmlformats.org/officeDocument/2006/relationships/customXml" Target="../ink/ink475.xml"/><Relationship Id="rId121" Type="http://schemas.openxmlformats.org/officeDocument/2006/relationships/image" Target="../media/image620.png"/><Relationship Id="rId163" Type="http://schemas.openxmlformats.org/officeDocument/2006/relationships/image" Target="../media/image641.png"/><Relationship Id="rId219" Type="http://schemas.openxmlformats.org/officeDocument/2006/relationships/image" Target="../media/image669.png"/><Relationship Id="rId370" Type="http://schemas.openxmlformats.org/officeDocument/2006/relationships/customXml" Target="../ink/ink611.xml"/><Relationship Id="rId426" Type="http://schemas.openxmlformats.org/officeDocument/2006/relationships/customXml" Target="../ink/ink639.xml"/><Relationship Id="rId230" Type="http://schemas.openxmlformats.org/officeDocument/2006/relationships/customXml" Target="../ink/ink541.xml"/><Relationship Id="rId468" Type="http://schemas.openxmlformats.org/officeDocument/2006/relationships/customXml" Target="../ink/ink660.xml"/><Relationship Id="rId25" Type="http://schemas.openxmlformats.org/officeDocument/2006/relationships/image" Target="../media/image572.png"/><Relationship Id="rId67" Type="http://schemas.openxmlformats.org/officeDocument/2006/relationships/image" Target="../media/image593.png"/><Relationship Id="rId272" Type="http://schemas.openxmlformats.org/officeDocument/2006/relationships/customXml" Target="../ink/ink562.xml"/><Relationship Id="rId328" Type="http://schemas.openxmlformats.org/officeDocument/2006/relationships/customXml" Target="../ink/ink590.xml"/><Relationship Id="rId132" Type="http://schemas.openxmlformats.org/officeDocument/2006/relationships/customXml" Target="../ink/ink492.xml"/><Relationship Id="rId174" Type="http://schemas.openxmlformats.org/officeDocument/2006/relationships/customXml" Target="../ink/ink513.xml"/><Relationship Id="rId381" Type="http://schemas.openxmlformats.org/officeDocument/2006/relationships/image" Target="../media/image750.png"/><Relationship Id="rId241" Type="http://schemas.openxmlformats.org/officeDocument/2006/relationships/image" Target="../media/image680.png"/><Relationship Id="rId437" Type="http://schemas.openxmlformats.org/officeDocument/2006/relationships/image" Target="../media/image778.png"/><Relationship Id="rId36" Type="http://schemas.openxmlformats.org/officeDocument/2006/relationships/customXml" Target="../ink/ink444.xml"/><Relationship Id="rId283" Type="http://schemas.openxmlformats.org/officeDocument/2006/relationships/image" Target="../media/image701.png"/><Relationship Id="rId339" Type="http://schemas.openxmlformats.org/officeDocument/2006/relationships/image" Target="../media/image729.png"/><Relationship Id="rId78" Type="http://schemas.openxmlformats.org/officeDocument/2006/relationships/customXml" Target="../ink/ink465.xml"/><Relationship Id="rId101" Type="http://schemas.openxmlformats.org/officeDocument/2006/relationships/image" Target="../media/image610.png"/><Relationship Id="rId143" Type="http://schemas.openxmlformats.org/officeDocument/2006/relationships/image" Target="../media/image631.png"/><Relationship Id="rId185" Type="http://schemas.openxmlformats.org/officeDocument/2006/relationships/image" Target="../media/image652.png"/><Relationship Id="rId350" Type="http://schemas.openxmlformats.org/officeDocument/2006/relationships/customXml" Target="../ink/ink601.xml"/><Relationship Id="rId406" Type="http://schemas.openxmlformats.org/officeDocument/2006/relationships/customXml" Target="../ink/ink629.xml"/><Relationship Id="rId9" Type="http://schemas.openxmlformats.org/officeDocument/2006/relationships/image" Target="../media/image564.png"/><Relationship Id="rId210" Type="http://schemas.openxmlformats.org/officeDocument/2006/relationships/customXml" Target="../ink/ink531.xml"/><Relationship Id="rId392" Type="http://schemas.openxmlformats.org/officeDocument/2006/relationships/customXml" Target="../ink/ink622.xml"/><Relationship Id="rId448" Type="http://schemas.openxmlformats.org/officeDocument/2006/relationships/customXml" Target="../ink/ink650.xml"/><Relationship Id="rId252" Type="http://schemas.openxmlformats.org/officeDocument/2006/relationships/customXml" Target="../ink/ink552.xml"/><Relationship Id="rId294" Type="http://schemas.openxmlformats.org/officeDocument/2006/relationships/customXml" Target="../ink/ink573.xml"/><Relationship Id="rId308" Type="http://schemas.openxmlformats.org/officeDocument/2006/relationships/customXml" Target="../ink/ink580.xml"/><Relationship Id="rId47" Type="http://schemas.openxmlformats.org/officeDocument/2006/relationships/image" Target="../media/image583.png"/><Relationship Id="rId89" Type="http://schemas.openxmlformats.org/officeDocument/2006/relationships/image" Target="../media/image604.png"/><Relationship Id="rId112" Type="http://schemas.openxmlformats.org/officeDocument/2006/relationships/customXml" Target="../ink/ink482.xml"/><Relationship Id="rId154" Type="http://schemas.openxmlformats.org/officeDocument/2006/relationships/customXml" Target="../ink/ink503.xml"/><Relationship Id="rId361" Type="http://schemas.openxmlformats.org/officeDocument/2006/relationships/image" Target="../media/image740.png"/><Relationship Id="rId196" Type="http://schemas.openxmlformats.org/officeDocument/2006/relationships/customXml" Target="../ink/ink524.xml"/><Relationship Id="rId417" Type="http://schemas.openxmlformats.org/officeDocument/2006/relationships/image" Target="../media/image768.png"/><Relationship Id="rId459" Type="http://schemas.openxmlformats.org/officeDocument/2006/relationships/image" Target="../media/image789.png"/><Relationship Id="rId16" Type="http://schemas.openxmlformats.org/officeDocument/2006/relationships/customXml" Target="../ink/ink434.xml"/><Relationship Id="rId221" Type="http://schemas.openxmlformats.org/officeDocument/2006/relationships/image" Target="../media/image670.png"/><Relationship Id="rId263" Type="http://schemas.openxmlformats.org/officeDocument/2006/relationships/image" Target="../media/image691.png"/><Relationship Id="rId319" Type="http://schemas.openxmlformats.org/officeDocument/2006/relationships/image" Target="../media/image719.png"/><Relationship Id="rId470" Type="http://schemas.openxmlformats.org/officeDocument/2006/relationships/customXml" Target="../ink/ink661.xml"/><Relationship Id="rId58" Type="http://schemas.openxmlformats.org/officeDocument/2006/relationships/customXml" Target="../ink/ink455.xml"/><Relationship Id="rId123" Type="http://schemas.openxmlformats.org/officeDocument/2006/relationships/image" Target="../media/image621.png"/><Relationship Id="rId330" Type="http://schemas.openxmlformats.org/officeDocument/2006/relationships/customXml" Target="../ink/ink591.xml"/><Relationship Id="rId165" Type="http://schemas.openxmlformats.org/officeDocument/2006/relationships/image" Target="../media/image642.png"/><Relationship Id="rId372" Type="http://schemas.openxmlformats.org/officeDocument/2006/relationships/customXml" Target="../ink/ink612.xml"/><Relationship Id="rId428" Type="http://schemas.openxmlformats.org/officeDocument/2006/relationships/customXml" Target="../ink/ink640.xml"/><Relationship Id="rId232" Type="http://schemas.openxmlformats.org/officeDocument/2006/relationships/customXml" Target="../ink/ink542.xml"/><Relationship Id="rId274" Type="http://schemas.openxmlformats.org/officeDocument/2006/relationships/customXml" Target="../ink/ink563.xml"/><Relationship Id="rId27" Type="http://schemas.openxmlformats.org/officeDocument/2006/relationships/image" Target="../media/image573.png"/><Relationship Id="rId69" Type="http://schemas.openxmlformats.org/officeDocument/2006/relationships/image" Target="../media/image594.png"/><Relationship Id="rId134" Type="http://schemas.openxmlformats.org/officeDocument/2006/relationships/customXml" Target="../ink/ink493.xml"/><Relationship Id="rId80" Type="http://schemas.openxmlformats.org/officeDocument/2006/relationships/customXml" Target="../ink/ink466.xml"/><Relationship Id="rId176" Type="http://schemas.openxmlformats.org/officeDocument/2006/relationships/customXml" Target="../ink/ink514.xml"/><Relationship Id="rId341" Type="http://schemas.openxmlformats.org/officeDocument/2006/relationships/image" Target="../media/image730.png"/><Relationship Id="rId383" Type="http://schemas.openxmlformats.org/officeDocument/2006/relationships/image" Target="../media/image751.png"/><Relationship Id="rId439" Type="http://schemas.openxmlformats.org/officeDocument/2006/relationships/image" Target="../media/image779.png"/><Relationship Id="rId201" Type="http://schemas.openxmlformats.org/officeDocument/2006/relationships/image" Target="../media/image660.png"/><Relationship Id="rId243" Type="http://schemas.openxmlformats.org/officeDocument/2006/relationships/image" Target="../media/image681.png"/><Relationship Id="rId285" Type="http://schemas.openxmlformats.org/officeDocument/2006/relationships/image" Target="../media/image702.png"/><Relationship Id="rId450" Type="http://schemas.openxmlformats.org/officeDocument/2006/relationships/customXml" Target="../ink/ink651.xml"/><Relationship Id="rId38" Type="http://schemas.openxmlformats.org/officeDocument/2006/relationships/customXml" Target="../ink/ink445.xml"/><Relationship Id="rId103" Type="http://schemas.openxmlformats.org/officeDocument/2006/relationships/image" Target="../media/image611.png"/><Relationship Id="rId310" Type="http://schemas.openxmlformats.org/officeDocument/2006/relationships/customXml" Target="../ink/ink581.xml"/><Relationship Id="rId91" Type="http://schemas.openxmlformats.org/officeDocument/2006/relationships/image" Target="../media/image605.png"/><Relationship Id="rId145" Type="http://schemas.openxmlformats.org/officeDocument/2006/relationships/image" Target="../media/image632.png"/><Relationship Id="rId187" Type="http://schemas.openxmlformats.org/officeDocument/2006/relationships/image" Target="../media/image653.png"/><Relationship Id="rId352" Type="http://schemas.openxmlformats.org/officeDocument/2006/relationships/customXml" Target="../ink/ink602.xml"/><Relationship Id="rId394" Type="http://schemas.openxmlformats.org/officeDocument/2006/relationships/customXml" Target="../ink/ink623.xml"/><Relationship Id="rId408" Type="http://schemas.openxmlformats.org/officeDocument/2006/relationships/customXml" Target="../ink/ink630.xml"/><Relationship Id="rId212" Type="http://schemas.openxmlformats.org/officeDocument/2006/relationships/customXml" Target="../ink/ink532.xml"/><Relationship Id="rId254" Type="http://schemas.openxmlformats.org/officeDocument/2006/relationships/customXml" Target="../ink/ink553.xml"/><Relationship Id="rId49" Type="http://schemas.openxmlformats.org/officeDocument/2006/relationships/image" Target="../media/image584.png"/><Relationship Id="rId114" Type="http://schemas.openxmlformats.org/officeDocument/2006/relationships/customXml" Target="../ink/ink483.xml"/><Relationship Id="rId296" Type="http://schemas.openxmlformats.org/officeDocument/2006/relationships/customXml" Target="../ink/ink574.xml"/><Relationship Id="rId461" Type="http://schemas.openxmlformats.org/officeDocument/2006/relationships/image" Target="../media/image790.png"/><Relationship Id="rId60" Type="http://schemas.openxmlformats.org/officeDocument/2006/relationships/customXml" Target="../ink/ink456.xml"/><Relationship Id="rId156" Type="http://schemas.openxmlformats.org/officeDocument/2006/relationships/customXml" Target="../ink/ink504.xml"/><Relationship Id="rId198" Type="http://schemas.openxmlformats.org/officeDocument/2006/relationships/customXml" Target="../ink/ink525.xml"/><Relationship Id="rId321" Type="http://schemas.openxmlformats.org/officeDocument/2006/relationships/image" Target="../media/image720.png"/><Relationship Id="rId363" Type="http://schemas.openxmlformats.org/officeDocument/2006/relationships/image" Target="../media/image741.png"/><Relationship Id="rId419" Type="http://schemas.openxmlformats.org/officeDocument/2006/relationships/image" Target="../media/image769.png"/><Relationship Id="rId223" Type="http://schemas.openxmlformats.org/officeDocument/2006/relationships/image" Target="../media/image671.png"/><Relationship Id="rId430" Type="http://schemas.openxmlformats.org/officeDocument/2006/relationships/customXml" Target="../ink/ink641.xml"/><Relationship Id="rId18" Type="http://schemas.openxmlformats.org/officeDocument/2006/relationships/customXml" Target="../ink/ink435.xml"/><Relationship Id="rId265" Type="http://schemas.openxmlformats.org/officeDocument/2006/relationships/image" Target="../media/image692.png"/><Relationship Id="rId125" Type="http://schemas.openxmlformats.org/officeDocument/2006/relationships/image" Target="../media/image622.png"/><Relationship Id="rId167" Type="http://schemas.openxmlformats.org/officeDocument/2006/relationships/image" Target="../media/image643.png"/><Relationship Id="rId332" Type="http://schemas.openxmlformats.org/officeDocument/2006/relationships/customXml" Target="../ink/ink592.xml"/><Relationship Id="rId374" Type="http://schemas.openxmlformats.org/officeDocument/2006/relationships/customXml" Target="../ink/ink613.xml"/><Relationship Id="rId71" Type="http://schemas.openxmlformats.org/officeDocument/2006/relationships/image" Target="../media/image595.png"/><Relationship Id="rId234" Type="http://schemas.openxmlformats.org/officeDocument/2006/relationships/customXml" Target="../ink/ink543.xml"/><Relationship Id="rId2" Type="http://schemas.openxmlformats.org/officeDocument/2006/relationships/customXml" Target="../ink/ink427.xml"/><Relationship Id="rId29" Type="http://schemas.openxmlformats.org/officeDocument/2006/relationships/image" Target="../media/image574.png"/><Relationship Id="rId276" Type="http://schemas.openxmlformats.org/officeDocument/2006/relationships/customXml" Target="../ink/ink564.xml"/><Relationship Id="rId441" Type="http://schemas.openxmlformats.org/officeDocument/2006/relationships/image" Target="../media/image780.png"/><Relationship Id="rId40" Type="http://schemas.openxmlformats.org/officeDocument/2006/relationships/customXml" Target="../ink/ink446.xml"/><Relationship Id="rId136" Type="http://schemas.openxmlformats.org/officeDocument/2006/relationships/customXml" Target="../ink/ink494.xml"/><Relationship Id="rId178" Type="http://schemas.openxmlformats.org/officeDocument/2006/relationships/customXml" Target="../ink/ink515.xml"/><Relationship Id="rId301" Type="http://schemas.openxmlformats.org/officeDocument/2006/relationships/image" Target="../media/image710.png"/><Relationship Id="rId343" Type="http://schemas.openxmlformats.org/officeDocument/2006/relationships/image" Target="../media/image731.png"/><Relationship Id="rId82" Type="http://schemas.openxmlformats.org/officeDocument/2006/relationships/customXml" Target="../ink/ink467.xml"/><Relationship Id="rId203" Type="http://schemas.openxmlformats.org/officeDocument/2006/relationships/image" Target="../media/image661.png"/><Relationship Id="rId385" Type="http://schemas.openxmlformats.org/officeDocument/2006/relationships/image" Target="../media/image752.png"/><Relationship Id="rId19" Type="http://schemas.openxmlformats.org/officeDocument/2006/relationships/image" Target="../media/image569.png"/><Relationship Id="rId224" Type="http://schemas.openxmlformats.org/officeDocument/2006/relationships/customXml" Target="../ink/ink538.xml"/><Relationship Id="rId245" Type="http://schemas.openxmlformats.org/officeDocument/2006/relationships/image" Target="../media/image682.png"/><Relationship Id="rId266" Type="http://schemas.openxmlformats.org/officeDocument/2006/relationships/customXml" Target="../ink/ink559.xml"/><Relationship Id="rId287" Type="http://schemas.openxmlformats.org/officeDocument/2006/relationships/image" Target="../media/image703.png"/><Relationship Id="rId410" Type="http://schemas.openxmlformats.org/officeDocument/2006/relationships/customXml" Target="../ink/ink631.xml"/><Relationship Id="rId431" Type="http://schemas.openxmlformats.org/officeDocument/2006/relationships/image" Target="../media/image775.png"/><Relationship Id="rId452" Type="http://schemas.openxmlformats.org/officeDocument/2006/relationships/customXml" Target="../ink/ink652.xml"/><Relationship Id="rId30" Type="http://schemas.openxmlformats.org/officeDocument/2006/relationships/customXml" Target="../ink/ink441.xml"/><Relationship Id="rId105" Type="http://schemas.openxmlformats.org/officeDocument/2006/relationships/image" Target="../media/image612.png"/><Relationship Id="rId126" Type="http://schemas.openxmlformats.org/officeDocument/2006/relationships/customXml" Target="../ink/ink489.xml"/><Relationship Id="rId147" Type="http://schemas.openxmlformats.org/officeDocument/2006/relationships/image" Target="../media/image633.png"/><Relationship Id="rId168" Type="http://schemas.openxmlformats.org/officeDocument/2006/relationships/customXml" Target="../ink/ink510.xml"/><Relationship Id="rId312" Type="http://schemas.openxmlformats.org/officeDocument/2006/relationships/customXml" Target="../ink/ink582.xml"/><Relationship Id="rId333" Type="http://schemas.openxmlformats.org/officeDocument/2006/relationships/image" Target="../media/image726.png"/><Relationship Id="rId354" Type="http://schemas.openxmlformats.org/officeDocument/2006/relationships/customXml" Target="../ink/ink603.xml"/><Relationship Id="rId51" Type="http://schemas.openxmlformats.org/officeDocument/2006/relationships/image" Target="../media/image585.png"/><Relationship Id="rId72" Type="http://schemas.openxmlformats.org/officeDocument/2006/relationships/customXml" Target="../ink/ink462.xml"/><Relationship Id="rId93" Type="http://schemas.openxmlformats.org/officeDocument/2006/relationships/image" Target="../media/image606.png"/><Relationship Id="rId189" Type="http://schemas.openxmlformats.org/officeDocument/2006/relationships/image" Target="../media/image654.png"/><Relationship Id="rId375" Type="http://schemas.openxmlformats.org/officeDocument/2006/relationships/image" Target="../media/image747.png"/><Relationship Id="rId396" Type="http://schemas.openxmlformats.org/officeDocument/2006/relationships/customXml" Target="../ink/ink624.xml"/><Relationship Id="rId3" Type="http://schemas.openxmlformats.org/officeDocument/2006/relationships/image" Target="../media/image561.png"/><Relationship Id="rId214" Type="http://schemas.openxmlformats.org/officeDocument/2006/relationships/customXml" Target="../ink/ink533.xml"/><Relationship Id="rId235" Type="http://schemas.openxmlformats.org/officeDocument/2006/relationships/image" Target="../media/image677.png"/><Relationship Id="rId256" Type="http://schemas.openxmlformats.org/officeDocument/2006/relationships/customXml" Target="../ink/ink554.xml"/><Relationship Id="rId277" Type="http://schemas.openxmlformats.org/officeDocument/2006/relationships/image" Target="../media/image698.png"/><Relationship Id="rId298" Type="http://schemas.openxmlformats.org/officeDocument/2006/relationships/customXml" Target="../ink/ink575.xml"/><Relationship Id="rId400" Type="http://schemas.openxmlformats.org/officeDocument/2006/relationships/customXml" Target="../ink/ink626.xml"/><Relationship Id="rId421" Type="http://schemas.openxmlformats.org/officeDocument/2006/relationships/image" Target="../media/image770.png"/><Relationship Id="rId442" Type="http://schemas.openxmlformats.org/officeDocument/2006/relationships/customXml" Target="../ink/ink647.xml"/><Relationship Id="rId463" Type="http://schemas.openxmlformats.org/officeDocument/2006/relationships/image" Target="../media/image791.png"/><Relationship Id="rId116" Type="http://schemas.openxmlformats.org/officeDocument/2006/relationships/customXml" Target="../ink/ink484.xml"/><Relationship Id="rId137" Type="http://schemas.openxmlformats.org/officeDocument/2006/relationships/image" Target="../media/image628.png"/><Relationship Id="rId158" Type="http://schemas.openxmlformats.org/officeDocument/2006/relationships/customXml" Target="../ink/ink505.xml"/><Relationship Id="rId302" Type="http://schemas.openxmlformats.org/officeDocument/2006/relationships/customXml" Target="../ink/ink577.xml"/><Relationship Id="rId323" Type="http://schemas.openxmlformats.org/officeDocument/2006/relationships/image" Target="../media/image721.png"/><Relationship Id="rId344" Type="http://schemas.openxmlformats.org/officeDocument/2006/relationships/customXml" Target="../ink/ink598.xml"/><Relationship Id="rId20" Type="http://schemas.openxmlformats.org/officeDocument/2006/relationships/customXml" Target="../ink/ink436.xml"/><Relationship Id="rId41" Type="http://schemas.openxmlformats.org/officeDocument/2006/relationships/image" Target="../media/image580.png"/><Relationship Id="rId62" Type="http://schemas.openxmlformats.org/officeDocument/2006/relationships/customXml" Target="../ink/ink457.xml"/><Relationship Id="rId83" Type="http://schemas.openxmlformats.org/officeDocument/2006/relationships/image" Target="../media/image601.png"/><Relationship Id="rId179" Type="http://schemas.openxmlformats.org/officeDocument/2006/relationships/image" Target="../media/image649.png"/><Relationship Id="rId365" Type="http://schemas.openxmlformats.org/officeDocument/2006/relationships/image" Target="../media/image742.png"/><Relationship Id="rId386" Type="http://schemas.openxmlformats.org/officeDocument/2006/relationships/customXml" Target="../ink/ink619.xml"/><Relationship Id="rId190" Type="http://schemas.openxmlformats.org/officeDocument/2006/relationships/customXml" Target="../ink/ink521.xml"/><Relationship Id="rId204" Type="http://schemas.openxmlformats.org/officeDocument/2006/relationships/customXml" Target="../ink/ink528.xml"/><Relationship Id="rId225" Type="http://schemas.openxmlformats.org/officeDocument/2006/relationships/image" Target="../media/image672.png"/><Relationship Id="rId246" Type="http://schemas.openxmlformats.org/officeDocument/2006/relationships/customXml" Target="../ink/ink549.xml"/><Relationship Id="rId267" Type="http://schemas.openxmlformats.org/officeDocument/2006/relationships/image" Target="../media/image693.png"/><Relationship Id="rId288" Type="http://schemas.openxmlformats.org/officeDocument/2006/relationships/customXml" Target="../ink/ink570.xml"/><Relationship Id="rId411" Type="http://schemas.openxmlformats.org/officeDocument/2006/relationships/image" Target="../media/image765.png"/><Relationship Id="rId432" Type="http://schemas.openxmlformats.org/officeDocument/2006/relationships/customXml" Target="../ink/ink642.xml"/><Relationship Id="rId453" Type="http://schemas.openxmlformats.org/officeDocument/2006/relationships/image" Target="../media/image786.png"/><Relationship Id="rId106" Type="http://schemas.openxmlformats.org/officeDocument/2006/relationships/customXml" Target="../ink/ink479.xml"/><Relationship Id="rId127" Type="http://schemas.openxmlformats.org/officeDocument/2006/relationships/image" Target="../media/image623.png"/><Relationship Id="rId313" Type="http://schemas.openxmlformats.org/officeDocument/2006/relationships/image" Target="../media/image716.png"/><Relationship Id="rId10" Type="http://schemas.openxmlformats.org/officeDocument/2006/relationships/customXml" Target="../ink/ink431.xml"/><Relationship Id="rId31" Type="http://schemas.openxmlformats.org/officeDocument/2006/relationships/image" Target="../media/image575.png"/><Relationship Id="rId52" Type="http://schemas.openxmlformats.org/officeDocument/2006/relationships/customXml" Target="../ink/ink452.xml"/><Relationship Id="rId73" Type="http://schemas.openxmlformats.org/officeDocument/2006/relationships/image" Target="../media/image596.png"/><Relationship Id="rId94" Type="http://schemas.openxmlformats.org/officeDocument/2006/relationships/customXml" Target="../ink/ink473.xml"/><Relationship Id="rId148" Type="http://schemas.openxmlformats.org/officeDocument/2006/relationships/customXml" Target="../ink/ink500.xml"/><Relationship Id="rId169" Type="http://schemas.openxmlformats.org/officeDocument/2006/relationships/image" Target="../media/image644.png"/><Relationship Id="rId334" Type="http://schemas.openxmlformats.org/officeDocument/2006/relationships/customXml" Target="../ink/ink593.xml"/><Relationship Id="rId355" Type="http://schemas.openxmlformats.org/officeDocument/2006/relationships/image" Target="../media/image737.png"/><Relationship Id="rId376" Type="http://schemas.openxmlformats.org/officeDocument/2006/relationships/customXml" Target="../ink/ink614.xml"/><Relationship Id="rId397" Type="http://schemas.openxmlformats.org/officeDocument/2006/relationships/image" Target="../media/image758.png"/><Relationship Id="rId4" Type="http://schemas.openxmlformats.org/officeDocument/2006/relationships/customXml" Target="../ink/ink428.xml"/><Relationship Id="rId180" Type="http://schemas.openxmlformats.org/officeDocument/2006/relationships/customXml" Target="../ink/ink516.xml"/><Relationship Id="rId215" Type="http://schemas.openxmlformats.org/officeDocument/2006/relationships/image" Target="../media/image667.png"/><Relationship Id="rId236" Type="http://schemas.openxmlformats.org/officeDocument/2006/relationships/customXml" Target="../ink/ink544.xml"/><Relationship Id="rId257" Type="http://schemas.openxmlformats.org/officeDocument/2006/relationships/image" Target="../media/image688.png"/><Relationship Id="rId278" Type="http://schemas.openxmlformats.org/officeDocument/2006/relationships/customXml" Target="../ink/ink565.xml"/><Relationship Id="rId401" Type="http://schemas.openxmlformats.org/officeDocument/2006/relationships/image" Target="../media/image760.png"/><Relationship Id="rId422" Type="http://schemas.openxmlformats.org/officeDocument/2006/relationships/customXml" Target="../ink/ink637.xml"/><Relationship Id="rId443" Type="http://schemas.openxmlformats.org/officeDocument/2006/relationships/image" Target="../media/image781.png"/><Relationship Id="rId464" Type="http://schemas.openxmlformats.org/officeDocument/2006/relationships/customXml" Target="../ink/ink658.xml"/><Relationship Id="rId303" Type="http://schemas.openxmlformats.org/officeDocument/2006/relationships/image" Target="../media/image711.png"/><Relationship Id="rId42" Type="http://schemas.openxmlformats.org/officeDocument/2006/relationships/customXml" Target="../ink/ink447.xml"/><Relationship Id="rId84" Type="http://schemas.openxmlformats.org/officeDocument/2006/relationships/customXml" Target="../ink/ink468.xml"/><Relationship Id="rId138" Type="http://schemas.openxmlformats.org/officeDocument/2006/relationships/customXml" Target="../ink/ink495.xml"/><Relationship Id="rId345" Type="http://schemas.openxmlformats.org/officeDocument/2006/relationships/image" Target="../media/image732.png"/><Relationship Id="rId387" Type="http://schemas.openxmlformats.org/officeDocument/2006/relationships/image" Target="../media/image753.png"/><Relationship Id="rId191" Type="http://schemas.openxmlformats.org/officeDocument/2006/relationships/image" Target="../media/image655.png"/><Relationship Id="rId205" Type="http://schemas.openxmlformats.org/officeDocument/2006/relationships/image" Target="../media/image662.png"/><Relationship Id="rId247" Type="http://schemas.openxmlformats.org/officeDocument/2006/relationships/image" Target="../media/image683.png"/><Relationship Id="rId412" Type="http://schemas.openxmlformats.org/officeDocument/2006/relationships/customXml" Target="../ink/ink632.xml"/><Relationship Id="rId107" Type="http://schemas.openxmlformats.org/officeDocument/2006/relationships/image" Target="../media/image613.png"/><Relationship Id="rId289" Type="http://schemas.openxmlformats.org/officeDocument/2006/relationships/image" Target="../media/image704.png"/><Relationship Id="rId454" Type="http://schemas.openxmlformats.org/officeDocument/2006/relationships/customXml" Target="../ink/ink653.xml"/><Relationship Id="rId11" Type="http://schemas.openxmlformats.org/officeDocument/2006/relationships/image" Target="../media/image565.png"/><Relationship Id="rId53" Type="http://schemas.openxmlformats.org/officeDocument/2006/relationships/image" Target="../media/image586.png"/><Relationship Id="rId149" Type="http://schemas.openxmlformats.org/officeDocument/2006/relationships/image" Target="../media/image634.png"/><Relationship Id="rId314" Type="http://schemas.openxmlformats.org/officeDocument/2006/relationships/customXml" Target="../ink/ink583.xml"/><Relationship Id="rId356" Type="http://schemas.openxmlformats.org/officeDocument/2006/relationships/customXml" Target="../ink/ink604.xml"/><Relationship Id="rId398" Type="http://schemas.openxmlformats.org/officeDocument/2006/relationships/customXml" Target="../ink/ink625.xml"/><Relationship Id="rId95" Type="http://schemas.openxmlformats.org/officeDocument/2006/relationships/image" Target="../media/image607.png"/><Relationship Id="rId160" Type="http://schemas.openxmlformats.org/officeDocument/2006/relationships/customXml" Target="../ink/ink506.xml"/><Relationship Id="rId216" Type="http://schemas.openxmlformats.org/officeDocument/2006/relationships/customXml" Target="../ink/ink534.xml"/><Relationship Id="rId423" Type="http://schemas.openxmlformats.org/officeDocument/2006/relationships/image" Target="../media/image771.png"/><Relationship Id="rId258" Type="http://schemas.openxmlformats.org/officeDocument/2006/relationships/customXml" Target="../ink/ink555.xml"/><Relationship Id="rId465" Type="http://schemas.openxmlformats.org/officeDocument/2006/relationships/image" Target="../media/image792.png"/><Relationship Id="rId22" Type="http://schemas.openxmlformats.org/officeDocument/2006/relationships/customXml" Target="../ink/ink437.xml"/><Relationship Id="rId64" Type="http://schemas.openxmlformats.org/officeDocument/2006/relationships/customXml" Target="../ink/ink458.xml"/><Relationship Id="rId118" Type="http://schemas.openxmlformats.org/officeDocument/2006/relationships/customXml" Target="../ink/ink485.xml"/><Relationship Id="rId325" Type="http://schemas.openxmlformats.org/officeDocument/2006/relationships/image" Target="../media/image722.png"/><Relationship Id="rId367" Type="http://schemas.openxmlformats.org/officeDocument/2006/relationships/image" Target="../media/image743.png"/><Relationship Id="rId171" Type="http://schemas.openxmlformats.org/officeDocument/2006/relationships/image" Target="../media/image645.png"/><Relationship Id="rId227" Type="http://schemas.openxmlformats.org/officeDocument/2006/relationships/image" Target="../media/image673.png"/><Relationship Id="rId269" Type="http://schemas.openxmlformats.org/officeDocument/2006/relationships/image" Target="../media/image694.png"/><Relationship Id="rId434" Type="http://schemas.openxmlformats.org/officeDocument/2006/relationships/customXml" Target="../ink/ink643.xml"/><Relationship Id="rId33" Type="http://schemas.openxmlformats.org/officeDocument/2006/relationships/image" Target="../media/image576.png"/><Relationship Id="rId129" Type="http://schemas.openxmlformats.org/officeDocument/2006/relationships/image" Target="../media/image624.png"/><Relationship Id="rId280" Type="http://schemas.openxmlformats.org/officeDocument/2006/relationships/customXml" Target="../ink/ink566.xml"/><Relationship Id="rId336" Type="http://schemas.openxmlformats.org/officeDocument/2006/relationships/customXml" Target="../ink/ink594.xml"/><Relationship Id="rId75" Type="http://schemas.openxmlformats.org/officeDocument/2006/relationships/image" Target="../media/image597.png"/><Relationship Id="rId140" Type="http://schemas.openxmlformats.org/officeDocument/2006/relationships/customXml" Target="../ink/ink496.xml"/><Relationship Id="rId182" Type="http://schemas.openxmlformats.org/officeDocument/2006/relationships/customXml" Target="../ink/ink517.xml"/><Relationship Id="rId378" Type="http://schemas.openxmlformats.org/officeDocument/2006/relationships/customXml" Target="../ink/ink615.xml"/><Relationship Id="rId403" Type="http://schemas.openxmlformats.org/officeDocument/2006/relationships/image" Target="../media/image761.png"/><Relationship Id="rId6" Type="http://schemas.openxmlformats.org/officeDocument/2006/relationships/customXml" Target="../ink/ink429.xml"/><Relationship Id="rId238" Type="http://schemas.openxmlformats.org/officeDocument/2006/relationships/customXml" Target="../ink/ink545.xml"/><Relationship Id="rId445" Type="http://schemas.openxmlformats.org/officeDocument/2006/relationships/image" Target="../media/image782.png"/><Relationship Id="rId291" Type="http://schemas.openxmlformats.org/officeDocument/2006/relationships/image" Target="../media/image705.png"/><Relationship Id="rId305" Type="http://schemas.openxmlformats.org/officeDocument/2006/relationships/image" Target="../media/image712.png"/><Relationship Id="rId347" Type="http://schemas.openxmlformats.org/officeDocument/2006/relationships/image" Target="../media/image733.png"/><Relationship Id="rId44" Type="http://schemas.openxmlformats.org/officeDocument/2006/relationships/customXml" Target="../ink/ink448.xml"/><Relationship Id="rId86" Type="http://schemas.openxmlformats.org/officeDocument/2006/relationships/customXml" Target="../ink/ink469.xml"/><Relationship Id="rId151" Type="http://schemas.openxmlformats.org/officeDocument/2006/relationships/image" Target="../media/image635.png"/><Relationship Id="rId389" Type="http://schemas.openxmlformats.org/officeDocument/2006/relationships/image" Target="../media/image754.png"/><Relationship Id="rId193" Type="http://schemas.openxmlformats.org/officeDocument/2006/relationships/image" Target="../media/image656.png"/><Relationship Id="rId207" Type="http://schemas.openxmlformats.org/officeDocument/2006/relationships/image" Target="../media/image663.png"/><Relationship Id="rId249" Type="http://schemas.openxmlformats.org/officeDocument/2006/relationships/image" Target="../media/image684.png"/><Relationship Id="rId414" Type="http://schemas.openxmlformats.org/officeDocument/2006/relationships/customXml" Target="../ink/ink633.xml"/><Relationship Id="rId456" Type="http://schemas.openxmlformats.org/officeDocument/2006/relationships/customXml" Target="../ink/ink654.xml"/><Relationship Id="rId13" Type="http://schemas.openxmlformats.org/officeDocument/2006/relationships/image" Target="../media/image566.png"/><Relationship Id="rId109" Type="http://schemas.openxmlformats.org/officeDocument/2006/relationships/image" Target="../media/image614.png"/><Relationship Id="rId260" Type="http://schemas.openxmlformats.org/officeDocument/2006/relationships/customXml" Target="../ink/ink556.xml"/><Relationship Id="rId316" Type="http://schemas.openxmlformats.org/officeDocument/2006/relationships/customXml" Target="../ink/ink584.xml"/><Relationship Id="rId55" Type="http://schemas.openxmlformats.org/officeDocument/2006/relationships/image" Target="../media/image587.png"/><Relationship Id="rId97" Type="http://schemas.openxmlformats.org/officeDocument/2006/relationships/image" Target="../media/image608.png"/><Relationship Id="rId120" Type="http://schemas.openxmlformats.org/officeDocument/2006/relationships/customXml" Target="../ink/ink486.xml"/><Relationship Id="rId358" Type="http://schemas.openxmlformats.org/officeDocument/2006/relationships/customXml" Target="../ink/ink605.xml"/><Relationship Id="rId162" Type="http://schemas.openxmlformats.org/officeDocument/2006/relationships/customXml" Target="../ink/ink507.xml"/><Relationship Id="rId218" Type="http://schemas.openxmlformats.org/officeDocument/2006/relationships/customXml" Target="../ink/ink535.xml"/><Relationship Id="rId425" Type="http://schemas.openxmlformats.org/officeDocument/2006/relationships/image" Target="../media/image772.png"/><Relationship Id="rId467" Type="http://schemas.openxmlformats.org/officeDocument/2006/relationships/image" Target="../media/image793.png"/><Relationship Id="rId271" Type="http://schemas.openxmlformats.org/officeDocument/2006/relationships/image" Target="../media/image695.png"/><Relationship Id="rId24" Type="http://schemas.openxmlformats.org/officeDocument/2006/relationships/customXml" Target="../ink/ink438.xml"/><Relationship Id="rId66" Type="http://schemas.openxmlformats.org/officeDocument/2006/relationships/customXml" Target="../ink/ink459.xml"/><Relationship Id="rId131" Type="http://schemas.openxmlformats.org/officeDocument/2006/relationships/image" Target="../media/image625.png"/><Relationship Id="rId327" Type="http://schemas.openxmlformats.org/officeDocument/2006/relationships/image" Target="../media/image723.png"/><Relationship Id="rId369" Type="http://schemas.openxmlformats.org/officeDocument/2006/relationships/image" Target="../media/image744.png"/><Relationship Id="rId173" Type="http://schemas.openxmlformats.org/officeDocument/2006/relationships/image" Target="../media/image646.png"/><Relationship Id="rId229" Type="http://schemas.openxmlformats.org/officeDocument/2006/relationships/image" Target="../media/image674.png"/><Relationship Id="rId380" Type="http://schemas.openxmlformats.org/officeDocument/2006/relationships/customXml" Target="../ink/ink616.xml"/><Relationship Id="rId436" Type="http://schemas.openxmlformats.org/officeDocument/2006/relationships/customXml" Target="../ink/ink644.xml"/><Relationship Id="rId240" Type="http://schemas.openxmlformats.org/officeDocument/2006/relationships/customXml" Target="../ink/ink546.xml"/><Relationship Id="rId35" Type="http://schemas.openxmlformats.org/officeDocument/2006/relationships/image" Target="../media/image577.png"/><Relationship Id="rId77" Type="http://schemas.openxmlformats.org/officeDocument/2006/relationships/image" Target="../media/image598.png"/><Relationship Id="rId100" Type="http://schemas.openxmlformats.org/officeDocument/2006/relationships/customXml" Target="../ink/ink476.xml"/><Relationship Id="rId282" Type="http://schemas.openxmlformats.org/officeDocument/2006/relationships/customXml" Target="../ink/ink567.xml"/><Relationship Id="rId338" Type="http://schemas.openxmlformats.org/officeDocument/2006/relationships/customXml" Target="../ink/ink595.xml"/><Relationship Id="rId8" Type="http://schemas.openxmlformats.org/officeDocument/2006/relationships/customXml" Target="../ink/ink430.xml"/><Relationship Id="rId142" Type="http://schemas.openxmlformats.org/officeDocument/2006/relationships/customXml" Target="../ink/ink497.xml"/><Relationship Id="rId184" Type="http://schemas.openxmlformats.org/officeDocument/2006/relationships/customXml" Target="../ink/ink518.xml"/><Relationship Id="rId391" Type="http://schemas.openxmlformats.org/officeDocument/2006/relationships/image" Target="../media/image755.png"/><Relationship Id="rId405" Type="http://schemas.openxmlformats.org/officeDocument/2006/relationships/image" Target="../media/image762.png"/><Relationship Id="rId447" Type="http://schemas.openxmlformats.org/officeDocument/2006/relationships/image" Target="../media/image783.png"/><Relationship Id="rId251" Type="http://schemas.openxmlformats.org/officeDocument/2006/relationships/image" Target="../media/image685.png"/><Relationship Id="rId46" Type="http://schemas.openxmlformats.org/officeDocument/2006/relationships/customXml" Target="../ink/ink449.xml"/><Relationship Id="rId293" Type="http://schemas.openxmlformats.org/officeDocument/2006/relationships/image" Target="../media/image706.png"/><Relationship Id="rId307" Type="http://schemas.openxmlformats.org/officeDocument/2006/relationships/image" Target="../media/image713.png"/><Relationship Id="rId349" Type="http://schemas.openxmlformats.org/officeDocument/2006/relationships/image" Target="../media/image734.png"/><Relationship Id="rId88" Type="http://schemas.openxmlformats.org/officeDocument/2006/relationships/customXml" Target="../ink/ink470.xml"/><Relationship Id="rId111" Type="http://schemas.openxmlformats.org/officeDocument/2006/relationships/image" Target="../media/image615.png"/><Relationship Id="rId153" Type="http://schemas.openxmlformats.org/officeDocument/2006/relationships/image" Target="../media/image636.png"/><Relationship Id="rId195" Type="http://schemas.openxmlformats.org/officeDocument/2006/relationships/image" Target="../media/image657.png"/><Relationship Id="rId209" Type="http://schemas.openxmlformats.org/officeDocument/2006/relationships/image" Target="../media/image664.png"/><Relationship Id="rId360" Type="http://schemas.openxmlformats.org/officeDocument/2006/relationships/customXml" Target="../ink/ink606.xml"/><Relationship Id="rId416" Type="http://schemas.openxmlformats.org/officeDocument/2006/relationships/customXml" Target="../ink/ink634.xml"/><Relationship Id="rId220" Type="http://schemas.openxmlformats.org/officeDocument/2006/relationships/customXml" Target="../ink/ink536.xml"/><Relationship Id="rId458" Type="http://schemas.openxmlformats.org/officeDocument/2006/relationships/customXml" Target="../ink/ink655.xml"/><Relationship Id="rId15" Type="http://schemas.openxmlformats.org/officeDocument/2006/relationships/image" Target="../media/image567.png"/><Relationship Id="rId57" Type="http://schemas.openxmlformats.org/officeDocument/2006/relationships/image" Target="../media/image588.png"/><Relationship Id="rId262" Type="http://schemas.openxmlformats.org/officeDocument/2006/relationships/customXml" Target="../ink/ink557.xml"/><Relationship Id="rId318" Type="http://schemas.openxmlformats.org/officeDocument/2006/relationships/customXml" Target="../ink/ink585.xml"/><Relationship Id="rId99" Type="http://schemas.openxmlformats.org/officeDocument/2006/relationships/image" Target="../media/image609.png"/><Relationship Id="rId122" Type="http://schemas.openxmlformats.org/officeDocument/2006/relationships/customXml" Target="../ink/ink487.xml"/><Relationship Id="rId164" Type="http://schemas.openxmlformats.org/officeDocument/2006/relationships/customXml" Target="../ink/ink508.xml"/><Relationship Id="rId371" Type="http://schemas.openxmlformats.org/officeDocument/2006/relationships/image" Target="../media/image745.png"/><Relationship Id="rId427" Type="http://schemas.openxmlformats.org/officeDocument/2006/relationships/image" Target="../media/image773.png"/><Relationship Id="rId469" Type="http://schemas.openxmlformats.org/officeDocument/2006/relationships/image" Target="../media/image794.png"/><Relationship Id="rId26" Type="http://schemas.openxmlformats.org/officeDocument/2006/relationships/customXml" Target="../ink/ink439.xml"/><Relationship Id="rId231" Type="http://schemas.openxmlformats.org/officeDocument/2006/relationships/image" Target="../media/image675.png"/><Relationship Id="rId273" Type="http://schemas.openxmlformats.org/officeDocument/2006/relationships/image" Target="../media/image696.png"/><Relationship Id="rId329" Type="http://schemas.openxmlformats.org/officeDocument/2006/relationships/image" Target="../media/image724.png"/><Relationship Id="rId68" Type="http://schemas.openxmlformats.org/officeDocument/2006/relationships/customXml" Target="../ink/ink460.xml"/><Relationship Id="rId133" Type="http://schemas.openxmlformats.org/officeDocument/2006/relationships/image" Target="../media/image626.png"/><Relationship Id="rId175" Type="http://schemas.openxmlformats.org/officeDocument/2006/relationships/image" Target="../media/image647.png"/><Relationship Id="rId340" Type="http://schemas.openxmlformats.org/officeDocument/2006/relationships/customXml" Target="../ink/ink596.xml"/><Relationship Id="rId200" Type="http://schemas.openxmlformats.org/officeDocument/2006/relationships/customXml" Target="../ink/ink526.xml"/><Relationship Id="rId382" Type="http://schemas.openxmlformats.org/officeDocument/2006/relationships/customXml" Target="../ink/ink617.xml"/><Relationship Id="rId438" Type="http://schemas.openxmlformats.org/officeDocument/2006/relationships/customXml" Target="../ink/ink645.xml"/><Relationship Id="rId242" Type="http://schemas.openxmlformats.org/officeDocument/2006/relationships/customXml" Target="../ink/ink547.xml"/><Relationship Id="rId284" Type="http://schemas.openxmlformats.org/officeDocument/2006/relationships/customXml" Target="../ink/ink568.xml"/><Relationship Id="rId37" Type="http://schemas.openxmlformats.org/officeDocument/2006/relationships/image" Target="../media/image578.png"/><Relationship Id="rId79" Type="http://schemas.openxmlformats.org/officeDocument/2006/relationships/image" Target="../media/image599.png"/><Relationship Id="rId102" Type="http://schemas.openxmlformats.org/officeDocument/2006/relationships/customXml" Target="../ink/ink477.xml"/><Relationship Id="rId144" Type="http://schemas.openxmlformats.org/officeDocument/2006/relationships/customXml" Target="../ink/ink498.xml"/><Relationship Id="rId90" Type="http://schemas.openxmlformats.org/officeDocument/2006/relationships/customXml" Target="../ink/ink471.xml"/><Relationship Id="rId186" Type="http://schemas.openxmlformats.org/officeDocument/2006/relationships/customXml" Target="../ink/ink519.xml"/><Relationship Id="rId351" Type="http://schemas.openxmlformats.org/officeDocument/2006/relationships/image" Target="../media/image735.png"/><Relationship Id="rId393" Type="http://schemas.openxmlformats.org/officeDocument/2006/relationships/image" Target="../media/image756.png"/><Relationship Id="rId407" Type="http://schemas.openxmlformats.org/officeDocument/2006/relationships/image" Target="../media/image763.png"/><Relationship Id="rId449" Type="http://schemas.openxmlformats.org/officeDocument/2006/relationships/image" Target="../media/image784.png"/><Relationship Id="rId211" Type="http://schemas.openxmlformats.org/officeDocument/2006/relationships/image" Target="../media/image665.png"/><Relationship Id="rId253" Type="http://schemas.openxmlformats.org/officeDocument/2006/relationships/image" Target="../media/image686.png"/><Relationship Id="rId295" Type="http://schemas.openxmlformats.org/officeDocument/2006/relationships/image" Target="../media/image707.png"/><Relationship Id="rId309" Type="http://schemas.openxmlformats.org/officeDocument/2006/relationships/image" Target="../media/image714.png"/><Relationship Id="rId460" Type="http://schemas.openxmlformats.org/officeDocument/2006/relationships/customXml" Target="../ink/ink656.xml"/><Relationship Id="rId48" Type="http://schemas.openxmlformats.org/officeDocument/2006/relationships/customXml" Target="../ink/ink450.xml"/><Relationship Id="rId113" Type="http://schemas.openxmlformats.org/officeDocument/2006/relationships/image" Target="../media/image616.png"/><Relationship Id="rId320" Type="http://schemas.openxmlformats.org/officeDocument/2006/relationships/customXml" Target="../ink/ink586.xml"/><Relationship Id="rId155" Type="http://schemas.openxmlformats.org/officeDocument/2006/relationships/image" Target="../media/image637.png"/><Relationship Id="rId197" Type="http://schemas.openxmlformats.org/officeDocument/2006/relationships/image" Target="../media/image658.png"/><Relationship Id="rId362" Type="http://schemas.openxmlformats.org/officeDocument/2006/relationships/customXml" Target="../ink/ink607.xml"/><Relationship Id="rId418" Type="http://schemas.openxmlformats.org/officeDocument/2006/relationships/customXml" Target="../ink/ink635.xml"/><Relationship Id="rId222" Type="http://schemas.openxmlformats.org/officeDocument/2006/relationships/customXml" Target="../ink/ink537.xml"/><Relationship Id="rId264" Type="http://schemas.openxmlformats.org/officeDocument/2006/relationships/customXml" Target="../ink/ink558.xml"/><Relationship Id="rId471" Type="http://schemas.openxmlformats.org/officeDocument/2006/relationships/image" Target="../media/image795.png"/><Relationship Id="rId17" Type="http://schemas.openxmlformats.org/officeDocument/2006/relationships/image" Target="../media/image568.png"/><Relationship Id="rId59" Type="http://schemas.openxmlformats.org/officeDocument/2006/relationships/image" Target="../media/image589.png"/><Relationship Id="rId124" Type="http://schemas.openxmlformats.org/officeDocument/2006/relationships/customXml" Target="../ink/ink488.xml"/><Relationship Id="rId70" Type="http://schemas.openxmlformats.org/officeDocument/2006/relationships/customXml" Target="../ink/ink461.xml"/><Relationship Id="rId166" Type="http://schemas.openxmlformats.org/officeDocument/2006/relationships/customXml" Target="../ink/ink509.xml"/><Relationship Id="rId331" Type="http://schemas.openxmlformats.org/officeDocument/2006/relationships/image" Target="../media/image725.png"/><Relationship Id="rId373" Type="http://schemas.openxmlformats.org/officeDocument/2006/relationships/image" Target="../media/image746.png"/><Relationship Id="rId429" Type="http://schemas.openxmlformats.org/officeDocument/2006/relationships/image" Target="../media/image774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76.png"/><Relationship Id="rId440" Type="http://schemas.openxmlformats.org/officeDocument/2006/relationships/customXml" Target="../ink/ink646.xml"/><Relationship Id="rId28" Type="http://schemas.openxmlformats.org/officeDocument/2006/relationships/customXml" Target="../ink/ink440.xml"/><Relationship Id="rId275" Type="http://schemas.openxmlformats.org/officeDocument/2006/relationships/image" Target="../media/image697.png"/><Relationship Id="rId300" Type="http://schemas.openxmlformats.org/officeDocument/2006/relationships/customXml" Target="../ink/ink576.xml"/><Relationship Id="rId81" Type="http://schemas.openxmlformats.org/officeDocument/2006/relationships/image" Target="../media/image600.png"/><Relationship Id="rId135" Type="http://schemas.openxmlformats.org/officeDocument/2006/relationships/image" Target="../media/image627.png"/><Relationship Id="rId177" Type="http://schemas.openxmlformats.org/officeDocument/2006/relationships/image" Target="../media/image648.png"/><Relationship Id="rId342" Type="http://schemas.openxmlformats.org/officeDocument/2006/relationships/customXml" Target="../ink/ink597.xml"/><Relationship Id="rId384" Type="http://schemas.openxmlformats.org/officeDocument/2006/relationships/customXml" Target="../ink/ink618.xml"/><Relationship Id="rId202" Type="http://schemas.openxmlformats.org/officeDocument/2006/relationships/customXml" Target="../ink/ink527.xml"/><Relationship Id="rId244" Type="http://schemas.openxmlformats.org/officeDocument/2006/relationships/customXml" Target="../ink/ink548.xml"/><Relationship Id="rId39" Type="http://schemas.openxmlformats.org/officeDocument/2006/relationships/image" Target="../media/image579.png"/><Relationship Id="rId286" Type="http://schemas.openxmlformats.org/officeDocument/2006/relationships/customXml" Target="../ink/ink569.xml"/><Relationship Id="rId451" Type="http://schemas.openxmlformats.org/officeDocument/2006/relationships/image" Target="../media/image785.png"/><Relationship Id="rId50" Type="http://schemas.openxmlformats.org/officeDocument/2006/relationships/customXml" Target="../ink/ink451.xml"/><Relationship Id="rId104" Type="http://schemas.openxmlformats.org/officeDocument/2006/relationships/customXml" Target="../ink/ink478.xml"/><Relationship Id="rId146" Type="http://schemas.openxmlformats.org/officeDocument/2006/relationships/customXml" Target="../ink/ink499.xml"/><Relationship Id="rId188" Type="http://schemas.openxmlformats.org/officeDocument/2006/relationships/customXml" Target="../ink/ink520.xml"/><Relationship Id="rId311" Type="http://schemas.openxmlformats.org/officeDocument/2006/relationships/image" Target="../media/image715.png"/><Relationship Id="rId353" Type="http://schemas.openxmlformats.org/officeDocument/2006/relationships/image" Target="../media/image736.png"/><Relationship Id="rId395" Type="http://schemas.openxmlformats.org/officeDocument/2006/relationships/image" Target="../media/image757.png"/><Relationship Id="rId409" Type="http://schemas.openxmlformats.org/officeDocument/2006/relationships/image" Target="../media/image764.png"/><Relationship Id="rId92" Type="http://schemas.openxmlformats.org/officeDocument/2006/relationships/customXml" Target="../ink/ink472.xml"/><Relationship Id="rId213" Type="http://schemas.openxmlformats.org/officeDocument/2006/relationships/image" Target="../media/image666.png"/><Relationship Id="rId420" Type="http://schemas.openxmlformats.org/officeDocument/2006/relationships/customXml" Target="../ink/ink636.xml"/><Relationship Id="rId255" Type="http://schemas.openxmlformats.org/officeDocument/2006/relationships/image" Target="../media/image687.png"/><Relationship Id="rId297" Type="http://schemas.openxmlformats.org/officeDocument/2006/relationships/image" Target="../media/image708.png"/><Relationship Id="rId462" Type="http://schemas.openxmlformats.org/officeDocument/2006/relationships/customXml" Target="../ink/ink657.xml"/><Relationship Id="rId115" Type="http://schemas.openxmlformats.org/officeDocument/2006/relationships/image" Target="../media/image617.png"/><Relationship Id="rId157" Type="http://schemas.openxmlformats.org/officeDocument/2006/relationships/image" Target="../media/image638.png"/><Relationship Id="rId322" Type="http://schemas.openxmlformats.org/officeDocument/2006/relationships/customXml" Target="../ink/ink587.xml"/><Relationship Id="rId364" Type="http://schemas.openxmlformats.org/officeDocument/2006/relationships/customXml" Target="../ink/ink608.xml"/><Relationship Id="rId61" Type="http://schemas.openxmlformats.org/officeDocument/2006/relationships/image" Target="../media/image590.png"/><Relationship Id="rId199" Type="http://schemas.openxmlformats.org/officeDocument/2006/relationships/image" Target="../media/image659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82.png"/><Relationship Id="rId21" Type="http://schemas.openxmlformats.org/officeDocument/2006/relationships/image" Target="../media/image434.png"/><Relationship Id="rId324" Type="http://schemas.openxmlformats.org/officeDocument/2006/relationships/customXml" Target="../ink/ink823.xml"/><Relationship Id="rId531" Type="http://schemas.openxmlformats.org/officeDocument/2006/relationships/image" Target="../media/image924.png"/><Relationship Id="rId170" Type="http://schemas.openxmlformats.org/officeDocument/2006/relationships/customXml" Target="../ink/ink746.xml"/><Relationship Id="rId268" Type="http://schemas.openxmlformats.org/officeDocument/2006/relationships/customXml" Target="../ink/ink795.xml"/><Relationship Id="rId475" Type="http://schemas.openxmlformats.org/officeDocument/2006/relationships/image" Target="../media/image896.png"/><Relationship Id="rId32" Type="http://schemas.openxmlformats.org/officeDocument/2006/relationships/customXml" Target="../ink/ink677.xml"/><Relationship Id="rId128" Type="http://schemas.openxmlformats.org/officeDocument/2006/relationships/customXml" Target="../ink/ink725.xml"/><Relationship Id="rId335" Type="http://schemas.openxmlformats.org/officeDocument/2006/relationships/image" Target="../media/image826.png"/><Relationship Id="rId181" Type="http://schemas.openxmlformats.org/officeDocument/2006/relationships/image" Target="../media/image514.png"/><Relationship Id="rId402" Type="http://schemas.openxmlformats.org/officeDocument/2006/relationships/customXml" Target="../ink/ink862.xml"/><Relationship Id="rId279" Type="http://schemas.openxmlformats.org/officeDocument/2006/relationships/image" Target="../media/image798.png"/><Relationship Id="rId486" Type="http://schemas.openxmlformats.org/officeDocument/2006/relationships/customXml" Target="../ink/ink904.xml"/><Relationship Id="rId43" Type="http://schemas.openxmlformats.org/officeDocument/2006/relationships/image" Target="../media/image445.png"/><Relationship Id="rId139" Type="http://schemas.openxmlformats.org/officeDocument/2006/relationships/image" Target="../media/image493.png"/><Relationship Id="rId290" Type="http://schemas.openxmlformats.org/officeDocument/2006/relationships/customXml" Target="../ink/ink806.xml"/><Relationship Id="rId304" Type="http://schemas.openxmlformats.org/officeDocument/2006/relationships/customXml" Target="../ink/ink813.xml"/><Relationship Id="rId346" Type="http://schemas.openxmlformats.org/officeDocument/2006/relationships/customXml" Target="../ink/ink834.xml"/><Relationship Id="rId388" Type="http://schemas.openxmlformats.org/officeDocument/2006/relationships/customXml" Target="../ink/ink855.xml"/><Relationship Id="rId511" Type="http://schemas.openxmlformats.org/officeDocument/2006/relationships/image" Target="../media/image914.png"/><Relationship Id="rId85" Type="http://schemas.openxmlformats.org/officeDocument/2006/relationships/image" Target="../media/image466.png"/><Relationship Id="rId150" Type="http://schemas.openxmlformats.org/officeDocument/2006/relationships/customXml" Target="../ink/ink736.xml"/><Relationship Id="rId192" Type="http://schemas.openxmlformats.org/officeDocument/2006/relationships/customXml" Target="../ink/ink757.xml"/><Relationship Id="rId206" Type="http://schemas.openxmlformats.org/officeDocument/2006/relationships/customXml" Target="../ink/ink764.xml"/><Relationship Id="rId413" Type="http://schemas.openxmlformats.org/officeDocument/2006/relationships/image" Target="../media/image865.png"/><Relationship Id="rId248" Type="http://schemas.openxmlformats.org/officeDocument/2006/relationships/customXml" Target="../ink/ink785.xml"/><Relationship Id="rId455" Type="http://schemas.openxmlformats.org/officeDocument/2006/relationships/image" Target="../media/image886.png"/><Relationship Id="rId497" Type="http://schemas.openxmlformats.org/officeDocument/2006/relationships/image" Target="../media/image907.png"/><Relationship Id="rId12" Type="http://schemas.openxmlformats.org/officeDocument/2006/relationships/customXml" Target="../ink/ink667.xml"/><Relationship Id="rId108" Type="http://schemas.openxmlformats.org/officeDocument/2006/relationships/customXml" Target="../ink/ink715.xml"/><Relationship Id="rId315" Type="http://schemas.openxmlformats.org/officeDocument/2006/relationships/image" Target="../media/image816.png"/><Relationship Id="rId357" Type="http://schemas.openxmlformats.org/officeDocument/2006/relationships/image" Target="../media/image837.png"/><Relationship Id="rId522" Type="http://schemas.openxmlformats.org/officeDocument/2006/relationships/customXml" Target="../ink/ink922.xml"/><Relationship Id="rId54" Type="http://schemas.openxmlformats.org/officeDocument/2006/relationships/customXml" Target="../ink/ink688.xml"/><Relationship Id="rId96" Type="http://schemas.openxmlformats.org/officeDocument/2006/relationships/customXml" Target="../ink/ink709.xml"/><Relationship Id="rId161" Type="http://schemas.openxmlformats.org/officeDocument/2006/relationships/image" Target="../media/image504.png"/><Relationship Id="rId217" Type="http://schemas.openxmlformats.org/officeDocument/2006/relationships/image" Target="../media/image532.png"/><Relationship Id="rId399" Type="http://schemas.openxmlformats.org/officeDocument/2006/relationships/image" Target="../media/image858.png"/><Relationship Id="rId259" Type="http://schemas.openxmlformats.org/officeDocument/2006/relationships/image" Target="../media/image553.png"/><Relationship Id="rId424" Type="http://schemas.openxmlformats.org/officeDocument/2006/relationships/customXml" Target="../ink/ink873.xml"/><Relationship Id="rId466" Type="http://schemas.openxmlformats.org/officeDocument/2006/relationships/customXml" Target="../ink/ink894.xml"/><Relationship Id="rId23" Type="http://schemas.openxmlformats.org/officeDocument/2006/relationships/image" Target="../media/image435.png"/><Relationship Id="rId119" Type="http://schemas.openxmlformats.org/officeDocument/2006/relationships/image" Target="../media/image483.png"/><Relationship Id="rId270" Type="http://schemas.openxmlformats.org/officeDocument/2006/relationships/customXml" Target="../ink/ink796.xml"/><Relationship Id="rId326" Type="http://schemas.openxmlformats.org/officeDocument/2006/relationships/customXml" Target="../ink/ink824.xml"/><Relationship Id="rId533" Type="http://schemas.openxmlformats.org/officeDocument/2006/relationships/image" Target="../media/image925.png"/><Relationship Id="rId65" Type="http://schemas.openxmlformats.org/officeDocument/2006/relationships/image" Target="../media/image456.png"/><Relationship Id="rId130" Type="http://schemas.openxmlformats.org/officeDocument/2006/relationships/customXml" Target="../ink/ink726.xml"/><Relationship Id="rId368" Type="http://schemas.openxmlformats.org/officeDocument/2006/relationships/customXml" Target="../ink/ink845.xml"/><Relationship Id="rId172" Type="http://schemas.openxmlformats.org/officeDocument/2006/relationships/customXml" Target="../ink/ink747.xml"/><Relationship Id="rId228" Type="http://schemas.openxmlformats.org/officeDocument/2006/relationships/customXml" Target="../ink/ink775.xml"/><Relationship Id="rId435" Type="http://schemas.openxmlformats.org/officeDocument/2006/relationships/image" Target="../media/image876.png"/><Relationship Id="rId477" Type="http://schemas.openxmlformats.org/officeDocument/2006/relationships/image" Target="../media/image897.png"/><Relationship Id="rId281" Type="http://schemas.openxmlformats.org/officeDocument/2006/relationships/image" Target="../media/image799.png"/><Relationship Id="rId337" Type="http://schemas.openxmlformats.org/officeDocument/2006/relationships/image" Target="../media/image827.png"/><Relationship Id="rId502" Type="http://schemas.openxmlformats.org/officeDocument/2006/relationships/customXml" Target="../ink/ink912.xml"/><Relationship Id="rId34" Type="http://schemas.openxmlformats.org/officeDocument/2006/relationships/customXml" Target="../ink/ink678.xml"/><Relationship Id="rId76" Type="http://schemas.openxmlformats.org/officeDocument/2006/relationships/customXml" Target="../ink/ink699.xml"/><Relationship Id="rId141" Type="http://schemas.openxmlformats.org/officeDocument/2006/relationships/image" Target="../media/image494.png"/><Relationship Id="rId379" Type="http://schemas.openxmlformats.org/officeDocument/2006/relationships/image" Target="../media/image848.png"/><Relationship Id="rId7" Type="http://schemas.openxmlformats.org/officeDocument/2006/relationships/image" Target="../media/image427.png"/><Relationship Id="rId183" Type="http://schemas.openxmlformats.org/officeDocument/2006/relationships/image" Target="../media/image515.png"/><Relationship Id="rId239" Type="http://schemas.openxmlformats.org/officeDocument/2006/relationships/image" Target="../media/image543.png"/><Relationship Id="rId390" Type="http://schemas.openxmlformats.org/officeDocument/2006/relationships/customXml" Target="../ink/ink856.xml"/><Relationship Id="rId404" Type="http://schemas.openxmlformats.org/officeDocument/2006/relationships/customXml" Target="../ink/ink863.xml"/><Relationship Id="rId446" Type="http://schemas.openxmlformats.org/officeDocument/2006/relationships/customXml" Target="../ink/ink884.xml"/><Relationship Id="rId250" Type="http://schemas.openxmlformats.org/officeDocument/2006/relationships/customXml" Target="../ink/ink786.xml"/><Relationship Id="rId292" Type="http://schemas.openxmlformats.org/officeDocument/2006/relationships/customXml" Target="../ink/ink807.xml"/><Relationship Id="rId306" Type="http://schemas.openxmlformats.org/officeDocument/2006/relationships/customXml" Target="../ink/ink814.xml"/><Relationship Id="rId488" Type="http://schemas.openxmlformats.org/officeDocument/2006/relationships/customXml" Target="../ink/ink905.xml"/><Relationship Id="rId45" Type="http://schemas.openxmlformats.org/officeDocument/2006/relationships/image" Target="../media/image446.png"/><Relationship Id="rId87" Type="http://schemas.openxmlformats.org/officeDocument/2006/relationships/image" Target="../media/image467.png"/><Relationship Id="rId110" Type="http://schemas.openxmlformats.org/officeDocument/2006/relationships/customXml" Target="../ink/ink716.xml"/><Relationship Id="rId348" Type="http://schemas.openxmlformats.org/officeDocument/2006/relationships/customXml" Target="../ink/ink835.xml"/><Relationship Id="rId513" Type="http://schemas.openxmlformats.org/officeDocument/2006/relationships/image" Target="../media/image915.png"/><Relationship Id="rId152" Type="http://schemas.openxmlformats.org/officeDocument/2006/relationships/customXml" Target="../ink/ink737.xml"/><Relationship Id="rId194" Type="http://schemas.openxmlformats.org/officeDocument/2006/relationships/customXml" Target="../ink/ink758.xml"/><Relationship Id="rId208" Type="http://schemas.openxmlformats.org/officeDocument/2006/relationships/customXml" Target="../ink/ink765.xml"/><Relationship Id="rId415" Type="http://schemas.openxmlformats.org/officeDocument/2006/relationships/image" Target="../media/image866.png"/><Relationship Id="rId457" Type="http://schemas.openxmlformats.org/officeDocument/2006/relationships/image" Target="../media/image887.png"/><Relationship Id="rId261" Type="http://schemas.openxmlformats.org/officeDocument/2006/relationships/image" Target="../media/image554.png"/><Relationship Id="rId499" Type="http://schemas.openxmlformats.org/officeDocument/2006/relationships/image" Target="../media/image908.png"/><Relationship Id="rId14" Type="http://schemas.openxmlformats.org/officeDocument/2006/relationships/customXml" Target="../ink/ink668.xml"/><Relationship Id="rId56" Type="http://schemas.openxmlformats.org/officeDocument/2006/relationships/customXml" Target="../ink/ink689.xml"/><Relationship Id="rId317" Type="http://schemas.openxmlformats.org/officeDocument/2006/relationships/image" Target="../media/image817.png"/><Relationship Id="rId359" Type="http://schemas.openxmlformats.org/officeDocument/2006/relationships/image" Target="../media/image838.png"/><Relationship Id="rId524" Type="http://schemas.openxmlformats.org/officeDocument/2006/relationships/customXml" Target="../ink/ink923.xml"/><Relationship Id="rId98" Type="http://schemas.openxmlformats.org/officeDocument/2006/relationships/customXml" Target="../ink/ink710.xml"/><Relationship Id="rId121" Type="http://schemas.openxmlformats.org/officeDocument/2006/relationships/image" Target="../media/image484.png"/><Relationship Id="rId163" Type="http://schemas.openxmlformats.org/officeDocument/2006/relationships/image" Target="../media/image505.png"/><Relationship Id="rId219" Type="http://schemas.openxmlformats.org/officeDocument/2006/relationships/image" Target="../media/image533.png"/><Relationship Id="rId370" Type="http://schemas.openxmlformats.org/officeDocument/2006/relationships/customXml" Target="../ink/ink846.xml"/><Relationship Id="rId426" Type="http://schemas.openxmlformats.org/officeDocument/2006/relationships/customXml" Target="../ink/ink874.xml"/><Relationship Id="rId230" Type="http://schemas.openxmlformats.org/officeDocument/2006/relationships/customXml" Target="../ink/ink776.xml"/><Relationship Id="rId468" Type="http://schemas.openxmlformats.org/officeDocument/2006/relationships/customXml" Target="../ink/ink895.xml"/><Relationship Id="rId25" Type="http://schemas.openxmlformats.org/officeDocument/2006/relationships/image" Target="../media/image436.png"/><Relationship Id="rId67" Type="http://schemas.openxmlformats.org/officeDocument/2006/relationships/image" Target="../media/image457.png"/><Relationship Id="rId272" Type="http://schemas.openxmlformats.org/officeDocument/2006/relationships/customXml" Target="../ink/ink797.xml"/><Relationship Id="rId328" Type="http://schemas.openxmlformats.org/officeDocument/2006/relationships/customXml" Target="../ink/ink825.xml"/><Relationship Id="rId535" Type="http://schemas.openxmlformats.org/officeDocument/2006/relationships/image" Target="../media/image926.png"/><Relationship Id="rId132" Type="http://schemas.openxmlformats.org/officeDocument/2006/relationships/customXml" Target="../ink/ink727.xml"/><Relationship Id="rId174" Type="http://schemas.openxmlformats.org/officeDocument/2006/relationships/customXml" Target="../ink/ink748.xml"/><Relationship Id="rId381" Type="http://schemas.openxmlformats.org/officeDocument/2006/relationships/image" Target="../media/image849.png"/><Relationship Id="rId241" Type="http://schemas.openxmlformats.org/officeDocument/2006/relationships/image" Target="../media/image544.png"/><Relationship Id="rId437" Type="http://schemas.openxmlformats.org/officeDocument/2006/relationships/image" Target="../media/image877.png"/><Relationship Id="rId479" Type="http://schemas.openxmlformats.org/officeDocument/2006/relationships/image" Target="../media/image898.png"/><Relationship Id="rId36" Type="http://schemas.openxmlformats.org/officeDocument/2006/relationships/customXml" Target="../ink/ink679.xml"/><Relationship Id="rId283" Type="http://schemas.openxmlformats.org/officeDocument/2006/relationships/image" Target="../media/image800.png"/><Relationship Id="rId339" Type="http://schemas.openxmlformats.org/officeDocument/2006/relationships/image" Target="../media/image828.png"/><Relationship Id="rId490" Type="http://schemas.openxmlformats.org/officeDocument/2006/relationships/customXml" Target="../ink/ink906.xml"/><Relationship Id="rId504" Type="http://schemas.openxmlformats.org/officeDocument/2006/relationships/customXml" Target="../ink/ink913.xml"/><Relationship Id="rId78" Type="http://schemas.openxmlformats.org/officeDocument/2006/relationships/customXml" Target="../ink/ink700.xml"/><Relationship Id="rId101" Type="http://schemas.openxmlformats.org/officeDocument/2006/relationships/image" Target="../media/image474.png"/><Relationship Id="rId143" Type="http://schemas.openxmlformats.org/officeDocument/2006/relationships/image" Target="../media/image495.png"/><Relationship Id="rId185" Type="http://schemas.openxmlformats.org/officeDocument/2006/relationships/image" Target="../media/image516.png"/><Relationship Id="rId350" Type="http://schemas.openxmlformats.org/officeDocument/2006/relationships/customXml" Target="../ink/ink836.xml"/><Relationship Id="rId406" Type="http://schemas.openxmlformats.org/officeDocument/2006/relationships/customXml" Target="../ink/ink864.xml"/><Relationship Id="rId9" Type="http://schemas.openxmlformats.org/officeDocument/2006/relationships/image" Target="../media/image428.png"/><Relationship Id="rId210" Type="http://schemas.openxmlformats.org/officeDocument/2006/relationships/customXml" Target="../ink/ink766.xml"/><Relationship Id="rId392" Type="http://schemas.openxmlformats.org/officeDocument/2006/relationships/customXml" Target="../ink/ink857.xml"/><Relationship Id="rId448" Type="http://schemas.openxmlformats.org/officeDocument/2006/relationships/customXml" Target="../ink/ink885.xml"/><Relationship Id="rId252" Type="http://schemas.openxmlformats.org/officeDocument/2006/relationships/customXml" Target="../ink/ink787.xml"/><Relationship Id="rId294" Type="http://schemas.openxmlformats.org/officeDocument/2006/relationships/customXml" Target="../ink/ink808.xml"/><Relationship Id="rId308" Type="http://schemas.openxmlformats.org/officeDocument/2006/relationships/customXml" Target="../ink/ink815.xml"/><Relationship Id="rId515" Type="http://schemas.openxmlformats.org/officeDocument/2006/relationships/image" Target="../media/image916.png"/><Relationship Id="rId47" Type="http://schemas.openxmlformats.org/officeDocument/2006/relationships/image" Target="../media/image447.png"/><Relationship Id="rId89" Type="http://schemas.openxmlformats.org/officeDocument/2006/relationships/image" Target="../media/image468.png"/><Relationship Id="rId112" Type="http://schemas.openxmlformats.org/officeDocument/2006/relationships/customXml" Target="../ink/ink717.xml"/><Relationship Id="rId154" Type="http://schemas.openxmlformats.org/officeDocument/2006/relationships/customXml" Target="../ink/ink738.xml"/><Relationship Id="rId361" Type="http://schemas.openxmlformats.org/officeDocument/2006/relationships/image" Target="../media/image839.png"/><Relationship Id="rId196" Type="http://schemas.openxmlformats.org/officeDocument/2006/relationships/customXml" Target="../ink/ink759.xml"/><Relationship Id="rId417" Type="http://schemas.openxmlformats.org/officeDocument/2006/relationships/image" Target="../media/image867.png"/><Relationship Id="rId459" Type="http://schemas.openxmlformats.org/officeDocument/2006/relationships/image" Target="../media/image888.png"/><Relationship Id="rId16" Type="http://schemas.openxmlformats.org/officeDocument/2006/relationships/customXml" Target="../ink/ink669.xml"/><Relationship Id="rId221" Type="http://schemas.openxmlformats.org/officeDocument/2006/relationships/image" Target="../media/image534.png"/><Relationship Id="rId263" Type="http://schemas.openxmlformats.org/officeDocument/2006/relationships/image" Target="../media/image555.png"/><Relationship Id="rId319" Type="http://schemas.openxmlformats.org/officeDocument/2006/relationships/image" Target="../media/image818.png"/><Relationship Id="rId470" Type="http://schemas.openxmlformats.org/officeDocument/2006/relationships/customXml" Target="../ink/ink896.xml"/><Relationship Id="rId526" Type="http://schemas.openxmlformats.org/officeDocument/2006/relationships/customXml" Target="../ink/ink924.xml"/><Relationship Id="rId58" Type="http://schemas.openxmlformats.org/officeDocument/2006/relationships/customXml" Target="../ink/ink690.xml"/><Relationship Id="rId123" Type="http://schemas.openxmlformats.org/officeDocument/2006/relationships/image" Target="../media/image485.png"/><Relationship Id="rId330" Type="http://schemas.openxmlformats.org/officeDocument/2006/relationships/customXml" Target="../ink/ink826.xml"/><Relationship Id="rId165" Type="http://schemas.openxmlformats.org/officeDocument/2006/relationships/image" Target="../media/image506.png"/><Relationship Id="rId372" Type="http://schemas.openxmlformats.org/officeDocument/2006/relationships/customXml" Target="../ink/ink847.xml"/><Relationship Id="rId428" Type="http://schemas.openxmlformats.org/officeDocument/2006/relationships/customXml" Target="../ink/ink875.xml"/><Relationship Id="rId232" Type="http://schemas.openxmlformats.org/officeDocument/2006/relationships/customXml" Target="../ink/ink777.xml"/><Relationship Id="rId274" Type="http://schemas.openxmlformats.org/officeDocument/2006/relationships/customXml" Target="../ink/ink798.xml"/><Relationship Id="rId481" Type="http://schemas.openxmlformats.org/officeDocument/2006/relationships/image" Target="../media/image899.png"/><Relationship Id="rId27" Type="http://schemas.openxmlformats.org/officeDocument/2006/relationships/image" Target="../media/image437.png"/><Relationship Id="rId69" Type="http://schemas.openxmlformats.org/officeDocument/2006/relationships/image" Target="../media/image458.png"/><Relationship Id="rId134" Type="http://schemas.openxmlformats.org/officeDocument/2006/relationships/customXml" Target="../ink/ink728.xml"/><Relationship Id="rId537" Type="http://schemas.openxmlformats.org/officeDocument/2006/relationships/image" Target="../media/image927.png"/><Relationship Id="rId80" Type="http://schemas.openxmlformats.org/officeDocument/2006/relationships/customXml" Target="../ink/ink701.xml"/><Relationship Id="rId176" Type="http://schemas.openxmlformats.org/officeDocument/2006/relationships/customXml" Target="../ink/ink749.xml"/><Relationship Id="rId341" Type="http://schemas.openxmlformats.org/officeDocument/2006/relationships/image" Target="../media/image829.png"/><Relationship Id="rId383" Type="http://schemas.openxmlformats.org/officeDocument/2006/relationships/image" Target="../media/image850.png"/><Relationship Id="rId439" Type="http://schemas.openxmlformats.org/officeDocument/2006/relationships/image" Target="../media/image878.png"/><Relationship Id="rId201" Type="http://schemas.openxmlformats.org/officeDocument/2006/relationships/image" Target="../media/image524.png"/><Relationship Id="rId243" Type="http://schemas.openxmlformats.org/officeDocument/2006/relationships/image" Target="../media/image545.png"/><Relationship Id="rId285" Type="http://schemas.openxmlformats.org/officeDocument/2006/relationships/image" Target="../media/image801.png"/><Relationship Id="rId450" Type="http://schemas.openxmlformats.org/officeDocument/2006/relationships/customXml" Target="../ink/ink886.xml"/><Relationship Id="rId506" Type="http://schemas.openxmlformats.org/officeDocument/2006/relationships/customXml" Target="../ink/ink914.xml"/><Relationship Id="rId38" Type="http://schemas.openxmlformats.org/officeDocument/2006/relationships/customXml" Target="../ink/ink680.xml"/><Relationship Id="rId103" Type="http://schemas.openxmlformats.org/officeDocument/2006/relationships/image" Target="../media/image475.png"/><Relationship Id="rId310" Type="http://schemas.openxmlformats.org/officeDocument/2006/relationships/customXml" Target="../ink/ink816.xml"/><Relationship Id="rId492" Type="http://schemas.openxmlformats.org/officeDocument/2006/relationships/customXml" Target="../ink/ink907.xml"/><Relationship Id="rId91" Type="http://schemas.openxmlformats.org/officeDocument/2006/relationships/image" Target="../media/image469.png"/><Relationship Id="rId145" Type="http://schemas.openxmlformats.org/officeDocument/2006/relationships/image" Target="../media/image496.png"/><Relationship Id="rId187" Type="http://schemas.openxmlformats.org/officeDocument/2006/relationships/image" Target="../media/image517.png"/><Relationship Id="rId352" Type="http://schemas.openxmlformats.org/officeDocument/2006/relationships/customXml" Target="../ink/ink837.xml"/><Relationship Id="rId394" Type="http://schemas.openxmlformats.org/officeDocument/2006/relationships/customXml" Target="../ink/ink858.xml"/><Relationship Id="rId408" Type="http://schemas.openxmlformats.org/officeDocument/2006/relationships/customXml" Target="../ink/ink865.xml"/><Relationship Id="rId212" Type="http://schemas.openxmlformats.org/officeDocument/2006/relationships/customXml" Target="../ink/ink767.xml"/><Relationship Id="rId254" Type="http://schemas.openxmlformats.org/officeDocument/2006/relationships/customXml" Target="../ink/ink788.xml"/><Relationship Id="rId49" Type="http://schemas.openxmlformats.org/officeDocument/2006/relationships/image" Target="../media/image448.png"/><Relationship Id="rId114" Type="http://schemas.openxmlformats.org/officeDocument/2006/relationships/customXml" Target="../ink/ink718.xml"/><Relationship Id="rId296" Type="http://schemas.openxmlformats.org/officeDocument/2006/relationships/customXml" Target="../ink/ink809.xml"/><Relationship Id="rId461" Type="http://schemas.openxmlformats.org/officeDocument/2006/relationships/image" Target="../media/image889.png"/><Relationship Id="rId517" Type="http://schemas.openxmlformats.org/officeDocument/2006/relationships/image" Target="../media/image917.png"/><Relationship Id="rId60" Type="http://schemas.openxmlformats.org/officeDocument/2006/relationships/customXml" Target="../ink/ink691.xml"/><Relationship Id="rId156" Type="http://schemas.openxmlformats.org/officeDocument/2006/relationships/customXml" Target="../ink/ink739.xml"/><Relationship Id="rId198" Type="http://schemas.openxmlformats.org/officeDocument/2006/relationships/customXml" Target="../ink/ink760.xml"/><Relationship Id="rId321" Type="http://schemas.openxmlformats.org/officeDocument/2006/relationships/image" Target="../media/image819.png"/><Relationship Id="rId363" Type="http://schemas.openxmlformats.org/officeDocument/2006/relationships/image" Target="../media/image840.png"/><Relationship Id="rId419" Type="http://schemas.openxmlformats.org/officeDocument/2006/relationships/image" Target="../media/image868.png"/><Relationship Id="rId223" Type="http://schemas.openxmlformats.org/officeDocument/2006/relationships/image" Target="../media/image535.png"/><Relationship Id="rId430" Type="http://schemas.openxmlformats.org/officeDocument/2006/relationships/customXml" Target="../ink/ink876.xml"/><Relationship Id="rId18" Type="http://schemas.openxmlformats.org/officeDocument/2006/relationships/customXml" Target="../ink/ink670.xml"/><Relationship Id="rId265" Type="http://schemas.openxmlformats.org/officeDocument/2006/relationships/image" Target="../media/image556.png"/><Relationship Id="rId472" Type="http://schemas.openxmlformats.org/officeDocument/2006/relationships/customXml" Target="../ink/ink897.xml"/><Relationship Id="rId528" Type="http://schemas.openxmlformats.org/officeDocument/2006/relationships/customXml" Target="../ink/ink925.xml"/><Relationship Id="rId125" Type="http://schemas.openxmlformats.org/officeDocument/2006/relationships/image" Target="../media/image486.png"/><Relationship Id="rId167" Type="http://schemas.openxmlformats.org/officeDocument/2006/relationships/image" Target="../media/image507.png"/><Relationship Id="rId332" Type="http://schemas.openxmlformats.org/officeDocument/2006/relationships/customXml" Target="../ink/ink827.xml"/><Relationship Id="rId374" Type="http://schemas.openxmlformats.org/officeDocument/2006/relationships/customXml" Target="../ink/ink848.xml"/><Relationship Id="rId71" Type="http://schemas.openxmlformats.org/officeDocument/2006/relationships/image" Target="../media/image459.png"/><Relationship Id="rId234" Type="http://schemas.openxmlformats.org/officeDocument/2006/relationships/customXml" Target="../ink/ink778.xml"/><Relationship Id="rId2" Type="http://schemas.openxmlformats.org/officeDocument/2006/relationships/customXml" Target="../ink/ink662.xml"/><Relationship Id="rId29" Type="http://schemas.openxmlformats.org/officeDocument/2006/relationships/image" Target="../media/image438.png"/><Relationship Id="rId276" Type="http://schemas.openxmlformats.org/officeDocument/2006/relationships/customXml" Target="../ink/ink799.xml"/><Relationship Id="rId441" Type="http://schemas.openxmlformats.org/officeDocument/2006/relationships/image" Target="../media/image879.png"/><Relationship Id="rId483" Type="http://schemas.openxmlformats.org/officeDocument/2006/relationships/image" Target="../media/image900.png"/><Relationship Id="rId539" Type="http://schemas.openxmlformats.org/officeDocument/2006/relationships/image" Target="../media/image928.png"/><Relationship Id="rId40" Type="http://schemas.openxmlformats.org/officeDocument/2006/relationships/customXml" Target="../ink/ink681.xml"/><Relationship Id="rId136" Type="http://schemas.openxmlformats.org/officeDocument/2006/relationships/customXml" Target="../ink/ink729.xml"/><Relationship Id="rId178" Type="http://schemas.openxmlformats.org/officeDocument/2006/relationships/customXml" Target="../ink/ink750.xml"/><Relationship Id="rId301" Type="http://schemas.openxmlformats.org/officeDocument/2006/relationships/image" Target="../media/image809.png"/><Relationship Id="rId343" Type="http://schemas.openxmlformats.org/officeDocument/2006/relationships/image" Target="../media/image830.png"/><Relationship Id="rId82" Type="http://schemas.openxmlformats.org/officeDocument/2006/relationships/customXml" Target="../ink/ink702.xml"/><Relationship Id="rId203" Type="http://schemas.openxmlformats.org/officeDocument/2006/relationships/image" Target="../media/image525.png"/><Relationship Id="rId385" Type="http://schemas.openxmlformats.org/officeDocument/2006/relationships/image" Target="../media/image851.png"/><Relationship Id="rId245" Type="http://schemas.openxmlformats.org/officeDocument/2006/relationships/image" Target="../media/image546.png"/><Relationship Id="rId287" Type="http://schemas.openxmlformats.org/officeDocument/2006/relationships/image" Target="../media/image802.png"/><Relationship Id="rId410" Type="http://schemas.openxmlformats.org/officeDocument/2006/relationships/customXml" Target="../ink/ink866.xml"/><Relationship Id="rId452" Type="http://schemas.openxmlformats.org/officeDocument/2006/relationships/customXml" Target="../ink/ink887.xml"/><Relationship Id="rId494" Type="http://schemas.openxmlformats.org/officeDocument/2006/relationships/customXml" Target="../ink/ink908.xml"/><Relationship Id="rId508" Type="http://schemas.openxmlformats.org/officeDocument/2006/relationships/customXml" Target="../ink/ink915.xml"/><Relationship Id="rId105" Type="http://schemas.openxmlformats.org/officeDocument/2006/relationships/image" Target="../media/image476.png"/><Relationship Id="rId147" Type="http://schemas.openxmlformats.org/officeDocument/2006/relationships/image" Target="../media/image497.png"/><Relationship Id="rId312" Type="http://schemas.openxmlformats.org/officeDocument/2006/relationships/customXml" Target="../ink/ink817.xml"/><Relationship Id="rId354" Type="http://schemas.openxmlformats.org/officeDocument/2006/relationships/customXml" Target="../ink/ink838.xml"/><Relationship Id="rId51" Type="http://schemas.openxmlformats.org/officeDocument/2006/relationships/image" Target="../media/image449.png"/><Relationship Id="rId93" Type="http://schemas.openxmlformats.org/officeDocument/2006/relationships/image" Target="../media/image470.png"/><Relationship Id="rId189" Type="http://schemas.openxmlformats.org/officeDocument/2006/relationships/image" Target="../media/image518.png"/><Relationship Id="rId396" Type="http://schemas.openxmlformats.org/officeDocument/2006/relationships/customXml" Target="../ink/ink859.xml"/><Relationship Id="rId214" Type="http://schemas.openxmlformats.org/officeDocument/2006/relationships/customXml" Target="../ink/ink768.xml"/><Relationship Id="rId256" Type="http://schemas.openxmlformats.org/officeDocument/2006/relationships/customXml" Target="../ink/ink789.xml"/><Relationship Id="rId298" Type="http://schemas.openxmlformats.org/officeDocument/2006/relationships/customXml" Target="../ink/ink810.xml"/><Relationship Id="rId421" Type="http://schemas.openxmlformats.org/officeDocument/2006/relationships/image" Target="../media/image869.png"/><Relationship Id="rId463" Type="http://schemas.openxmlformats.org/officeDocument/2006/relationships/image" Target="../media/image890.png"/><Relationship Id="rId519" Type="http://schemas.openxmlformats.org/officeDocument/2006/relationships/image" Target="../media/image918.png"/><Relationship Id="rId116" Type="http://schemas.openxmlformats.org/officeDocument/2006/relationships/customXml" Target="../ink/ink719.xml"/><Relationship Id="rId158" Type="http://schemas.openxmlformats.org/officeDocument/2006/relationships/customXml" Target="../ink/ink740.xml"/><Relationship Id="rId323" Type="http://schemas.openxmlformats.org/officeDocument/2006/relationships/image" Target="../media/image820.png"/><Relationship Id="rId530" Type="http://schemas.openxmlformats.org/officeDocument/2006/relationships/customXml" Target="../ink/ink926.xml"/><Relationship Id="rId20" Type="http://schemas.openxmlformats.org/officeDocument/2006/relationships/customXml" Target="../ink/ink671.xml"/><Relationship Id="rId62" Type="http://schemas.openxmlformats.org/officeDocument/2006/relationships/customXml" Target="../ink/ink692.xml"/><Relationship Id="rId365" Type="http://schemas.openxmlformats.org/officeDocument/2006/relationships/image" Target="../media/image841.png"/><Relationship Id="rId225" Type="http://schemas.openxmlformats.org/officeDocument/2006/relationships/image" Target="../media/image536.png"/><Relationship Id="rId267" Type="http://schemas.openxmlformats.org/officeDocument/2006/relationships/image" Target="../media/image557.png"/><Relationship Id="rId432" Type="http://schemas.openxmlformats.org/officeDocument/2006/relationships/customXml" Target="../ink/ink877.xml"/><Relationship Id="rId474" Type="http://schemas.openxmlformats.org/officeDocument/2006/relationships/customXml" Target="../ink/ink898.xml"/><Relationship Id="rId127" Type="http://schemas.openxmlformats.org/officeDocument/2006/relationships/image" Target="../media/image487.png"/><Relationship Id="rId31" Type="http://schemas.openxmlformats.org/officeDocument/2006/relationships/image" Target="../media/image439.png"/><Relationship Id="rId73" Type="http://schemas.openxmlformats.org/officeDocument/2006/relationships/image" Target="../media/image460.png"/><Relationship Id="rId169" Type="http://schemas.openxmlformats.org/officeDocument/2006/relationships/image" Target="../media/image508.png"/><Relationship Id="rId334" Type="http://schemas.openxmlformats.org/officeDocument/2006/relationships/customXml" Target="../ink/ink828.xml"/><Relationship Id="rId376" Type="http://schemas.openxmlformats.org/officeDocument/2006/relationships/customXml" Target="../ink/ink849.xml"/><Relationship Id="rId4" Type="http://schemas.openxmlformats.org/officeDocument/2006/relationships/customXml" Target="../ink/ink663.xml"/><Relationship Id="rId180" Type="http://schemas.openxmlformats.org/officeDocument/2006/relationships/customXml" Target="../ink/ink751.xml"/><Relationship Id="rId236" Type="http://schemas.openxmlformats.org/officeDocument/2006/relationships/customXml" Target="../ink/ink779.xml"/><Relationship Id="rId278" Type="http://schemas.openxmlformats.org/officeDocument/2006/relationships/customXml" Target="../ink/ink800.xml"/><Relationship Id="rId401" Type="http://schemas.openxmlformats.org/officeDocument/2006/relationships/image" Target="../media/image859.png"/><Relationship Id="rId443" Type="http://schemas.openxmlformats.org/officeDocument/2006/relationships/image" Target="../media/image880.png"/><Relationship Id="rId303" Type="http://schemas.openxmlformats.org/officeDocument/2006/relationships/image" Target="../media/image810.png"/><Relationship Id="rId485" Type="http://schemas.openxmlformats.org/officeDocument/2006/relationships/image" Target="../media/image901.png"/><Relationship Id="rId42" Type="http://schemas.openxmlformats.org/officeDocument/2006/relationships/customXml" Target="../ink/ink682.xml"/><Relationship Id="rId84" Type="http://schemas.openxmlformats.org/officeDocument/2006/relationships/customXml" Target="../ink/ink703.xml"/><Relationship Id="rId138" Type="http://schemas.openxmlformats.org/officeDocument/2006/relationships/customXml" Target="../ink/ink730.xml"/><Relationship Id="rId345" Type="http://schemas.openxmlformats.org/officeDocument/2006/relationships/image" Target="../media/image831.png"/><Relationship Id="rId387" Type="http://schemas.openxmlformats.org/officeDocument/2006/relationships/image" Target="../media/image852.png"/><Relationship Id="rId510" Type="http://schemas.openxmlformats.org/officeDocument/2006/relationships/customXml" Target="../ink/ink916.xml"/><Relationship Id="rId191" Type="http://schemas.openxmlformats.org/officeDocument/2006/relationships/image" Target="../media/image519.png"/><Relationship Id="rId205" Type="http://schemas.openxmlformats.org/officeDocument/2006/relationships/image" Target="../media/image526.png"/><Relationship Id="rId247" Type="http://schemas.openxmlformats.org/officeDocument/2006/relationships/image" Target="../media/image547.png"/><Relationship Id="rId412" Type="http://schemas.openxmlformats.org/officeDocument/2006/relationships/customXml" Target="../ink/ink867.xml"/><Relationship Id="rId107" Type="http://schemas.openxmlformats.org/officeDocument/2006/relationships/image" Target="../media/image477.png"/><Relationship Id="rId289" Type="http://schemas.openxmlformats.org/officeDocument/2006/relationships/image" Target="../media/image803.png"/><Relationship Id="rId454" Type="http://schemas.openxmlformats.org/officeDocument/2006/relationships/customXml" Target="../ink/ink888.xml"/><Relationship Id="rId496" Type="http://schemas.openxmlformats.org/officeDocument/2006/relationships/customXml" Target="../ink/ink909.xml"/><Relationship Id="rId11" Type="http://schemas.openxmlformats.org/officeDocument/2006/relationships/image" Target="../media/image429.png"/><Relationship Id="rId53" Type="http://schemas.openxmlformats.org/officeDocument/2006/relationships/image" Target="../media/image450.png"/><Relationship Id="rId149" Type="http://schemas.openxmlformats.org/officeDocument/2006/relationships/image" Target="../media/image498.png"/><Relationship Id="rId314" Type="http://schemas.openxmlformats.org/officeDocument/2006/relationships/customXml" Target="../ink/ink818.xml"/><Relationship Id="rId356" Type="http://schemas.openxmlformats.org/officeDocument/2006/relationships/customXml" Target="../ink/ink839.xml"/><Relationship Id="rId398" Type="http://schemas.openxmlformats.org/officeDocument/2006/relationships/customXml" Target="../ink/ink860.xml"/><Relationship Id="rId521" Type="http://schemas.openxmlformats.org/officeDocument/2006/relationships/image" Target="../media/image919.png"/><Relationship Id="rId95" Type="http://schemas.openxmlformats.org/officeDocument/2006/relationships/image" Target="../media/image471.png"/><Relationship Id="rId160" Type="http://schemas.openxmlformats.org/officeDocument/2006/relationships/customXml" Target="../ink/ink741.xml"/><Relationship Id="rId216" Type="http://schemas.openxmlformats.org/officeDocument/2006/relationships/customXml" Target="../ink/ink769.xml"/><Relationship Id="rId423" Type="http://schemas.openxmlformats.org/officeDocument/2006/relationships/image" Target="../media/image870.png"/><Relationship Id="rId258" Type="http://schemas.openxmlformats.org/officeDocument/2006/relationships/customXml" Target="../ink/ink790.xml"/><Relationship Id="rId465" Type="http://schemas.openxmlformats.org/officeDocument/2006/relationships/image" Target="../media/image891.png"/><Relationship Id="rId22" Type="http://schemas.openxmlformats.org/officeDocument/2006/relationships/customXml" Target="../ink/ink672.xml"/><Relationship Id="rId64" Type="http://schemas.openxmlformats.org/officeDocument/2006/relationships/customXml" Target="../ink/ink693.xml"/><Relationship Id="rId118" Type="http://schemas.openxmlformats.org/officeDocument/2006/relationships/customXml" Target="../ink/ink720.xml"/><Relationship Id="rId325" Type="http://schemas.openxmlformats.org/officeDocument/2006/relationships/image" Target="../media/image821.png"/><Relationship Id="rId367" Type="http://schemas.openxmlformats.org/officeDocument/2006/relationships/image" Target="../media/image842.png"/><Relationship Id="rId532" Type="http://schemas.openxmlformats.org/officeDocument/2006/relationships/customXml" Target="../ink/ink927.xml"/><Relationship Id="rId171" Type="http://schemas.openxmlformats.org/officeDocument/2006/relationships/image" Target="../media/image509.png"/><Relationship Id="rId227" Type="http://schemas.openxmlformats.org/officeDocument/2006/relationships/image" Target="../media/image537.png"/><Relationship Id="rId269" Type="http://schemas.openxmlformats.org/officeDocument/2006/relationships/image" Target="../media/image558.png"/><Relationship Id="rId434" Type="http://schemas.openxmlformats.org/officeDocument/2006/relationships/customXml" Target="../ink/ink878.xml"/><Relationship Id="rId476" Type="http://schemas.openxmlformats.org/officeDocument/2006/relationships/customXml" Target="../ink/ink899.xml"/><Relationship Id="rId33" Type="http://schemas.openxmlformats.org/officeDocument/2006/relationships/image" Target="../media/image440.png"/><Relationship Id="rId129" Type="http://schemas.openxmlformats.org/officeDocument/2006/relationships/image" Target="../media/image488.png"/><Relationship Id="rId280" Type="http://schemas.openxmlformats.org/officeDocument/2006/relationships/customXml" Target="../ink/ink801.xml"/><Relationship Id="rId336" Type="http://schemas.openxmlformats.org/officeDocument/2006/relationships/customXml" Target="../ink/ink829.xml"/><Relationship Id="rId501" Type="http://schemas.openxmlformats.org/officeDocument/2006/relationships/image" Target="../media/image909.png"/><Relationship Id="rId75" Type="http://schemas.openxmlformats.org/officeDocument/2006/relationships/image" Target="../media/image461.png"/><Relationship Id="rId140" Type="http://schemas.openxmlformats.org/officeDocument/2006/relationships/customXml" Target="../ink/ink731.xml"/><Relationship Id="rId182" Type="http://schemas.openxmlformats.org/officeDocument/2006/relationships/customXml" Target="../ink/ink752.xml"/><Relationship Id="rId378" Type="http://schemas.openxmlformats.org/officeDocument/2006/relationships/customXml" Target="../ink/ink850.xml"/><Relationship Id="rId403" Type="http://schemas.openxmlformats.org/officeDocument/2006/relationships/image" Target="../media/image860.png"/><Relationship Id="rId6" Type="http://schemas.openxmlformats.org/officeDocument/2006/relationships/customXml" Target="../ink/ink664.xml"/><Relationship Id="rId238" Type="http://schemas.openxmlformats.org/officeDocument/2006/relationships/customXml" Target="../ink/ink780.xml"/><Relationship Id="rId445" Type="http://schemas.openxmlformats.org/officeDocument/2006/relationships/image" Target="../media/image881.png"/><Relationship Id="rId487" Type="http://schemas.openxmlformats.org/officeDocument/2006/relationships/image" Target="../media/image902.png"/><Relationship Id="rId291" Type="http://schemas.openxmlformats.org/officeDocument/2006/relationships/image" Target="../media/image804.png"/><Relationship Id="rId305" Type="http://schemas.openxmlformats.org/officeDocument/2006/relationships/image" Target="../media/image811.png"/><Relationship Id="rId347" Type="http://schemas.openxmlformats.org/officeDocument/2006/relationships/image" Target="../media/image832.png"/><Relationship Id="rId512" Type="http://schemas.openxmlformats.org/officeDocument/2006/relationships/customXml" Target="../ink/ink917.xml"/><Relationship Id="rId44" Type="http://schemas.openxmlformats.org/officeDocument/2006/relationships/customXml" Target="../ink/ink683.xml"/><Relationship Id="rId86" Type="http://schemas.openxmlformats.org/officeDocument/2006/relationships/customXml" Target="../ink/ink704.xml"/><Relationship Id="rId151" Type="http://schemas.openxmlformats.org/officeDocument/2006/relationships/image" Target="../media/image499.png"/><Relationship Id="rId389" Type="http://schemas.openxmlformats.org/officeDocument/2006/relationships/image" Target="../media/image853.png"/><Relationship Id="rId193" Type="http://schemas.openxmlformats.org/officeDocument/2006/relationships/image" Target="../media/image520.png"/><Relationship Id="rId207" Type="http://schemas.openxmlformats.org/officeDocument/2006/relationships/image" Target="../media/image527.png"/><Relationship Id="rId249" Type="http://schemas.openxmlformats.org/officeDocument/2006/relationships/image" Target="../media/image548.png"/><Relationship Id="rId414" Type="http://schemas.openxmlformats.org/officeDocument/2006/relationships/customXml" Target="../ink/ink868.xml"/><Relationship Id="rId456" Type="http://schemas.openxmlformats.org/officeDocument/2006/relationships/customXml" Target="../ink/ink889.xml"/><Relationship Id="rId498" Type="http://schemas.openxmlformats.org/officeDocument/2006/relationships/customXml" Target="../ink/ink910.xml"/><Relationship Id="rId13" Type="http://schemas.openxmlformats.org/officeDocument/2006/relationships/image" Target="../media/image430.png"/><Relationship Id="rId109" Type="http://schemas.openxmlformats.org/officeDocument/2006/relationships/image" Target="../media/image478.png"/><Relationship Id="rId260" Type="http://schemas.openxmlformats.org/officeDocument/2006/relationships/customXml" Target="../ink/ink791.xml"/><Relationship Id="rId316" Type="http://schemas.openxmlformats.org/officeDocument/2006/relationships/customXml" Target="../ink/ink819.xml"/><Relationship Id="rId523" Type="http://schemas.openxmlformats.org/officeDocument/2006/relationships/image" Target="../media/image920.png"/><Relationship Id="rId55" Type="http://schemas.openxmlformats.org/officeDocument/2006/relationships/image" Target="../media/image451.png"/><Relationship Id="rId97" Type="http://schemas.openxmlformats.org/officeDocument/2006/relationships/image" Target="../media/image472.png"/><Relationship Id="rId120" Type="http://schemas.openxmlformats.org/officeDocument/2006/relationships/customXml" Target="../ink/ink721.xml"/><Relationship Id="rId358" Type="http://schemas.openxmlformats.org/officeDocument/2006/relationships/customXml" Target="../ink/ink840.xml"/><Relationship Id="rId162" Type="http://schemas.openxmlformats.org/officeDocument/2006/relationships/customXml" Target="../ink/ink742.xml"/><Relationship Id="rId218" Type="http://schemas.openxmlformats.org/officeDocument/2006/relationships/customXml" Target="../ink/ink770.xml"/><Relationship Id="rId425" Type="http://schemas.openxmlformats.org/officeDocument/2006/relationships/image" Target="../media/image871.png"/><Relationship Id="rId467" Type="http://schemas.openxmlformats.org/officeDocument/2006/relationships/image" Target="../media/image892.png"/><Relationship Id="rId271" Type="http://schemas.openxmlformats.org/officeDocument/2006/relationships/image" Target="../media/image559.png"/><Relationship Id="rId24" Type="http://schemas.openxmlformats.org/officeDocument/2006/relationships/customXml" Target="../ink/ink673.xml"/><Relationship Id="rId66" Type="http://schemas.openxmlformats.org/officeDocument/2006/relationships/customXml" Target="../ink/ink694.xml"/><Relationship Id="rId131" Type="http://schemas.openxmlformats.org/officeDocument/2006/relationships/image" Target="../media/image489.png"/><Relationship Id="rId327" Type="http://schemas.openxmlformats.org/officeDocument/2006/relationships/image" Target="../media/image822.png"/><Relationship Id="rId369" Type="http://schemas.openxmlformats.org/officeDocument/2006/relationships/image" Target="../media/image843.png"/><Relationship Id="rId534" Type="http://schemas.openxmlformats.org/officeDocument/2006/relationships/customXml" Target="../ink/ink928.xml"/><Relationship Id="rId173" Type="http://schemas.openxmlformats.org/officeDocument/2006/relationships/image" Target="../media/image510.png"/><Relationship Id="rId229" Type="http://schemas.openxmlformats.org/officeDocument/2006/relationships/image" Target="../media/image538.png"/><Relationship Id="rId380" Type="http://schemas.openxmlformats.org/officeDocument/2006/relationships/customXml" Target="../ink/ink851.xml"/><Relationship Id="rId436" Type="http://schemas.openxmlformats.org/officeDocument/2006/relationships/customXml" Target="../ink/ink879.xml"/><Relationship Id="rId240" Type="http://schemas.openxmlformats.org/officeDocument/2006/relationships/customXml" Target="../ink/ink781.xml"/><Relationship Id="rId478" Type="http://schemas.openxmlformats.org/officeDocument/2006/relationships/customXml" Target="../ink/ink900.xml"/><Relationship Id="rId35" Type="http://schemas.openxmlformats.org/officeDocument/2006/relationships/image" Target="../media/image441.png"/><Relationship Id="rId77" Type="http://schemas.openxmlformats.org/officeDocument/2006/relationships/image" Target="../media/image462.png"/><Relationship Id="rId100" Type="http://schemas.openxmlformats.org/officeDocument/2006/relationships/customXml" Target="../ink/ink711.xml"/><Relationship Id="rId282" Type="http://schemas.openxmlformats.org/officeDocument/2006/relationships/customXml" Target="../ink/ink802.xml"/><Relationship Id="rId338" Type="http://schemas.openxmlformats.org/officeDocument/2006/relationships/customXml" Target="../ink/ink830.xml"/><Relationship Id="rId503" Type="http://schemas.openxmlformats.org/officeDocument/2006/relationships/image" Target="../media/image910.png"/><Relationship Id="rId8" Type="http://schemas.openxmlformats.org/officeDocument/2006/relationships/customXml" Target="../ink/ink665.xml"/><Relationship Id="rId142" Type="http://schemas.openxmlformats.org/officeDocument/2006/relationships/customXml" Target="../ink/ink732.xml"/><Relationship Id="rId184" Type="http://schemas.openxmlformats.org/officeDocument/2006/relationships/customXml" Target="../ink/ink753.xml"/><Relationship Id="rId391" Type="http://schemas.openxmlformats.org/officeDocument/2006/relationships/image" Target="../media/image854.png"/><Relationship Id="rId405" Type="http://schemas.openxmlformats.org/officeDocument/2006/relationships/image" Target="../media/image861.png"/><Relationship Id="rId447" Type="http://schemas.openxmlformats.org/officeDocument/2006/relationships/image" Target="../media/image882.png"/><Relationship Id="rId251" Type="http://schemas.openxmlformats.org/officeDocument/2006/relationships/image" Target="../media/image549.png"/><Relationship Id="rId489" Type="http://schemas.openxmlformats.org/officeDocument/2006/relationships/image" Target="../media/image903.png"/><Relationship Id="rId46" Type="http://schemas.openxmlformats.org/officeDocument/2006/relationships/customXml" Target="../ink/ink684.xml"/><Relationship Id="rId293" Type="http://schemas.openxmlformats.org/officeDocument/2006/relationships/image" Target="../media/image805.png"/><Relationship Id="rId307" Type="http://schemas.openxmlformats.org/officeDocument/2006/relationships/image" Target="../media/image812.png"/><Relationship Id="rId349" Type="http://schemas.openxmlformats.org/officeDocument/2006/relationships/image" Target="../media/image833.png"/><Relationship Id="rId514" Type="http://schemas.openxmlformats.org/officeDocument/2006/relationships/customXml" Target="../ink/ink918.xml"/><Relationship Id="rId88" Type="http://schemas.openxmlformats.org/officeDocument/2006/relationships/customXml" Target="../ink/ink705.xml"/><Relationship Id="rId111" Type="http://schemas.openxmlformats.org/officeDocument/2006/relationships/image" Target="../media/image479.png"/><Relationship Id="rId153" Type="http://schemas.openxmlformats.org/officeDocument/2006/relationships/image" Target="../media/image500.png"/><Relationship Id="rId195" Type="http://schemas.openxmlformats.org/officeDocument/2006/relationships/image" Target="../media/image521.png"/><Relationship Id="rId209" Type="http://schemas.openxmlformats.org/officeDocument/2006/relationships/image" Target="../media/image528.png"/><Relationship Id="rId360" Type="http://schemas.openxmlformats.org/officeDocument/2006/relationships/customXml" Target="../ink/ink841.xml"/><Relationship Id="rId416" Type="http://schemas.openxmlformats.org/officeDocument/2006/relationships/customXml" Target="../ink/ink869.xml"/><Relationship Id="rId220" Type="http://schemas.openxmlformats.org/officeDocument/2006/relationships/customXml" Target="../ink/ink771.xml"/><Relationship Id="rId458" Type="http://schemas.openxmlformats.org/officeDocument/2006/relationships/customXml" Target="../ink/ink890.xml"/><Relationship Id="rId15" Type="http://schemas.openxmlformats.org/officeDocument/2006/relationships/image" Target="../media/image431.png"/><Relationship Id="rId57" Type="http://schemas.openxmlformats.org/officeDocument/2006/relationships/image" Target="../media/image452.png"/><Relationship Id="rId262" Type="http://schemas.openxmlformats.org/officeDocument/2006/relationships/customXml" Target="../ink/ink792.xml"/><Relationship Id="rId318" Type="http://schemas.openxmlformats.org/officeDocument/2006/relationships/customXml" Target="../ink/ink820.xml"/><Relationship Id="rId525" Type="http://schemas.openxmlformats.org/officeDocument/2006/relationships/image" Target="../media/image921.png"/><Relationship Id="rId99" Type="http://schemas.openxmlformats.org/officeDocument/2006/relationships/image" Target="../media/image473.png"/><Relationship Id="rId122" Type="http://schemas.openxmlformats.org/officeDocument/2006/relationships/customXml" Target="../ink/ink722.xml"/><Relationship Id="rId164" Type="http://schemas.openxmlformats.org/officeDocument/2006/relationships/customXml" Target="../ink/ink743.xml"/><Relationship Id="rId371" Type="http://schemas.openxmlformats.org/officeDocument/2006/relationships/image" Target="../media/image844.png"/><Relationship Id="rId427" Type="http://schemas.openxmlformats.org/officeDocument/2006/relationships/image" Target="../media/image872.png"/><Relationship Id="rId469" Type="http://schemas.openxmlformats.org/officeDocument/2006/relationships/image" Target="../media/image893.png"/><Relationship Id="rId26" Type="http://schemas.openxmlformats.org/officeDocument/2006/relationships/customXml" Target="../ink/ink674.xml"/><Relationship Id="rId231" Type="http://schemas.openxmlformats.org/officeDocument/2006/relationships/image" Target="../media/image539.png"/><Relationship Id="rId273" Type="http://schemas.openxmlformats.org/officeDocument/2006/relationships/image" Target="../media/image560.png"/><Relationship Id="rId329" Type="http://schemas.openxmlformats.org/officeDocument/2006/relationships/image" Target="../media/image823.png"/><Relationship Id="rId480" Type="http://schemas.openxmlformats.org/officeDocument/2006/relationships/customXml" Target="../ink/ink901.xml"/><Relationship Id="rId536" Type="http://schemas.openxmlformats.org/officeDocument/2006/relationships/customXml" Target="../ink/ink929.xml"/><Relationship Id="rId68" Type="http://schemas.openxmlformats.org/officeDocument/2006/relationships/customXml" Target="../ink/ink695.xml"/><Relationship Id="rId133" Type="http://schemas.openxmlformats.org/officeDocument/2006/relationships/image" Target="../media/image490.png"/><Relationship Id="rId175" Type="http://schemas.openxmlformats.org/officeDocument/2006/relationships/image" Target="../media/image511.png"/><Relationship Id="rId340" Type="http://schemas.openxmlformats.org/officeDocument/2006/relationships/customXml" Target="../ink/ink831.xml"/><Relationship Id="rId200" Type="http://schemas.openxmlformats.org/officeDocument/2006/relationships/customXml" Target="../ink/ink761.xml"/><Relationship Id="rId382" Type="http://schemas.openxmlformats.org/officeDocument/2006/relationships/customXml" Target="../ink/ink852.xml"/><Relationship Id="rId438" Type="http://schemas.openxmlformats.org/officeDocument/2006/relationships/customXml" Target="../ink/ink880.xml"/><Relationship Id="rId242" Type="http://schemas.openxmlformats.org/officeDocument/2006/relationships/customXml" Target="../ink/ink782.xml"/><Relationship Id="rId284" Type="http://schemas.openxmlformats.org/officeDocument/2006/relationships/customXml" Target="../ink/ink803.xml"/><Relationship Id="rId491" Type="http://schemas.openxmlformats.org/officeDocument/2006/relationships/image" Target="../media/image904.png"/><Relationship Id="rId505" Type="http://schemas.openxmlformats.org/officeDocument/2006/relationships/image" Target="../media/image911.png"/><Relationship Id="rId37" Type="http://schemas.openxmlformats.org/officeDocument/2006/relationships/image" Target="../media/image442.png"/><Relationship Id="rId79" Type="http://schemas.openxmlformats.org/officeDocument/2006/relationships/image" Target="../media/image463.png"/><Relationship Id="rId102" Type="http://schemas.openxmlformats.org/officeDocument/2006/relationships/customXml" Target="../ink/ink712.xml"/><Relationship Id="rId144" Type="http://schemas.openxmlformats.org/officeDocument/2006/relationships/customXml" Target="../ink/ink733.xml"/><Relationship Id="rId90" Type="http://schemas.openxmlformats.org/officeDocument/2006/relationships/customXml" Target="../ink/ink706.xml"/><Relationship Id="rId186" Type="http://schemas.openxmlformats.org/officeDocument/2006/relationships/customXml" Target="../ink/ink754.xml"/><Relationship Id="rId351" Type="http://schemas.openxmlformats.org/officeDocument/2006/relationships/image" Target="../media/image834.png"/><Relationship Id="rId393" Type="http://schemas.openxmlformats.org/officeDocument/2006/relationships/image" Target="../media/image855.png"/><Relationship Id="rId407" Type="http://schemas.openxmlformats.org/officeDocument/2006/relationships/image" Target="../media/image862.png"/><Relationship Id="rId449" Type="http://schemas.openxmlformats.org/officeDocument/2006/relationships/image" Target="../media/image883.png"/><Relationship Id="rId211" Type="http://schemas.openxmlformats.org/officeDocument/2006/relationships/image" Target="../media/image529.png"/><Relationship Id="rId253" Type="http://schemas.openxmlformats.org/officeDocument/2006/relationships/image" Target="../media/image550.png"/><Relationship Id="rId295" Type="http://schemas.openxmlformats.org/officeDocument/2006/relationships/image" Target="../media/image806.png"/><Relationship Id="rId309" Type="http://schemas.openxmlformats.org/officeDocument/2006/relationships/image" Target="../media/image813.png"/><Relationship Id="rId460" Type="http://schemas.openxmlformats.org/officeDocument/2006/relationships/customXml" Target="../ink/ink891.xml"/><Relationship Id="rId516" Type="http://schemas.openxmlformats.org/officeDocument/2006/relationships/customXml" Target="../ink/ink919.xml"/><Relationship Id="rId48" Type="http://schemas.openxmlformats.org/officeDocument/2006/relationships/customXml" Target="../ink/ink685.xml"/><Relationship Id="rId113" Type="http://schemas.openxmlformats.org/officeDocument/2006/relationships/image" Target="../media/image480.png"/><Relationship Id="rId320" Type="http://schemas.openxmlformats.org/officeDocument/2006/relationships/customXml" Target="../ink/ink821.xml"/><Relationship Id="rId155" Type="http://schemas.openxmlformats.org/officeDocument/2006/relationships/image" Target="../media/image501.png"/><Relationship Id="rId197" Type="http://schemas.openxmlformats.org/officeDocument/2006/relationships/image" Target="../media/image522.png"/><Relationship Id="rId362" Type="http://schemas.openxmlformats.org/officeDocument/2006/relationships/customXml" Target="../ink/ink842.xml"/><Relationship Id="rId418" Type="http://schemas.openxmlformats.org/officeDocument/2006/relationships/customXml" Target="../ink/ink870.xml"/><Relationship Id="rId222" Type="http://schemas.openxmlformats.org/officeDocument/2006/relationships/customXml" Target="../ink/ink772.xml"/><Relationship Id="rId264" Type="http://schemas.openxmlformats.org/officeDocument/2006/relationships/customXml" Target="../ink/ink793.xml"/><Relationship Id="rId471" Type="http://schemas.openxmlformats.org/officeDocument/2006/relationships/image" Target="../media/image894.png"/><Relationship Id="rId17" Type="http://schemas.openxmlformats.org/officeDocument/2006/relationships/image" Target="../media/image432.png"/><Relationship Id="rId59" Type="http://schemas.openxmlformats.org/officeDocument/2006/relationships/image" Target="../media/image453.png"/><Relationship Id="rId124" Type="http://schemas.openxmlformats.org/officeDocument/2006/relationships/customXml" Target="../ink/ink723.xml"/><Relationship Id="rId527" Type="http://schemas.openxmlformats.org/officeDocument/2006/relationships/image" Target="../media/image922.png"/><Relationship Id="rId70" Type="http://schemas.openxmlformats.org/officeDocument/2006/relationships/customXml" Target="../ink/ink696.xml"/><Relationship Id="rId166" Type="http://schemas.openxmlformats.org/officeDocument/2006/relationships/customXml" Target="../ink/ink744.xml"/><Relationship Id="rId331" Type="http://schemas.openxmlformats.org/officeDocument/2006/relationships/image" Target="../media/image824.png"/><Relationship Id="rId373" Type="http://schemas.openxmlformats.org/officeDocument/2006/relationships/image" Target="../media/image845.png"/><Relationship Id="rId429" Type="http://schemas.openxmlformats.org/officeDocument/2006/relationships/image" Target="../media/image873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540.png"/><Relationship Id="rId440" Type="http://schemas.openxmlformats.org/officeDocument/2006/relationships/customXml" Target="../ink/ink881.xml"/><Relationship Id="rId28" Type="http://schemas.openxmlformats.org/officeDocument/2006/relationships/customXml" Target="../ink/ink675.xml"/><Relationship Id="rId275" Type="http://schemas.openxmlformats.org/officeDocument/2006/relationships/image" Target="../media/image796.png"/><Relationship Id="rId300" Type="http://schemas.openxmlformats.org/officeDocument/2006/relationships/customXml" Target="../ink/ink811.xml"/><Relationship Id="rId482" Type="http://schemas.openxmlformats.org/officeDocument/2006/relationships/customXml" Target="../ink/ink902.xml"/><Relationship Id="rId538" Type="http://schemas.openxmlformats.org/officeDocument/2006/relationships/customXml" Target="../ink/ink930.xml"/><Relationship Id="rId81" Type="http://schemas.openxmlformats.org/officeDocument/2006/relationships/image" Target="../media/image464.png"/><Relationship Id="rId135" Type="http://schemas.openxmlformats.org/officeDocument/2006/relationships/image" Target="../media/image491.png"/><Relationship Id="rId177" Type="http://schemas.openxmlformats.org/officeDocument/2006/relationships/image" Target="../media/image512.png"/><Relationship Id="rId342" Type="http://schemas.openxmlformats.org/officeDocument/2006/relationships/customXml" Target="../ink/ink832.xml"/><Relationship Id="rId384" Type="http://schemas.openxmlformats.org/officeDocument/2006/relationships/customXml" Target="../ink/ink853.xml"/><Relationship Id="rId202" Type="http://schemas.openxmlformats.org/officeDocument/2006/relationships/customXml" Target="../ink/ink762.xml"/><Relationship Id="rId244" Type="http://schemas.openxmlformats.org/officeDocument/2006/relationships/customXml" Target="../ink/ink783.xml"/><Relationship Id="rId39" Type="http://schemas.openxmlformats.org/officeDocument/2006/relationships/image" Target="../media/image443.png"/><Relationship Id="rId286" Type="http://schemas.openxmlformats.org/officeDocument/2006/relationships/customXml" Target="../ink/ink804.xml"/><Relationship Id="rId451" Type="http://schemas.openxmlformats.org/officeDocument/2006/relationships/image" Target="../media/image884.png"/><Relationship Id="rId493" Type="http://schemas.openxmlformats.org/officeDocument/2006/relationships/image" Target="../media/image905.png"/><Relationship Id="rId507" Type="http://schemas.openxmlformats.org/officeDocument/2006/relationships/image" Target="../media/image912.png"/><Relationship Id="rId50" Type="http://schemas.openxmlformats.org/officeDocument/2006/relationships/customXml" Target="../ink/ink686.xml"/><Relationship Id="rId104" Type="http://schemas.openxmlformats.org/officeDocument/2006/relationships/customXml" Target="../ink/ink713.xml"/><Relationship Id="rId146" Type="http://schemas.openxmlformats.org/officeDocument/2006/relationships/customXml" Target="../ink/ink734.xml"/><Relationship Id="rId188" Type="http://schemas.openxmlformats.org/officeDocument/2006/relationships/customXml" Target="../ink/ink755.xml"/><Relationship Id="rId311" Type="http://schemas.openxmlformats.org/officeDocument/2006/relationships/image" Target="../media/image814.png"/><Relationship Id="rId353" Type="http://schemas.openxmlformats.org/officeDocument/2006/relationships/image" Target="../media/image835.png"/><Relationship Id="rId395" Type="http://schemas.openxmlformats.org/officeDocument/2006/relationships/image" Target="../media/image856.png"/><Relationship Id="rId409" Type="http://schemas.openxmlformats.org/officeDocument/2006/relationships/image" Target="../media/image863.png"/><Relationship Id="rId92" Type="http://schemas.openxmlformats.org/officeDocument/2006/relationships/customXml" Target="../ink/ink707.xml"/><Relationship Id="rId213" Type="http://schemas.openxmlformats.org/officeDocument/2006/relationships/image" Target="../media/image530.png"/><Relationship Id="rId420" Type="http://schemas.openxmlformats.org/officeDocument/2006/relationships/customXml" Target="../ink/ink871.xml"/><Relationship Id="rId255" Type="http://schemas.openxmlformats.org/officeDocument/2006/relationships/image" Target="../media/image551.png"/><Relationship Id="rId297" Type="http://schemas.openxmlformats.org/officeDocument/2006/relationships/image" Target="../media/image807.png"/><Relationship Id="rId462" Type="http://schemas.openxmlformats.org/officeDocument/2006/relationships/customXml" Target="../ink/ink892.xml"/><Relationship Id="rId518" Type="http://schemas.openxmlformats.org/officeDocument/2006/relationships/customXml" Target="../ink/ink920.xml"/><Relationship Id="rId115" Type="http://schemas.openxmlformats.org/officeDocument/2006/relationships/image" Target="../media/image481.png"/><Relationship Id="rId157" Type="http://schemas.openxmlformats.org/officeDocument/2006/relationships/image" Target="../media/image502.png"/><Relationship Id="rId322" Type="http://schemas.openxmlformats.org/officeDocument/2006/relationships/customXml" Target="../ink/ink822.xml"/><Relationship Id="rId364" Type="http://schemas.openxmlformats.org/officeDocument/2006/relationships/customXml" Target="../ink/ink843.xml"/><Relationship Id="rId61" Type="http://schemas.openxmlformats.org/officeDocument/2006/relationships/image" Target="../media/image454.png"/><Relationship Id="rId199" Type="http://schemas.openxmlformats.org/officeDocument/2006/relationships/image" Target="../media/image523.png"/><Relationship Id="rId19" Type="http://schemas.openxmlformats.org/officeDocument/2006/relationships/image" Target="../media/image433.png"/><Relationship Id="rId224" Type="http://schemas.openxmlformats.org/officeDocument/2006/relationships/customXml" Target="../ink/ink773.xml"/><Relationship Id="rId266" Type="http://schemas.openxmlformats.org/officeDocument/2006/relationships/customXml" Target="../ink/ink794.xml"/><Relationship Id="rId431" Type="http://schemas.openxmlformats.org/officeDocument/2006/relationships/image" Target="../media/image874.png"/><Relationship Id="rId473" Type="http://schemas.openxmlformats.org/officeDocument/2006/relationships/image" Target="../media/image895.png"/><Relationship Id="rId529" Type="http://schemas.openxmlformats.org/officeDocument/2006/relationships/image" Target="../media/image923.png"/><Relationship Id="rId30" Type="http://schemas.openxmlformats.org/officeDocument/2006/relationships/customXml" Target="../ink/ink676.xml"/><Relationship Id="rId126" Type="http://schemas.openxmlformats.org/officeDocument/2006/relationships/customXml" Target="../ink/ink724.xml"/><Relationship Id="rId168" Type="http://schemas.openxmlformats.org/officeDocument/2006/relationships/customXml" Target="../ink/ink745.xml"/><Relationship Id="rId333" Type="http://schemas.openxmlformats.org/officeDocument/2006/relationships/image" Target="../media/image825.png"/><Relationship Id="rId72" Type="http://schemas.openxmlformats.org/officeDocument/2006/relationships/customXml" Target="../ink/ink697.xml"/><Relationship Id="rId375" Type="http://schemas.openxmlformats.org/officeDocument/2006/relationships/image" Target="../media/image846.png"/><Relationship Id="rId3" Type="http://schemas.openxmlformats.org/officeDocument/2006/relationships/image" Target="../media/image425.png"/><Relationship Id="rId235" Type="http://schemas.openxmlformats.org/officeDocument/2006/relationships/image" Target="../media/image541.png"/><Relationship Id="rId277" Type="http://schemas.openxmlformats.org/officeDocument/2006/relationships/image" Target="../media/image797.png"/><Relationship Id="rId400" Type="http://schemas.openxmlformats.org/officeDocument/2006/relationships/customXml" Target="../ink/ink861.xml"/><Relationship Id="rId442" Type="http://schemas.openxmlformats.org/officeDocument/2006/relationships/customXml" Target="../ink/ink882.xml"/><Relationship Id="rId484" Type="http://schemas.openxmlformats.org/officeDocument/2006/relationships/customXml" Target="../ink/ink903.xml"/><Relationship Id="rId137" Type="http://schemas.openxmlformats.org/officeDocument/2006/relationships/image" Target="../media/image492.png"/><Relationship Id="rId302" Type="http://schemas.openxmlformats.org/officeDocument/2006/relationships/customXml" Target="../ink/ink812.xml"/><Relationship Id="rId344" Type="http://schemas.openxmlformats.org/officeDocument/2006/relationships/customXml" Target="../ink/ink833.xml"/><Relationship Id="rId41" Type="http://schemas.openxmlformats.org/officeDocument/2006/relationships/image" Target="../media/image444.png"/><Relationship Id="rId83" Type="http://schemas.openxmlformats.org/officeDocument/2006/relationships/image" Target="../media/image465.png"/><Relationship Id="rId179" Type="http://schemas.openxmlformats.org/officeDocument/2006/relationships/image" Target="../media/image513.png"/><Relationship Id="rId386" Type="http://schemas.openxmlformats.org/officeDocument/2006/relationships/customXml" Target="../ink/ink854.xml"/><Relationship Id="rId190" Type="http://schemas.openxmlformats.org/officeDocument/2006/relationships/customXml" Target="../ink/ink756.xml"/><Relationship Id="rId204" Type="http://schemas.openxmlformats.org/officeDocument/2006/relationships/customXml" Target="../ink/ink763.xml"/><Relationship Id="rId246" Type="http://schemas.openxmlformats.org/officeDocument/2006/relationships/customXml" Target="../ink/ink784.xml"/><Relationship Id="rId288" Type="http://schemas.openxmlformats.org/officeDocument/2006/relationships/customXml" Target="../ink/ink805.xml"/><Relationship Id="rId411" Type="http://schemas.openxmlformats.org/officeDocument/2006/relationships/image" Target="../media/image864.png"/><Relationship Id="rId453" Type="http://schemas.openxmlformats.org/officeDocument/2006/relationships/image" Target="../media/image885.png"/><Relationship Id="rId509" Type="http://schemas.openxmlformats.org/officeDocument/2006/relationships/image" Target="../media/image913.png"/><Relationship Id="rId106" Type="http://schemas.openxmlformats.org/officeDocument/2006/relationships/customXml" Target="../ink/ink714.xml"/><Relationship Id="rId313" Type="http://schemas.openxmlformats.org/officeDocument/2006/relationships/image" Target="../media/image815.png"/><Relationship Id="rId495" Type="http://schemas.openxmlformats.org/officeDocument/2006/relationships/image" Target="../media/image906.png"/><Relationship Id="rId10" Type="http://schemas.openxmlformats.org/officeDocument/2006/relationships/customXml" Target="../ink/ink666.xml"/><Relationship Id="rId52" Type="http://schemas.openxmlformats.org/officeDocument/2006/relationships/customXml" Target="../ink/ink687.xml"/><Relationship Id="rId94" Type="http://schemas.openxmlformats.org/officeDocument/2006/relationships/customXml" Target="../ink/ink708.xml"/><Relationship Id="rId148" Type="http://schemas.openxmlformats.org/officeDocument/2006/relationships/customXml" Target="../ink/ink735.xml"/><Relationship Id="rId355" Type="http://schemas.openxmlformats.org/officeDocument/2006/relationships/image" Target="../media/image836.png"/><Relationship Id="rId397" Type="http://schemas.openxmlformats.org/officeDocument/2006/relationships/image" Target="../media/image857.png"/><Relationship Id="rId520" Type="http://schemas.openxmlformats.org/officeDocument/2006/relationships/customXml" Target="../ink/ink921.xml"/><Relationship Id="rId215" Type="http://schemas.openxmlformats.org/officeDocument/2006/relationships/image" Target="../media/image531.png"/><Relationship Id="rId257" Type="http://schemas.openxmlformats.org/officeDocument/2006/relationships/image" Target="../media/image552.png"/><Relationship Id="rId422" Type="http://schemas.openxmlformats.org/officeDocument/2006/relationships/customXml" Target="../ink/ink872.xml"/><Relationship Id="rId464" Type="http://schemas.openxmlformats.org/officeDocument/2006/relationships/customXml" Target="../ink/ink893.xml"/><Relationship Id="rId299" Type="http://schemas.openxmlformats.org/officeDocument/2006/relationships/image" Target="../media/image808.png"/><Relationship Id="rId63" Type="http://schemas.openxmlformats.org/officeDocument/2006/relationships/image" Target="../media/image455.png"/><Relationship Id="rId159" Type="http://schemas.openxmlformats.org/officeDocument/2006/relationships/image" Target="../media/image503.png"/><Relationship Id="rId366" Type="http://schemas.openxmlformats.org/officeDocument/2006/relationships/customXml" Target="../ink/ink844.xml"/><Relationship Id="rId226" Type="http://schemas.openxmlformats.org/officeDocument/2006/relationships/customXml" Target="../ink/ink774.xml"/><Relationship Id="rId433" Type="http://schemas.openxmlformats.org/officeDocument/2006/relationships/image" Target="../media/image875.png"/><Relationship Id="rId74" Type="http://schemas.openxmlformats.org/officeDocument/2006/relationships/customXml" Target="../ink/ink698.xml"/><Relationship Id="rId377" Type="http://schemas.openxmlformats.org/officeDocument/2006/relationships/image" Target="../media/image847.png"/><Relationship Id="rId500" Type="http://schemas.openxmlformats.org/officeDocument/2006/relationships/customXml" Target="../ink/ink911.xml"/><Relationship Id="rId5" Type="http://schemas.openxmlformats.org/officeDocument/2006/relationships/image" Target="../media/image426.png"/><Relationship Id="rId237" Type="http://schemas.openxmlformats.org/officeDocument/2006/relationships/image" Target="../media/image542.png"/><Relationship Id="rId444" Type="http://schemas.openxmlformats.org/officeDocument/2006/relationships/customXml" Target="../ink/ink88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2.png"/><Relationship Id="rId3" Type="http://schemas.openxmlformats.org/officeDocument/2006/relationships/image" Target="../media/image1.jpeg"/><Relationship Id="rId7" Type="http://schemas.openxmlformats.org/officeDocument/2006/relationships/image" Target="../media/image9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929.png"/><Relationship Id="rId4" Type="http://schemas.openxmlformats.org/officeDocument/2006/relationships/image" Target="../media/image2.svg"/><Relationship Id="rId9" Type="http://schemas.openxmlformats.org/officeDocument/2006/relationships/image" Target="../media/image9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940.png"/><Relationship Id="rId3" Type="http://schemas.openxmlformats.org/officeDocument/2006/relationships/image" Target="../media/image1.jpeg"/><Relationship Id="rId7" Type="http://schemas.openxmlformats.org/officeDocument/2006/relationships/image" Target="../media/image937.png"/><Relationship Id="rId12" Type="http://schemas.openxmlformats.org/officeDocument/2006/relationships/image" Target="../media/image932.png"/><Relationship Id="rId2" Type="http://schemas.openxmlformats.org/officeDocument/2006/relationships/image" Target="../media/image934.png"/><Relationship Id="rId16" Type="http://schemas.openxmlformats.org/officeDocument/2006/relationships/image" Target="../media/image94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6.png"/><Relationship Id="rId11" Type="http://schemas.openxmlformats.org/officeDocument/2006/relationships/image" Target="../media/image939.png"/><Relationship Id="rId5" Type="http://schemas.openxmlformats.org/officeDocument/2006/relationships/image" Target="../media/image935.png"/><Relationship Id="rId15" Type="http://schemas.openxmlformats.org/officeDocument/2006/relationships/image" Target="../media/image942.png"/><Relationship Id="rId10" Type="http://schemas.openxmlformats.org/officeDocument/2006/relationships/image" Target="../media/image938.png"/><Relationship Id="rId4" Type="http://schemas.openxmlformats.org/officeDocument/2006/relationships/image" Target="../media/image930.png"/><Relationship Id="rId9" Type="http://schemas.openxmlformats.org/officeDocument/2006/relationships/image" Target="../media/image929.png"/><Relationship Id="rId14" Type="http://schemas.openxmlformats.org/officeDocument/2006/relationships/image" Target="../media/image9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940.png"/><Relationship Id="rId18" Type="http://schemas.openxmlformats.org/officeDocument/2006/relationships/image" Target="../media/image945.png"/><Relationship Id="rId3" Type="http://schemas.openxmlformats.org/officeDocument/2006/relationships/image" Target="../media/image1.jpeg"/><Relationship Id="rId7" Type="http://schemas.openxmlformats.org/officeDocument/2006/relationships/image" Target="../media/image937.png"/><Relationship Id="rId12" Type="http://schemas.openxmlformats.org/officeDocument/2006/relationships/image" Target="../media/image932.png"/><Relationship Id="rId17" Type="http://schemas.openxmlformats.org/officeDocument/2006/relationships/image" Target="../media/image943.jpeg"/><Relationship Id="rId2" Type="http://schemas.openxmlformats.org/officeDocument/2006/relationships/image" Target="../media/image934.png"/><Relationship Id="rId16" Type="http://schemas.openxmlformats.org/officeDocument/2006/relationships/image" Target="../media/image9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6.png"/><Relationship Id="rId11" Type="http://schemas.openxmlformats.org/officeDocument/2006/relationships/image" Target="../media/image939.png"/><Relationship Id="rId5" Type="http://schemas.openxmlformats.org/officeDocument/2006/relationships/image" Target="../media/image935.png"/><Relationship Id="rId15" Type="http://schemas.openxmlformats.org/officeDocument/2006/relationships/image" Target="../media/image941.png"/><Relationship Id="rId10" Type="http://schemas.openxmlformats.org/officeDocument/2006/relationships/image" Target="../media/image938.png"/><Relationship Id="rId4" Type="http://schemas.openxmlformats.org/officeDocument/2006/relationships/image" Target="../media/image930.png"/><Relationship Id="rId9" Type="http://schemas.openxmlformats.org/officeDocument/2006/relationships/image" Target="../media/image929.png"/><Relationship Id="rId14" Type="http://schemas.openxmlformats.org/officeDocument/2006/relationships/image" Target="../media/image9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8.png"/><Relationship Id="rId13" Type="http://schemas.openxmlformats.org/officeDocument/2006/relationships/image" Target="../media/image930.png"/><Relationship Id="rId18" Type="http://schemas.openxmlformats.org/officeDocument/2006/relationships/image" Target="../media/image945.png"/><Relationship Id="rId3" Type="http://schemas.openxmlformats.org/officeDocument/2006/relationships/image" Target="../media/image1.jpeg"/><Relationship Id="rId7" Type="http://schemas.openxmlformats.org/officeDocument/2006/relationships/image" Target="../media/image929.png"/><Relationship Id="rId12" Type="http://schemas.openxmlformats.org/officeDocument/2006/relationships/image" Target="../media/image941.png"/><Relationship Id="rId17" Type="http://schemas.openxmlformats.org/officeDocument/2006/relationships/image" Target="../media/image943.jpeg"/><Relationship Id="rId2" Type="http://schemas.openxmlformats.org/officeDocument/2006/relationships/image" Target="../media/image934.png"/><Relationship Id="rId16" Type="http://schemas.openxmlformats.org/officeDocument/2006/relationships/image" Target="../media/image9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11" Type="http://schemas.openxmlformats.org/officeDocument/2006/relationships/image" Target="../media/image944.png"/><Relationship Id="rId5" Type="http://schemas.openxmlformats.org/officeDocument/2006/relationships/image" Target="../media/image937.png"/><Relationship Id="rId15" Type="http://schemas.openxmlformats.org/officeDocument/2006/relationships/image" Target="../media/image935.png"/><Relationship Id="rId10" Type="http://schemas.openxmlformats.org/officeDocument/2006/relationships/image" Target="../media/image932.png"/><Relationship Id="rId4" Type="http://schemas.openxmlformats.org/officeDocument/2006/relationships/image" Target="../media/image936.png"/><Relationship Id="rId9" Type="http://schemas.openxmlformats.org/officeDocument/2006/relationships/image" Target="../media/image939.png"/><Relationship Id="rId14" Type="http://schemas.openxmlformats.org/officeDocument/2006/relationships/image" Target="../media/image9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9.png"/><Relationship Id="rId13" Type="http://schemas.openxmlformats.org/officeDocument/2006/relationships/image" Target="../media/image941.png"/><Relationship Id="rId18" Type="http://schemas.openxmlformats.org/officeDocument/2006/relationships/image" Target="../media/image947.png"/><Relationship Id="rId26" Type="http://schemas.openxmlformats.org/officeDocument/2006/relationships/image" Target="../media/image954.png"/><Relationship Id="rId3" Type="http://schemas.openxmlformats.org/officeDocument/2006/relationships/image" Target="../media/image934.png"/><Relationship Id="rId21" Type="http://schemas.openxmlformats.org/officeDocument/2006/relationships/image" Target="../media/image950.png"/><Relationship Id="rId7" Type="http://schemas.openxmlformats.org/officeDocument/2006/relationships/image" Target="../media/image2.svg"/><Relationship Id="rId12" Type="http://schemas.openxmlformats.org/officeDocument/2006/relationships/image" Target="../media/image944.png"/><Relationship Id="rId17" Type="http://schemas.openxmlformats.org/officeDocument/2006/relationships/image" Target="../media/image940.png"/><Relationship Id="rId25" Type="http://schemas.openxmlformats.org/officeDocument/2006/relationships/image" Target="../media/image95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35.png"/><Relationship Id="rId20" Type="http://schemas.openxmlformats.org/officeDocument/2006/relationships/image" Target="../media/image9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7.png"/><Relationship Id="rId11" Type="http://schemas.openxmlformats.org/officeDocument/2006/relationships/image" Target="../media/image932.png"/><Relationship Id="rId24" Type="http://schemas.openxmlformats.org/officeDocument/2006/relationships/image" Target="../media/image952.svg"/><Relationship Id="rId5" Type="http://schemas.openxmlformats.org/officeDocument/2006/relationships/image" Target="../media/image936.png"/><Relationship Id="rId15" Type="http://schemas.openxmlformats.org/officeDocument/2006/relationships/image" Target="../media/image942.png"/><Relationship Id="rId23" Type="http://schemas.openxmlformats.org/officeDocument/2006/relationships/image" Target="../media/image945.png"/><Relationship Id="rId28" Type="http://schemas.openxmlformats.org/officeDocument/2006/relationships/image" Target="../media/image955.jpeg"/><Relationship Id="rId10" Type="http://schemas.openxmlformats.org/officeDocument/2006/relationships/image" Target="../media/image939.png"/><Relationship Id="rId19" Type="http://schemas.openxmlformats.org/officeDocument/2006/relationships/image" Target="../media/image948.png"/><Relationship Id="rId4" Type="http://schemas.openxmlformats.org/officeDocument/2006/relationships/image" Target="../media/image1.jpeg"/><Relationship Id="rId9" Type="http://schemas.openxmlformats.org/officeDocument/2006/relationships/image" Target="../media/image938.png"/><Relationship Id="rId14" Type="http://schemas.openxmlformats.org/officeDocument/2006/relationships/image" Target="../media/image930.png"/><Relationship Id="rId22" Type="http://schemas.openxmlformats.org/officeDocument/2006/relationships/image" Target="../media/image951.png"/><Relationship Id="rId27" Type="http://schemas.openxmlformats.org/officeDocument/2006/relationships/image" Target="../media/image94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8.png"/><Relationship Id="rId13" Type="http://schemas.openxmlformats.org/officeDocument/2006/relationships/image" Target="../media/image935.png"/><Relationship Id="rId18" Type="http://schemas.openxmlformats.org/officeDocument/2006/relationships/image" Target="../media/image949.png"/><Relationship Id="rId26" Type="http://schemas.openxmlformats.org/officeDocument/2006/relationships/image" Target="../media/image947.png"/><Relationship Id="rId3" Type="http://schemas.openxmlformats.org/officeDocument/2006/relationships/image" Target="../media/image934.png"/><Relationship Id="rId21" Type="http://schemas.openxmlformats.org/officeDocument/2006/relationships/image" Target="../media/image952.svg"/><Relationship Id="rId7" Type="http://schemas.openxmlformats.org/officeDocument/2006/relationships/image" Target="../media/image929.png"/><Relationship Id="rId12" Type="http://schemas.openxmlformats.org/officeDocument/2006/relationships/image" Target="../media/image942.png"/><Relationship Id="rId17" Type="http://schemas.openxmlformats.org/officeDocument/2006/relationships/image" Target="../media/image948.png"/><Relationship Id="rId25" Type="http://schemas.openxmlformats.org/officeDocument/2006/relationships/image" Target="../media/image9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39.png"/><Relationship Id="rId20" Type="http://schemas.openxmlformats.org/officeDocument/2006/relationships/image" Target="../media/image9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11" Type="http://schemas.openxmlformats.org/officeDocument/2006/relationships/image" Target="../media/image930.png"/><Relationship Id="rId24" Type="http://schemas.openxmlformats.org/officeDocument/2006/relationships/image" Target="../media/image943.jpeg"/><Relationship Id="rId5" Type="http://schemas.openxmlformats.org/officeDocument/2006/relationships/image" Target="../media/image937.png"/><Relationship Id="rId15" Type="http://schemas.openxmlformats.org/officeDocument/2006/relationships/image" Target="../media/image936.png"/><Relationship Id="rId23" Type="http://schemas.openxmlformats.org/officeDocument/2006/relationships/image" Target="../media/image954.png"/><Relationship Id="rId28" Type="http://schemas.openxmlformats.org/officeDocument/2006/relationships/image" Target="../media/image955.jpeg"/><Relationship Id="rId10" Type="http://schemas.openxmlformats.org/officeDocument/2006/relationships/image" Target="../media/image941.png"/><Relationship Id="rId19" Type="http://schemas.openxmlformats.org/officeDocument/2006/relationships/image" Target="../media/image945.png"/><Relationship Id="rId4" Type="http://schemas.openxmlformats.org/officeDocument/2006/relationships/image" Target="../media/image1.jpeg"/><Relationship Id="rId9" Type="http://schemas.openxmlformats.org/officeDocument/2006/relationships/image" Target="../media/image932.png"/><Relationship Id="rId14" Type="http://schemas.openxmlformats.org/officeDocument/2006/relationships/image" Target="../media/image940.png"/><Relationship Id="rId22" Type="http://schemas.openxmlformats.org/officeDocument/2006/relationships/image" Target="../media/image953.svg"/><Relationship Id="rId27" Type="http://schemas.openxmlformats.org/officeDocument/2006/relationships/image" Target="../media/image9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8.png"/><Relationship Id="rId13" Type="http://schemas.openxmlformats.org/officeDocument/2006/relationships/image" Target="../media/image942.png"/><Relationship Id="rId18" Type="http://schemas.openxmlformats.org/officeDocument/2006/relationships/image" Target="../media/image947.png"/><Relationship Id="rId26" Type="http://schemas.openxmlformats.org/officeDocument/2006/relationships/image" Target="../media/image943.jpeg"/><Relationship Id="rId3" Type="http://schemas.openxmlformats.org/officeDocument/2006/relationships/image" Target="../media/image934.png"/><Relationship Id="rId21" Type="http://schemas.openxmlformats.org/officeDocument/2006/relationships/image" Target="../media/image950.png"/><Relationship Id="rId7" Type="http://schemas.openxmlformats.org/officeDocument/2006/relationships/image" Target="../media/image929.png"/><Relationship Id="rId12" Type="http://schemas.openxmlformats.org/officeDocument/2006/relationships/image" Target="../media/image930.png"/><Relationship Id="rId17" Type="http://schemas.openxmlformats.org/officeDocument/2006/relationships/image" Target="../media/image939.png"/><Relationship Id="rId25" Type="http://schemas.openxmlformats.org/officeDocument/2006/relationships/image" Target="../media/image95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36.png"/><Relationship Id="rId20" Type="http://schemas.openxmlformats.org/officeDocument/2006/relationships/image" Target="../media/image9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11" Type="http://schemas.openxmlformats.org/officeDocument/2006/relationships/image" Target="../media/image941.png"/><Relationship Id="rId24" Type="http://schemas.openxmlformats.org/officeDocument/2006/relationships/image" Target="../media/image953.svg"/><Relationship Id="rId5" Type="http://schemas.openxmlformats.org/officeDocument/2006/relationships/image" Target="../media/image937.png"/><Relationship Id="rId15" Type="http://schemas.openxmlformats.org/officeDocument/2006/relationships/image" Target="../media/image940.png"/><Relationship Id="rId23" Type="http://schemas.openxmlformats.org/officeDocument/2006/relationships/image" Target="../media/image952.svg"/><Relationship Id="rId10" Type="http://schemas.openxmlformats.org/officeDocument/2006/relationships/image" Target="../media/image944.png"/><Relationship Id="rId19" Type="http://schemas.openxmlformats.org/officeDocument/2006/relationships/image" Target="../media/image948.png"/><Relationship Id="rId4" Type="http://schemas.openxmlformats.org/officeDocument/2006/relationships/image" Target="../media/image1.jpeg"/><Relationship Id="rId9" Type="http://schemas.openxmlformats.org/officeDocument/2006/relationships/image" Target="../media/image932.png"/><Relationship Id="rId14" Type="http://schemas.openxmlformats.org/officeDocument/2006/relationships/image" Target="../media/image935.png"/><Relationship Id="rId22" Type="http://schemas.openxmlformats.org/officeDocument/2006/relationships/image" Target="../media/image951.png"/><Relationship Id="rId27" Type="http://schemas.openxmlformats.org/officeDocument/2006/relationships/image" Target="../media/image9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7.png"/><Relationship Id="rId13" Type="http://schemas.openxmlformats.org/officeDocument/2006/relationships/image" Target="../media/image948.png"/><Relationship Id="rId18" Type="http://schemas.openxmlformats.org/officeDocument/2006/relationships/image" Target="../media/image950.png"/><Relationship Id="rId3" Type="http://schemas.openxmlformats.org/officeDocument/2006/relationships/image" Target="../media/image1.jpeg"/><Relationship Id="rId21" Type="http://schemas.openxmlformats.org/officeDocument/2006/relationships/image" Target="../media/image959.png"/><Relationship Id="rId7" Type="http://schemas.openxmlformats.org/officeDocument/2006/relationships/image" Target="../media/image956.png"/><Relationship Id="rId12" Type="http://schemas.openxmlformats.org/officeDocument/2006/relationships/image" Target="../media/image954.png"/><Relationship Id="rId17" Type="http://schemas.openxmlformats.org/officeDocument/2006/relationships/image" Target="../media/image94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44.png"/><Relationship Id="rId20" Type="http://schemas.openxmlformats.org/officeDocument/2006/relationships/image" Target="../media/image9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1.png"/><Relationship Id="rId11" Type="http://schemas.openxmlformats.org/officeDocument/2006/relationships/image" Target="../media/image939.png"/><Relationship Id="rId5" Type="http://schemas.openxmlformats.org/officeDocument/2006/relationships/image" Target="../media/image929.png"/><Relationship Id="rId15" Type="http://schemas.openxmlformats.org/officeDocument/2006/relationships/image" Target="../media/image953.svg"/><Relationship Id="rId23" Type="http://schemas.openxmlformats.org/officeDocument/2006/relationships/image" Target="../media/image934.png"/><Relationship Id="rId10" Type="http://schemas.openxmlformats.org/officeDocument/2006/relationships/image" Target="../media/image933.png"/><Relationship Id="rId19" Type="http://schemas.openxmlformats.org/officeDocument/2006/relationships/image" Target="../media/image930.png"/><Relationship Id="rId4" Type="http://schemas.openxmlformats.org/officeDocument/2006/relationships/image" Target="../media/image2.svg"/><Relationship Id="rId9" Type="http://schemas.openxmlformats.org/officeDocument/2006/relationships/image" Target="../media/image951.png"/><Relationship Id="rId14" Type="http://schemas.openxmlformats.org/officeDocument/2006/relationships/image" Target="../media/image952.svg"/><Relationship Id="rId22" Type="http://schemas.openxmlformats.org/officeDocument/2006/relationships/image" Target="../media/image960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7.png"/><Relationship Id="rId3" Type="http://schemas.openxmlformats.org/officeDocument/2006/relationships/image" Target="../media/image945.png"/><Relationship Id="rId7" Type="http://schemas.openxmlformats.org/officeDocument/2006/relationships/image" Target="../media/image951.png"/><Relationship Id="rId2" Type="http://schemas.openxmlformats.org/officeDocument/2006/relationships/image" Target="../media/image9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0.png"/><Relationship Id="rId5" Type="http://schemas.openxmlformats.org/officeDocument/2006/relationships/image" Target="../media/image944.png"/><Relationship Id="rId4" Type="http://schemas.openxmlformats.org/officeDocument/2006/relationships/image" Target="../media/image955.jpe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800.png"/><Relationship Id="rId21" Type="http://schemas.openxmlformats.org/officeDocument/2006/relationships/image" Target="../media/image8320.png"/><Relationship Id="rId42" Type="http://schemas.openxmlformats.org/officeDocument/2006/relationships/customXml" Target="../ink/ink951.xml"/><Relationship Id="rId63" Type="http://schemas.openxmlformats.org/officeDocument/2006/relationships/image" Target="../media/image8530.png"/><Relationship Id="rId84" Type="http://schemas.openxmlformats.org/officeDocument/2006/relationships/customXml" Target="../ink/ink972.xml"/><Relationship Id="rId138" Type="http://schemas.openxmlformats.org/officeDocument/2006/relationships/customXml" Target="../ink/ink999.xml"/><Relationship Id="rId159" Type="http://schemas.openxmlformats.org/officeDocument/2006/relationships/image" Target="../media/image9010.png"/><Relationship Id="rId170" Type="http://schemas.openxmlformats.org/officeDocument/2006/relationships/customXml" Target="../ink/ink1015.xml"/><Relationship Id="rId107" Type="http://schemas.openxmlformats.org/officeDocument/2006/relationships/image" Target="../media/image8750.png"/><Relationship Id="rId11" Type="http://schemas.openxmlformats.org/officeDocument/2006/relationships/image" Target="../media/image8270.png"/><Relationship Id="rId32" Type="http://schemas.openxmlformats.org/officeDocument/2006/relationships/customXml" Target="../ink/ink946.xml"/><Relationship Id="rId53" Type="http://schemas.openxmlformats.org/officeDocument/2006/relationships/image" Target="../media/image8480.png"/><Relationship Id="rId74" Type="http://schemas.openxmlformats.org/officeDocument/2006/relationships/customXml" Target="../ink/ink967.xml"/><Relationship Id="rId128" Type="http://schemas.openxmlformats.org/officeDocument/2006/relationships/customXml" Target="../ink/ink994.xml"/><Relationship Id="rId149" Type="http://schemas.openxmlformats.org/officeDocument/2006/relationships/image" Target="../media/image8960.png"/><Relationship Id="rId5" Type="http://schemas.openxmlformats.org/officeDocument/2006/relationships/image" Target="../media/image8240.png"/><Relationship Id="rId95" Type="http://schemas.openxmlformats.org/officeDocument/2006/relationships/image" Target="../media/image8690.png"/><Relationship Id="rId160" Type="http://schemas.openxmlformats.org/officeDocument/2006/relationships/customXml" Target="../ink/ink1010.xml"/><Relationship Id="rId22" Type="http://schemas.openxmlformats.org/officeDocument/2006/relationships/customXml" Target="../ink/ink941.xml"/><Relationship Id="rId43" Type="http://schemas.openxmlformats.org/officeDocument/2006/relationships/image" Target="../media/image8430.png"/><Relationship Id="rId64" Type="http://schemas.openxmlformats.org/officeDocument/2006/relationships/customXml" Target="../ink/ink962.xml"/><Relationship Id="rId118" Type="http://schemas.openxmlformats.org/officeDocument/2006/relationships/customXml" Target="../ink/ink989.xml"/><Relationship Id="rId139" Type="http://schemas.openxmlformats.org/officeDocument/2006/relationships/image" Target="../media/image8910.png"/><Relationship Id="rId85" Type="http://schemas.openxmlformats.org/officeDocument/2006/relationships/image" Target="../media/image8640.png"/><Relationship Id="rId150" Type="http://schemas.openxmlformats.org/officeDocument/2006/relationships/customXml" Target="../ink/ink1005.xml"/><Relationship Id="rId171" Type="http://schemas.openxmlformats.org/officeDocument/2006/relationships/image" Target="../media/image9070.png"/><Relationship Id="rId12" Type="http://schemas.openxmlformats.org/officeDocument/2006/relationships/customXml" Target="../ink/ink936.xml"/><Relationship Id="rId33" Type="http://schemas.openxmlformats.org/officeDocument/2006/relationships/image" Target="../media/image8380.png"/><Relationship Id="rId108" Type="http://schemas.openxmlformats.org/officeDocument/2006/relationships/customXml" Target="../ink/ink984.xml"/><Relationship Id="rId129" Type="http://schemas.openxmlformats.org/officeDocument/2006/relationships/image" Target="../media/image8860.png"/><Relationship Id="rId54" Type="http://schemas.openxmlformats.org/officeDocument/2006/relationships/customXml" Target="../ink/ink957.xml"/><Relationship Id="rId70" Type="http://schemas.openxmlformats.org/officeDocument/2006/relationships/customXml" Target="../ink/ink965.xml"/><Relationship Id="rId75" Type="http://schemas.openxmlformats.org/officeDocument/2006/relationships/image" Target="../media/image8590.png"/><Relationship Id="rId91" Type="http://schemas.openxmlformats.org/officeDocument/2006/relationships/image" Target="../media/image8670.png"/><Relationship Id="rId96" Type="http://schemas.openxmlformats.org/officeDocument/2006/relationships/customXml" Target="../ink/ink978.xml"/><Relationship Id="rId140" Type="http://schemas.openxmlformats.org/officeDocument/2006/relationships/customXml" Target="../ink/ink1000.xml"/><Relationship Id="rId145" Type="http://schemas.openxmlformats.org/officeDocument/2006/relationships/image" Target="../media/image8940.png"/><Relationship Id="rId161" Type="http://schemas.openxmlformats.org/officeDocument/2006/relationships/image" Target="../media/image9020.png"/><Relationship Id="rId166" Type="http://schemas.openxmlformats.org/officeDocument/2006/relationships/customXml" Target="../ink/ink10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33.xml"/><Relationship Id="rId23" Type="http://schemas.openxmlformats.org/officeDocument/2006/relationships/image" Target="../media/image8330.png"/><Relationship Id="rId28" Type="http://schemas.openxmlformats.org/officeDocument/2006/relationships/customXml" Target="../ink/ink944.xml"/><Relationship Id="rId49" Type="http://schemas.openxmlformats.org/officeDocument/2006/relationships/image" Target="../media/image8460.png"/><Relationship Id="rId114" Type="http://schemas.openxmlformats.org/officeDocument/2006/relationships/customXml" Target="../ink/ink987.xml"/><Relationship Id="rId119" Type="http://schemas.openxmlformats.org/officeDocument/2006/relationships/image" Target="../media/image8810.png"/><Relationship Id="rId44" Type="http://schemas.openxmlformats.org/officeDocument/2006/relationships/customXml" Target="../ink/ink952.xml"/><Relationship Id="rId60" Type="http://schemas.openxmlformats.org/officeDocument/2006/relationships/customXml" Target="../ink/ink960.xml"/><Relationship Id="rId65" Type="http://schemas.openxmlformats.org/officeDocument/2006/relationships/image" Target="../media/image8540.png"/><Relationship Id="rId81" Type="http://schemas.openxmlformats.org/officeDocument/2006/relationships/image" Target="../media/image8620.png"/><Relationship Id="rId86" Type="http://schemas.openxmlformats.org/officeDocument/2006/relationships/customXml" Target="../ink/ink973.xml"/><Relationship Id="rId130" Type="http://schemas.openxmlformats.org/officeDocument/2006/relationships/customXml" Target="../ink/ink995.xml"/><Relationship Id="rId135" Type="http://schemas.openxmlformats.org/officeDocument/2006/relationships/image" Target="../media/image8890.png"/><Relationship Id="rId151" Type="http://schemas.openxmlformats.org/officeDocument/2006/relationships/image" Target="../media/image8970.png"/><Relationship Id="rId156" Type="http://schemas.openxmlformats.org/officeDocument/2006/relationships/customXml" Target="../ink/ink1008.xml"/><Relationship Id="rId13" Type="http://schemas.openxmlformats.org/officeDocument/2006/relationships/image" Target="../media/image8280.png"/><Relationship Id="rId18" Type="http://schemas.openxmlformats.org/officeDocument/2006/relationships/customXml" Target="../ink/ink939.xml"/><Relationship Id="rId39" Type="http://schemas.openxmlformats.org/officeDocument/2006/relationships/image" Target="../media/image8410.png"/><Relationship Id="rId109" Type="http://schemas.openxmlformats.org/officeDocument/2006/relationships/image" Target="../media/image8760.png"/><Relationship Id="rId34" Type="http://schemas.openxmlformats.org/officeDocument/2006/relationships/customXml" Target="../ink/ink947.xml"/><Relationship Id="rId50" Type="http://schemas.openxmlformats.org/officeDocument/2006/relationships/customXml" Target="../ink/ink955.xml"/><Relationship Id="rId55" Type="http://schemas.openxmlformats.org/officeDocument/2006/relationships/image" Target="../media/image8490.png"/><Relationship Id="rId76" Type="http://schemas.openxmlformats.org/officeDocument/2006/relationships/customXml" Target="../ink/ink968.xml"/><Relationship Id="rId97" Type="http://schemas.openxmlformats.org/officeDocument/2006/relationships/image" Target="../media/image8700.png"/><Relationship Id="rId104" Type="http://schemas.openxmlformats.org/officeDocument/2006/relationships/customXml" Target="../ink/ink982.xml"/><Relationship Id="rId120" Type="http://schemas.openxmlformats.org/officeDocument/2006/relationships/customXml" Target="../ink/ink990.xml"/><Relationship Id="rId125" Type="http://schemas.openxmlformats.org/officeDocument/2006/relationships/image" Target="../media/image8840.png"/><Relationship Id="rId141" Type="http://schemas.openxmlformats.org/officeDocument/2006/relationships/image" Target="../media/image8920.png"/><Relationship Id="rId146" Type="http://schemas.openxmlformats.org/officeDocument/2006/relationships/customXml" Target="../ink/ink1003.xml"/><Relationship Id="rId167" Type="http://schemas.openxmlformats.org/officeDocument/2006/relationships/image" Target="../media/image9050.png"/><Relationship Id="rId7" Type="http://schemas.openxmlformats.org/officeDocument/2006/relationships/image" Target="../media/image8250.png"/><Relationship Id="rId71" Type="http://schemas.openxmlformats.org/officeDocument/2006/relationships/image" Target="../media/image8570.png"/><Relationship Id="rId92" Type="http://schemas.openxmlformats.org/officeDocument/2006/relationships/customXml" Target="../ink/ink976.xml"/><Relationship Id="rId162" Type="http://schemas.openxmlformats.org/officeDocument/2006/relationships/customXml" Target="../ink/ink1011.xml"/><Relationship Id="rId2" Type="http://schemas.openxmlformats.org/officeDocument/2006/relationships/customXml" Target="../ink/ink931.xml"/><Relationship Id="rId29" Type="http://schemas.openxmlformats.org/officeDocument/2006/relationships/image" Target="../media/image8360.png"/><Relationship Id="rId24" Type="http://schemas.openxmlformats.org/officeDocument/2006/relationships/customXml" Target="../ink/ink942.xml"/><Relationship Id="rId40" Type="http://schemas.openxmlformats.org/officeDocument/2006/relationships/customXml" Target="../ink/ink950.xml"/><Relationship Id="rId45" Type="http://schemas.openxmlformats.org/officeDocument/2006/relationships/image" Target="../media/image8440.png"/><Relationship Id="rId66" Type="http://schemas.openxmlformats.org/officeDocument/2006/relationships/customXml" Target="../ink/ink963.xml"/><Relationship Id="rId87" Type="http://schemas.openxmlformats.org/officeDocument/2006/relationships/image" Target="../media/image8650.png"/><Relationship Id="rId110" Type="http://schemas.openxmlformats.org/officeDocument/2006/relationships/customXml" Target="../ink/ink985.xml"/><Relationship Id="rId115" Type="http://schemas.openxmlformats.org/officeDocument/2006/relationships/image" Target="../media/image8790.png"/><Relationship Id="rId131" Type="http://schemas.openxmlformats.org/officeDocument/2006/relationships/image" Target="../media/image8870.png"/><Relationship Id="rId136" Type="http://schemas.openxmlformats.org/officeDocument/2006/relationships/customXml" Target="../ink/ink998.xml"/><Relationship Id="rId157" Type="http://schemas.openxmlformats.org/officeDocument/2006/relationships/image" Target="../media/image9000.png"/><Relationship Id="rId61" Type="http://schemas.openxmlformats.org/officeDocument/2006/relationships/image" Target="../media/image8520.png"/><Relationship Id="rId82" Type="http://schemas.openxmlformats.org/officeDocument/2006/relationships/customXml" Target="../ink/ink971.xml"/><Relationship Id="rId152" Type="http://schemas.openxmlformats.org/officeDocument/2006/relationships/customXml" Target="../ink/ink1006.xml"/><Relationship Id="rId19" Type="http://schemas.openxmlformats.org/officeDocument/2006/relationships/image" Target="../media/image8310.png"/><Relationship Id="rId14" Type="http://schemas.openxmlformats.org/officeDocument/2006/relationships/customXml" Target="../ink/ink937.xml"/><Relationship Id="rId30" Type="http://schemas.openxmlformats.org/officeDocument/2006/relationships/customXml" Target="../ink/ink945.xml"/><Relationship Id="rId35" Type="http://schemas.openxmlformats.org/officeDocument/2006/relationships/image" Target="../media/image8390.png"/><Relationship Id="rId56" Type="http://schemas.openxmlformats.org/officeDocument/2006/relationships/customXml" Target="../ink/ink958.xml"/><Relationship Id="rId77" Type="http://schemas.openxmlformats.org/officeDocument/2006/relationships/image" Target="../media/image8600.png"/><Relationship Id="rId100" Type="http://schemas.openxmlformats.org/officeDocument/2006/relationships/customXml" Target="../ink/ink980.xml"/><Relationship Id="rId105" Type="http://schemas.openxmlformats.org/officeDocument/2006/relationships/image" Target="../media/image8740.png"/><Relationship Id="rId126" Type="http://schemas.openxmlformats.org/officeDocument/2006/relationships/customXml" Target="../ink/ink993.xml"/><Relationship Id="rId147" Type="http://schemas.openxmlformats.org/officeDocument/2006/relationships/image" Target="../media/image8950.png"/><Relationship Id="rId168" Type="http://schemas.openxmlformats.org/officeDocument/2006/relationships/customXml" Target="../ink/ink1014.xml"/><Relationship Id="rId8" Type="http://schemas.openxmlformats.org/officeDocument/2006/relationships/customXml" Target="../ink/ink934.xml"/><Relationship Id="rId51" Type="http://schemas.openxmlformats.org/officeDocument/2006/relationships/image" Target="../media/image8470.png"/><Relationship Id="rId72" Type="http://schemas.openxmlformats.org/officeDocument/2006/relationships/customXml" Target="../ink/ink966.xml"/><Relationship Id="rId93" Type="http://schemas.openxmlformats.org/officeDocument/2006/relationships/image" Target="../media/image8680.png"/><Relationship Id="rId98" Type="http://schemas.openxmlformats.org/officeDocument/2006/relationships/customXml" Target="../ink/ink979.xml"/><Relationship Id="rId121" Type="http://schemas.openxmlformats.org/officeDocument/2006/relationships/image" Target="../media/image8820.png"/><Relationship Id="rId142" Type="http://schemas.openxmlformats.org/officeDocument/2006/relationships/customXml" Target="../ink/ink1001.xml"/><Relationship Id="rId163" Type="http://schemas.openxmlformats.org/officeDocument/2006/relationships/image" Target="../media/image9030.png"/><Relationship Id="rId3" Type="http://schemas.openxmlformats.org/officeDocument/2006/relationships/image" Target="../media/image8230.png"/><Relationship Id="rId25" Type="http://schemas.openxmlformats.org/officeDocument/2006/relationships/image" Target="../media/image8340.png"/><Relationship Id="rId46" Type="http://schemas.openxmlformats.org/officeDocument/2006/relationships/customXml" Target="../ink/ink953.xml"/><Relationship Id="rId67" Type="http://schemas.openxmlformats.org/officeDocument/2006/relationships/image" Target="../media/image8550.png"/><Relationship Id="rId116" Type="http://schemas.openxmlformats.org/officeDocument/2006/relationships/customXml" Target="../ink/ink988.xml"/><Relationship Id="rId137" Type="http://schemas.openxmlformats.org/officeDocument/2006/relationships/image" Target="../media/image8900.png"/><Relationship Id="rId158" Type="http://schemas.openxmlformats.org/officeDocument/2006/relationships/customXml" Target="../ink/ink1009.xml"/><Relationship Id="rId20" Type="http://schemas.openxmlformats.org/officeDocument/2006/relationships/customXml" Target="../ink/ink940.xml"/><Relationship Id="rId41" Type="http://schemas.openxmlformats.org/officeDocument/2006/relationships/image" Target="../media/image8420.png"/><Relationship Id="rId62" Type="http://schemas.openxmlformats.org/officeDocument/2006/relationships/customXml" Target="../ink/ink961.xml"/><Relationship Id="rId83" Type="http://schemas.openxmlformats.org/officeDocument/2006/relationships/image" Target="../media/image8630.png"/><Relationship Id="rId88" Type="http://schemas.openxmlformats.org/officeDocument/2006/relationships/customXml" Target="../ink/ink974.xml"/><Relationship Id="rId111" Type="http://schemas.openxmlformats.org/officeDocument/2006/relationships/image" Target="../media/image8770.png"/><Relationship Id="rId132" Type="http://schemas.openxmlformats.org/officeDocument/2006/relationships/customXml" Target="../ink/ink996.xml"/><Relationship Id="rId153" Type="http://schemas.openxmlformats.org/officeDocument/2006/relationships/image" Target="../media/image8980.png"/><Relationship Id="rId15" Type="http://schemas.openxmlformats.org/officeDocument/2006/relationships/image" Target="../media/image8290.png"/><Relationship Id="rId36" Type="http://schemas.openxmlformats.org/officeDocument/2006/relationships/customXml" Target="../ink/ink948.xml"/><Relationship Id="rId57" Type="http://schemas.openxmlformats.org/officeDocument/2006/relationships/image" Target="../media/image8500.png"/><Relationship Id="rId106" Type="http://schemas.openxmlformats.org/officeDocument/2006/relationships/customXml" Target="../ink/ink983.xml"/><Relationship Id="rId127" Type="http://schemas.openxmlformats.org/officeDocument/2006/relationships/image" Target="../media/image8850.png"/><Relationship Id="rId10" Type="http://schemas.openxmlformats.org/officeDocument/2006/relationships/customXml" Target="../ink/ink935.xml"/><Relationship Id="rId31" Type="http://schemas.openxmlformats.org/officeDocument/2006/relationships/image" Target="../media/image8370.png"/><Relationship Id="rId52" Type="http://schemas.openxmlformats.org/officeDocument/2006/relationships/customXml" Target="../ink/ink956.xml"/><Relationship Id="rId73" Type="http://schemas.openxmlformats.org/officeDocument/2006/relationships/image" Target="../media/image8580.png"/><Relationship Id="rId78" Type="http://schemas.openxmlformats.org/officeDocument/2006/relationships/customXml" Target="../ink/ink969.xml"/><Relationship Id="rId94" Type="http://schemas.openxmlformats.org/officeDocument/2006/relationships/customXml" Target="../ink/ink977.xml"/><Relationship Id="rId99" Type="http://schemas.openxmlformats.org/officeDocument/2006/relationships/image" Target="../media/image8710.png"/><Relationship Id="rId101" Type="http://schemas.openxmlformats.org/officeDocument/2006/relationships/image" Target="../media/image8720.png"/><Relationship Id="rId122" Type="http://schemas.openxmlformats.org/officeDocument/2006/relationships/customXml" Target="../ink/ink991.xml"/><Relationship Id="rId143" Type="http://schemas.openxmlformats.org/officeDocument/2006/relationships/image" Target="../media/image8930.png"/><Relationship Id="rId148" Type="http://schemas.openxmlformats.org/officeDocument/2006/relationships/customXml" Target="../ink/ink1004.xml"/><Relationship Id="rId164" Type="http://schemas.openxmlformats.org/officeDocument/2006/relationships/customXml" Target="../ink/ink1012.xml"/><Relationship Id="rId169" Type="http://schemas.openxmlformats.org/officeDocument/2006/relationships/image" Target="../media/image9060.png"/><Relationship Id="rId4" Type="http://schemas.openxmlformats.org/officeDocument/2006/relationships/customXml" Target="../ink/ink932.xml"/><Relationship Id="rId9" Type="http://schemas.openxmlformats.org/officeDocument/2006/relationships/image" Target="../media/image8260.png"/><Relationship Id="rId26" Type="http://schemas.openxmlformats.org/officeDocument/2006/relationships/customXml" Target="../ink/ink943.xml"/><Relationship Id="rId47" Type="http://schemas.openxmlformats.org/officeDocument/2006/relationships/image" Target="../media/image8450.png"/><Relationship Id="rId68" Type="http://schemas.openxmlformats.org/officeDocument/2006/relationships/customXml" Target="../ink/ink964.xml"/><Relationship Id="rId89" Type="http://schemas.openxmlformats.org/officeDocument/2006/relationships/image" Target="../media/image8660.png"/><Relationship Id="rId112" Type="http://schemas.openxmlformats.org/officeDocument/2006/relationships/customXml" Target="../ink/ink986.xml"/><Relationship Id="rId133" Type="http://schemas.openxmlformats.org/officeDocument/2006/relationships/image" Target="../media/image8880.png"/><Relationship Id="rId154" Type="http://schemas.openxmlformats.org/officeDocument/2006/relationships/customXml" Target="../ink/ink1007.xml"/><Relationship Id="rId16" Type="http://schemas.openxmlformats.org/officeDocument/2006/relationships/customXml" Target="../ink/ink938.xml"/><Relationship Id="rId37" Type="http://schemas.openxmlformats.org/officeDocument/2006/relationships/image" Target="../media/image8400.png"/><Relationship Id="rId58" Type="http://schemas.openxmlformats.org/officeDocument/2006/relationships/customXml" Target="../ink/ink959.xml"/><Relationship Id="rId79" Type="http://schemas.openxmlformats.org/officeDocument/2006/relationships/image" Target="../media/image8610.png"/><Relationship Id="rId102" Type="http://schemas.openxmlformats.org/officeDocument/2006/relationships/customXml" Target="../ink/ink981.xml"/><Relationship Id="rId123" Type="http://schemas.openxmlformats.org/officeDocument/2006/relationships/image" Target="../media/image8830.png"/><Relationship Id="rId144" Type="http://schemas.openxmlformats.org/officeDocument/2006/relationships/customXml" Target="../ink/ink1002.xml"/><Relationship Id="rId90" Type="http://schemas.openxmlformats.org/officeDocument/2006/relationships/customXml" Target="../ink/ink975.xml"/><Relationship Id="rId165" Type="http://schemas.openxmlformats.org/officeDocument/2006/relationships/image" Target="../media/image9040.png"/><Relationship Id="rId27" Type="http://schemas.openxmlformats.org/officeDocument/2006/relationships/image" Target="../media/image8350.png"/><Relationship Id="rId48" Type="http://schemas.openxmlformats.org/officeDocument/2006/relationships/customXml" Target="../ink/ink954.xml"/><Relationship Id="rId69" Type="http://schemas.openxmlformats.org/officeDocument/2006/relationships/image" Target="../media/image8560.png"/><Relationship Id="rId113" Type="http://schemas.openxmlformats.org/officeDocument/2006/relationships/image" Target="../media/image8780.png"/><Relationship Id="rId134" Type="http://schemas.openxmlformats.org/officeDocument/2006/relationships/customXml" Target="../ink/ink997.xml"/><Relationship Id="rId80" Type="http://schemas.openxmlformats.org/officeDocument/2006/relationships/customXml" Target="../ink/ink970.xml"/><Relationship Id="rId155" Type="http://schemas.openxmlformats.org/officeDocument/2006/relationships/image" Target="../media/image8990.png"/><Relationship Id="rId17" Type="http://schemas.openxmlformats.org/officeDocument/2006/relationships/image" Target="../media/image8300.png"/><Relationship Id="rId38" Type="http://schemas.openxmlformats.org/officeDocument/2006/relationships/customXml" Target="../ink/ink949.xml"/><Relationship Id="rId59" Type="http://schemas.openxmlformats.org/officeDocument/2006/relationships/image" Target="../media/image8510.png"/><Relationship Id="rId103" Type="http://schemas.openxmlformats.org/officeDocument/2006/relationships/image" Target="../media/image8730.png"/><Relationship Id="rId124" Type="http://schemas.openxmlformats.org/officeDocument/2006/relationships/customXml" Target="../ink/ink992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30.png"/><Relationship Id="rId671" Type="http://schemas.openxmlformats.org/officeDocument/2006/relationships/image" Target="../media/image1179.png"/><Relationship Id="rId21" Type="http://schemas.openxmlformats.org/officeDocument/2006/relationships/image" Target="../media/image8480.png"/><Relationship Id="rId324" Type="http://schemas.openxmlformats.org/officeDocument/2006/relationships/image" Target="../media/image1006.png"/><Relationship Id="rId531" Type="http://schemas.openxmlformats.org/officeDocument/2006/relationships/image" Target="../media/image1109.png"/><Relationship Id="rId629" Type="http://schemas.openxmlformats.org/officeDocument/2006/relationships/image" Target="../media/image1158.png"/><Relationship Id="rId170" Type="http://schemas.openxmlformats.org/officeDocument/2006/relationships/customXml" Target="../ink/ink1083.xml"/><Relationship Id="rId268" Type="http://schemas.openxmlformats.org/officeDocument/2006/relationships/image" Target="../media/image978.png"/><Relationship Id="rId475" Type="http://schemas.openxmlformats.org/officeDocument/2006/relationships/image" Target="../media/image1081.png"/><Relationship Id="rId682" Type="http://schemas.openxmlformats.org/officeDocument/2006/relationships/customXml" Target="../ink/ink1340.xml"/><Relationship Id="rId32" Type="http://schemas.openxmlformats.org/officeDocument/2006/relationships/customXml" Target="../ink/ink1031.xml"/><Relationship Id="rId128" Type="http://schemas.openxmlformats.org/officeDocument/2006/relationships/customXml" Target="../ink/ink1069.xml"/><Relationship Id="rId335" Type="http://schemas.openxmlformats.org/officeDocument/2006/relationships/customXml" Target="../ink/ink1166.xml"/><Relationship Id="rId542" Type="http://schemas.openxmlformats.org/officeDocument/2006/relationships/customXml" Target="../ink/ink1270.xml"/><Relationship Id="rId181" Type="http://schemas.openxmlformats.org/officeDocument/2006/relationships/image" Target="../media/image9350.png"/><Relationship Id="rId402" Type="http://schemas.openxmlformats.org/officeDocument/2006/relationships/customXml" Target="../ink/ink1200.xml"/><Relationship Id="rId279" Type="http://schemas.openxmlformats.org/officeDocument/2006/relationships/customXml" Target="../ink/ink1138.xml"/><Relationship Id="rId486" Type="http://schemas.openxmlformats.org/officeDocument/2006/relationships/customXml" Target="../ink/ink1242.xml"/><Relationship Id="rId693" Type="http://schemas.openxmlformats.org/officeDocument/2006/relationships/image" Target="../media/image1190.png"/><Relationship Id="rId707" Type="http://schemas.openxmlformats.org/officeDocument/2006/relationships/image" Target="../media/image1197.png"/><Relationship Id="rId43" Type="http://schemas.openxmlformats.org/officeDocument/2006/relationships/image" Target="../media/image8590.png"/><Relationship Id="rId346" Type="http://schemas.openxmlformats.org/officeDocument/2006/relationships/image" Target="../media/image1017.png"/><Relationship Id="rId553" Type="http://schemas.openxmlformats.org/officeDocument/2006/relationships/image" Target="../media/image1120.png"/><Relationship Id="rId192" Type="http://schemas.openxmlformats.org/officeDocument/2006/relationships/customXml" Target="../ink/ink1094.xml"/><Relationship Id="rId206" Type="http://schemas.openxmlformats.org/officeDocument/2006/relationships/customXml" Target="../ink/ink1101.xml"/><Relationship Id="rId413" Type="http://schemas.openxmlformats.org/officeDocument/2006/relationships/image" Target="../media/image1050.png"/><Relationship Id="rId497" Type="http://schemas.openxmlformats.org/officeDocument/2006/relationships/image" Target="../media/image1092.png"/><Relationship Id="rId620" Type="http://schemas.openxmlformats.org/officeDocument/2006/relationships/customXml" Target="../ink/ink1309.xml"/><Relationship Id="rId357" Type="http://schemas.openxmlformats.org/officeDocument/2006/relationships/customXml" Target="../ink/ink1177.xml"/><Relationship Id="rId217" Type="http://schemas.openxmlformats.org/officeDocument/2006/relationships/image" Target="../media/image953.png"/><Relationship Id="rId564" Type="http://schemas.openxmlformats.org/officeDocument/2006/relationships/customXml" Target="../ink/ink1281.xml"/><Relationship Id="rId424" Type="http://schemas.openxmlformats.org/officeDocument/2006/relationships/customXml" Target="../ink/ink1211.xml"/><Relationship Id="rId631" Type="http://schemas.openxmlformats.org/officeDocument/2006/relationships/image" Target="../media/image1159.png"/><Relationship Id="rId270" Type="http://schemas.openxmlformats.org/officeDocument/2006/relationships/image" Target="../media/image979.png"/><Relationship Id="rId130" Type="http://schemas.openxmlformats.org/officeDocument/2006/relationships/customXml" Target="../ink/ink1070.xml"/><Relationship Id="rId368" Type="http://schemas.openxmlformats.org/officeDocument/2006/relationships/image" Target="../media/image1028.png"/><Relationship Id="rId575" Type="http://schemas.openxmlformats.org/officeDocument/2006/relationships/image" Target="../media/image1131.png"/><Relationship Id="rId228" Type="http://schemas.openxmlformats.org/officeDocument/2006/relationships/customXml" Target="../ink/ink1112.xml"/><Relationship Id="rId435" Type="http://schemas.openxmlformats.org/officeDocument/2006/relationships/image" Target="../media/image1061.png"/><Relationship Id="rId642" Type="http://schemas.openxmlformats.org/officeDocument/2006/relationships/customXml" Target="../ink/ink1320.xml"/><Relationship Id="rId281" Type="http://schemas.openxmlformats.org/officeDocument/2006/relationships/customXml" Target="../ink/ink1139.xml"/><Relationship Id="rId502" Type="http://schemas.openxmlformats.org/officeDocument/2006/relationships/customXml" Target="../ink/ink1250.xml"/><Relationship Id="rId76" Type="http://schemas.openxmlformats.org/officeDocument/2006/relationships/customXml" Target="../ink/ink1043.xml"/><Relationship Id="rId379" Type="http://schemas.openxmlformats.org/officeDocument/2006/relationships/customXml" Target="../ink/ink1188.xml"/><Relationship Id="rId586" Type="http://schemas.openxmlformats.org/officeDocument/2006/relationships/customXml" Target="../ink/ink1292.xml"/><Relationship Id="rId7" Type="http://schemas.openxmlformats.org/officeDocument/2006/relationships/image" Target="../media/image8260.png"/><Relationship Id="rId239" Type="http://schemas.openxmlformats.org/officeDocument/2006/relationships/image" Target="../media/image964.png"/><Relationship Id="rId446" Type="http://schemas.openxmlformats.org/officeDocument/2006/relationships/customXml" Target="../ink/ink1222.xml"/><Relationship Id="rId653" Type="http://schemas.openxmlformats.org/officeDocument/2006/relationships/image" Target="../media/image1170.png"/><Relationship Id="rId292" Type="http://schemas.openxmlformats.org/officeDocument/2006/relationships/image" Target="../media/image990.png"/><Relationship Id="rId306" Type="http://schemas.openxmlformats.org/officeDocument/2006/relationships/image" Target="../media/image997.png"/><Relationship Id="rId87" Type="http://schemas.openxmlformats.org/officeDocument/2006/relationships/image" Target="../media/image8830.png"/><Relationship Id="rId513" Type="http://schemas.openxmlformats.org/officeDocument/2006/relationships/image" Target="../media/image1100.png"/><Relationship Id="rId597" Type="http://schemas.openxmlformats.org/officeDocument/2006/relationships/image" Target="../media/image1142.png"/><Relationship Id="rId152" Type="http://schemas.openxmlformats.org/officeDocument/2006/relationships/customXml" Target="../ink/ink1074.xml"/><Relationship Id="rId457" Type="http://schemas.openxmlformats.org/officeDocument/2006/relationships/image" Target="../media/image1072.png"/><Relationship Id="rId664" Type="http://schemas.openxmlformats.org/officeDocument/2006/relationships/customXml" Target="../ink/ink1331.xml"/><Relationship Id="rId14" Type="http://schemas.openxmlformats.org/officeDocument/2006/relationships/customXml" Target="../ink/ink1022.xml"/><Relationship Id="rId317" Type="http://schemas.openxmlformats.org/officeDocument/2006/relationships/customXml" Target="../ink/ink1157.xml"/><Relationship Id="rId524" Type="http://schemas.openxmlformats.org/officeDocument/2006/relationships/customXml" Target="../ink/ink1261.xml"/><Relationship Id="rId98" Type="http://schemas.openxmlformats.org/officeDocument/2006/relationships/customXml" Target="../ink/ink1054.xml"/><Relationship Id="rId163" Type="http://schemas.openxmlformats.org/officeDocument/2006/relationships/image" Target="../media/image9260.png"/><Relationship Id="rId370" Type="http://schemas.openxmlformats.org/officeDocument/2006/relationships/image" Target="../media/image1029.png"/><Relationship Id="rId230" Type="http://schemas.openxmlformats.org/officeDocument/2006/relationships/customXml" Target="../ink/ink1113.xml"/><Relationship Id="rId468" Type="http://schemas.openxmlformats.org/officeDocument/2006/relationships/customXml" Target="../ink/ink1233.xml"/><Relationship Id="rId675" Type="http://schemas.openxmlformats.org/officeDocument/2006/relationships/image" Target="../media/image1181.png"/><Relationship Id="rId25" Type="http://schemas.openxmlformats.org/officeDocument/2006/relationships/image" Target="../media/image8500.png"/><Relationship Id="rId328" Type="http://schemas.openxmlformats.org/officeDocument/2006/relationships/image" Target="../media/image1008.png"/><Relationship Id="rId535" Type="http://schemas.openxmlformats.org/officeDocument/2006/relationships/image" Target="../media/image1111.png"/><Relationship Id="rId174" Type="http://schemas.openxmlformats.org/officeDocument/2006/relationships/customXml" Target="../ink/ink1085.xml"/><Relationship Id="rId381" Type="http://schemas.openxmlformats.org/officeDocument/2006/relationships/customXml" Target="../ink/ink1189.xml"/><Relationship Id="rId602" Type="http://schemas.openxmlformats.org/officeDocument/2006/relationships/customXml" Target="../ink/ink1300.xml"/><Relationship Id="rId241" Type="http://schemas.openxmlformats.org/officeDocument/2006/relationships/image" Target="../media/image965.png"/><Relationship Id="rId479" Type="http://schemas.openxmlformats.org/officeDocument/2006/relationships/image" Target="../media/image1083.png"/><Relationship Id="rId686" Type="http://schemas.openxmlformats.org/officeDocument/2006/relationships/customXml" Target="../ink/ink1342.xml"/><Relationship Id="rId36" Type="http://schemas.openxmlformats.org/officeDocument/2006/relationships/customXml" Target="../ink/ink1033.xml"/><Relationship Id="rId339" Type="http://schemas.openxmlformats.org/officeDocument/2006/relationships/customXml" Target="../ink/ink1168.xml"/><Relationship Id="rId546" Type="http://schemas.openxmlformats.org/officeDocument/2006/relationships/customXml" Target="../ink/ink1272.xml"/><Relationship Id="rId101" Type="http://schemas.openxmlformats.org/officeDocument/2006/relationships/image" Target="../media/image8930.png"/><Relationship Id="rId185" Type="http://schemas.openxmlformats.org/officeDocument/2006/relationships/image" Target="../media/image9370.png"/><Relationship Id="rId406" Type="http://schemas.openxmlformats.org/officeDocument/2006/relationships/customXml" Target="../ink/ink1202.xml"/><Relationship Id="rId392" Type="http://schemas.openxmlformats.org/officeDocument/2006/relationships/image" Target="../media/image1040.png"/><Relationship Id="rId613" Type="http://schemas.openxmlformats.org/officeDocument/2006/relationships/image" Target="../media/image1150.png"/><Relationship Id="rId697" Type="http://schemas.openxmlformats.org/officeDocument/2006/relationships/image" Target="../media/image1192.png"/><Relationship Id="rId252" Type="http://schemas.openxmlformats.org/officeDocument/2006/relationships/customXml" Target="../ink/ink1124.xml"/><Relationship Id="rId47" Type="http://schemas.openxmlformats.org/officeDocument/2006/relationships/image" Target="../media/image8610.png"/><Relationship Id="rId112" Type="http://schemas.openxmlformats.org/officeDocument/2006/relationships/customXml" Target="../ink/ink1061.xml"/><Relationship Id="rId557" Type="http://schemas.openxmlformats.org/officeDocument/2006/relationships/image" Target="../media/image1122.png"/><Relationship Id="rId196" Type="http://schemas.openxmlformats.org/officeDocument/2006/relationships/customXml" Target="../ink/ink1096.xml"/><Relationship Id="rId417" Type="http://schemas.openxmlformats.org/officeDocument/2006/relationships/image" Target="../media/image1052.png"/><Relationship Id="rId624" Type="http://schemas.openxmlformats.org/officeDocument/2006/relationships/customXml" Target="../ink/ink1311.xml"/><Relationship Id="rId263" Type="http://schemas.openxmlformats.org/officeDocument/2006/relationships/image" Target="../media/image976.png"/><Relationship Id="rId470" Type="http://schemas.openxmlformats.org/officeDocument/2006/relationships/customXml" Target="../ink/ink1234.xml"/><Relationship Id="rId123" Type="http://schemas.openxmlformats.org/officeDocument/2006/relationships/image" Target="../media/image9060.png"/><Relationship Id="rId330" Type="http://schemas.openxmlformats.org/officeDocument/2006/relationships/image" Target="../media/image1009.png"/><Relationship Id="rId568" Type="http://schemas.openxmlformats.org/officeDocument/2006/relationships/customXml" Target="../ink/ink1283.xml"/><Relationship Id="rId428" Type="http://schemas.openxmlformats.org/officeDocument/2006/relationships/customXml" Target="../ink/ink1213.xml"/><Relationship Id="rId635" Type="http://schemas.openxmlformats.org/officeDocument/2006/relationships/image" Target="../media/image1161.png"/><Relationship Id="rId274" Type="http://schemas.openxmlformats.org/officeDocument/2006/relationships/image" Target="../media/image981.png"/><Relationship Id="rId481" Type="http://schemas.openxmlformats.org/officeDocument/2006/relationships/image" Target="../media/image1084.png"/><Relationship Id="rId702" Type="http://schemas.openxmlformats.org/officeDocument/2006/relationships/customXml" Target="../ink/ink1350.xml"/><Relationship Id="rId134" Type="http://schemas.openxmlformats.org/officeDocument/2006/relationships/customXml" Target="../ink/ink1072.xml"/><Relationship Id="rId579" Type="http://schemas.openxmlformats.org/officeDocument/2006/relationships/image" Target="../media/image1133.png"/><Relationship Id="rId341" Type="http://schemas.openxmlformats.org/officeDocument/2006/relationships/customXml" Target="../ink/ink1169.xml"/><Relationship Id="rId439" Type="http://schemas.openxmlformats.org/officeDocument/2006/relationships/image" Target="../media/image1063.png"/><Relationship Id="rId646" Type="http://schemas.openxmlformats.org/officeDocument/2006/relationships/customXml" Target="../ink/ink1322.xml"/><Relationship Id="rId201" Type="http://schemas.openxmlformats.org/officeDocument/2006/relationships/image" Target="../media/image9450.png"/><Relationship Id="rId243" Type="http://schemas.openxmlformats.org/officeDocument/2006/relationships/image" Target="../media/image966.png"/><Relationship Id="rId285" Type="http://schemas.openxmlformats.org/officeDocument/2006/relationships/customXml" Target="../ink/ink1141.xml"/><Relationship Id="rId450" Type="http://schemas.openxmlformats.org/officeDocument/2006/relationships/customXml" Target="../ink/ink1224.xml"/><Relationship Id="rId506" Type="http://schemas.openxmlformats.org/officeDocument/2006/relationships/customXml" Target="../ink/ink1252.xml"/><Relationship Id="rId688" Type="http://schemas.openxmlformats.org/officeDocument/2006/relationships/customXml" Target="../ink/ink1343.xml"/><Relationship Id="rId38" Type="http://schemas.openxmlformats.org/officeDocument/2006/relationships/customXml" Target="../ink/ink1034.xml"/><Relationship Id="rId103" Type="http://schemas.openxmlformats.org/officeDocument/2006/relationships/image" Target="../media/image8940.png"/><Relationship Id="rId310" Type="http://schemas.openxmlformats.org/officeDocument/2006/relationships/image" Target="../media/image999.png"/><Relationship Id="rId492" Type="http://schemas.openxmlformats.org/officeDocument/2006/relationships/customXml" Target="../ink/ink1245.xml"/><Relationship Id="rId548" Type="http://schemas.openxmlformats.org/officeDocument/2006/relationships/customXml" Target="../ink/ink1273.xml"/><Relationship Id="rId91" Type="http://schemas.openxmlformats.org/officeDocument/2006/relationships/image" Target="../media/image8850.png"/><Relationship Id="rId187" Type="http://schemas.openxmlformats.org/officeDocument/2006/relationships/image" Target="../media/image9380.png"/><Relationship Id="rId352" Type="http://schemas.openxmlformats.org/officeDocument/2006/relationships/image" Target="../media/image1020.png"/><Relationship Id="rId394" Type="http://schemas.openxmlformats.org/officeDocument/2006/relationships/customXml" Target="../ink/ink1196.xml"/><Relationship Id="rId408" Type="http://schemas.openxmlformats.org/officeDocument/2006/relationships/customXml" Target="../ink/ink1203.xml"/><Relationship Id="rId615" Type="http://schemas.openxmlformats.org/officeDocument/2006/relationships/image" Target="../media/image1151.png"/><Relationship Id="rId212" Type="http://schemas.openxmlformats.org/officeDocument/2006/relationships/customXml" Target="../ink/ink1104.xml"/><Relationship Id="rId254" Type="http://schemas.openxmlformats.org/officeDocument/2006/relationships/customXml" Target="../ink/ink1125.xml"/><Relationship Id="rId657" Type="http://schemas.openxmlformats.org/officeDocument/2006/relationships/image" Target="../media/image1172.png"/><Relationship Id="rId699" Type="http://schemas.openxmlformats.org/officeDocument/2006/relationships/image" Target="../media/image1193.png"/><Relationship Id="rId49" Type="http://schemas.openxmlformats.org/officeDocument/2006/relationships/image" Target="../media/image8620.png"/><Relationship Id="rId114" Type="http://schemas.openxmlformats.org/officeDocument/2006/relationships/customXml" Target="../ink/ink1062.xml"/><Relationship Id="rId296" Type="http://schemas.openxmlformats.org/officeDocument/2006/relationships/image" Target="../media/image992.png"/><Relationship Id="rId461" Type="http://schemas.openxmlformats.org/officeDocument/2006/relationships/image" Target="../media/image1074.png"/><Relationship Id="rId517" Type="http://schemas.openxmlformats.org/officeDocument/2006/relationships/image" Target="../media/image1102.png"/><Relationship Id="rId559" Type="http://schemas.openxmlformats.org/officeDocument/2006/relationships/image" Target="../media/image1123.png"/><Relationship Id="rId156" Type="http://schemas.openxmlformats.org/officeDocument/2006/relationships/customXml" Target="../ink/ink1076.xml"/><Relationship Id="rId198" Type="http://schemas.openxmlformats.org/officeDocument/2006/relationships/customXml" Target="../ink/ink1097.xml"/><Relationship Id="rId321" Type="http://schemas.openxmlformats.org/officeDocument/2006/relationships/customXml" Target="../ink/ink1159.xml"/><Relationship Id="rId363" Type="http://schemas.openxmlformats.org/officeDocument/2006/relationships/customXml" Target="../ink/ink1180.xml"/><Relationship Id="rId419" Type="http://schemas.openxmlformats.org/officeDocument/2006/relationships/image" Target="../media/image1053.png"/><Relationship Id="rId570" Type="http://schemas.openxmlformats.org/officeDocument/2006/relationships/customXml" Target="../ink/ink1284.xml"/><Relationship Id="rId626" Type="http://schemas.openxmlformats.org/officeDocument/2006/relationships/customXml" Target="../ink/ink1312.xml"/><Relationship Id="rId223" Type="http://schemas.openxmlformats.org/officeDocument/2006/relationships/image" Target="../media/image9560.png"/><Relationship Id="rId430" Type="http://schemas.openxmlformats.org/officeDocument/2006/relationships/customXml" Target="../ink/ink1214.xml"/><Relationship Id="rId668" Type="http://schemas.openxmlformats.org/officeDocument/2006/relationships/customXml" Target="../ink/ink1333.xml"/><Relationship Id="rId18" Type="http://schemas.openxmlformats.org/officeDocument/2006/relationships/customXml" Target="../ink/ink1024.xml"/><Relationship Id="rId265" Type="http://schemas.openxmlformats.org/officeDocument/2006/relationships/customXml" Target="../ink/ink1131.xml"/><Relationship Id="rId472" Type="http://schemas.openxmlformats.org/officeDocument/2006/relationships/customXml" Target="../ink/ink1235.xml"/><Relationship Id="rId528" Type="http://schemas.openxmlformats.org/officeDocument/2006/relationships/customXml" Target="../ink/ink1263.xml"/><Relationship Id="rId125" Type="http://schemas.openxmlformats.org/officeDocument/2006/relationships/image" Target="../media/image9070.png"/><Relationship Id="rId167" Type="http://schemas.openxmlformats.org/officeDocument/2006/relationships/image" Target="../media/image9280.png"/><Relationship Id="rId332" Type="http://schemas.openxmlformats.org/officeDocument/2006/relationships/image" Target="../media/image1010.png"/><Relationship Id="rId374" Type="http://schemas.openxmlformats.org/officeDocument/2006/relationships/image" Target="../media/image1031.png"/><Relationship Id="rId581" Type="http://schemas.openxmlformats.org/officeDocument/2006/relationships/image" Target="../media/image1134.png"/><Relationship Id="rId71" Type="http://schemas.openxmlformats.org/officeDocument/2006/relationships/image" Target="../media/image8730.png"/><Relationship Id="rId234" Type="http://schemas.openxmlformats.org/officeDocument/2006/relationships/customXml" Target="../ink/ink1115.xml"/><Relationship Id="rId637" Type="http://schemas.openxmlformats.org/officeDocument/2006/relationships/image" Target="../media/image1162.png"/><Relationship Id="rId679" Type="http://schemas.openxmlformats.org/officeDocument/2006/relationships/image" Target="../media/image1183.png"/><Relationship Id="rId2" Type="http://schemas.openxmlformats.org/officeDocument/2006/relationships/customXml" Target="../ink/ink1016.xml"/><Relationship Id="rId29" Type="http://schemas.openxmlformats.org/officeDocument/2006/relationships/image" Target="../media/image8520.png"/><Relationship Id="rId276" Type="http://schemas.openxmlformats.org/officeDocument/2006/relationships/image" Target="../media/image982.png"/><Relationship Id="rId441" Type="http://schemas.openxmlformats.org/officeDocument/2006/relationships/image" Target="../media/image1064.png"/><Relationship Id="rId483" Type="http://schemas.openxmlformats.org/officeDocument/2006/relationships/image" Target="../media/image1085.png"/><Relationship Id="rId539" Type="http://schemas.openxmlformats.org/officeDocument/2006/relationships/image" Target="../media/image1113.png"/><Relationship Id="rId690" Type="http://schemas.openxmlformats.org/officeDocument/2006/relationships/customXml" Target="../ink/ink1344.xml"/><Relationship Id="rId704" Type="http://schemas.openxmlformats.org/officeDocument/2006/relationships/customXml" Target="../ink/ink1351.xml"/><Relationship Id="rId40" Type="http://schemas.openxmlformats.org/officeDocument/2006/relationships/customXml" Target="../ink/ink1035.xml"/><Relationship Id="rId136" Type="http://schemas.openxmlformats.org/officeDocument/2006/relationships/customXml" Target="../ink/ink1073.xml"/><Relationship Id="rId178" Type="http://schemas.openxmlformats.org/officeDocument/2006/relationships/customXml" Target="../ink/ink1087.xml"/><Relationship Id="rId301" Type="http://schemas.openxmlformats.org/officeDocument/2006/relationships/customXml" Target="../ink/ink1149.xml"/><Relationship Id="rId343" Type="http://schemas.openxmlformats.org/officeDocument/2006/relationships/customXml" Target="../ink/ink1170.xml"/><Relationship Id="rId550" Type="http://schemas.openxmlformats.org/officeDocument/2006/relationships/customXml" Target="../ink/ink1274.xml"/><Relationship Id="rId82" Type="http://schemas.openxmlformats.org/officeDocument/2006/relationships/customXml" Target="../ink/ink1046.xml"/><Relationship Id="rId203" Type="http://schemas.openxmlformats.org/officeDocument/2006/relationships/image" Target="../media/image9460.png"/><Relationship Id="rId385" Type="http://schemas.openxmlformats.org/officeDocument/2006/relationships/customXml" Target="../ink/ink1191.xml"/><Relationship Id="rId592" Type="http://schemas.openxmlformats.org/officeDocument/2006/relationships/customXml" Target="../ink/ink1295.xml"/><Relationship Id="rId606" Type="http://schemas.openxmlformats.org/officeDocument/2006/relationships/customXml" Target="../ink/ink1302.xml"/><Relationship Id="rId648" Type="http://schemas.openxmlformats.org/officeDocument/2006/relationships/customXml" Target="../ink/ink1323.xml"/><Relationship Id="rId245" Type="http://schemas.openxmlformats.org/officeDocument/2006/relationships/image" Target="../media/image967.png"/><Relationship Id="rId287" Type="http://schemas.openxmlformats.org/officeDocument/2006/relationships/customXml" Target="../ink/ink1142.xml"/><Relationship Id="rId410" Type="http://schemas.openxmlformats.org/officeDocument/2006/relationships/customXml" Target="../ink/ink1204.xml"/><Relationship Id="rId452" Type="http://schemas.openxmlformats.org/officeDocument/2006/relationships/customXml" Target="../ink/ink1225.xml"/><Relationship Id="rId494" Type="http://schemas.openxmlformats.org/officeDocument/2006/relationships/customXml" Target="../ink/ink1246.xml"/><Relationship Id="rId508" Type="http://schemas.openxmlformats.org/officeDocument/2006/relationships/customXml" Target="../ink/ink1253.xml"/><Relationship Id="rId105" Type="http://schemas.openxmlformats.org/officeDocument/2006/relationships/image" Target="../media/image8950.png"/><Relationship Id="rId312" Type="http://schemas.openxmlformats.org/officeDocument/2006/relationships/image" Target="../media/image1000.png"/><Relationship Id="rId354" Type="http://schemas.openxmlformats.org/officeDocument/2006/relationships/image" Target="../media/image1021.png"/><Relationship Id="rId93" Type="http://schemas.openxmlformats.org/officeDocument/2006/relationships/image" Target="../media/image8860.png"/><Relationship Id="rId189" Type="http://schemas.openxmlformats.org/officeDocument/2006/relationships/image" Target="../media/image9390.png"/><Relationship Id="rId396" Type="http://schemas.openxmlformats.org/officeDocument/2006/relationships/customXml" Target="../ink/ink1197.xml"/><Relationship Id="rId561" Type="http://schemas.openxmlformats.org/officeDocument/2006/relationships/image" Target="../media/image1124.png"/><Relationship Id="rId617" Type="http://schemas.openxmlformats.org/officeDocument/2006/relationships/image" Target="../media/image1152.png"/><Relationship Id="rId659" Type="http://schemas.openxmlformats.org/officeDocument/2006/relationships/image" Target="../media/image1173.png"/><Relationship Id="rId214" Type="http://schemas.openxmlformats.org/officeDocument/2006/relationships/customXml" Target="../ink/ink1105.xml"/><Relationship Id="rId256" Type="http://schemas.openxmlformats.org/officeDocument/2006/relationships/customXml" Target="../ink/ink1126.xml"/><Relationship Id="rId298" Type="http://schemas.openxmlformats.org/officeDocument/2006/relationships/image" Target="../media/image993.png"/><Relationship Id="rId421" Type="http://schemas.openxmlformats.org/officeDocument/2006/relationships/image" Target="../media/image1054.png"/><Relationship Id="rId463" Type="http://schemas.openxmlformats.org/officeDocument/2006/relationships/image" Target="../media/image1075.png"/><Relationship Id="rId519" Type="http://schemas.openxmlformats.org/officeDocument/2006/relationships/image" Target="../media/image1103.png"/><Relationship Id="rId670" Type="http://schemas.openxmlformats.org/officeDocument/2006/relationships/customXml" Target="../ink/ink1334.xml"/><Relationship Id="rId116" Type="http://schemas.openxmlformats.org/officeDocument/2006/relationships/customXml" Target="../ink/ink1063.xml"/><Relationship Id="rId158" Type="http://schemas.openxmlformats.org/officeDocument/2006/relationships/customXml" Target="../ink/ink1077.xml"/><Relationship Id="rId323" Type="http://schemas.openxmlformats.org/officeDocument/2006/relationships/customXml" Target="../ink/ink1160.xml"/><Relationship Id="rId530" Type="http://schemas.openxmlformats.org/officeDocument/2006/relationships/customXml" Target="../ink/ink1264.xml"/><Relationship Id="rId20" Type="http://schemas.openxmlformats.org/officeDocument/2006/relationships/customXml" Target="../ink/ink1025.xml"/><Relationship Id="rId365" Type="http://schemas.openxmlformats.org/officeDocument/2006/relationships/customXml" Target="../ink/ink1181.xml"/><Relationship Id="rId572" Type="http://schemas.openxmlformats.org/officeDocument/2006/relationships/customXml" Target="../ink/ink1285.xml"/><Relationship Id="rId628" Type="http://schemas.openxmlformats.org/officeDocument/2006/relationships/customXml" Target="../ink/ink1313.xml"/><Relationship Id="rId225" Type="http://schemas.openxmlformats.org/officeDocument/2006/relationships/image" Target="../media/image9570.png"/><Relationship Id="rId267" Type="http://schemas.openxmlformats.org/officeDocument/2006/relationships/customXml" Target="../ink/ink1132.xml"/><Relationship Id="rId432" Type="http://schemas.openxmlformats.org/officeDocument/2006/relationships/customXml" Target="../ink/ink1215.xml"/><Relationship Id="rId474" Type="http://schemas.openxmlformats.org/officeDocument/2006/relationships/customXml" Target="../ink/ink1236.xml"/><Relationship Id="rId127" Type="http://schemas.openxmlformats.org/officeDocument/2006/relationships/image" Target="../media/image9080.png"/><Relationship Id="rId681" Type="http://schemas.openxmlformats.org/officeDocument/2006/relationships/image" Target="../media/image1184.png"/><Relationship Id="rId31" Type="http://schemas.openxmlformats.org/officeDocument/2006/relationships/image" Target="../media/image8530.png"/><Relationship Id="rId73" Type="http://schemas.openxmlformats.org/officeDocument/2006/relationships/image" Target="../media/image8740.png"/><Relationship Id="rId169" Type="http://schemas.openxmlformats.org/officeDocument/2006/relationships/image" Target="../media/image9290.png"/><Relationship Id="rId334" Type="http://schemas.openxmlformats.org/officeDocument/2006/relationships/image" Target="../media/image1011.png"/><Relationship Id="rId376" Type="http://schemas.openxmlformats.org/officeDocument/2006/relationships/image" Target="../media/image1032.png"/><Relationship Id="rId541" Type="http://schemas.openxmlformats.org/officeDocument/2006/relationships/image" Target="../media/image1114.png"/><Relationship Id="rId583" Type="http://schemas.openxmlformats.org/officeDocument/2006/relationships/image" Target="../media/image1135.png"/><Relationship Id="rId639" Type="http://schemas.openxmlformats.org/officeDocument/2006/relationships/image" Target="../media/image1163.png"/><Relationship Id="rId4" Type="http://schemas.openxmlformats.org/officeDocument/2006/relationships/customXml" Target="../ink/ink1017.xml"/><Relationship Id="rId180" Type="http://schemas.openxmlformats.org/officeDocument/2006/relationships/customXml" Target="../ink/ink1088.xml"/><Relationship Id="rId236" Type="http://schemas.openxmlformats.org/officeDocument/2006/relationships/customXml" Target="../ink/ink1116.xml"/><Relationship Id="rId278" Type="http://schemas.openxmlformats.org/officeDocument/2006/relationships/image" Target="../media/image983.png"/><Relationship Id="rId401" Type="http://schemas.openxmlformats.org/officeDocument/2006/relationships/image" Target="../media/image1044.png"/><Relationship Id="rId443" Type="http://schemas.openxmlformats.org/officeDocument/2006/relationships/image" Target="../media/image1065.png"/><Relationship Id="rId650" Type="http://schemas.openxmlformats.org/officeDocument/2006/relationships/customXml" Target="../ink/ink1324.xml"/><Relationship Id="rId303" Type="http://schemas.openxmlformats.org/officeDocument/2006/relationships/customXml" Target="../ink/ink1150.xml"/><Relationship Id="rId485" Type="http://schemas.openxmlformats.org/officeDocument/2006/relationships/image" Target="../media/image1086.png"/><Relationship Id="rId692" Type="http://schemas.openxmlformats.org/officeDocument/2006/relationships/customXml" Target="../ink/ink1345.xml"/><Relationship Id="rId706" Type="http://schemas.openxmlformats.org/officeDocument/2006/relationships/customXml" Target="../ink/ink1352.xml"/><Relationship Id="rId42" Type="http://schemas.openxmlformats.org/officeDocument/2006/relationships/customXml" Target="../ink/ink1036.xml"/><Relationship Id="rId84" Type="http://schemas.openxmlformats.org/officeDocument/2006/relationships/customXml" Target="../ink/ink1047.xml"/><Relationship Id="rId345" Type="http://schemas.openxmlformats.org/officeDocument/2006/relationships/customXml" Target="../ink/ink1171.xml"/><Relationship Id="rId387" Type="http://schemas.openxmlformats.org/officeDocument/2006/relationships/customXml" Target="../ink/ink1192.xml"/><Relationship Id="rId510" Type="http://schemas.openxmlformats.org/officeDocument/2006/relationships/customXml" Target="../ink/ink1254.xml"/><Relationship Id="rId552" Type="http://schemas.openxmlformats.org/officeDocument/2006/relationships/customXml" Target="../ink/ink1275.xml"/><Relationship Id="rId594" Type="http://schemas.openxmlformats.org/officeDocument/2006/relationships/customXml" Target="../ink/ink1296.xml"/><Relationship Id="rId608" Type="http://schemas.openxmlformats.org/officeDocument/2006/relationships/customXml" Target="../ink/ink1303.xml"/><Relationship Id="rId191" Type="http://schemas.openxmlformats.org/officeDocument/2006/relationships/image" Target="../media/image9400.png"/><Relationship Id="rId205" Type="http://schemas.openxmlformats.org/officeDocument/2006/relationships/image" Target="../media/image9470.png"/><Relationship Id="rId247" Type="http://schemas.openxmlformats.org/officeDocument/2006/relationships/image" Target="../media/image968.png"/><Relationship Id="rId412" Type="http://schemas.openxmlformats.org/officeDocument/2006/relationships/customXml" Target="../ink/ink1205.xml"/><Relationship Id="rId107" Type="http://schemas.openxmlformats.org/officeDocument/2006/relationships/image" Target="../media/image8960.png"/><Relationship Id="rId289" Type="http://schemas.openxmlformats.org/officeDocument/2006/relationships/customXml" Target="../ink/ink1143.xml"/><Relationship Id="rId454" Type="http://schemas.openxmlformats.org/officeDocument/2006/relationships/customXml" Target="../ink/ink1226.xml"/><Relationship Id="rId496" Type="http://schemas.openxmlformats.org/officeDocument/2006/relationships/customXml" Target="../ink/ink1247.xml"/><Relationship Id="rId661" Type="http://schemas.openxmlformats.org/officeDocument/2006/relationships/image" Target="../media/image1174.png"/><Relationship Id="rId11" Type="http://schemas.openxmlformats.org/officeDocument/2006/relationships/image" Target="../media/image8430.png"/><Relationship Id="rId314" Type="http://schemas.openxmlformats.org/officeDocument/2006/relationships/image" Target="../media/image1001.png"/><Relationship Id="rId356" Type="http://schemas.openxmlformats.org/officeDocument/2006/relationships/image" Target="../media/image1022.png"/><Relationship Id="rId398" Type="http://schemas.openxmlformats.org/officeDocument/2006/relationships/customXml" Target="../ink/ink1198.xml"/><Relationship Id="rId521" Type="http://schemas.openxmlformats.org/officeDocument/2006/relationships/image" Target="../media/image1104.png"/><Relationship Id="rId563" Type="http://schemas.openxmlformats.org/officeDocument/2006/relationships/image" Target="../media/image1125.png"/><Relationship Id="rId619" Type="http://schemas.openxmlformats.org/officeDocument/2006/relationships/image" Target="../media/image1153.png"/><Relationship Id="rId95" Type="http://schemas.openxmlformats.org/officeDocument/2006/relationships/image" Target="../media/image8870.png"/><Relationship Id="rId160" Type="http://schemas.openxmlformats.org/officeDocument/2006/relationships/customXml" Target="../ink/ink1078.xml"/><Relationship Id="rId216" Type="http://schemas.openxmlformats.org/officeDocument/2006/relationships/customXml" Target="../ink/ink1106.xml"/><Relationship Id="rId423" Type="http://schemas.openxmlformats.org/officeDocument/2006/relationships/image" Target="../media/image1055.png"/><Relationship Id="rId258" Type="http://schemas.openxmlformats.org/officeDocument/2006/relationships/customXml" Target="../ink/ink1127.xml"/><Relationship Id="rId465" Type="http://schemas.openxmlformats.org/officeDocument/2006/relationships/image" Target="../media/image1076.png"/><Relationship Id="rId630" Type="http://schemas.openxmlformats.org/officeDocument/2006/relationships/customXml" Target="../ink/ink1314.xml"/><Relationship Id="rId672" Type="http://schemas.openxmlformats.org/officeDocument/2006/relationships/customXml" Target="../ink/ink1335.xml"/><Relationship Id="rId22" Type="http://schemas.openxmlformats.org/officeDocument/2006/relationships/customXml" Target="../ink/ink1026.xml"/><Relationship Id="rId118" Type="http://schemas.openxmlformats.org/officeDocument/2006/relationships/customXml" Target="../ink/ink1064.xml"/><Relationship Id="rId325" Type="http://schemas.openxmlformats.org/officeDocument/2006/relationships/customXml" Target="../ink/ink1161.xml"/><Relationship Id="rId367" Type="http://schemas.openxmlformats.org/officeDocument/2006/relationships/customXml" Target="../ink/ink1182.xml"/><Relationship Id="rId532" Type="http://schemas.openxmlformats.org/officeDocument/2006/relationships/customXml" Target="../ink/ink1265.xml"/><Relationship Id="rId574" Type="http://schemas.openxmlformats.org/officeDocument/2006/relationships/customXml" Target="../ink/ink1286.xml"/><Relationship Id="rId171" Type="http://schemas.openxmlformats.org/officeDocument/2006/relationships/image" Target="../media/image9300.png"/><Relationship Id="rId227" Type="http://schemas.openxmlformats.org/officeDocument/2006/relationships/image" Target="../media/image9580.png"/><Relationship Id="rId269" Type="http://schemas.openxmlformats.org/officeDocument/2006/relationships/customXml" Target="../ink/ink1133.xml"/><Relationship Id="rId434" Type="http://schemas.openxmlformats.org/officeDocument/2006/relationships/customXml" Target="../ink/ink1216.xml"/><Relationship Id="rId476" Type="http://schemas.openxmlformats.org/officeDocument/2006/relationships/customXml" Target="../ink/ink1237.xml"/><Relationship Id="rId641" Type="http://schemas.openxmlformats.org/officeDocument/2006/relationships/image" Target="../media/image1164.png"/><Relationship Id="rId683" Type="http://schemas.openxmlformats.org/officeDocument/2006/relationships/image" Target="../media/image1185.png"/><Relationship Id="rId33" Type="http://schemas.openxmlformats.org/officeDocument/2006/relationships/image" Target="../media/image8540.png"/><Relationship Id="rId129" Type="http://schemas.openxmlformats.org/officeDocument/2006/relationships/image" Target="../media/image9090.png"/><Relationship Id="rId280" Type="http://schemas.openxmlformats.org/officeDocument/2006/relationships/image" Target="../media/image984.png"/><Relationship Id="rId336" Type="http://schemas.openxmlformats.org/officeDocument/2006/relationships/image" Target="../media/image1012.png"/><Relationship Id="rId501" Type="http://schemas.openxmlformats.org/officeDocument/2006/relationships/image" Target="../media/image1094.png"/><Relationship Id="rId543" Type="http://schemas.openxmlformats.org/officeDocument/2006/relationships/image" Target="../media/image1115.png"/><Relationship Id="rId75" Type="http://schemas.openxmlformats.org/officeDocument/2006/relationships/image" Target="../media/image8750.png"/><Relationship Id="rId182" Type="http://schemas.openxmlformats.org/officeDocument/2006/relationships/customXml" Target="../ink/ink1089.xml"/><Relationship Id="rId378" Type="http://schemas.openxmlformats.org/officeDocument/2006/relationships/image" Target="../media/image1033.png"/><Relationship Id="rId403" Type="http://schemas.openxmlformats.org/officeDocument/2006/relationships/image" Target="../media/image1045.png"/><Relationship Id="rId585" Type="http://schemas.openxmlformats.org/officeDocument/2006/relationships/image" Target="../media/image1136.png"/><Relationship Id="rId6" Type="http://schemas.openxmlformats.org/officeDocument/2006/relationships/customXml" Target="../ink/ink1018.xml"/><Relationship Id="rId238" Type="http://schemas.openxmlformats.org/officeDocument/2006/relationships/customXml" Target="../ink/ink1117.xml"/><Relationship Id="rId445" Type="http://schemas.openxmlformats.org/officeDocument/2006/relationships/image" Target="../media/image1066.png"/><Relationship Id="rId487" Type="http://schemas.openxmlformats.org/officeDocument/2006/relationships/image" Target="../media/image1087.png"/><Relationship Id="rId610" Type="http://schemas.openxmlformats.org/officeDocument/2006/relationships/customXml" Target="../ink/ink1304.xml"/><Relationship Id="rId652" Type="http://schemas.openxmlformats.org/officeDocument/2006/relationships/customXml" Target="../ink/ink1325.xml"/><Relationship Id="rId694" Type="http://schemas.openxmlformats.org/officeDocument/2006/relationships/customXml" Target="../ink/ink1346.xml"/><Relationship Id="rId291" Type="http://schemas.openxmlformats.org/officeDocument/2006/relationships/customXml" Target="../ink/ink1144.xml"/><Relationship Id="rId305" Type="http://schemas.openxmlformats.org/officeDocument/2006/relationships/customXml" Target="../ink/ink1151.xml"/><Relationship Id="rId347" Type="http://schemas.openxmlformats.org/officeDocument/2006/relationships/customXml" Target="../ink/ink1172.xml"/><Relationship Id="rId512" Type="http://schemas.openxmlformats.org/officeDocument/2006/relationships/customXml" Target="../ink/ink1255.xml"/><Relationship Id="rId44" Type="http://schemas.openxmlformats.org/officeDocument/2006/relationships/customXml" Target="../ink/ink1037.xml"/><Relationship Id="rId86" Type="http://schemas.openxmlformats.org/officeDocument/2006/relationships/customXml" Target="../ink/ink1048.xml"/><Relationship Id="rId151" Type="http://schemas.openxmlformats.org/officeDocument/2006/relationships/image" Target="../media/image9200.png"/><Relationship Id="rId389" Type="http://schemas.openxmlformats.org/officeDocument/2006/relationships/customXml" Target="../ink/ink1193.xml"/><Relationship Id="rId554" Type="http://schemas.openxmlformats.org/officeDocument/2006/relationships/customXml" Target="../ink/ink1276.xml"/><Relationship Id="rId596" Type="http://schemas.openxmlformats.org/officeDocument/2006/relationships/customXml" Target="../ink/ink1297.xml"/><Relationship Id="rId193" Type="http://schemas.openxmlformats.org/officeDocument/2006/relationships/image" Target="../media/image9410.png"/><Relationship Id="rId207" Type="http://schemas.openxmlformats.org/officeDocument/2006/relationships/image" Target="../media/image9480.png"/><Relationship Id="rId249" Type="http://schemas.openxmlformats.org/officeDocument/2006/relationships/image" Target="../media/image969.png"/><Relationship Id="rId414" Type="http://schemas.openxmlformats.org/officeDocument/2006/relationships/customXml" Target="../ink/ink1206.xml"/><Relationship Id="rId456" Type="http://schemas.openxmlformats.org/officeDocument/2006/relationships/customXml" Target="../ink/ink1227.xml"/><Relationship Id="rId498" Type="http://schemas.openxmlformats.org/officeDocument/2006/relationships/customXml" Target="../ink/ink1248.xml"/><Relationship Id="rId621" Type="http://schemas.openxmlformats.org/officeDocument/2006/relationships/image" Target="../media/image1154.png"/><Relationship Id="rId663" Type="http://schemas.openxmlformats.org/officeDocument/2006/relationships/image" Target="../media/image1175.png"/><Relationship Id="rId13" Type="http://schemas.openxmlformats.org/officeDocument/2006/relationships/image" Target="../media/image8440.png"/><Relationship Id="rId109" Type="http://schemas.openxmlformats.org/officeDocument/2006/relationships/image" Target="../media/image8970.png"/><Relationship Id="rId260" Type="http://schemas.openxmlformats.org/officeDocument/2006/relationships/customXml" Target="../ink/ink1128.xml"/><Relationship Id="rId316" Type="http://schemas.openxmlformats.org/officeDocument/2006/relationships/image" Target="../media/image1002.png"/><Relationship Id="rId523" Type="http://schemas.openxmlformats.org/officeDocument/2006/relationships/image" Target="../media/image1105.png"/><Relationship Id="rId97" Type="http://schemas.openxmlformats.org/officeDocument/2006/relationships/image" Target="../media/image8880.png"/><Relationship Id="rId120" Type="http://schemas.openxmlformats.org/officeDocument/2006/relationships/customXml" Target="../ink/ink1065.xml"/><Relationship Id="rId358" Type="http://schemas.openxmlformats.org/officeDocument/2006/relationships/image" Target="../media/image1023.png"/><Relationship Id="rId565" Type="http://schemas.openxmlformats.org/officeDocument/2006/relationships/image" Target="../media/image1126.png"/><Relationship Id="rId162" Type="http://schemas.openxmlformats.org/officeDocument/2006/relationships/customXml" Target="../ink/ink1079.xml"/><Relationship Id="rId218" Type="http://schemas.openxmlformats.org/officeDocument/2006/relationships/customXml" Target="../ink/ink1107.xml"/><Relationship Id="rId425" Type="http://schemas.openxmlformats.org/officeDocument/2006/relationships/image" Target="../media/image1056.png"/><Relationship Id="rId467" Type="http://schemas.openxmlformats.org/officeDocument/2006/relationships/image" Target="../media/image1077.png"/><Relationship Id="rId632" Type="http://schemas.openxmlformats.org/officeDocument/2006/relationships/customXml" Target="../ink/ink1315.xml"/><Relationship Id="rId271" Type="http://schemas.openxmlformats.org/officeDocument/2006/relationships/customXml" Target="../ink/ink1134.xml"/><Relationship Id="rId674" Type="http://schemas.openxmlformats.org/officeDocument/2006/relationships/customXml" Target="../ink/ink1336.xml"/><Relationship Id="rId24" Type="http://schemas.openxmlformats.org/officeDocument/2006/relationships/customXml" Target="../ink/ink1027.xml"/><Relationship Id="rId131" Type="http://schemas.openxmlformats.org/officeDocument/2006/relationships/image" Target="../media/image9100.png"/><Relationship Id="rId327" Type="http://schemas.openxmlformats.org/officeDocument/2006/relationships/customXml" Target="../ink/ink1162.xml"/><Relationship Id="rId369" Type="http://schemas.openxmlformats.org/officeDocument/2006/relationships/customXml" Target="../ink/ink1183.xml"/><Relationship Id="rId534" Type="http://schemas.openxmlformats.org/officeDocument/2006/relationships/customXml" Target="../ink/ink1266.xml"/><Relationship Id="rId576" Type="http://schemas.openxmlformats.org/officeDocument/2006/relationships/customXml" Target="../ink/ink1287.xml"/><Relationship Id="rId173" Type="http://schemas.openxmlformats.org/officeDocument/2006/relationships/image" Target="../media/image9310.png"/><Relationship Id="rId229" Type="http://schemas.openxmlformats.org/officeDocument/2006/relationships/image" Target="../media/image9590.png"/><Relationship Id="rId380" Type="http://schemas.openxmlformats.org/officeDocument/2006/relationships/image" Target="../media/image1034.png"/><Relationship Id="rId436" Type="http://schemas.openxmlformats.org/officeDocument/2006/relationships/customXml" Target="../ink/ink1217.xml"/><Relationship Id="rId601" Type="http://schemas.openxmlformats.org/officeDocument/2006/relationships/image" Target="../media/image1144.png"/><Relationship Id="rId643" Type="http://schemas.openxmlformats.org/officeDocument/2006/relationships/image" Target="../media/image1165.png"/><Relationship Id="rId240" Type="http://schemas.openxmlformats.org/officeDocument/2006/relationships/customXml" Target="../ink/ink1118.xml"/><Relationship Id="rId478" Type="http://schemas.openxmlformats.org/officeDocument/2006/relationships/customXml" Target="../ink/ink1238.xml"/><Relationship Id="rId685" Type="http://schemas.openxmlformats.org/officeDocument/2006/relationships/image" Target="../media/image1186.png"/><Relationship Id="rId35" Type="http://schemas.openxmlformats.org/officeDocument/2006/relationships/image" Target="../media/image8550.png"/><Relationship Id="rId77" Type="http://schemas.openxmlformats.org/officeDocument/2006/relationships/image" Target="../media/image8760.png"/><Relationship Id="rId100" Type="http://schemas.openxmlformats.org/officeDocument/2006/relationships/customXml" Target="../ink/ink1055.xml"/><Relationship Id="rId282" Type="http://schemas.openxmlformats.org/officeDocument/2006/relationships/image" Target="../media/image985.png"/><Relationship Id="rId338" Type="http://schemas.openxmlformats.org/officeDocument/2006/relationships/image" Target="../media/image1013.png"/><Relationship Id="rId503" Type="http://schemas.openxmlformats.org/officeDocument/2006/relationships/image" Target="../media/image1095.png"/><Relationship Id="rId545" Type="http://schemas.openxmlformats.org/officeDocument/2006/relationships/image" Target="../media/image1116.png"/><Relationship Id="rId587" Type="http://schemas.openxmlformats.org/officeDocument/2006/relationships/image" Target="../media/image1137.png"/><Relationship Id="rId8" Type="http://schemas.openxmlformats.org/officeDocument/2006/relationships/customXml" Target="../ink/ink1019.xml"/><Relationship Id="rId184" Type="http://schemas.openxmlformats.org/officeDocument/2006/relationships/customXml" Target="../ink/ink1090.xml"/><Relationship Id="rId391" Type="http://schemas.openxmlformats.org/officeDocument/2006/relationships/customXml" Target="../ink/ink1194.xml"/><Relationship Id="rId405" Type="http://schemas.openxmlformats.org/officeDocument/2006/relationships/image" Target="../media/image1046.png"/><Relationship Id="rId447" Type="http://schemas.openxmlformats.org/officeDocument/2006/relationships/image" Target="../media/image1067.png"/><Relationship Id="rId612" Type="http://schemas.openxmlformats.org/officeDocument/2006/relationships/customXml" Target="../ink/ink1305.xml"/><Relationship Id="rId251" Type="http://schemas.openxmlformats.org/officeDocument/2006/relationships/image" Target="../media/image970.png"/><Relationship Id="rId489" Type="http://schemas.openxmlformats.org/officeDocument/2006/relationships/image" Target="../media/image1088.png"/><Relationship Id="rId654" Type="http://schemas.openxmlformats.org/officeDocument/2006/relationships/customXml" Target="../ink/ink1326.xml"/><Relationship Id="rId696" Type="http://schemas.openxmlformats.org/officeDocument/2006/relationships/customXml" Target="../ink/ink1347.xml"/><Relationship Id="rId46" Type="http://schemas.openxmlformats.org/officeDocument/2006/relationships/customXml" Target="../ink/ink1038.xml"/><Relationship Id="rId293" Type="http://schemas.openxmlformats.org/officeDocument/2006/relationships/customXml" Target="../ink/ink1145.xml"/><Relationship Id="rId307" Type="http://schemas.openxmlformats.org/officeDocument/2006/relationships/customXml" Target="../ink/ink1152.xml"/><Relationship Id="rId349" Type="http://schemas.openxmlformats.org/officeDocument/2006/relationships/customXml" Target="../ink/ink1173.xml"/><Relationship Id="rId514" Type="http://schemas.openxmlformats.org/officeDocument/2006/relationships/customXml" Target="../ink/ink1256.xml"/><Relationship Id="rId556" Type="http://schemas.openxmlformats.org/officeDocument/2006/relationships/customXml" Target="../ink/ink1277.xml"/><Relationship Id="rId88" Type="http://schemas.openxmlformats.org/officeDocument/2006/relationships/customXml" Target="../ink/ink1049.xml"/><Relationship Id="rId111" Type="http://schemas.openxmlformats.org/officeDocument/2006/relationships/image" Target="../media/image8980.png"/><Relationship Id="rId153" Type="http://schemas.openxmlformats.org/officeDocument/2006/relationships/image" Target="../media/image9210.png"/><Relationship Id="rId195" Type="http://schemas.openxmlformats.org/officeDocument/2006/relationships/image" Target="../media/image9420.png"/><Relationship Id="rId209" Type="http://schemas.openxmlformats.org/officeDocument/2006/relationships/image" Target="../media/image9490.png"/><Relationship Id="rId360" Type="http://schemas.openxmlformats.org/officeDocument/2006/relationships/image" Target="../media/image1024.png"/><Relationship Id="rId416" Type="http://schemas.openxmlformats.org/officeDocument/2006/relationships/customXml" Target="../ink/ink1207.xml"/><Relationship Id="rId598" Type="http://schemas.openxmlformats.org/officeDocument/2006/relationships/customXml" Target="../ink/ink1298.xml"/><Relationship Id="rId220" Type="http://schemas.openxmlformats.org/officeDocument/2006/relationships/customXml" Target="../ink/ink1108.xml"/><Relationship Id="rId458" Type="http://schemas.openxmlformats.org/officeDocument/2006/relationships/customXml" Target="../ink/ink1228.xml"/><Relationship Id="rId623" Type="http://schemas.openxmlformats.org/officeDocument/2006/relationships/image" Target="../media/image1155.png"/><Relationship Id="rId665" Type="http://schemas.openxmlformats.org/officeDocument/2006/relationships/image" Target="../media/image1176.png"/><Relationship Id="rId15" Type="http://schemas.openxmlformats.org/officeDocument/2006/relationships/image" Target="../media/image8450.png"/><Relationship Id="rId262" Type="http://schemas.openxmlformats.org/officeDocument/2006/relationships/customXml" Target="../ink/ink1129.xml"/><Relationship Id="rId318" Type="http://schemas.openxmlformats.org/officeDocument/2006/relationships/image" Target="../media/image1003.png"/><Relationship Id="rId525" Type="http://schemas.openxmlformats.org/officeDocument/2006/relationships/image" Target="../media/image1106.png"/><Relationship Id="rId567" Type="http://schemas.openxmlformats.org/officeDocument/2006/relationships/image" Target="../media/image1127.png"/><Relationship Id="rId99" Type="http://schemas.openxmlformats.org/officeDocument/2006/relationships/image" Target="../media/image8890.png"/><Relationship Id="rId122" Type="http://schemas.openxmlformats.org/officeDocument/2006/relationships/customXml" Target="../ink/ink1066.xml"/><Relationship Id="rId164" Type="http://schemas.openxmlformats.org/officeDocument/2006/relationships/customXml" Target="../ink/ink1080.xml"/><Relationship Id="rId371" Type="http://schemas.openxmlformats.org/officeDocument/2006/relationships/customXml" Target="../ink/ink1184.xml"/><Relationship Id="rId427" Type="http://schemas.openxmlformats.org/officeDocument/2006/relationships/image" Target="../media/image1057.png"/><Relationship Id="rId469" Type="http://schemas.openxmlformats.org/officeDocument/2006/relationships/image" Target="../media/image1078.png"/><Relationship Id="rId634" Type="http://schemas.openxmlformats.org/officeDocument/2006/relationships/customXml" Target="../ink/ink1316.xml"/><Relationship Id="rId676" Type="http://schemas.openxmlformats.org/officeDocument/2006/relationships/customXml" Target="../ink/ink1337.xml"/><Relationship Id="rId26" Type="http://schemas.openxmlformats.org/officeDocument/2006/relationships/customXml" Target="../ink/ink1028.xml"/><Relationship Id="rId231" Type="http://schemas.openxmlformats.org/officeDocument/2006/relationships/image" Target="../media/image9600.png"/><Relationship Id="rId273" Type="http://schemas.openxmlformats.org/officeDocument/2006/relationships/customXml" Target="../ink/ink1135.xml"/><Relationship Id="rId329" Type="http://schemas.openxmlformats.org/officeDocument/2006/relationships/customXml" Target="../ink/ink1163.xml"/><Relationship Id="rId480" Type="http://schemas.openxmlformats.org/officeDocument/2006/relationships/customXml" Target="../ink/ink1239.xml"/><Relationship Id="rId536" Type="http://schemas.openxmlformats.org/officeDocument/2006/relationships/customXml" Target="../ink/ink1267.xml"/><Relationship Id="rId701" Type="http://schemas.openxmlformats.org/officeDocument/2006/relationships/image" Target="../media/image1194.png"/><Relationship Id="rId133" Type="http://schemas.openxmlformats.org/officeDocument/2006/relationships/image" Target="../media/image9110.png"/><Relationship Id="rId175" Type="http://schemas.openxmlformats.org/officeDocument/2006/relationships/image" Target="../media/image9320.png"/><Relationship Id="rId340" Type="http://schemas.openxmlformats.org/officeDocument/2006/relationships/image" Target="../media/image1014.png"/><Relationship Id="rId578" Type="http://schemas.openxmlformats.org/officeDocument/2006/relationships/customXml" Target="../ink/ink1288.xml"/><Relationship Id="rId200" Type="http://schemas.openxmlformats.org/officeDocument/2006/relationships/customXml" Target="../ink/ink1098.xml"/><Relationship Id="rId382" Type="http://schemas.openxmlformats.org/officeDocument/2006/relationships/image" Target="../media/image1035.png"/><Relationship Id="rId438" Type="http://schemas.openxmlformats.org/officeDocument/2006/relationships/customXml" Target="../ink/ink1218.xml"/><Relationship Id="rId603" Type="http://schemas.openxmlformats.org/officeDocument/2006/relationships/image" Target="../media/image1145.png"/><Relationship Id="rId645" Type="http://schemas.openxmlformats.org/officeDocument/2006/relationships/image" Target="../media/image1166.png"/><Relationship Id="rId687" Type="http://schemas.openxmlformats.org/officeDocument/2006/relationships/image" Target="../media/image1187.png"/><Relationship Id="rId242" Type="http://schemas.openxmlformats.org/officeDocument/2006/relationships/customXml" Target="../ink/ink1119.xml"/><Relationship Id="rId284" Type="http://schemas.openxmlformats.org/officeDocument/2006/relationships/image" Target="../media/image986.png"/><Relationship Id="rId491" Type="http://schemas.openxmlformats.org/officeDocument/2006/relationships/image" Target="../media/image1089.png"/><Relationship Id="rId505" Type="http://schemas.openxmlformats.org/officeDocument/2006/relationships/image" Target="../media/image1096.png"/><Relationship Id="rId37" Type="http://schemas.openxmlformats.org/officeDocument/2006/relationships/image" Target="../media/image8560.png"/><Relationship Id="rId79" Type="http://schemas.openxmlformats.org/officeDocument/2006/relationships/image" Target="../media/image8770.png"/><Relationship Id="rId102" Type="http://schemas.openxmlformats.org/officeDocument/2006/relationships/customXml" Target="../ink/ink1056.xml"/><Relationship Id="rId547" Type="http://schemas.openxmlformats.org/officeDocument/2006/relationships/image" Target="../media/image1117.png"/><Relationship Id="rId589" Type="http://schemas.openxmlformats.org/officeDocument/2006/relationships/image" Target="../media/image1138.png"/><Relationship Id="rId90" Type="http://schemas.openxmlformats.org/officeDocument/2006/relationships/customXml" Target="../ink/ink1050.xml"/><Relationship Id="rId186" Type="http://schemas.openxmlformats.org/officeDocument/2006/relationships/customXml" Target="../ink/ink1091.xml"/><Relationship Id="rId351" Type="http://schemas.openxmlformats.org/officeDocument/2006/relationships/customXml" Target="../ink/ink1174.xml"/><Relationship Id="rId393" Type="http://schemas.openxmlformats.org/officeDocument/2006/relationships/customXml" Target="../ink/ink1195.xml"/><Relationship Id="rId407" Type="http://schemas.openxmlformats.org/officeDocument/2006/relationships/image" Target="../media/image1047.png"/><Relationship Id="rId449" Type="http://schemas.openxmlformats.org/officeDocument/2006/relationships/image" Target="../media/image1068.png"/><Relationship Id="rId614" Type="http://schemas.openxmlformats.org/officeDocument/2006/relationships/customXml" Target="../ink/ink1306.xml"/><Relationship Id="rId656" Type="http://schemas.openxmlformats.org/officeDocument/2006/relationships/customXml" Target="../ink/ink1327.xml"/><Relationship Id="rId211" Type="http://schemas.openxmlformats.org/officeDocument/2006/relationships/image" Target="../media/image9500.png"/><Relationship Id="rId253" Type="http://schemas.openxmlformats.org/officeDocument/2006/relationships/image" Target="../media/image971.png"/><Relationship Id="rId295" Type="http://schemas.openxmlformats.org/officeDocument/2006/relationships/customXml" Target="../ink/ink1146.xml"/><Relationship Id="rId309" Type="http://schemas.openxmlformats.org/officeDocument/2006/relationships/customXml" Target="../ink/ink1153.xml"/><Relationship Id="rId460" Type="http://schemas.openxmlformats.org/officeDocument/2006/relationships/customXml" Target="../ink/ink1229.xml"/><Relationship Id="rId516" Type="http://schemas.openxmlformats.org/officeDocument/2006/relationships/customXml" Target="../ink/ink1257.xml"/><Relationship Id="rId698" Type="http://schemas.openxmlformats.org/officeDocument/2006/relationships/customXml" Target="../ink/ink1348.xml"/><Relationship Id="rId48" Type="http://schemas.openxmlformats.org/officeDocument/2006/relationships/customXml" Target="../ink/ink1039.xml"/><Relationship Id="rId113" Type="http://schemas.openxmlformats.org/officeDocument/2006/relationships/image" Target="../media/image8990.png"/><Relationship Id="rId320" Type="http://schemas.openxmlformats.org/officeDocument/2006/relationships/image" Target="../media/image1004.png"/><Relationship Id="rId558" Type="http://schemas.openxmlformats.org/officeDocument/2006/relationships/customXml" Target="../ink/ink1278.xml"/><Relationship Id="rId155" Type="http://schemas.openxmlformats.org/officeDocument/2006/relationships/image" Target="../media/image9220.png"/><Relationship Id="rId197" Type="http://schemas.openxmlformats.org/officeDocument/2006/relationships/image" Target="../media/image943.png"/><Relationship Id="rId362" Type="http://schemas.openxmlformats.org/officeDocument/2006/relationships/image" Target="../media/image1025.png"/><Relationship Id="rId418" Type="http://schemas.openxmlformats.org/officeDocument/2006/relationships/customXml" Target="../ink/ink1208.xml"/><Relationship Id="rId625" Type="http://schemas.openxmlformats.org/officeDocument/2006/relationships/image" Target="../media/image1156.png"/><Relationship Id="rId222" Type="http://schemas.openxmlformats.org/officeDocument/2006/relationships/customXml" Target="../ink/ink1109.xml"/><Relationship Id="rId264" Type="http://schemas.openxmlformats.org/officeDocument/2006/relationships/customXml" Target="../ink/ink1130.xml"/><Relationship Id="rId471" Type="http://schemas.openxmlformats.org/officeDocument/2006/relationships/image" Target="../media/image1079.png"/><Relationship Id="rId667" Type="http://schemas.openxmlformats.org/officeDocument/2006/relationships/image" Target="../media/image1177.png"/><Relationship Id="rId17" Type="http://schemas.openxmlformats.org/officeDocument/2006/relationships/image" Target="../media/image8460.png"/><Relationship Id="rId124" Type="http://schemas.openxmlformats.org/officeDocument/2006/relationships/customXml" Target="../ink/ink1067.xml"/><Relationship Id="rId527" Type="http://schemas.openxmlformats.org/officeDocument/2006/relationships/image" Target="../media/image1107.png"/><Relationship Id="rId569" Type="http://schemas.openxmlformats.org/officeDocument/2006/relationships/image" Target="../media/image1128.png"/><Relationship Id="rId166" Type="http://schemas.openxmlformats.org/officeDocument/2006/relationships/customXml" Target="../ink/ink1081.xml"/><Relationship Id="rId331" Type="http://schemas.openxmlformats.org/officeDocument/2006/relationships/customXml" Target="../ink/ink1164.xml"/><Relationship Id="rId373" Type="http://schemas.openxmlformats.org/officeDocument/2006/relationships/customXml" Target="../ink/ink1185.xml"/><Relationship Id="rId429" Type="http://schemas.openxmlformats.org/officeDocument/2006/relationships/image" Target="../media/image1058.png"/><Relationship Id="rId580" Type="http://schemas.openxmlformats.org/officeDocument/2006/relationships/customXml" Target="../ink/ink1289.xml"/><Relationship Id="rId636" Type="http://schemas.openxmlformats.org/officeDocument/2006/relationships/customXml" Target="../ink/ink1317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961.png"/><Relationship Id="rId440" Type="http://schemas.openxmlformats.org/officeDocument/2006/relationships/customXml" Target="../ink/ink1219.xml"/><Relationship Id="rId678" Type="http://schemas.openxmlformats.org/officeDocument/2006/relationships/customXml" Target="../ink/ink1338.xml"/><Relationship Id="rId28" Type="http://schemas.openxmlformats.org/officeDocument/2006/relationships/customXml" Target="../ink/ink1029.xml"/><Relationship Id="rId275" Type="http://schemas.openxmlformats.org/officeDocument/2006/relationships/customXml" Target="../ink/ink1136.xml"/><Relationship Id="rId300" Type="http://schemas.openxmlformats.org/officeDocument/2006/relationships/image" Target="../media/image994.png"/><Relationship Id="rId482" Type="http://schemas.openxmlformats.org/officeDocument/2006/relationships/customXml" Target="../ink/ink1240.xml"/><Relationship Id="rId538" Type="http://schemas.openxmlformats.org/officeDocument/2006/relationships/customXml" Target="../ink/ink1268.xml"/><Relationship Id="rId703" Type="http://schemas.openxmlformats.org/officeDocument/2006/relationships/image" Target="../media/image1195.png"/><Relationship Id="rId81" Type="http://schemas.openxmlformats.org/officeDocument/2006/relationships/image" Target="../media/image8780.png"/><Relationship Id="rId135" Type="http://schemas.openxmlformats.org/officeDocument/2006/relationships/image" Target="../media/image9120.png"/><Relationship Id="rId177" Type="http://schemas.openxmlformats.org/officeDocument/2006/relationships/image" Target="../media/image9330.png"/><Relationship Id="rId342" Type="http://schemas.openxmlformats.org/officeDocument/2006/relationships/image" Target="../media/image1015.png"/><Relationship Id="rId384" Type="http://schemas.openxmlformats.org/officeDocument/2006/relationships/image" Target="../media/image1036.png"/><Relationship Id="rId591" Type="http://schemas.openxmlformats.org/officeDocument/2006/relationships/image" Target="../media/image1139.png"/><Relationship Id="rId605" Type="http://schemas.openxmlformats.org/officeDocument/2006/relationships/image" Target="../media/image1146.png"/><Relationship Id="rId202" Type="http://schemas.openxmlformats.org/officeDocument/2006/relationships/customXml" Target="../ink/ink1099.xml"/><Relationship Id="rId244" Type="http://schemas.openxmlformats.org/officeDocument/2006/relationships/customXml" Target="../ink/ink1120.xml"/><Relationship Id="rId647" Type="http://schemas.openxmlformats.org/officeDocument/2006/relationships/image" Target="../media/image1167.png"/><Relationship Id="rId689" Type="http://schemas.openxmlformats.org/officeDocument/2006/relationships/image" Target="../media/image1188.png"/><Relationship Id="rId39" Type="http://schemas.openxmlformats.org/officeDocument/2006/relationships/image" Target="../media/image8570.png"/><Relationship Id="rId286" Type="http://schemas.openxmlformats.org/officeDocument/2006/relationships/image" Target="../media/image987.png"/><Relationship Id="rId451" Type="http://schemas.openxmlformats.org/officeDocument/2006/relationships/image" Target="../media/image1069.png"/><Relationship Id="rId493" Type="http://schemas.openxmlformats.org/officeDocument/2006/relationships/image" Target="../media/image1090.png"/><Relationship Id="rId507" Type="http://schemas.openxmlformats.org/officeDocument/2006/relationships/image" Target="../media/image1097.png"/><Relationship Id="rId549" Type="http://schemas.openxmlformats.org/officeDocument/2006/relationships/image" Target="../media/image1118.png"/><Relationship Id="rId50" Type="http://schemas.openxmlformats.org/officeDocument/2006/relationships/customXml" Target="../ink/ink1040.xml"/><Relationship Id="rId104" Type="http://schemas.openxmlformats.org/officeDocument/2006/relationships/customXml" Target="../ink/ink1057.xml"/><Relationship Id="rId188" Type="http://schemas.openxmlformats.org/officeDocument/2006/relationships/customXml" Target="../ink/ink1092.xml"/><Relationship Id="rId311" Type="http://schemas.openxmlformats.org/officeDocument/2006/relationships/customXml" Target="../ink/ink1154.xml"/><Relationship Id="rId353" Type="http://schemas.openxmlformats.org/officeDocument/2006/relationships/customXml" Target="../ink/ink1175.xml"/><Relationship Id="rId395" Type="http://schemas.openxmlformats.org/officeDocument/2006/relationships/image" Target="../media/image1041.png"/><Relationship Id="rId409" Type="http://schemas.openxmlformats.org/officeDocument/2006/relationships/image" Target="../media/image1048.png"/><Relationship Id="rId560" Type="http://schemas.openxmlformats.org/officeDocument/2006/relationships/customXml" Target="../ink/ink1279.xml"/><Relationship Id="rId92" Type="http://schemas.openxmlformats.org/officeDocument/2006/relationships/customXml" Target="../ink/ink1051.xml"/><Relationship Id="rId213" Type="http://schemas.openxmlformats.org/officeDocument/2006/relationships/image" Target="../media/image9510.png"/><Relationship Id="rId420" Type="http://schemas.openxmlformats.org/officeDocument/2006/relationships/customXml" Target="../ink/ink1209.xml"/><Relationship Id="rId616" Type="http://schemas.openxmlformats.org/officeDocument/2006/relationships/customXml" Target="../ink/ink1307.xml"/><Relationship Id="rId658" Type="http://schemas.openxmlformats.org/officeDocument/2006/relationships/customXml" Target="../ink/ink1328.xml"/><Relationship Id="rId255" Type="http://schemas.openxmlformats.org/officeDocument/2006/relationships/image" Target="../media/image972.png"/><Relationship Id="rId297" Type="http://schemas.openxmlformats.org/officeDocument/2006/relationships/customXml" Target="../ink/ink1147.xml"/><Relationship Id="rId462" Type="http://schemas.openxmlformats.org/officeDocument/2006/relationships/customXml" Target="../ink/ink1230.xml"/><Relationship Id="rId518" Type="http://schemas.openxmlformats.org/officeDocument/2006/relationships/customXml" Target="../ink/ink1258.xml"/><Relationship Id="rId115" Type="http://schemas.openxmlformats.org/officeDocument/2006/relationships/image" Target="../media/image9000.png"/><Relationship Id="rId157" Type="http://schemas.openxmlformats.org/officeDocument/2006/relationships/image" Target="../media/image9230.png"/><Relationship Id="rId322" Type="http://schemas.openxmlformats.org/officeDocument/2006/relationships/image" Target="../media/image1005.png"/><Relationship Id="rId364" Type="http://schemas.openxmlformats.org/officeDocument/2006/relationships/image" Target="../media/image1026.png"/><Relationship Id="rId199" Type="http://schemas.openxmlformats.org/officeDocument/2006/relationships/image" Target="../media/image9440.png"/><Relationship Id="rId571" Type="http://schemas.openxmlformats.org/officeDocument/2006/relationships/image" Target="../media/image1129.png"/><Relationship Id="rId627" Type="http://schemas.openxmlformats.org/officeDocument/2006/relationships/image" Target="../media/image1157.png"/><Relationship Id="rId669" Type="http://schemas.openxmlformats.org/officeDocument/2006/relationships/image" Target="../media/image1178.png"/><Relationship Id="rId19" Type="http://schemas.openxmlformats.org/officeDocument/2006/relationships/image" Target="../media/image8470.png"/><Relationship Id="rId224" Type="http://schemas.openxmlformats.org/officeDocument/2006/relationships/customXml" Target="../ink/ink1110.xml"/><Relationship Id="rId266" Type="http://schemas.openxmlformats.org/officeDocument/2006/relationships/image" Target="../media/image977.png"/><Relationship Id="rId431" Type="http://schemas.openxmlformats.org/officeDocument/2006/relationships/image" Target="../media/image1059.png"/><Relationship Id="rId473" Type="http://schemas.openxmlformats.org/officeDocument/2006/relationships/image" Target="../media/image1080.png"/><Relationship Id="rId529" Type="http://schemas.openxmlformats.org/officeDocument/2006/relationships/image" Target="../media/image1108.png"/><Relationship Id="rId680" Type="http://schemas.openxmlformats.org/officeDocument/2006/relationships/customXml" Target="../ink/ink1339.xml"/><Relationship Id="rId30" Type="http://schemas.openxmlformats.org/officeDocument/2006/relationships/customXml" Target="../ink/ink1030.xml"/><Relationship Id="rId126" Type="http://schemas.openxmlformats.org/officeDocument/2006/relationships/customXml" Target="../ink/ink1068.xml"/><Relationship Id="rId168" Type="http://schemas.openxmlformats.org/officeDocument/2006/relationships/customXml" Target="../ink/ink1082.xml"/><Relationship Id="rId333" Type="http://schemas.openxmlformats.org/officeDocument/2006/relationships/customXml" Target="../ink/ink1165.xml"/><Relationship Id="rId540" Type="http://schemas.openxmlformats.org/officeDocument/2006/relationships/customXml" Target="../ink/ink1269.xml"/><Relationship Id="rId72" Type="http://schemas.openxmlformats.org/officeDocument/2006/relationships/customXml" Target="../ink/ink1041.xml"/><Relationship Id="rId375" Type="http://schemas.openxmlformats.org/officeDocument/2006/relationships/customXml" Target="../ink/ink1186.xml"/><Relationship Id="rId582" Type="http://schemas.openxmlformats.org/officeDocument/2006/relationships/customXml" Target="../ink/ink1290.xml"/><Relationship Id="rId638" Type="http://schemas.openxmlformats.org/officeDocument/2006/relationships/customXml" Target="../ink/ink1318.xml"/><Relationship Id="rId3" Type="http://schemas.openxmlformats.org/officeDocument/2006/relationships/image" Target="../media/image8240.png"/><Relationship Id="rId235" Type="http://schemas.openxmlformats.org/officeDocument/2006/relationships/image" Target="../media/image962.png"/><Relationship Id="rId277" Type="http://schemas.openxmlformats.org/officeDocument/2006/relationships/customXml" Target="../ink/ink1137.xml"/><Relationship Id="rId400" Type="http://schemas.openxmlformats.org/officeDocument/2006/relationships/customXml" Target="../ink/ink1199.xml"/><Relationship Id="rId442" Type="http://schemas.openxmlformats.org/officeDocument/2006/relationships/customXml" Target="../ink/ink1220.xml"/><Relationship Id="rId484" Type="http://schemas.openxmlformats.org/officeDocument/2006/relationships/customXml" Target="../ink/ink1241.xml"/><Relationship Id="rId705" Type="http://schemas.openxmlformats.org/officeDocument/2006/relationships/image" Target="../media/image1196.png"/><Relationship Id="rId302" Type="http://schemas.openxmlformats.org/officeDocument/2006/relationships/image" Target="../media/image995.png"/><Relationship Id="rId344" Type="http://schemas.openxmlformats.org/officeDocument/2006/relationships/image" Target="../media/image1016.png"/><Relationship Id="rId691" Type="http://schemas.openxmlformats.org/officeDocument/2006/relationships/image" Target="../media/image1189.png"/><Relationship Id="rId41" Type="http://schemas.openxmlformats.org/officeDocument/2006/relationships/image" Target="../media/image8580.png"/><Relationship Id="rId83" Type="http://schemas.openxmlformats.org/officeDocument/2006/relationships/image" Target="../media/image8790.png"/><Relationship Id="rId179" Type="http://schemas.openxmlformats.org/officeDocument/2006/relationships/image" Target="../media/image9340.png"/><Relationship Id="rId386" Type="http://schemas.openxmlformats.org/officeDocument/2006/relationships/image" Target="../media/image1037.png"/><Relationship Id="rId551" Type="http://schemas.openxmlformats.org/officeDocument/2006/relationships/image" Target="../media/image1119.png"/><Relationship Id="rId593" Type="http://schemas.openxmlformats.org/officeDocument/2006/relationships/image" Target="../media/image1140.png"/><Relationship Id="rId607" Type="http://schemas.openxmlformats.org/officeDocument/2006/relationships/image" Target="../media/image1147.png"/><Relationship Id="rId649" Type="http://schemas.openxmlformats.org/officeDocument/2006/relationships/image" Target="../media/image1168.png"/><Relationship Id="rId190" Type="http://schemas.openxmlformats.org/officeDocument/2006/relationships/customXml" Target="../ink/ink1093.xml"/><Relationship Id="rId204" Type="http://schemas.openxmlformats.org/officeDocument/2006/relationships/customXml" Target="../ink/ink1100.xml"/><Relationship Id="rId246" Type="http://schemas.openxmlformats.org/officeDocument/2006/relationships/customXml" Target="../ink/ink1121.xml"/><Relationship Id="rId288" Type="http://schemas.openxmlformats.org/officeDocument/2006/relationships/image" Target="../media/image988.png"/><Relationship Id="rId411" Type="http://schemas.openxmlformats.org/officeDocument/2006/relationships/image" Target="../media/image1049.png"/><Relationship Id="rId453" Type="http://schemas.openxmlformats.org/officeDocument/2006/relationships/image" Target="../media/image1070.png"/><Relationship Id="rId509" Type="http://schemas.openxmlformats.org/officeDocument/2006/relationships/image" Target="../media/image1098.png"/><Relationship Id="rId660" Type="http://schemas.openxmlformats.org/officeDocument/2006/relationships/customXml" Target="../ink/ink1329.xml"/><Relationship Id="rId106" Type="http://schemas.openxmlformats.org/officeDocument/2006/relationships/customXml" Target="../ink/ink1058.xml"/><Relationship Id="rId313" Type="http://schemas.openxmlformats.org/officeDocument/2006/relationships/customXml" Target="../ink/ink1155.xml"/><Relationship Id="rId495" Type="http://schemas.openxmlformats.org/officeDocument/2006/relationships/image" Target="../media/image1091.png"/><Relationship Id="rId10" Type="http://schemas.openxmlformats.org/officeDocument/2006/relationships/customXml" Target="../ink/ink1020.xml"/><Relationship Id="rId94" Type="http://schemas.openxmlformats.org/officeDocument/2006/relationships/customXml" Target="../ink/ink1052.xml"/><Relationship Id="rId355" Type="http://schemas.openxmlformats.org/officeDocument/2006/relationships/customXml" Target="../ink/ink1176.xml"/><Relationship Id="rId397" Type="http://schemas.openxmlformats.org/officeDocument/2006/relationships/image" Target="../media/image1042.png"/><Relationship Id="rId520" Type="http://schemas.openxmlformats.org/officeDocument/2006/relationships/customXml" Target="../ink/ink1259.xml"/><Relationship Id="rId562" Type="http://schemas.openxmlformats.org/officeDocument/2006/relationships/customXml" Target="../ink/ink1280.xml"/><Relationship Id="rId618" Type="http://schemas.openxmlformats.org/officeDocument/2006/relationships/customXml" Target="../ink/ink1308.xml"/><Relationship Id="rId215" Type="http://schemas.openxmlformats.org/officeDocument/2006/relationships/image" Target="../media/image952.png"/><Relationship Id="rId257" Type="http://schemas.openxmlformats.org/officeDocument/2006/relationships/image" Target="../media/image973.png"/><Relationship Id="rId422" Type="http://schemas.openxmlformats.org/officeDocument/2006/relationships/customXml" Target="../ink/ink1210.xml"/><Relationship Id="rId464" Type="http://schemas.openxmlformats.org/officeDocument/2006/relationships/customXml" Target="../ink/ink1231.xml"/><Relationship Id="rId299" Type="http://schemas.openxmlformats.org/officeDocument/2006/relationships/customXml" Target="../ink/ink1148.xml"/><Relationship Id="rId159" Type="http://schemas.openxmlformats.org/officeDocument/2006/relationships/image" Target="../media/image9240.png"/><Relationship Id="rId366" Type="http://schemas.openxmlformats.org/officeDocument/2006/relationships/image" Target="../media/image1027.png"/><Relationship Id="rId573" Type="http://schemas.openxmlformats.org/officeDocument/2006/relationships/image" Target="../media/image1130.png"/><Relationship Id="rId226" Type="http://schemas.openxmlformats.org/officeDocument/2006/relationships/customXml" Target="../ink/ink1111.xml"/><Relationship Id="rId433" Type="http://schemas.openxmlformats.org/officeDocument/2006/relationships/image" Target="../media/image1060.png"/><Relationship Id="rId640" Type="http://schemas.openxmlformats.org/officeDocument/2006/relationships/customXml" Target="../ink/ink1319.xml"/><Relationship Id="rId74" Type="http://schemas.openxmlformats.org/officeDocument/2006/relationships/customXml" Target="../ink/ink1042.xml"/><Relationship Id="rId377" Type="http://schemas.openxmlformats.org/officeDocument/2006/relationships/customXml" Target="../ink/ink1187.xml"/><Relationship Id="rId500" Type="http://schemas.openxmlformats.org/officeDocument/2006/relationships/customXml" Target="../ink/ink1249.xml"/><Relationship Id="rId584" Type="http://schemas.openxmlformats.org/officeDocument/2006/relationships/customXml" Target="../ink/ink1291.xml"/><Relationship Id="rId5" Type="http://schemas.openxmlformats.org/officeDocument/2006/relationships/image" Target="../media/image8250.png"/><Relationship Id="rId237" Type="http://schemas.openxmlformats.org/officeDocument/2006/relationships/image" Target="../media/image963.png"/><Relationship Id="rId444" Type="http://schemas.openxmlformats.org/officeDocument/2006/relationships/customXml" Target="../ink/ink1221.xml"/><Relationship Id="rId651" Type="http://schemas.openxmlformats.org/officeDocument/2006/relationships/image" Target="../media/image1169.png"/><Relationship Id="rId290" Type="http://schemas.openxmlformats.org/officeDocument/2006/relationships/image" Target="../media/image989.png"/><Relationship Id="rId304" Type="http://schemas.openxmlformats.org/officeDocument/2006/relationships/image" Target="../media/image996.png"/><Relationship Id="rId388" Type="http://schemas.openxmlformats.org/officeDocument/2006/relationships/image" Target="../media/image1038.png"/><Relationship Id="rId511" Type="http://schemas.openxmlformats.org/officeDocument/2006/relationships/image" Target="../media/image1099.png"/><Relationship Id="rId609" Type="http://schemas.openxmlformats.org/officeDocument/2006/relationships/image" Target="../media/image1148.png"/><Relationship Id="rId85" Type="http://schemas.openxmlformats.org/officeDocument/2006/relationships/image" Target="../media/image8820.png"/><Relationship Id="rId595" Type="http://schemas.openxmlformats.org/officeDocument/2006/relationships/image" Target="../media/image1141.png"/><Relationship Id="rId248" Type="http://schemas.openxmlformats.org/officeDocument/2006/relationships/customXml" Target="../ink/ink1122.xml"/><Relationship Id="rId455" Type="http://schemas.openxmlformats.org/officeDocument/2006/relationships/image" Target="../media/image1071.png"/><Relationship Id="rId662" Type="http://schemas.openxmlformats.org/officeDocument/2006/relationships/customXml" Target="../ink/ink1330.xml"/><Relationship Id="rId12" Type="http://schemas.openxmlformats.org/officeDocument/2006/relationships/customXml" Target="../ink/ink1021.xml"/><Relationship Id="rId108" Type="http://schemas.openxmlformats.org/officeDocument/2006/relationships/customXml" Target="../ink/ink1059.xml"/><Relationship Id="rId315" Type="http://schemas.openxmlformats.org/officeDocument/2006/relationships/customXml" Target="../ink/ink1156.xml"/><Relationship Id="rId522" Type="http://schemas.openxmlformats.org/officeDocument/2006/relationships/customXml" Target="../ink/ink1260.xml"/><Relationship Id="rId96" Type="http://schemas.openxmlformats.org/officeDocument/2006/relationships/customXml" Target="../ink/ink1053.xml"/><Relationship Id="rId161" Type="http://schemas.openxmlformats.org/officeDocument/2006/relationships/image" Target="../media/image9250.png"/><Relationship Id="rId399" Type="http://schemas.openxmlformats.org/officeDocument/2006/relationships/image" Target="../media/image1043.png"/><Relationship Id="rId259" Type="http://schemas.openxmlformats.org/officeDocument/2006/relationships/image" Target="../media/image974.png"/><Relationship Id="rId466" Type="http://schemas.openxmlformats.org/officeDocument/2006/relationships/customXml" Target="../ink/ink1232.xml"/><Relationship Id="rId673" Type="http://schemas.openxmlformats.org/officeDocument/2006/relationships/image" Target="../media/image1180.png"/><Relationship Id="rId23" Type="http://schemas.openxmlformats.org/officeDocument/2006/relationships/image" Target="../media/image8490.png"/><Relationship Id="rId119" Type="http://schemas.openxmlformats.org/officeDocument/2006/relationships/image" Target="../media/image9040.png"/><Relationship Id="rId326" Type="http://schemas.openxmlformats.org/officeDocument/2006/relationships/image" Target="../media/image1007.png"/><Relationship Id="rId533" Type="http://schemas.openxmlformats.org/officeDocument/2006/relationships/image" Target="../media/image1110.png"/><Relationship Id="rId172" Type="http://schemas.openxmlformats.org/officeDocument/2006/relationships/customXml" Target="../ink/ink1084.xml"/><Relationship Id="rId477" Type="http://schemas.openxmlformats.org/officeDocument/2006/relationships/image" Target="../media/image1082.png"/><Relationship Id="rId600" Type="http://schemas.openxmlformats.org/officeDocument/2006/relationships/customXml" Target="../ink/ink1299.xml"/><Relationship Id="rId684" Type="http://schemas.openxmlformats.org/officeDocument/2006/relationships/customXml" Target="../ink/ink1341.xml"/><Relationship Id="rId337" Type="http://schemas.openxmlformats.org/officeDocument/2006/relationships/customXml" Target="../ink/ink1167.xml"/><Relationship Id="rId34" Type="http://schemas.openxmlformats.org/officeDocument/2006/relationships/customXml" Target="../ink/ink1032.xml"/><Relationship Id="rId544" Type="http://schemas.openxmlformats.org/officeDocument/2006/relationships/customXml" Target="../ink/ink1271.xml"/><Relationship Id="rId183" Type="http://schemas.openxmlformats.org/officeDocument/2006/relationships/image" Target="../media/image9360.png"/><Relationship Id="rId390" Type="http://schemas.openxmlformats.org/officeDocument/2006/relationships/image" Target="../media/image1039.png"/><Relationship Id="rId404" Type="http://schemas.openxmlformats.org/officeDocument/2006/relationships/customXml" Target="../ink/ink1201.xml"/><Relationship Id="rId611" Type="http://schemas.openxmlformats.org/officeDocument/2006/relationships/image" Target="../media/image1149.png"/><Relationship Id="rId250" Type="http://schemas.openxmlformats.org/officeDocument/2006/relationships/customXml" Target="../ink/ink1123.xml"/><Relationship Id="rId488" Type="http://schemas.openxmlformats.org/officeDocument/2006/relationships/customXml" Target="../ink/ink1243.xml"/><Relationship Id="rId695" Type="http://schemas.openxmlformats.org/officeDocument/2006/relationships/image" Target="../media/image1191.png"/><Relationship Id="rId45" Type="http://schemas.openxmlformats.org/officeDocument/2006/relationships/image" Target="../media/image8600.png"/><Relationship Id="rId110" Type="http://schemas.openxmlformats.org/officeDocument/2006/relationships/customXml" Target="../ink/ink1060.xml"/><Relationship Id="rId348" Type="http://schemas.openxmlformats.org/officeDocument/2006/relationships/image" Target="../media/image1018.png"/><Relationship Id="rId555" Type="http://schemas.openxmlformats.org/officeDocument/2006/relationships/image" Target="../media/image1121.png"/><Relationship Id="rId194" Type="http://schemas.openxmlformats.org/officeDocument/2006/relationships/customXml" Target="../ink/ink1095.xml"/><Relationship Id="rId208" Type="http://schemas.openxmlformats.org/officeDocument/2006/relationships/customXml" Target="../ink/ink1102.xml"/><Relationship Id="rId415" Type="http://schemas.openxmlformats.org/officeDocument/2006/relationships/image" Target="../media/image1051.png"/><Relationship Id="rId622" Type="http://schemas.openxmlformats.org/officeDocument/2006/relationships/customXml" Target="../ink/ink1310.xml"/><Relationship Id="rId261" Type="http://schemas.openxmlformats.org/officeDocument/2006/relationships/image" Target="../media/image975.png"/><Relationship Id="rId499" Type="http://schemas.openxmlformats.org/officeDocument/2006/relationships/image" Target="../media/image1093.png"/><Relationship Id="rId359" Type="http://schemas.openxmlformats.org/officeDocument/2006/relationships/customXml" Target="../ink/ink1178.xml"/><Relationship Id="rId566" Type="http://schemas.openxmlformats.org/officeDocument/2006/relationships/customXml" Target="../ink/ink1282.xml"/><Relationship Id="rId121" Type="http://schemas.openxmlformats.org/officeDocument/2006/relationships/image" Target="../media/image9050.png"/><Relationship Id="rId219" Type="http://schemas.openxmlformats.org/officeDocument/2006/relationships/image" Target="../media/image9540.png"/><Relationship Id="rId426" Type="http://schemas.openxmlformats.org/officeDocument/2006/relationships/customXml" Target="../ink/ink1212.xml"/><Relationship Id="rId633" Type="http://schemas.openxmlformats.org/officeDocument/2006/relationships/image" Target="../media/image1160.png"/><Relationship Id="rId272" Type="http://schemas.openxmlformats.org/officeDocument/2006/relationships/image" Target="../media/image980.png"/><Relationship Id="rId577" Type="http://schemas.openxmlformats.org/officeDocument/2006/relationships/image" Target="../media/image1132.png"/><Relationship Id="rId700" Type="http://schemas.openxmlformats.org/officeDocument/2006/relationships/customXml" Target="../ink/ink1349.xml"/><Relationship Id="rId132" Type="http://schemas.openxmlformats.org/officeDocument/2006/relationships/customXml" Target="../ink/ink1071.xml"/><Relationship Id="rId437" Type="http://schemas.openxmlformats.org/officeDocument/2006/relationships/image" Target="../media/image1062.png"/><Relationship Id="rId644" Type="http://schemas.openxmlformats.org/officeDocument/2006/relationships/customXml" Target="../ink/ink1321.xml"/><Relationship Id="rId283" Type="http://schemas.openxmlformats.org/officeDocument/2006/relationships/customXml" Target="../ink/ink1140.xml"/><Relationship Id="rId490" Type="http://schemas.openxmlformats.org/officeDocument/2006/relationships/customXml" Target="../ink/ink1244.xml"/><Relationship Id="rId504" Type="http://schemas.openxmlformats.org/officeDocument/2006/relationships/customXml" Target="../ink/ink1251.xml"/><Relationship Id="rId78" Type="http://schemas.openxmlformats.org/officeDocument/2006/relationships/customXml" Target="../ink/ink1044.xml"/><Relationship Id="rId350" Type="http://schemas.openxmlformats.org/officeDocument/2006/relationships/image" Target="../media/image1019.png"/><Relationship Id="rId588" Type="http://schemas.openxmlformats.org/officeDocument/2006/relationships/customXml" Target="../ink/ink1293.xml"/><Relationship Id="rId9" Type="http://schemas.openxmlformats.org/officeDocument/2006/relationships/image" Target="../media/image8420.png"/><Relationship Id="rId210" Type="http://schemas.openxmlformats.org/officeDocument/2006/relationships/customXml" Target="../ink/ink1103.xml"/><Relationship Id="rId448" Type="http://schemas.openxmlformats.org/officeDocument/2006/relationships/customXml" Target="../ink/ink1223.xml"/><Relationship Id="rId655" Type="http://schemas.openxmlformats.org/officeDocument/2006/relationships/image" Target="../media/image1171.png"/><Relationship Id="rId294" Type="http://schemas.openxmlformats.org/officeDocument/2006/relationships/image" Target="../media/image991.png"/><Relationship Id="rId308" Type="http://schemas.openxmlformats.org/officeDocument/2006/relationships/image" Target="../media/image998.png"/><Relationship Id="rId515" Type="http://schemas.openxmlformats.org/officeDocument/2006/relationships/image" Target="../media/image1101.png"/><Relationship Id="rId89" Type="http://schemas.openxmlformats.org/officeDocument/2006/relationships/image" Target="../media/image8840.png"/><Relationship Id="rId154" Type="http://schemas.openxmlformats.org/officeDocument/2006/relationships/customXml" Target="../ink/ink1075.xml"/><Relationship Id="rId361" Type="http://schemas.openxmlformats.org/officeDocument/2006/relationships/customXml" Target="../ink/ink1179.xml"/><Relationship Id="rId599" Type="http://schemas.openxmlformats.org/officeDocument/2006/relationships/image" Target="../media/image1143.png"/><Relationship Id="rId459" Type="http://schemas.openxmlformats.org/officeDocument/2006/relationships/image" Target="../media/image1073.png"/><Relationship Id="rId666" Type="http://schemas.openxmlformats.org/officeDocument/2006/relationships/customXml" Target="../ink/ink1332.xml"/><Relationship Id="rId16" Type="http://schemas.openxmlformats.org/officeDocument/2006/relationships/customXml" Target="../ink/ink1023.xml"/><Relationship Id="rId221" Type="http://schemas.openxmlformats.org/officeDocument/2006/relationships/image" Target="../media/image955.png"/><Relationship Id="rId319" Type="http://schemas.openxmlformats.org/officeDocument/2006/relationships/customXml" Target="../ink/ink1158.xml"/><Relationship Id="rId526" Type="http://schemas.openxmlformats.org/officeDocument/2006/relationships/customXml" Target="../ink/ink1262.xml"/><Relationship Id="rId165" Type="http://schemas.openxmlformats.org/officeDocument/2006/relationships/image" Target="../media/image9270.png"/><Relationship Id="rId372" Type="http://schemas.openxmlformats.org/officeDocument/2006/relationships/image" Target="../media/image1030.png"/><Relationship Id="rId677" Type="http://schemas.openxmlformats.org/officeDocument/2006/relationships/image" Target="../media/image1182.png"/><Relationship Id="rId232" Type="http://schemas.openxmlformats.org/officeDocument/2006/relationships/customXml" Target="../ink/ink1114.xml"/><Relationship Id="rId27" Type="http://schemas.openxmlformats.org/officeDocument/2006/relationships/image" Target="../media/image8510.png"/><Relationship Id="rId537" Type="http://schemas.openxmlformats.org/officeDocument/2006/relationships/image" Target="../media/image1112.png"/><Relationship Id="rId80" Type="http://schemas.openxmlformats.org/officeDocument/2006/relationships/customXml" Target="../ink/ink1045.xml"/><Relationship Id="rId176" Type="http://schemas.openxmlformats.org/officeDocument/2006/relationships/customXml" Target="../ink/ink1086.xml"/><Relationship Id="rId383" Type="http://schemas.openxmlformats.org/officeDocument/2006/relationships/customXml" Target="../ink/ink1190.xml"/><Relationship Id="rId590" Type="http://schemas.openxmlformats.org/officeDocument/2006/relationships/customXml" Target="../ink/ink1294.xml"/><Relationship Id="rId604" Type="http://schemas.openxmlformats.org/officeDocument/2006/relationships/customXml" Target="../ink/ink130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8.png"/><Relationship Id="rId2" Type="http://schemas.openxmlformats.org/officeDocument/2006/relationships/hyperlink" Target="https://learn.microsoft.com/en-us/dotnet/architecture/microservices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9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B127602C-89A1-5FD6-1E92-92F6ED2D1FB1}"/>
              </a:ext>
            </a:extLst>
          </p:cNvPr>
          <p:cNvGrpSpPr/>
          <p:nvPr/>
        </p:nvGrpSpPr>
        <p:grpSpPr>
          <a:xfrm>
            <a:off x="3080280" y="1341140"/>
            <a:ext cx="1415160" cy="244800"/>
            <a:chOff x="4153430" y="1271290"/>
            <a:chExt cx="141516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7A07562-F8B2-1CE2-15B2-A5CEBFFA8B42}"/>
                    </a:ext>
                  </a:extLst>
                </p14:cNvPr>
                <p14:cNvContentPartPr/>
                <p14:nvPr/>
              </p14:nvContentPartPr>
              <p14:xfrm>
                <a:off x="4153430" y="1271290"/>
                <a:ext cx="84960" cy="244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7A07562-F8B2-1CE2-15B2-A5CEBFFA8B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35790" y="1253290"/>
                  <a:ext cx="120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9C9A716-0620-7BDE-8F2E-6BE0A6635862}"/>
                    </a:ext>
                  </a:extLst>
                </p14:cNvPr>
                <p14:cNvContentPartPr/>
                <p14:nvPr/>
              </p14:nvContentPartPr>
              <p14:xfrm>
                <a:off x="4223990" y="1320250"/>
                <a:ext cx="133920" cy="153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9C9A716-0620-7BDE-8F2E-6BE0A663586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06350" y="1302250"/>
                  <a:ext cx="1695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617C10-2CBB-4577-14AD-668976CBEE93}"/>
                    </a:ext>
                  </a:extLst>
                </p14:cNvPr>
                <p14:cNvContentPartPr/>
                <p14:nvPr/>
              </p14:nvContentPartPr>
              <p14:xfrm>
                <a:off x="4188350" y="1452370"/>
                <a:ext cx="116280" cy="21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617C10-2CBB-4577-14AD-668976CBEE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70710" y="1434730"/>
                  <a:ext cx="151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38D304-AA50-7CF0-3EE6-8CC22293B05B}"/>
                    </a:ext>
                  </a:extLst>
                </p14:cNvPr>
                <p14:cNvContentPartPr/>
                <p14:nvPr/>
              </p14:nvContentPartPr>
              <p14:xfrm>
                <a:off x="4425950" y="1325650"/>
                <a:ext cx="142560" cy="181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38D304-AA50-7CF0-3EE6-8CC22293B0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08310" y="1308010"/>
                  <a:ext cx="1782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08998D5-C202-4FBE-C407-1CE76EC899CC}"/>
                    </a:ext>
                  </a:extLst>
                </p14:cNvPr>
                <p14:cNvContentPartPr/>
                <p14:nvPr/>
              </p14:nvContentPartPr>
              <p14:xfrm>
                <a:off x="4663910" y="1308370"/>
                <a:ext cx="102600" cy="17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08998D5-C202-4FBE-C407-1CE76EC899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646270" y="1290370"/>
                  <a:ext cx="138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626F4F-5916-9FF1-2CDF-247437560244}"/>
                    </a:ext>
                  </a:extLst>
                </p14:cNvPr>
                <p14:cNvContentPartPr/>
                <p14:nvPr/>
              </p14:nvContentPartPr>
              <p14:xfrm>
                <a:off x="4650230" y="1347970"/>
                <a:ext cx="108720" cy="13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626F4F-5916-9FF1-2CDF-24743756024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32230" y="1329970"/>
                  <a:ext cx="144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77001D2-051C-6825-8476-F9C82EE1CB61}"/>
                    </a:ext>
                  </a:extLst>
                </p14:cNvPr>
                <p14:cNvContentPartPr/>
                <p14:nvPr/>
              </p14:nvContentPartPr>
              <p14:xfrm>
                <a:off x="4653830" y="1408450"/>
                <a:ext cx="73440" cy="18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77001D2-051C-6825-8476-F9C82EE1CB6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36190" y="1390450"/>
                  <a:ext cx="109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325CB7E-B206-0F0E-01E1-8479DB994431}"/>
                    </a:ext>
                  </a:extLst>
                </p14:cNvPr>
                <p14:cNvContentPartPr/>
                <p14:nvPr/>
              </p14:nvContentPartPr>
              <p14:xfrm>
                <a:off x="4837430" y="1346890"/>
                <a:ext cx="182160" cy="140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325CB7E-B206-0F0E-01E1-8479DB9944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19790" y="1328890"/>
                  <a:ext cx="217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50D8DF5-E1AF-3F27-509A-D885BDE540FC}"/>
                    </a:ext>
                  </a:extLst>
                </p14:cNvPr>
                <p14:cNvContentPartPr/>
                <p14:nvPr/>
              </p14:nvContentPartPr>
              <p14:xfrm>
                <a:off x="5102750" y="1359490"/>
                <a:ext cx="30600" cy="123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50D8DF5-E1AF-3F27-509A-D885BDE540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85110" y="1341490"/>
                  <a:ext cx="66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0641283-9930-F6AC-57F2-F1C86144D9F9}"/>
                    </a:ext>
                  </a:extLst>
                </p14:cNvPr>
                <p14:cNvContentPartPr/>
                <p14:nvPr/>
              </p14:nvContentPartPr>
              <p14:xfrm>
                <a:off x="5018870" y="1315930"/>
                <a:ext cx="276120" cy="156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0641283-9930-F6AC-57F2-F1C86144D9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01230" y="1297930"/>
                  <a:ext cx="311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D5872FA-27AC-0F26-A4FA-AB9BEACE8CE0}"/>
                    </a:ext>
                  </a:extLst>
                </p14:cNvPr>
                <p14:cNvContentPartPr/>
                <p14:nvPr/>
              </p14:nvContentPartPr>
              <p14:xfrm>
                <a:off x="5377430" y="1308730"/>
                <a:ext cx="191160" cy="1382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D5872FA-27AC-0F26-A4FA-AB9BEACE8CE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59790" y="1290730"/>
                  <a:ext cx="22680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DD48DD6-D2B5-D53E-92C8-B8B44C45BD71}"/>
              </a:ext>
            </a:extLst>
          </p:cNvPr>
          <p:cNvGrpSpPr/>
          <p:nvPr/>
        </p:nvGrpSpPr>
        <p:grpSpPr>
          <a:xfrm>
            <a:off x="4722960" y="1266620"/>
            <a:ext cx="2004120" cy="264240"/>
            <a:chOff x="5796110" y="1196770"/>
            <a:chExt cx="2004120" cy="26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2FDBC01-250C-DB9F-1E7C-C9C6BC0DB60F}"/>
                    </a:ext>
                  </a:extLst>
                </p14:cNvPr>
                <p14:cNvContentPartPr/>
                <p14:nvPr/>
              </p14:nvContentPartPr>
              <p14:xfrm>
                <a:off x="5796110" y="1290010"/>
                <a:ext cx="124560" cy="171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2FDBC01-250C-DB9F-1E7C-C9C6BC0DB60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78110" y="1272370"/>
                  <a:ext cx="1602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DB98690-618C-431C-080E-5FA29F81D0F7}"/>
                    </a:ext>
                  </a:extLst>
                </p14:cNvPr>
                <p14:cNvContentPartPr/>
                <p14:nvPr/>
              </p14:nvContentPartPr>
              <p14:xfrm>
                <a:off x="5806550" y="1251850"/>
                <a:ext cx="119160" cy="18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DB98690-618C-431C-080E-5FA29F81D0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88550" y="1233850"/>
                  <a:ext cx="154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BDE9F9C-FC73-AB6D-82D2-8E19FEC2B412}"/>
                    </a:ext>
                  </a:extLst>
                </p14:cNvPr>
                <p14:cNvContentPartPr/>
                <p14:nvPr/>
              </p14:nvContentPartPr>
              <p14:xfrm>
                <a:off x="6006350" y="1252570"/>
                <a:ext cx="183600" cy="157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BDE9F9C-FC73-AB6D-82D2-8E19FEC2B4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88710" y="1234930"/>
                  <a:ext cx="2192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5C363D2-811E-173B-9FE5-05CEA9D51576}"/>
                    </a:ext>
                  </a:extLst>
                </p14:cNvPr>
                <p14:cNvContentPartPr/>
                <p14:nvPr/>
              </p14:nvContentPartPr>
              <p14:xfrm>
                <a:off x="6283550" y="1239610"/>
                <a:ext cx="127440" cy="1904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5C363D2-811E-173B-9FE5-05CEA9D515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65550" y="1221610"/>
                  <a:ext cx="163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60691D3-F33E-DEB3-A6F5-DE6449A23C00}"/>
                    </a:ext>
                  </a:extLst>
                </p14:cNvPr>
                <p14:cNvContentPartPr/>
                <p14:nvPr/>
              </p14:nvContentPartPr>
              <p14:xfrm>
                <a:off x="6484430" y="1214770"/>
                <a:ext cx="164520" cy="198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60691D3-F33E-DEB3-A6F5-DE6449A23C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66430" y="1197130"/>
                  <a:ext cx="2001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2C4C3B5-090A-C849-5465-F565DBF36D70}"/>
                    </a:ext>
                  </a:extLst>
                </p14:cNvPr>
                <p14:cNvContentPartPr/>
                <p14:nvPr/>
              </p14:nvContentPartPr>
              <p14:xfrm>
                <a:off x="6499910" y="1314130"/>
                <a:ext cx="110880" cy="20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2C4C3B5-090A-C849-5465-F565DBF36D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82270" y="1296490"/>
                  <a:ext cx="146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6161CE0-BD66-28B0-E9BB-802CD7A00030}"/>
                    </a:ext>
                  </a:extLst>
                </p14:cNvPr>
                <p14:cNvContentPartPr/>
                <p14:nvPr/>
              </p14:nvContentPartPr>
              <p14:xfrm>
                <a:off x="6681710" y="1215850"/>
                <a:ext cx="133920" cy="174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6161CE0-BD66-28B0-E9BB-802CD7A000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64070" y="1197850"/>
                  <a:ext cx="169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87C0173-BD68-9E17-C29F-DDC95A5AE42C}"/>
                    </a:ext>
                  </a:extLst>
                </p14:cNvPr>
                <p14:cNvContentPartPr/>
                <p14:nvPr/>
              </p14:nvContentPartPr>
              <p14:xfrm>
                <a:off x="6923270" y="1249330"/>
                <a:ext cx="46080" cy="191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87C0173-BD68-9E17-C29F-DDC95A5AE4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05270" y="1231690"/>
                  <a:ext cx="81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90AA85-5A72-E16E-704A-C3883EE1446B}"/>
                    </a:ext>
                  </a:extLst>
                </p14:cNvPr>
                <p14:cNvContentPartPr/>
                <p14:nvPr/>
              </p14:nvContentPartPr>
              <p14:xfrm>
                <a:off x="6875030" y="1217290"/>
                <a:ext cx="150840" cy="28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90AA85-5A72-E16E-704A-C3883EE144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57390" y="1199650"/>
                  <a:ext cx="1864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5A676A8-3CD2-DE87-A981-8CA4251129AD}"/>
                    </a:ext>
                  </a:extLst>
                </p14:cNvPr>
                <p14:cNvContentPartPr/>
                <p14:nvPr/>
              </p14:nvContentPartPr>
              <p14:xfrm>
                <a:off x="7106150" y="1222690"/>
                <a:ext cx="49680" cy="187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5A676A8-3CD2-DE87-A981-8CA4251129A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88150" y="1205050"/>
                  <a:ext cx="853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B8528A4-2189-5911-2AFE-45ADA7DB02D4}"/>
                    </a:ext>
                  </a:extLst>
                </p14:cNvPr>
                <p14:cNvContentPartPr/>
                <p14:nvPr/>
              </p14:nvContentPartPr>
              <p14:xfrm>
                <a:off x="7092830" y="1228810"/>
                <a:ext cx="216720" cy="161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B8528A4-2189-5911-2AFE-45ADA7DB02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74830" y="1211170"/>
                  <a:ext cx="252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129D842-93C8-2D63-51FD-B648BA2454D0}"/>
                    </a:ext>
                  </a:extLst>
                </p14:cNvPr>
                <p14:cNvContentPartPr/>
                <p14:nvPr/>
              </p14:nvContentPartPr>
              <p14:xfrm>
                <a:off x="7381910" y="1196770"/>
                <a:ext cx="172800" cy="198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129D842-93C8-2D63-51FD-B648BA2454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63910" y="1178770"/>
                  <a:ext cx="208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D881068-14BD-512A-7813-9EC6A45B1B19}"/>
                    </a:ext>
                  </a:extLst>
                </p14:cNvPr>
                <p14:cNvContentPartPr/>
                <p14:nvPr/>
              </p14:nvContentPartPr>
              <p14:xfrm>
                <a:off x="7368230" y="1294690"/>
                <a:ext cx="105480" cy="15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D881068-14BD-512A-7813-9EC6A45B1B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50590" y="1276690"/>
                  <a:ext cx="1411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F50D6F9-B76C-1DA6-CDE8-A0C806EE92D3}"/>
                    </a:ext>
                  </a:extLst>
                </p14:cNvPr>
                <p14:cNvContentPartPr/>
                <p14:nvPr/>
              </p14:nvContentPartPr>
              <p14:xfrm>
                <a:off x="7581710" y="1205410"/>
                <a:ext cx="218520" cy="172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F50D6F9-B76C-1DA6-CDE8-A0C806EE92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63710" y="1187410"/>
                  <a:ext cx="2541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8C2F063-1EC6-43E2-BFD2-8E3D09792856}"/>
              </a:ext>
            </a:extLst>
          </p:cNvPr>
          <p:cNvGrpSpPr/>
          <p:nvPr/>
        </p:nvGrpSpPr>
        <p:grpSpPr>
          <a:xfrm>
            <a:off x="7002840" y="1174460"/>
            <a:ext cx="1510920" cy="274680"/>
            <a:chOff x="8075990" y="1104610"/>
            <a:chExt cx="151092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231AB51-D6DA-1047-5076-81EF2D699368}"/>
                    </a:ext>
                  </a:extLst>
                </p14:cNvPr>
                <p14:cNvContentPartPr/>
                <p14:nvPr/>
              </p14:nvContentPartPr>
              <p14:xfrm>
                <a:off x="8075990" y="1113970"/>
                <a:ext cx="203400" cy="235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231AB51-D6DA-1047-5076-81EF2D69936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57990" y="1096330"/>
                  <a:ext cx="2390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56AB8E5-006C-4CCF-B54F-7E8731AEDBB6}"/>
                    </a:ext>
                  </a:extLst>
                </p14:cNvPr>
                <p14:cNvContentPartPr/>
                <p14:nvPr/>
              </p14:nvContentPartPr>
              <p14:xfrm>
                <a:off x="8118110" y="1267330"/>
                <a:ext cx="156240" cy="40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56AB8E5-006C-4CCF-B54F-7E8731AEDBB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00110" y="1249330"/>
                  <a:ext cx="1918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DF0092C-1650-293C-9CDD-A0665A16047A}"/>
                    </a:ext>
                  </a:extLst>
                </p14:cNvPr>
                <p14:cNvContentPartPr/>
                <p14:nvPr/>
              </p14:nvContentPartPr>
              <p14:xfrm>
                <a:off x="8362190" y="1191730"/>
                <a:ext cx="38160" cy="104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DF0092C-1650-293C-9CDD-A0665A1604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44190" y="1173730"/>
                  <a:ext cx="738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0BC342C-9FF6-24B0-36EB-B85167957F25}"/>
                    </a:ext>
                  </a:extLst>
                </p14:cNvPr>
                <p14:cNvContentPartPr/>
                <p14:nvPr/>
              </p14:nvContentPartPr>
              <p14:xfrm>
                <a:off x="8333030" y="1159690"/>
                <a:ext cx="145800" cy="171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0BC342C-9FF6-24B0-36EB-B85167957F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15030" y="1141690"/>
                  <a:ext cx="1814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C532A7B-CFDF-174B-F0EE-E1D8831978D8}"/>
                    </a:ext>
                  </a:extLst>
                </p14:cNvPr>
                <p14:cNvContentPartPr/>
                <p14:nvPr/>
              </p14:nvContentPartPr>
              <p14:xfrm>
                <a:off x="8584670" y="1138810"/>
                <a:ext cx="174600" cy="192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C532A7B-CFDF-174B-F0EE-E1D8831978D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566670" y="1121170"/>
                  <a:ext cx="210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49B2C6-DC4D-112A-4732-B3AE134D4402}"/>
                    </a:ext>
                  </a:extLst>
                </p14:cNvPr>
                <p14:cNvContentPartPr/>
                <p14:nvPr/>
              </p14:nvContentPartPr>
              <p14:xfrm>
                <a:off x="8806070" y="1159690"/>
                <a:ext cx="59760" cy="149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49B2C6-DC4D-112A-4732-B3AE134D440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88070" y="1141690"/>
                  <a:ext cx="95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76ED492-62DD-934D-E350-BDD83116BFA3}"/>
                    </a:ext>
                  </a:extLst>
                </p14:cNvPr>
                <p14:cNvContentPartPr/>
                <p14:nvPr/>
              </p14:nvContentPartPr>
              <p14:xfrm>
                <a:off x="8964110" y="1141330"/>
                <a:ext cx="103320" cy="205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76ED492-62DD-934D-E350-BDD83116BFA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46110" y="1123330"/>
                  <a:ext cx="138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506AB52-EACF-825F-CADB-ACD7B03C9943}"/>
                    </a:ext>
                  </a:extLst>
                </p14:cNvPr>
                <p14:cNvContentPartPr/>
                <p14:nvPr/>
              </p14:nvContentPartPr>
              <p14:xfrm>
                <a:off x="9112070" y="1149970"/>
                <a:ext cx="172080" cy="1857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506AB52-EACF-825F-CADB-ACD7B03C994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094430" y="1131970"/>
                  <a:ext cx="20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208D18-8C62-502B-C811-667CA4821511}"/>
                    </a:ext>
                  </a:extLst>
                </p14:cNvPr>
                <p14:cNvContentPartPr/>
                <p14:nvPr/>
              </p14:nvContentPartPr>
              <p14:xfrm>
                <a:off x="9338150" y="1104610"/>
                <a:ext cx="248760" cy="274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208D18-8C62-502B-C811-667CA482151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20510" y="1086610"/>
                  <a:ext cx="284400" cy="31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A3752273-20F1-196B-72AE-DBA4DBD27CAC}"/>
                  </a:ext>
                </a:extLst>
              </p14:cNvPr>
              <p14:cNvContentPartPr/>
              <p14:nvPr/>
            </p14:nvContentPartPr>
            <p14:xfrm>
              <a:off x="7130630" y="2991370"/>
              <a:ext cx="1332720" cy="1328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A3752273-20F1-196B-72AE-DBA4DBD27CA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12990" y="2973730"/>
                <a:ext cx="136836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490A6EE9-5931-D2C2-6AB6-6245FB3AB688}"/>
                  </a:ext>
                </a:extLst>
              </p14:cNvPr>
              <p14:cNvContentPartPr/>
              <p14:nvPr/>
            </p14:nvContentPartPr>
            <p14:xfrm>
              <a:off x="5021750" y="3449650"/>
              <a:ext cx="1278720" cy="6048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490A6EE9-5931-D2C2-6AB6-6245FB3AB68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003750" y="3432010"/>
                <a:ext cx="13143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7F3E743-1064-C394-148A-1C62C33C1482}"/>
                  </a:ext>
                </a:extLst>
              </p14:cNvPr>
              <p14:cNvContentPartPr/>
              <p14:nvPr/>
            </p14:nvContentPartPr>
            <p14:xfrm>
              <a:off x="486520" y="3507250"/>
              <a:ext cx="512280" cy="4316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7F3E743-1064-C394-148A-1C62C33C148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8520" y="3489610"/>
                <a:ext cx="54792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0D813D5-3349-51F1-EB52-20A32AEFBD36}"/>
                  </a:ext>
                </a:extLst>
              </p14:cNvPr>
              <p14:cNvContentPartPr/>
              <p14:nvPr/>
            </p14:nvContentPartPr>
            <p14:xfrm>
              <a:off x="738520" y="3949330"/>
              <a:ext cx="43920" cy="2865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0D813D5-3349-51F1-EB52-20A32AEFBD3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0880" y="3931690"/>
                <a:ext cx="7956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2995C89-6933-BEE2-1CB4-36FDFD083EC3}"/>
                  </a:ext>
                </a:extLst>
              </p14:cNvPr>
              <p14:cNvContentPartPr/>
              <p14:nvPr/>
            </p14:nvContentPartPr>
            <p14:xfrm>
              <a:off x="592720" y="4231930"/>
              <a:ext cx="190440" cy="227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2995C89-6933-BEE2-1CB4-36FDFD083EC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4720" y="4214290"/>
                <a:ext cx="2260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D6F5CBE-AB85-46DD-2AB6-9E915510441A}"/>
                  </a:ext>
                </a:extLst>
              </p14:cNvPr>
              <p14:cNvContentPartPr/>
              <p14:nvPr/>
            </p14:nvContentPartPr>
            <p14:xfrm>
              <a:off x="788200" y="4255690"/>
              <a:ext cx="117720" cy="2084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D6F5CBE-AB85-46DD-2AB6-9E915510441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70560" y="4237690"/>
                <a:ext cx="1533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DA4D592-E8C2-45EF-88C4-8615650A91EF}"/>
                  </a:ext>
                </a:extLst>
              </p14:cNvPr>
              <p14:cNvContentPartPr/>
              <p14:nvPr/>
            </p14:nvContentPartPr>
            <p14:xfrm>
              <a:off x="561400" y="4107010"/>
              <a:ext cx="381960" cy="374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DA4D592-E8C2-45EF-88C4-8615650A91E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3400" y="4089370"/>
                <a:ext cx="41760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9F6AC47-D307-33AC-524D-1213B637C500}"/>
                  </a:ext>
                </a:extLst>
              </p14:cNvPr>
              <p14:cNvContentPartPr/>
              <p14:nvPr/>
            </p14:nvContentPartPr>
            <p14:xfrm>
              <a:off x="340360" y="2991370"/>
              <a:ext cx="111600" cy="2325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9F6AC47-D307-33AC-524D-1213B637C50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2360" y="2973730"/>
                <a:ext cx="1472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C94988F-C207-BC50-70C0-FC22661E9517}"/>
                  </a:ext>
                </a:extLst>
              </p14:cNvPr>
              <p14:cNvContentPartPr/>
              <p14:nvPr/>
            </p14:nvContentPartPr>
            <p14:xfrm>
              <a:off x="517120" y="3035650"/>
              <a:ext cx="106560" cy="168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C94988F-C207-BC50-70C0-FC22661E951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9480" y="3017650"/>
                <a:ext cx="14220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4FA15ABE-C9A1-A7E5-52D8-A4021FAC3BBF}"/>
                  </a:ext>
                </a:extLst>
              </p14:cNvPr>
              <p14:cNvContentPartPr/>
              <p14:nvPr/>
            </p14:nvContentPartPr>
            <p14:xfrm>
              <a:off x="701440" y="3005770"/>
              <a:ext cx="68040" cy="45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4FA15ABE-C9A1-A7E5-52D8-A4021FAC3BB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3440" y="2987770"/>
                <a:ext cx="1036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C160FEB-E24F-1C6B-59D1-C66F2D06855B}"/>
                  </a:ext>
                </a:extLst>
              </p14:cNvPr>
              <p14:cNvContentPartPr/>
              <p14:nvPr/>
            </p14:nvContentPartPr>
            <p14:xfrm>
              <a:off x="660760" y="3017290"/>
              <a:ext cx="100440" cy="1573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C160FEB-E24F-1C6B-59D1-C66F2D06855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43120" y="2999650"/>
                <a:ext cx="1360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16CC16B-66E9-1020-26F4-4812082E208E}"/>
                  </a:ext>
                </a:extLst>
              </p14:cNvPr>
              <p14:cNvContentPartPr/>
              <p14:nvPr/>
            </p14:nvContentPartPr>
            <p14:xfrm>
              <a:off x="651040" y="3100090"/>
              <a:ext cx="87120" cy="241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16CC16B-66E9-1020-26F4-4812082E208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33400" y="3082450"/>
                <a:ext cx="12276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6CC92EB-4D3D-41B5-142B-85A052FA83F5}"/>
                  </a:ext>
                </a:extLst>
              </p14:cNvPr>
              <p14:cNvContentPartPr/>
              <p14:nvPr/>
            </p14:nvContentPartPr>
            <p14:xfrm>
              <a:off x="802240" y="3021610"/>
              <a:ext cx="190080" cy="171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6CC92EB-4D3D-41B5-142B-85A052FA83F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84600" y="3003970"/>
                <a:ext cx="22572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5" name="Group 524">
            <a:extLst>
              <a:ext uri="{FF2B5EF4-FFF2-40B4-BE49-F238E27FC236}">
                <a16:creationId xmlns:a16="http://schemas.microsoft.com/office/drawing/2014/main" id="{3F4685C8-171E-1399-4122-822DF3A411C8}"/>
              </a:ext>
            </a:extLst>
          </p:cNvPr>
          <p:cNvGrpSpPr/>
          <p:nvPr/>
        </p:nvGrpSpPr>
        <p:grpSpPr>
          <a:xfrm>
            <a:off x="1155710" y="1769890"/>
            <a:ext cx="10085040" cy="4498200"/>
            <a:chOff x="1155710" y="1769890"/>
            <a:chExt cx="10085040" cy="449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6F7F622-0F06-2AA3-109F-53BE225AE64D}"/>
                    </a:ext>
                  </a:extLst>
                </p14:cNvPr>
                <p14:cNvContentPartPr/>
                <p14:nvPr/>
              </p14:nvContentPartPr>
              <p14:xfrm>
                <a:off x="4161350" y="1769890"/>
                <a:ext cx="4964400" cy="1850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6F7F622-0F06-2AA3-109F-53BE225AE64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43350" y="1752250"/>
                  <a:ext cx="5000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41A77A8-44BB-1494-5162-BF745440607D}"/>
                    </a:ext>
                  </a:extLst>
                </p14:cNvPr>
                <p14:cNvContentPartPr/>
                <p14:nvPr/>
              </p14:nvContentPartPr>
              <p14:xfrm>
                <a:off x="4103030" y="5646730"/>
                <a:ext cx="4818240" cy="203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41A77A8-44BB-1494-5162-BF74544060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085390" y="5628730"/>
                  <a:ext cx="4853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46A1B7-03C7-919D-3AA3-7EC53C718333}"/>
                    </a:ext>
                  </a:extLst>
                </p14:cNvPr>
                <p14:cNvContentPartPr/>
                <p14:nvPr/>
              </p14:nvContentPartPr>
              <p14:xfrm>
                <a:off x="8936030" y="1854850"/>
                <a:ext cx="293400" cy="3790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46A1B7-03C7-919D-3AA3-7EC53C7183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8390" y="1836850"/>
                  <a:ext cx="329040" cy="38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4143F35-3131-5906-35CE-0ED3BB707E8F}"/>
                    </a:ext>
                  </a:extLst>
                </p14:cNvPr>
                <p14:cNvContentPartPr/>
                <p14:nvPr/>
              </p14:nvContentPartPr>
              <p14:xfrm>
                <a:off x="5114630" y="3548650"/>
                <a:ext cx="145440" cy="194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4143F35-3131-5906-35CE-0ED3BB707E8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96630" y="3530650"/>
                  <a:ext cx="181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8996518-3858-5B3C-E0DC-974C96CDAAB0}"/>
                    </a:ext>
                  </a:extLst>
                </p14:cNvPr>
                <p14:cNvContentPartPr/>
                <p14:nvPr/>
              </p14:nvContentPartPr>
              <p14:xfrm>
                <a:off x="5096630" y="3677530"/>
                <a:ext cx="103320" cy="10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8996518-3858-5B3C-E0DC-974C96CDAAB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78990" y="3659530"/>
                  <a:ext cx="138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656B2B2-82F0-4F92-A11A-79CEF065E094}"/>
                    </a:ext>
                  </a:extLst>
                </p14:cNvPr>
                <p14:cNvContentPartPr/>
                <p14:nvPr/>
              </p14:nvContentPartPr>
              <p14:xfrm>
                <a:off x="5309750" y="3561610"/>
                <a:ext cx="127440" cy="164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656B2B2-82F0-4F92-A11A-79CEF065E09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92110" y="3543610"/>
                  <a:ext cx="163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C22FFE1-2447-A722-0B0D-95465D9E6B9F}"/>
                    </a:ext>
                  </a:extLst>
                </p14:cNvPr>
                <p14:cNvContentPartPr/>
                <p14:nvPr/>
              </p14:nvContentPartPr>
              <p14:xfrm>
                <a:off x="5487590" y="3578530"/>
                <a:ext cx="103320" cy="117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C22FFE1-2447-A722-0B0D-95465D9E6B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69590" y="3560530"/>
                  <a:ext cx="138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EB8D33A-A14E-0DE4-2F2A-B7A53E5ADEB6}"/>
                    </a:ext>
                  </a:extLst>
                </p14:cNvPr>
                <p14:cNvContentPartPr/>
                <p14:nvPr/>
              </p14:nvContentPartPr>
              <p14:xfrm>
                <a:off x="5480390" y="3633610"/>
                <a:ext cx="89280" cy="18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EB8D33A-A14E-0DE4-2F2A-B7A53E5ADEB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62390" y="3615970"/>
                  <a:ext cx="124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183A412-95D0-B772-5674-7874E8BA7EB1}"/>
                    </a:ext>
                  </a:extLst>
                </p14:cNvPr>
                <p14:cNvContentPartPr/>
                <p14:nvPr/>
              </p14:nvContentPartPr>
              <p14:xfrm>
                <a:off x="5647790" y="3565930"/>
                <a:ext cx="134280" cy="128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183A412-95D0-B772-5674-7874E8BA7EB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29790" y="3547930"/>
                  <a:ext cx="169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626430E-D91B-A91E-2427-3D75F1668397}"/>
                    </a:ext>
                  </a:extLst>
                </p14:cNvPr>
                <p14:cNvContentPartPr/>
                <p14:nvPr/>
              </p14:nvContentPartPr>
              <p14:xfrm>
                <a:off x="5896190" y="3565930"/>
                <a:ext cx="24840" cy="118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626430E-D91B-A91E-2427-3D75F166839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78550" y="3548290"/>
                  <a:ext cx="60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1A773EE-5818-5CFB-49F5-A94C2C3FB795}"/>
                    </a:ext>
                  </a:extLst>
                </p14:cNvPr>
                <p14:cNvContentPartPr/>
                <p14:nvPr/>
              </p14:nvContentPartPr>
              <p14:xfrm>
                <a:off x="5816630" y="3537490"/>
                <a:ext cx="179280" cy="43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1A773EE-5818-5CFB-49F5-A94C2C3FB7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98630" y="3519850"/>
                  <a:ext cx="2149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81E798-5217-FC62-E066-3B60E7654532}"/>
                    </a:ext>
                  </a:extLst>
                </p14:cNvPr>
                <p14:cNvContentPartPr/>
                <p14:nvPr/>
              </p14:nvContentPartPr>
              <p14:xfrm>
                <a:off x="5099870" y="3863650"/>
                <a:ext cx="140760" cy="162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81E798-5217-FC62-E066-3B60E765453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81870" y="3846010"/>
                  <a:ext cx="176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4BACFF6-9917-EBDA-64A0-B1FB12B49594}"/>
                    </a:ext>
                  </a:extLst>
                </p14:cNvPr>
                <p14:cNvContentPartPr/>
                <p14:nvPr/>
              </p14:nvContentPartPr>
              <p14:xfrm>
                <a:off x="5308310" y="3900010"/>
                <a:ext cx="97560" cy="12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4BACFF6-9917-EBDA-64A0-B1FB12B4959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90670" y="3882010"/>
                  <a:ext cx="1332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4B3BE41-B915-32B0-29F4-672DB4D72BFF}"/>
                    </a:ext>
                  </a:extLst>
                </p14:cNvPr>
                <p14:cNvContentPartPr/>
                <p14:nvPr/>
              </p14:nvContentPartPr>
              <p14:xfrm>
                <a:off x="5443670" y="3910450"/>
                <a:ext cx="79200" cy="104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4B3BE41-B915-32B0-29F4-672DB4D72B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426030" y="3892450"/>
                  <a:ext cx="114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3A1470D-37A0-48AC-CC70-9D1AA715D753}"/>
                    </a:ext>
                  </a:extLst>
                </p14:cNvPr>
                <p14:cNvContentPartPr/>
                <p14:nvPr/>
              </p14:nvContentPartPr>
              <p14:xfrm>
                <a:off x="5600990" y="3892450"/>
                <a:ext cx="29880" cy="126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3A1470D-37A0-48AC-CC70-9D1AA715D7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82990" y="3874450"/>
                  <a:ext cx="655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252C451-EDC1-6308-5375-8CDC7E6745D7}"/>
                    </a:ext>
                  </a:extLst>
                </p14:cNvPr>
                <p14:cNvContentPartPr/>
                <p14:nvPr/>
              </p14:nvContentPartPr>
              <p14:xfrm>
                <a:off x="5617190" y="3866170"/>
                <a:ext cx="92160" cy="160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252C451-EDC1-6308-5375-8CDC7E6745D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99190" y="3848530"/>
                  <a:ext cx="127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C0BCD44-874B-3ED5-ECFE-ED437FB8A67E}"/>
                    </a:ext>
                  </a:extLst>
                </p14:cNvPr>
                <p14:cNvContentPartPr/>
                <p14:nvPr/>
              </p14:nvContentPartPr>
              <p14:xfrm>
                <a:off x="5777390" y="3875530"/>
                <a:ext cx="95400" cy="151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C0BCD44-874B-3ED5-ECFE-ED437FB8A67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759390" y="3857530"/>
                  <a:ext cx="131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A3D77B1E-4B07-3AE2-2954-701103EE01D2}"/>
                    </a:ext>
                  </a:extLst>
                </p14:cNvPr>
                <p14:cNvContentPartPr/>
                <p14:nvPr/>
              </p14:nvContentPartPr>
              <p14:xfrm>
                <a:off x="5964230" y="3874810"/>
                <a:ext cx="93600" cy="138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A3D77B1E-4B07-3AE2-2954-701103EE01D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946590" y="3856810"/>
                  <a:ext cx="129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604B370-3CD3-28F9-905A-02E2AFEB8884}"/>
                    </a:ext>
                  </a:extLst>
                </p14:cNvPr>
                <p14:cNvContentPartPr/>
                <p14:nvPr/>
              </p14:nvContentPartPr>
              <p14:xfrm>
                <a:off x="5141990" y="4135810"/>
                <a:ext cx="137160" cy="136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604B370-3CD3-28F9-905A-02E2AFEB888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24350" y="4118170"/>
                  <a:ext cx="1728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DD88930-7982-016D-CEBA-37D14C3EB532}"/>
                    </a:ext>
                  </a:extLst>
                </p14:cNvPr>
                <p14:cNvContentPartPr/>
                <p14:nvPr/>
              </p14:nvContentPartPr>
              <p14:xfrm>
                <a:off x="5179430" y="4241290"/>
                <a:ext cx="83520" cy="255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DD88930-7982-016D-CEBA-37D14C3EB53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61430" y="4223650"/>
                  <a:ext cx="1191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5F6009A-20FD-5E73-90E5-000B5D2787E5}"/>
                    </a:ext>
                  </a:extLst>
                </p14:cNvPr>
                <p14:cNvContentPartPr/>
                <p14:nvPr/>
              </p14:nvContentPartPr>
              <p14:xfrm>
                <a:off x="5344310" y="4158130"/>
                <a:ext cx="14760" cy="1303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5F6009A-20FD-5E73-90E5-000B5D2787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26670" y="4140130"/>
                  <a:ext cx="50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E046A54-B1E7-583E-DD99-C5274A04E380}"/>
                    </a:ext>
                  </a:extLst>
                </p14:cNvPr>
                <p14:cNvContentPartPr/>
                <p14:nvPr/>
              </p14:nvContentPartPr>
              <p14:xfrm>
                <a:off x="5318030" y="4159210"/>
                <a:ext cx="115920" cy="129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E046A54-B1E7-583E-DD99-C5274A04E38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00030" y="4141570"/>
                  <a:ext cx="1515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86F0C18-3636-01C7-9A31-8DB8CD9264BF}"/>
                    </a:ext>
                  </a:extLst>
                </p14:cNvPr>
                <p14:cNvContentPartPr/>
                <p14:nvPr/>
              </p14:nvContentPartPr>
              <p14:xfrm>
                <a:off x="5511350" y="4151650"/>
                <a:ext cx="14400" cy="127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86F0C18-3636-01C7-9A31-8DB8CD9264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493350" y="4133650"/>
                  <a:ext cx="50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3EA0235-613D-E370-6284-96997FCC9D4D}"/>
                    </a:ext>
                  </a:extLst>
                </p14:cNvPr>
                <p14:cNvContentPartPr/>
                <p14:nvPr/>
              </p14:nvContentPartPr>
              <p14:xfrm>
                <a:off x="5531870" y="4162810"/>
                <a:ext cx="78480" cy="1202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3EA0235-613D-E370-6284-96997FCC9D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14230" y="4144810"/>
                  <a:ext cx="114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9A86E3E-7503-3EBB-4062-2FA1F0453FF2}"/>
                    </a:ext>
                  </a:extLst>
                </p14:cNvPr>
                <p14:cNvContentPartPr/>
                <p14:nvPr/>
              </p14:nvContentPartPr>
              <p14:xfrm>
                <a:off x="5666150" y="4168210"/>
                <a:ext cx="16920" cy="1220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9A86E3E-7503-3EBB-4062-2FA1F0453FF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48150" y="4150210"/>
                  <a:ext cx="525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4AE3C3B-EED6-7CFC-F32C-65DECDC2C05A}"/>
                    </a:ext>
                  </a:extLst>
                </p14:cNvPr>
                <p14:cNvContentPartPr/>
                <p14:nvPr/>
              </p14:nvContentPartPr>
              <p14:xfrm>
                <a:off x="5722310" y="4163170"/>
                <a:ext cx="115200" cy="143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4AE3C3B-EED6-7CFC-F32C-65DECDC2C05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04670" y="4145530"/>
                  <a:ext cx="150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91826B4-C6BA-3383-C1DA-999F23D4EBEB}"/>
                    </a:ext>
                  </a:extLst>
                </p14:cNvPr>
                <p14:cNvContentPartPr/>
                <p14:nvPr/>
              </p14:nvContentPartPr>
              <p14:xfrm>
                <a:off x="5845790" y="4143010"/>
                <a:ext cx="344880" cy="1587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91826B4-C6BA-3383-C1DA-999F23D4EBE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27790" y="4125370"/>
                  <a:ext cx="380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E66BE9E-59F5-4941-FDE9-E6E14778C800}"/>
                    </a:ext>
                  </a:extLst>
                </p14:cNvPr>
                <p14:cNvContentPartPr/>
                <p14:nvPr/>
              </p14:nvContentPartPr>
              <p14:xfrm>
                <a:off x="5035070" y="3553330"/>
                <a:ext cx="80640" cy="7898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E66BE9E-59F5-4941-FDE9-E6E14778C80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017430" y="3535690"/>
                  <a:ext cx="11628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3288ECD-0635-2EFB-44A8-73B17FB5240A}"/>
                    </a:ext>
                  </a:extLst>
                </p14:cNvPr>
                <p14:cNvContentPartPr/>
                <p14:nvPr/>
              </p14:nvContentPartPr>
              <p14:xfrm>
                <a:off x="5059910" y="3789850"/>
                <a:ext cx="1222920" cy="22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3288ECD-0635-2EFB-44A8-73B17FB5240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41910" y="3772210"/>
                  <a:ext cx="12585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C0A12A9-5399-7298-6213-4C99C3E4E50E}"/>
                    </a:ext>
                  </a:extLst>
                </p14:cNvPr>
                <p14:cNvContentPartPr/>
                <p14:nvPr/>
              </p14:nvContentPartPr>
              <p14:xfrm>
                <a:off x="6290030" y="3508330"/>
                <a:ext cx="108720" cy="967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C0A12A9-5399-7298-6213-4C99C3E4E50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72390" y="3490330"/>
                  <a:ext cx="144360" cy="10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4D91052-1C36-69BB-5C1B-032F7C180D9C}"/>
                    </a:ext>
                  </a:extLst>
                </p14:cNvPr>
                <p14:cNvContentPartPr/>
                <p14:nvPr/>
              </p14:nvContentPartPr>
              <p14:xfrm>
                <a:off x="5045510" y="4450810"/>
                <a:ext cx="1422000" cy="572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4D91052-1C36-69BB-5C1B-032F7C180D9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27870" y="4432810"/>
                  <a:ext cx="1457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ABFE6E3-0FD4-F22C-4CD7-2D466509D4DF}"/>
                    </a:ext>
                  </a:extLst>
                </p14:cNvPr>
                <p14:cNvContentPartPr/>
                <p14:nvPr/>
              </p14:nvContentPartPr>
              <p14:xfrm>
                <a:off x="5066750" y="4300690"/>
                <a:ext cx="25560" cy="1839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ABFE6E3-0FD4-F22C-4CD7-2D466509D4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48750" y="4283050"/>
                  <a:ext cx="61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256B111-35BF-1867-6401-B4768C4E46CE}"/>
                    </a:ext>
                  </a:extLst>
                </p14:cNvPr>
                <p14:cNvContentPartPr/>
                <p14:nvPr/>
              </p14:nvContentPartPr>
              <p14:xfrm>
                <a:off x="6362750" y="2675650"/>
                <a:ext cx="567720" cy="34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256B111-35BF-1867-6401-B4768C4E46C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44750" y="2657650"/>
                  <a:ext cx="603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8E1C84C-6EF0-A3DD-4772-D98A7CDC07F5}"/>
                    </a:ext>
                  </a:extLst>
                </p14:cNvPr>
                <p14:cNvContentPartPr/>
                <p14:nvPr/>
              </p14:nvContentPartPr>
              <p14:xfrm>
                <a:off x="6875030" y="2615890"/>
                <a:ext cx="165960" cy="159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8E1C84C-6EF0-A3DD-4772-D98A7CDC07F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57390" y="2598250"/>
                  <a:ext cx="201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9413D43-B32D-A78A-97EA-0CC37D050A70}"/>
                    </a:ext>
                  </a:extLst>
                </p14:cNvPr>
                <p14:cNvContentPartPr/>
                <p14:nvPr/>
              </p14:nvContentPartPr>
              <p14:xfrm>
                <a:off x="7256990" y="2460730"/>
                <a:ext cx="9720" cy="1605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9413D43-B32D-A78A-97EA-0CC37D050A7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39350" y="2442730"/>
                  <a:ext cx="45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0679488-AAE4-BE97-28D0-947F4A648207}"/>
                    </a:ext>
                  </a:extLst>
                </p14:cNvPr>
                <p14:cNvContentPartPr/>
                <p14:nvPr/>
              </p14:nvContentPartPr>
              <p14:xfrm>
                <a:off x="7244750" y="2455690"/>
                <a:ext cx="120960" cy="77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0679488-AAE4-BE97-28D0-947F4A64820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227110" y="2437690"/>
                  <a:ext cx="156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068F22C-2522-317C-A0CE-BC4A0C033190}"/>
                    </a:ext>
                  </a:extLst>
                </p14:cNvPr>
                <p14:cNvContentPartPr/>
                <p14:nvPr/>
              </p14:nvContentPartPr>
              <p14:xfrm>
                <a:off x="7397030" y="2481250"/>
                <a:ext cx="18720" cy="118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068F22C-2522-317C-A0CE-BC4A0C03319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379030" y="2463250"/>
                  <a:ext cx="54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D203ECC-87EF-57FD-6249-D94B328218C4}"/>
                    </a:ext>
                  </a:extLst>
                </p14:cNvPr>
                <p14:cNvContentPartPr/>
                <p14:nvPr/>
              </p14:nvContentPartPr>
              <p14:xfrm>
                <a:off x="7397030" y="2458930"/>
                <a:ext cx="146520" cy="162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D203ECC-87EF-57FD-6249-D94B328218C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79030" y="2440930"/>
                  <a:ext cx="182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97083F7-439E-5172-F8A5-CE598560722C}"/>
                    </a:ext>
                  </a:extLst>
                </p14:cNvPr>
                <p14:cNvContentPartPr/>
                <p14:nvPr/>
              </p14:nvContentPartPr>
              <p14:xfrm>
                <a:off x="7563350" y="2470810"/>
                <a:ext cx="132480" cy="151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97083F7-439E-5172-F8A5-CE598560722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45710" y="2453170"/>
                  <a:ext cx="1681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6E13F61-52FF-ED8D-B755-9451513B788C}"/>
                    </a:ext>
                  </a:extLst>
                </p14:cNvPr>
                <p14:cNvContentPartPr/>
                <p14:nvPr/>
              </p14:nvContentPartPr>
              <p14:xfrm>
                <a:off x="7736870" y="2482690"/>
                <a:ext cx="37800" cy="142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6E13F61-52FF-ED8D-B755-9451513B788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18870" y="2464690"/>
                  <a:ext cx="734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B8697A0-23A7-3FB2-2423-ED1A2F785B09}"/>
                    </a:ext>
                  </a:extLst>
                </p14:cNvPr>
                <p14:cNvContentPartPr/>
                <p14:nvPr/>
              </p14:nvContentPartPr>
              <p14:xfrm>
                <a:off x="7722110" y="2473330"/>
                <a:ext cx="112320" cy="8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B8697A0-23A7-3FB2-2423-ED1A2F785B0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704470" y="2455690"/>
                  <a:ext cx="147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28130CA-BF48-06D6-0751-6EE6F509A5C5}"/>
                    </a:ext>
                  </a:extLst>
                </p14:cNvPr>
                <p14:cNvContentPartPr/>
                <p14:nvPr/>
              </p14:nvContentPartPr>
              <p14:xfrm>
                <a:off x="7752350" y="2516890"/>
                <a:ext cx="90360" cy="24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28130CA-BF48-06D6-0751-6EE6F509A5C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34710" y="2499250"/>
                  <a:ext cx="126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C87216F-B348-E55A-F0C1-AB856A7A9A57}"/>
                    </a:ext>
                  </a:extLst>
                </p14:cNvPr>
                <p14:cNvContentPartPr/>
                <p14:nvPr/>
              </p14:nvContentPartPr>
              <p14:xfrm>
                <a:off x="7901750" y="2485570"/>
                <a:ext cx="26280" cy="1443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C87216F-B348-E55A-F0C1-AB856A7A9A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883750" y="2467570"/>
                  <a:ext cx="619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9053645-E191-314D-2E99-2200C462293E}"/>
                    </a:ext>
                  </a:extLst>
                </p14:cNvPr>
                <p14:cNvContentPartPr/>
                <p14:nvPr/>
              </p14:nvContentPartPr>
              <p14:xfrm>
                <a:off x="7977710" y="2499610"/>
                <a:ext cx="111960" cy="130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9053645-E191-314D-2E99-2200C46229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59710" y="2481970"/>
                  <a:ext cx="147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2D7B2A5-CBDE-200C-826D-008CEECA874B}"/>
                    </a:ext>
                  </a:extLst>
                </p14:cNvPr>
                <p14:cNvContentPartPr/>
                <p14:nvPr/>
              </p14:nvContentPartPr>
              <p14:xfrm>
                <a:off x="8051510" y="2489530"/>
                <a:ext cx="133560" cy="164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2D7B2A5-CBDE-200C-826D-008CEECA874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33870" y="2471530"/>
                  <a:ext cx="1692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B711C62-CCAD-2607-38C8-79534ED49518}"/>
                    </a:ext>
                  </a:extLst>
                </p14:cNvPr>
                <p14:cNvContentPartPr/>
                <p14:nvPr/>
              </p14:nvContentPartPr>
              <p14:xfrm>
                <a:off x="8090030" y="2562970"/>
                <a:ext cx="62640" cy="29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B711C62-CCAD-2607-38C8-79534ED495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72030" y="2545330"/>
                  <a:ext cx="98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F60A996-1A25-2B23-70B8-4F0AE86E4CB7}"/>
                    </a:ext>
                  </a:extLst>
                </p14:cNvPr>
                <p14:cNvContentPartPr/>
                <p14:nvPr/>
              </p14:nvContentPartPr>
              <p14:xfrm>
                <a:off x="8195150" y="2502490"/>
                <a:ext cx="119880" cy="154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F60A996-1A25-2B23-70B8-4F0AE86E4CB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177150" y="2484490"/>
                  <a:ext cx="155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9823893-B05B-2789-1C7B-85C5E31F56D4}"/>
                    </a:ext>
                  </a:extLst>
                </p14:cNvPr>
                <p14:cNvContentPartPr/>
                <p14:nvPr/>
              </p14:nvContentPartPr>
              <p14:xfrm>
                <a:off x="7371830" y="2760250"/>
                <a:ext cx="126360" cy="163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9823893-B05B-2789-1C7B-85C5E31F56D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354190" y="2742610"/>
                  <a:ext cx="1620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2C8CDA8-B59F-9E8B-CECC-F8FD1E791FBB}"/>
                    </a:ext>
                  </a:extLst>
                </p14:cNvPr>
                <p14:cNvContentPartPr/>
                <p14:nvPr/>
              </p14:nvContentPartPr>
              <p14:xfrm>
                <a:off x="7607630" y="2807770"/>
                <a:ext cx="25560" cy="1065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2C8CDA8-B59F-9E8B-CECC-F8FD1E791F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589990" y="2790130"/>
                  <a:ext cx="61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A6BCD5E-362A-DB14-318A-D251058B7D56}"/>
                    </a:ext>
                  </a:extLst>
                </p14:cNvPr>
                <p14:cNvContentPartPr/>
                <p14:nvPr/>
              </p14:nvContentPartPr>
              <p14:xfrm>
                <a:off x="7560470" y="2778970"/>
                <a:ext cx="271440" cy="134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A6BCD5E-362A-DB14-318A-D251058B7D5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542470" y="2761330"/>
                  <a:ext cx="307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2DD8794-46F6-DB4A-73EE-B77AB0F83628}"/>
                    </a:ext>
                  </a:extLst>
                </p14:cNvPr>
                <p14:cNvContentPartPr/>
                <p14:nvPr/>
              </p14:nvContentPartPr>
              <p14:xfrm>
                <a:off x="7883030" y="2796610"/>
                <a:ext cx="140040" cy="146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2DD8794-46F6-DB4A-73EE-B77AB0F8362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865030" y="2778610"/>
                  <a:ext cx="1756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D1CD963-337E-46CC-27F6-279C5D87440E}"/>
                    </a:ext>
                  </a:extLst>
                </p14:cNvPr>
                <p14:cNvContentPartPr/>
                <p14:nvPr/>
              </p14:nvContentPartPr>
              <p14:xfrm>
                <a:off x="8050790" y="2794090"/>
                <a:ext cx="102960" cy="41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D1CD963-337E-46CC-27F6-279C5D87440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032790" y="2776450"/>
                  <a:ext cx="138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751DED2-6883-4647-58D8-618BA7AFDA7C}"/>
                    </a:ext>
                  </a:extLst>
                </p14:cNvPr>
                <p14:cNvContentPartPr/>
                <p14:nvPr/>
              </p14:nvContentPartPr>
              <p14:xfrm>
                <a:off x="8039630" y="2828290"/>
                <a:ext cx="106920" cy="106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751DED2-6883-4647-58D8-618BA7AFDA7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21630" y="2810290"/>
                  <a:ext cx="142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56285C6-A8F4-AF93-1E39-BD3FA51C0A5D}"/>
                    </a:ext>
                  </a:extLst>
                </p14:cNvPr>
                <p14:cNvContentPartPr/>
                <p14:nvPr/>
              </p14:nvContentPartPr>
              <p14:xfrm>
                <a:off x="8039270" y="2869330"/>
                <a:ext cx="78120" cy="6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56285C6-A8F4-AF93-1E39-BD3FA51C0A5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21270" y="2851690"/>
                  <a:ext cx="113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FAF8647-61A0-8537-A1AC-D6FFDE1044FB}"/>
                    </a:ext>
                  </a:extLst>
                </p14:cNvPr>
                <p14:cNvContentPartPr/>
                <p14:nvPr/>
              </p14:nvContentPartPr>
              <p14:xfrm>
                <a:off x="7078430" y="2213410"/>
                <a:ext cx="1370160" cy="142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FAF8647-61A0-8537-A1AC-D6FFDE1044F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60430" y="2195770"/>
                  <a:ext cx="1405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51B798F-10BF-1BB6-EF2A-101E45868AC2}"/>
                    </a:ext>
                  </a:extLst>
                </p14:cNvPr>
                <p14:cNvContentPartPr/>
                <p14:nvPr/>
              </p14:nvContentPartPr>
              <p14:xfrm>
                <a:off x="7069790" y="2140690"/>
                <a:ext cx="1412640" cy="1429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51B798F-10BF-1BB6-EF2A-101E45868AC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052150" y="2123050"/>
                  <a:ext cx="1448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9E91217-C8D9-E887-F7C0-3B565ACF7B28}"/>
                    </a:ext>
                  </a:extLst>
                </p14:cNvPr>
                <p14:cNvContentPartPr/>
                <p14:nvPr/>
              </p14:nvContentPartPr>
              <p14:xfrm>
                <a:off x="7064390" y="2237890"/>
                <a:ext cx="91080" cy="725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9E91217-C8D9-E887-F7C0-3B565ACF7B2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46390" y="2219890"/>
                  <a:ext cx="12672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1C038FD-7416-DD11-B8EB-8D406F43A34A}"/>
                    </a:ext>
                  </a:extLst>
                </p14:cNvPr>
                <p14:cNvContentPartPr/>
                <p14:nvPr/>
              </p14:nvContentPartPr>
              <p14:xfrm>
                <a:off x="8387750" y="2278930"/>
                <a:ext cx="23040" cy="771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1C038FD-7416-DD11-B8EB-8D406F43A34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370110" y="2260930"/>
                  <a:ext cx="58680" cy="80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8699D53-A1FA-855F-143B-EA48284DA0AC}"/>
                    </a:ext>
                  </a:extLst>
                </p14:cNvPr>
                <p14:cNvContentPartPr/>
                <p14:nvPr/>
              </p14:nvContentPartPr>
              <p14:xfrm>
                <a:off x="5157110" y="2371090"/>
                <a:ext cx="80280" cy="186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8699D53-A1FA-855F-143B-EA48284DA0A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139470" y="2353450"/>
                  <a:ext cx="1159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AACF4A0-E3A9-ABC4-4AD2-099DC604CC81}"/>
                    </a:ext>
                  </a:extLst>
                </p14:cNvPr>
                <p14:cNvContentPartPr/>
                <p14:nvPr/>
              </p14:nvContentPartPr>
              <p14:xfrm>
                <a:off x="5211470" y="2379730"/>
                <a:ext cx="112320" cy="185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AACF4A0-E3A9-ABC4-4AD2-099DC604CC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193470" y="2361730"/>
                  <a:ext cx="1479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8548249-C8DB-5E1D-5BFD-C56EC65D192D}"/>
                    </a:ext>
                  </a:extLst>
                </p14:cNvPr>
                <p14:cNvContentPartPr/>
                <p14:nvPr/>
              </p14:nvContentPartPr>
              <p14:xfrm>
                <a:off x="5190950" y="2501410"/>
                <a:ext cx="88560" cy="10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8548249-C8DB-5E1D-5BFD-C56EC65D192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172950" y="2483410"/>
                  <a:ext cx="1242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9865CEB-623B-11EC-9915-4D81F571048F}"/>
                    </a:ext>
                  </a:extLst>
                </p14:cNvPr>
                <p14:cNvContentPartPr/>
                <p14:nvPr/>
              </p14:nvContentPartPr>
              <p14:xfrm>
                <a:off x="5397590" y="2394130"/>
                <a:ext cx="112680" cy="155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9865CEB-623B-11EC-9915-4D81F571048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79950" y="2376130"/>
                  <a:ext cx="148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B3FB46C-8E11-2622-38A5-CD40B7CDBCA6}"/>
                    </a:ext>
                  </a:extLst>
                </p14:cNvPr>
                <p14:cNvContentPartPr/>
                <p14:nvPr/>
              </p14:nvContentPartPr>
              <p14:xfrm>
                <a:off x="5594510" y="2385850"/>
                <a:ext cx="63360" cy="20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B3FB46C-8E11-2622-38A5-CD40B7CDBCA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576870" y="2367850"/>
                  <a:ext cx="99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80EAF5A-EA6E-C41B-53EA-6222CDC3970F}"/>
                    </a:ext>
                  </a:extLst>
                </p14:cNvPr>
                <p14:cNvContentPartPr/>
                <p14:nvPr/>
              </p14:nvContentPartPr>
              <p14:xfrm>
                <a:off x="5572550" y="2392690"/>
                <a:ext cx="96120" cy="145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80EAF5A-EA6E-C41B-53EA-6222CDC3970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54910" y="2375050"/>
                  <a:ext cx="131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58E65A-DB69-838A-FFA4-385D6361135B}"/>
                    </a:ext>
                  </a:extLst>
                </p14:cNvPr>
                <p14:cNvContentPartPr/>
                <p14:nvPr/>
              </p14:nvContentPartPr>
              <p14:xfrm>
                <a:off x="5598830" y="2454250"/>
                <a:ext cx="45720" cy="21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58E65A-DB69-838A-FFA4-385D6361135B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580830" y="2436250"/>
                  <a:ext cx="81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DFC4FA0-1C49-3265-BD5C-C22CA2551AD4}"/>
                    </a:ext>
                  </a:extLst>
                </p14:cNvPr>
                <p14:cNvContentPartPr/>
                <p14:nvPr/>
              </p14:nvContentPartPr>
              <p14:xfrm>
                <a:off x="5716190" y="2407450"/>
                <a:ext cx="144720" cy="138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DFC4FA0-1C49-3265-BD5C-C22CA2551AD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698190" y="2389450"/>
                  <a:ext cx="180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1E3E6EE-FD56-32E7-07F0-7C668ED24DC5}"/>
                    </a:ext>
                  </a:extLst>
                </p14:cNvPr>
                <p14:cNvContentPartPr/>
                <p14:nvPr/>
              </p14:nvContentPartPr>
              <p14:xfrm>
                <a:off x="5923910" y="2433010"/>
                <a:ext cx="37080" cy="108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1E3E6EE-FD56-32E7-07F0-7C668ED24DC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06270" y="2415370"/>
                  <a:ext cx="72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30FADD7-F568-D0B6-58F5-10635B55C2CC}"/>
                    </a:ext>
                  </a:extLst>
                </p14:cNvPr>
                <p14:cNvContentPartPr/>
                <p14:nvPr/>
              </p14:nvContentPartPr>
              <p14:xfrm>
                <a:off x="5887910" y="2388370"/>
                <a:ext cx="147600" cy="248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30FADD7-F568-D0B6-58F5-10635B55C2C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869910" y="2370370"/>
                  <a:ext cx="183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579DB42-0E11-19E2-2288-E25838F7947E}"/>
                    </a:ext>
                  </a:extLst>
                </p14:cNvPr>
                <p14:cNvContentPartPr/>
                <p14:nvPr/>
              </p14:nvContentPartPr>
              <p14:xfrm>
                <a:off x="5300390" y="2733970"/>
                <a:ext cx="108000" cy="148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579DB42-0E11-19E2-2288-E25838F7947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282390" y="2715970"/>
                  <a:ext cx="1436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6C5EDD9-5816-D1C8-B1D6-26A204CFFF2E}"/>
                    </a:ext>
                  </a:extLst>
                </p14:cNvPr>
                <p14:cNvContentPartPr/>
                <p14:nvPr/>
              </p14:nvContentPartPr>
              <p14:xfrm>
                <a:off x="5477510" y="2735770"/>
                <a:ext cx="73440" cy="129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6C5EDD9-5816-D1C8-B1D6-26A204CFFF2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459510" y="2717770"/>
                  <a:ext cx="109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712E503-4E5A-4A21-7E3C-D98A6A990732}"/>
                    </a:ext>
                  </a:extLst>
                </p14:cNvPr>
                <p14:cNvContentPartPr/>
                <p14:nvPr/>
              </p14:nvContentPartPr>
              <p14:xfrm>
                <a:off x="5610710" y="2713810"/>
                <a:ext cx="61200" cy="18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712E503-4E5A-4A21-7E3C-D98A6A99073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92710" y="2696170"/>
                  <a:ext cx="96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8B8D58B-1CF9-48ED-5008-382DCE642F24}"/>
                    </a:ext>
                  </a:extLst>
                </p14:cNvPr>
                <p14:cNvContentPartPr/>
                <p14:nvPr/>
              </p14:nvContentPartPr>
              <p14:xfrm>
                <a:off x="5612870" y="2715610"/>
                <a:ext cx="89280" cy="126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8B8D58B-1CF9-48ED-5008-382DCE642F2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95230" y="2697970"/>
                  <a:ext cx="124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973F46F-0D55-9A65-893A-C2B1C5D89662}"/>
                    </a:ext>
                  </a:extLst>
                </p14:cNvPr>
                <p14:cNvContentPartPr/>
                <p14:nvPr/>
              </p14:nvContentPartPr>
              <p14:xfrm>
                <a:off x="5629790" y="2771770"/>
                <a:ext cx="64440" cy="4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973F46F-0D55-9A65-893A-C2B1C5D8966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611790" y="2754130"/>
                  <a:ext cx="100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561C2DA-5D1E-D117-73AF-ABC1D8DE15BD}"/>
                    </a:ext>
                  </a:extLst>
                </p14:cNvPr>
                <p14:cNvContentPartPr/>
                <p14:nvPr/>
              </p14:nvContentPartPr>
              <p14:xfrm>
                <a:off x="5759750" y="2695090"/>
                <a:ext cx="134280" cy="150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561C2DA-5D1E-D117-73AF-ABC1D8DE15B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742110" y="2677450"/>
                  <a:ext cx="1699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3486F77-9DF0-BB5D-F9C4-C61E5DE3B2CF}"/>
                    </a:ext>
                  </a:extLst>
                </p14:cNvPr>
                <p14:cNvContentPartPr/>
                <p14:nvPr/>
              </p14:nvContentPartPr>
              <p14:xfrm>
                <a:off x="5172230" y="2992450"/>
                <a:ext cx="18000" cy="1526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3486F77-9DF0-BB5D-F9C4-C61E5DE3B2C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154230" y="2974810"/>
                  <a:ext cx="53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62CC79A-F887-79FB-1F62-C9D16A5E7FA2}"/>
                    </a:ext>
                  </a:extLst>
                </p14:cNvPr>
                <p14:cNvContentPartPr/>
                <p14:nvPr/>
              </p14:nvContentPartPr>
              <p14:xfrm>
                <a:off x="5164670" y="3003610"/>
                <a:ext cx="85320" cy="73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62CC79A-F887-79FB-1F62-C9D16A5E7FA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146670" y="2985610"/>
                  <a:ext cx="120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5BC13D3-FB75-896E-3BB7-C0F8FE56EA41}"/>
                    </a:ext>
                  </a:extLst>
                </p14:cNvPr>
                <p14:cNvContentPartPr/>
                <p14:nvPr/>
              </p14:nvContentPartPr>
              <p14:xfrm>
                <a:off x="5320190" y="3006850"/>
                <a:ext cx="158400" cy="1242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5BC13D3-FB75-896E-3BB7-C0F8FE56EA4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02190" y="2988850"/>
                  <a:ext cx="194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CBD7829-271F-1904-0340-5F9D031DBDA1}"/>
                    </a:ext>
                  </a:extLst>
                </p14:cNvPr>
                <p14:cNvContentPartPr/>
                <p14:nvPr/>
              </p14:nvContentPartPr>
              <p14:xfrm>
                <a:off x="5515670" y="3002890"/>
                <a:ext cx="114840" cy="122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CBD7829-271F-1904-0340-5F9D031DBDA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497670" y="2984890"/>
                  <a:ext cx="1504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1B8C601-442C-6077-0D15-A97FB21A2A9F}"/>
                    </a:ext>
                  </a:extLst>
                </p14:cNvPr>
                <p14:cNvContentPartPr/>
                <p14:nvPr/>
              </p14:nvContentPartPr>
              <p14:xfrm>
                <a:off x="5705030" y="2992810"/>
                <a:ext cx="24120" cy="119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1B8C601-442C-6077-0D15-A97FB21A2A9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87030" y="2975170"/>
                  <a:ext cx="59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8406AFC-20D9-35BF-AB5F-3D70748FA8A2}"/>
                    </a:ext>
                  </a:extLst>
                </p14:cNvPr>
                <p14:cNvContentPartPr/>
                <p14:nvPr/>
              </p14:nvContentPartPr>
              <p14:xfrm>
                <a:off x="5697470" y="2976970"/>
                <a:ext cx="123480" cy="38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8406AFC-20D9-35BF-AB5F-3D70748FA8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679830" y="2958970"/>
                  <a:ext cx="159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40793AF-6D1B-A62F-66AC-E1453810A89B}"/>
                    </a:ext>
                  </a:extLst>
                </p14:cNvPr>
                <p14:cNvContentPartPr/>
                <p14:nvPr/>
              </p14:nvContentPartPr>
              <p14:xfrm>
                <a:off x="5724110" y="3047170"/>
                <a:ext cx="79200" cy="22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40793AF-6D1B-A62F-66AC-E1453810A89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706470" y="3029530"/>
                  <a:ext cx="114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595FEA6-4F87-6368-9002-6850672030F1}"/>
                    </a:ext>
                  </a:extLst>
                </p14:cNvPr>
                <p14:cNvContentPartPr/>
                <p14:nvPr/>
              </p14:nvContentPartPr>
              <p14:xfrm>
                <a:off x="5859110" y="2977330"/>
                <a:ext cx="7560" cy="1393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595FEA6-4F87-6368-9002-6850672030F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841470" y="2959690"/>
                  <a:ext cx="43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2EA16B1-68BB-64A5-04DF-E6532F1C80F4}"/>
                    </a:ext>
                  </a:extLst>
                </p14:cNvPr>
                <p14:cNvContentPartPr/>
                <p14:nvPr/>
              </p14:nvContentPartPr>
              <p14:xfrm>
                <a:off x="5958110" y="2978770"/>
                <a:ext cx="63000" cy="143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2EA16B1-68BB-64A5-04DF-E6532F1C80F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940470" y="2961130"/>
                  <a:ext cx="98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497A2FE-E3B4-8733-FC39-AE37237815BC}"/>
                    </a:ext>
                  </a:extLst>
                </p14:cNvPr>
                <p14:cNvContentPartPr/>
                <p14:nvPr/>
              </p14:nvContentPartPr>
              <p14:xfrm>
                <a:off x="6039830" y="2965810"/>
                <a:ext cx="55440" cy="30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497A2FE-E3B4-8733-FC39-AE37237815B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022190" y="2948170"/>
                  <a:ext cx="91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00EE109-82A9-04FC-9360-CFF62F7E08B1}"/>
                    </a:ext>
                  </a:extLst>
                </p14:cNvPr>
                <p14:cNvContentPartPr/>
                <p14:nvPr/>
              </p14:nvContentPartPr>
              <p14:xfrm>
                <a:off x="6037670" y="2989930"/>
                <a:ext cx="76320" cy="131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00EE109-82A9-04FC-9360-CFF62F7E08B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20030" y="2972290"/>
                  <a:ext cx="111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0049D73-15E6-74DE-9F5B-73743EC1B346}"/>
                    </a:ext>
                  </a:extLst>
                </p14:cNvPr>
                <p14:cNvContentPartPr/>
                <p14:nvPr/>
              </p14:nvContentPartPr>
              <p14:xfrm>
                <a:off x="6044870" y="3041770"/>
                <a:ext cx="49680" cy="14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0049D73-15E6-74DE-9F5B-73743EC1B34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27230" y="3024130"/>
                  <a:ext cx="85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1DB4796-3675-1A88-208D-10C21F0BC343}"/>
                    </a:ext>
                  </a:extLst>
                </p14:cNvPr>
                <p14:cNvContentPartPr/>
                <p14:nvPr/>
              </p14:nvContentPartPr>
              <p14:xfrm>
                <a:off x="6156830" y="2973370"/>
                <a:ext cx="137160" cy="137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1DB4796-3675-1A88-208D-10C21F0BC34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138830" y="2955370"/>
                  <a:ext cx="1728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A027569-23D5-1F10-44D5-B2802A7B952D}"/>
                    </a:ext>
                  </a:extLst>
                </p14:cNvPr>
                <p14:cNvContentPartPr/>
                <p14:nvPr/>
              </p14:nvContentPartPr>
              <p14:xfrm>
                <a:off x="5002310" y="2634250"/>
                <a:ext cx="1333080" cy="41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A027569-23D5-1F10-44D5-B2802A7B952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84670" y="2616610"/>
                  <a:ext cx="13687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0D3BBDB-8EBD-DFA1-8529-D3DAE65051C9}"/>
                    </a:ext>
                  </a:extLst>
                </p14:cNvPr>
                <p14:cNvContentPartPr/>
                <p14:nvPr/>
              </p14:nvContentPartPr>
              <p14:xfrm>
                <a:off x="5005190" y="2275330"/>
                <a:ext cx="86040" cy="1125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0D3BBDB-8EBD-DFA1-8529-D3DAE65051C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987190" y="2257330"/>
                  <a:ext cx="121680" cy="11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A927916-DF4B-897D-D399-4537C26102AB}"/>
                    </a:ext>
                  </a:extLst>
                </p14:cNvPr>
                <p14:cNvContentPartPr/>
                <p14:nvPr/>
              </p14:nvContentPartPr>
              <p14:xfrm>
                <a:off x="5014190" y="2264530"/>
                <a:ext cx="1337040" cy="45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A927916-DF4B-897D-D399-4537C26102A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996550" y="2246890"/>
                  <a:ext cx="13726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4052668-710B-01EC-52E3-20AF60611901}"/>
                    </a:ext>
                  </a:extLst>
                </p14:cNvPr>
                <p14:cNvContentPartPr/>
                <p14:nvPr/>
              </p14:nvContentPartPr>
              <p14:xfrm>
                <a:off x="6361310" y="2331490"/>
                <a:ext cx="112680" cy="965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4052668-710B-01EC-52E3-20AF6061190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343670" y="2313850"/>
                  <a:ext cx="14832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5520B38-594E-C781-49BE-7DB5B212229E}"/>
                    </a:ext>
                  </a:extLst>
                </p14:cNvPr>
                <p14:cNvContentPartPr/>
                <p14:nvPr/>
              </p14:nvContentPartPr>
              <p14:xfrm>
                <a:off x="5032910" y="3290890"/>
                <a:ext cx="1501200" cy="54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5520B38-594E-C781-49BE-7DB5B212229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014910" y="3272890"/>
                  <a:ext cx="1536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15F2ED7-6B30-4F84-E8C0-098473186808}"/>
                    </a:ext>
                  </a:extLst>
                </p14:cNvPr>
                <p14:cNvContentPartPr/>
                <p14:nvPr/>
              </p14:nvContentPartPr>
              <p14:xfrm>
                <a:off x="6466430" y="2038450"/>
                <a:ext cx="119160" cy="1735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15F2ED7-6B30-4F84-E8C0-09847318680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48790" y="2020810"/>
                  <a:ext cx="154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04E5153-EF75-2CDC-B3D8-168E4BD87ED7}"/>
                    </a:ext>
                  </a:extLst>
                </p14:cNvPr>
                <p14:cNvContentPartPr/>
                <p14:nvPr/>
              </p14:nvContentPartPr>
              <p14:xfrm>
                <a:off x="6617630" y="2055730"/>
                <a:ext cx="102960" cy="132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04E5153-EF75-2CDC-B3D8-168E4BD87ED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99630" y="2038090"/>
                  <a:ext cx="138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E821AAD-339F-66AB-74F3-BD41654A0AEA}"/>
                    </a:ext>
                  </a:extLst>
                </p14:cNvPr>
                <p14:cNvContentPartPr/>
                <p14:nvPr/>
              </p14:nvContentPartPr>
              <p14:xfrm>
                <a:off x="6774590" y="2074450"/>
                <a:ext cx="14040" cy="1522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E821AAD-339F-66AB-74F3-BD41654A0AE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756950" y="2056810"/>
                  <a:ext cx="49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601B1EF-D1C3-1102-2301-74E273D8C0BA}"/>
                    </a:ext>
                  </a:extLst>
                </p14:cNvPr>
                <p14:cNvContentPartPr/>
                <p14:nvPr/>
              </p14:nvContentPartPr>
              <p14:xfrm>
                <a:off x="6778910" y="2073370"/>
                <a:ext cx="90000" cy="165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601B1EF-D1C3-1102-2301-74E273D8C0B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761270" y="2055730"/>
                  <a:ext cx="1256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FF12733-80E9-F11F-391B-4FC21C6448CC}"/>
                    </a:ext>
                  </a:extLst>
                </p14:cNvPr>
                <p14:cNvContentPartPr/>
                <p14:nvPr/>
              </p14:nvContentPartPr>
              <p14:xfrm>
                <a:off x="6358070" y="1913170"/>
                <a:ext cx="636120" cy="4780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FF12733-80E9-F11F-391B-4FC21C6448C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340070" y="1895530"/>
                  <a:ext cx="6717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0EA8E0D-EABE-ABD3-9279-09E75B91E75F}"/>
                    </a:ext>
                  </a:extLst>
                </p14:cNvPr>
                <p14:cNvContentPartPr/>
                <p14:nvPr/>
              </p14:nvContentPartPr>
              <p14:xfrm>
                <a:off x="5949110" y="2085610"/>
                <a:ext cx="514440" cy="203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0EA8E0D-EABE-ABD3-9279-09E75B91E75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931470" y="2067610"/>
                  <a:ext cx="5500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2A0AAC3-F602-D8A5-D5E9-4355DDEE387A}"/>
                    </a:ext>
                  </a:extLst>
                </p14:cNvPr>
                <p14:cNvContentPartPr/>
                <p14:nvPr/>
              </p14:nvContentPartPr>
              <p14:xfrm>
                <a:off x="6610430" y="3353890"/>
                <a:ext cx="93240" cy="143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2A0AAC3-F602-D8A5-D5E9-4355DDEE387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592790" y="3336250"/>
                  <a:ext cx="128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DEFF259-11A7-F128-7BC6-0CF5C09AD3D3}"/>
                    </a:ext>
                  </a:extLst>
                </p14:cNvPr>
                <p14:cNvContentPartPr/>
                <p14:nvPr/>
              </p14:nvContentPartPr>
              <p14:xfrm>
                <a:off x="6755510" y="3347770"/>
                <a:ext cx="68760" cy="149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DEFF259-11A7-F128-7BC6-0CF5C09AD3D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37870" y="3329770"/>
                  <a:ext cx="104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D804329-CBB0-056F-86BE-0097FABC2C54}"/>
                    </a:ext>
                  </a:extLst>
                </p14:cNvPr>
                <p14:cNvContentPartPr/>
                <p14:nvPr/>
              </p14:nvContentPartPr>
              <p14:xfrm>
                <a:off x="6879350" y="3368650"/>
                <a:ext cx="20160" cy="1461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D804329-CBB0-056F-86BE-0097FABC2C5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861350" y="3350650"/>
                  <a:ext cx="558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BAED9B4-AB83-11AA-6E8D-7672DD6164F5}"/>
                    </a:ext>
                  </a:extLst>
                </p14:cNvPr>
                <p14:cNvContentPartPr/>
                <p14:nvPr/>
              </p14:nvContentPartPr>
              <p14:xfrm>
                <a:off x="6898070" y="3400330"/>
                <a:ext cx="103680" cy="835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BAED9B4-AB83-11AA-6E8D-7672DD6164F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880430" y="3382330"/>
                  <a:ext cx="139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D0B8334-4378-72FD-EBD9-44F3D701CDD2}"/>
                    </a:ext>
                  </a:extLst>
                </p14:cNvPr>
                <p14:cNvContentPartPr/>
                <p14:nvPr/>
              </p14:nvContentPartPr>
              <p14:xfrm>
                <a:off x="6503150" y="3226090"/>
                <a:ext cx="616680" cy="4222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D0B8334-4378-72FD-EBD9-44F3D701CDD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485150" y="3208450"/>
                  <a:ext cx="65232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940C255-591B-EB3B-6A17-DEAA7FFAE219}"/>
                    </a:ext>
                  </a:extLst>
                </p14:cNvPr>
                <p14:cNvContentPartPr/>
                <p14:nvPr/>
              </p14:nvContentPartPr>
              <p14:xfrm>
                <a:off x="6320270" y="3505810"/>
                <a:ext cx="208080" cy="149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940C255-591B-EB3B-6A17-DEAA7FFAE21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02270" y="3487810"/>
                  <a:ext cx="243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47EF443-9C42-A70C-CA1E-884213945EEA}"/>
                    </a:ext>
                  </a:extLst>
                </p14:cNvPr>
                <p14:cNvContentPartPr/>
                <p14:nvPr/>
              </p14:nvContentPartPr>
              <p14:xfrm>
                <a:off x="5633750" y="4630450"/>
                <a:ext cx="185040" cy="1674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47EF443-9C42-A70C-CA1E-884213945EE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16110" y="4612810"/>
                  <a:ext cx="220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C1C6053-796B-BA72-5FCE-E920423E4D20}"/>
                    </a:ext>
                  </a:extLst>
                </p14:cNvPr>
                <p14:cNvContentPartPr/>
                <p14:nvPr/>
              </p14:nvContentPartPr>
              <p14:xfrm>
                <a:off x="5648870" y="4735570"/>
                <a:ext cx="142200" cy="172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C1C6053-796B-BA72-5FCE-E920423E4D2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630870" y="4717930"/>
                  <a:ext cx="177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C82E531-38B1-5237-97D2-74389603B619}"/>
                    </a:ext>
                  </a:extLst>
                </p14:cNvPr>
                <p14:cNvContentPartPr/>
                <p14:nvPr/>
              </p14:nvContentPartPr>
              <p14:xfrm>
                <a:off x="5847950" y="4648090"/>
                <a:ext cx="139320" cy="138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C82E531-38B1-5237-97D2-74389603B61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829950" y="4630090"/>
                  <a:ext cx="174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D4B2D31-F189-6231-5417-D66DF988723D}"/>
                    </a:ext>
                  </a:extLst>
                </p14:cNvPr>
                <p14:cNvContentPartPr/>
                <p14:nvPr/>
              </p14:nvContentPartPr>
              <p14:xfrm>
                <a:off x="6040550" y="4641970"/>
                <a:ext cx="81360" cy="16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D4B2D31-F189-6231-5417-D66DF988723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022550" y="4624330"/>
                  <a:ext cx="1170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7FE097C-676F-D1E5-D467-E5E0D94070BA}"/>
                    </a:ext>
                  </a:extLst>
                </p14:cNvPr>
                <p14:cNvContentPartPr/>
                <p14:nvPr/>
              </p14:nvContentPartPr>
              <p14:xfrm>
                <a:off x="6031910" y="4645570"/>
                <a:ext cx="111600" cy="126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7FE097C-676F-D1E5-D467-E5E0D94070B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014270" y="4627930"/>
                  <a:ext cx="147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59300C4-234B-EA6C-6EE9-7B280E622910}"/>
                    </a:ext>
                  </a:extLst>
                </p14:cNvPr>
                <p14:cNvContentPartPr/>
                <p14:nvPr/>
              </p14:nvContentPartPr>
              <p14:xfrm>
                <a:off x="6034790" y="4696690"/>
                <a:ext cx="81720" cy="6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59300C4-234B-EA6C-6EE9-7B280E6229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017150" y="4678690"/>
                  <a:ext cx="117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893EA9D-8BCD-58E0-10DB-B98BBA895024}"/>
                    </a:ext>
                  </a:extLst>
                </p14:cNvPr>
                <p14:cNvContentPartPr/>
                <p14:nvPr/>
              </p14:nvContentPartPr>
              <p14:xfrm>
                <a:off x="6211190" y="4650970"/>
                <a:ext cx="268560" cy="1260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893EA9D-8BCD-58E0-10DB-B98BBA895024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193550" y="4632970"/>
                  <a:ext cx="304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1F0C767-4814-EE56-1049-F8E8EFF07B0A}"/>
                    </a:ext>
                  </a:extLst>
                </p14:cNvPr>
                <p14:cNvContentPartPr/>
                <p14:nvPr/>
              </p14:nvContentPartPr>
              <p14:xfrm>
                <a:off x="6367790" y="4636930"/>
                <a:ext cx="161640" cy="313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1F0C767-4814-EE56-1049-F8E8EFF07B0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350150" y="4619290"/>
                  <a:ext cx="1972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1FC75A4A-07B6-FFD9-483C-74304177475D}"/>
                    </a:ext>
                  </a:extLst>
                </p14:cNvPr>
                <p14:cNvContentPartPr/>
                <p14:nvPr/>
              </p14:nvContentPartPr>
              <p14:xfrm>
                <a:off x="5609630" y="4729090"/>
                <a:ext cx="5760" cy="98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1FC75A4A-07B6-FFD9-483C-74304177475D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591630" y="4711090"/>
                  <a:ext cx="41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BA934CC-E905-3F4E-ECFF-0A6F65BD710A}"/>
                    </a:ext>
                  </a:extLst>
                </p14:cNvPr>
                <p14:cNvContentPartPr/>
                <p14:nvPr/>
              </p14:nvContentPartPr>
              <p14:xfrm>
                <a:off x="5564990" y="4898290"/>
                <a:ext cx="141480" cy="1202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BA934CC-E905-3F4E-ECFF-0A6F65BD710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546990" y="4880290"/>
                  <a:ext cx="1771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B0CA906-4D3E-1683-D4EE-5A9AFEC387F5}"/>
                    </a:ext>
                  </a:extLst>
                </p14:cNvPr>
                <p14:cNvContentPartPr/>
                <p14:nvPr/>
              </p14:nvContentPartPr>
              <p14:xfrm>
                <a:off x="5761190" y="4933210"/>
                <a:ext cx="25200" cy="824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B0CA906-4D3E-1683-D4EE-5A9AFEC387F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743550" y="4915210"/>
                  <a:ext cx="60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F28C0BB-3495-3178-CF8B-0090C9FBC36B}"/>
                    </a:ext>
                  </a:extLst>
                </p14:cNvPr>
                <p14:cNvContentPartPr/>
                <p14:nvPr/>
              </p14:nvContentPartPr>
              <p14:xfrm>
                <a:off x="5703590" y="4886770"/>
                <a:ext cx="277920" cy="1440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F28C0BB-3495-3178-CF8B-0090C9FBC36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685590" y="4868770"/>
                  <a:ext cx="3135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BA69F75-2E12-8F69-32CC-288AEC138624}"/>
                    </a:ext>
                  </a:extLst>
                </p14:cNvPr>
                <p14:cNvContentPartPr/>
                <p14:nvPr/>
              </p14:nvContentPartPr>
              <p14:xfrm>
                <a:off x="6019310" y="4939690"/>
                <a:ext cx="143640" cy="92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BA69F75-2E12-8F69-32CC-288AEC13862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01310" y="4921690"/>
                  <a:ext cx="179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B404675-CF20-6181-6C8D-EF30688CF83A}"/>
                    </a:ext>
                  </a:extLst>
                </p14:cNvPr>
                <p14:cNvContentPartPr/>
                <p14:nvPr/>
              </p14:nvContentPartPr>
              <p14:xfrm>
                <a:off x="6200030" y="4930330"/>
                <a:ext cx="182520" cy="1058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B404675-CF20-6181-6C8D-EF30688CF83A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182390" y="4912690"/>
                  <a:ext cx="218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819C3F9-BE79-E62B-7D00-6DBE0F6E0030}"/>
                    </a:ext>
                  </a:extLst>
                </p14:cNvPr>
                <p14:cNvContentPartPr/>
                <p14:nvPr/>
              </p14:nvContentPartPr>
              <p14:xfrm>
                <a:off x="6232790" y="4979650"/>
                <a:ext cx="101880" cy="70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819C3F9-BE79-E62B-7D00-6DBE0F6E003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215150" y="4961650"/>
                  <a:ext cx="1375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2D1DD98-8BDD-1A4E-5CB7-6F90ACAFAE0B}"/>
                    </a:ext>
                  </a:extLst>
                </p14:cNvPr>
                <p14:cNvContentPartPr/>
                <p14:nvPr/>
              </p14:nvContentPartPr>
              <p14:xfrm>
                <a:off x="5511710" y="5118970"/>
                <a:ext cx="117000" cy="132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2D1DD98-8BDD-1A4E-5CB7-6F90ACAFAE0B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494070" y="5101330"/>
                  <a:ext cx="152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0EC9376-29A4-063C-373D-F15F351053C9}"/>
                    </a:ext>
                  </a:extLst>
                </p14:cNvPr>
                <p14:cNvContentPartPr/>
                <p14:nvPr/>
              </p14:nvContentPartPr>
              <p14:xfrm>
                <a:off x="5686310" y="5144170"/>
                <a:ext cx="88560" cy="120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0EC9376-29A4-063C-373D-F15F351053C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668310" y="5126170"/>
                  <a:ext cx="1242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8108703-5E93-1313-F56B-A87539B991BF}"/>
                    </a:ext>
                  </a:extLst>
                </p14:cNvPr>
                <p14:cNvContentPartPr/>
                <p14:nvPr/>
              </p14:nvContentPartPr>
              <p14:xfrm>
                <a:off x="5820950" y="5143090"/>
                <a:ext cx="92880" cy="1173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8108703-5E93-1313-F56B-A87539B991B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802950" y="5125450"/>
                  <a:ext cx="1285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99512BD-6C85-5A55-979D-610E3B98E636}"/>
                    </a:ext>
                  </a:extLst>
                </p14:cNvPr>
                <p14:cNvContentPartPr/>
                <p14:nvPr/>
              </p14:nvContentPartPr>
              <p14:xfrm>
                <a:off x="5823110" y="5212930"/>
                <a:ext cx="69120" cy="10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99512BD-6C85-5A55-979D-610E3B98E63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805110" y="5195290"/>
                  <a:ext cx="104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85BA562-0182-7C86-AA5D-EE7FA96C056E}"/>
                    </a:ext>
                  </a:extLst>
                </p14:cNvPr>
                <p14:cNvContentPartPr/>
                <p14:nvPr/>
              </p14:nvContentPartPr>
              <p14:xfrm>
                <a:off x="5946950" y="5178730"/>
                <a:ext cx="103680" cy="77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85BA562-0182-7C86-AA5D-EE7FA96C056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929310" y="5161090"/>
                  <a:ext cx="139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6595AA8-0BA0-1920-9BAD-2E120A99AC84}"/>
                    </a:ext>
                  </a:extLst>
                </p14:cNvPr>
                <p14:cNvContentPartPr/>
                <p14:nvPr/>
              </p14:nvContentPartPr>
              <p14:xfrm>
                <a:off x="6133790" y="5179090"/>
                <a:ext cx="10440" cy="910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6595AA8-0BA0-1920-9BAD-2E120A99AC8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116150" y="5161090"/>
                  <a:ext cx="460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08FA08E-62A7-24AC-EBEE-80930E731D2F}"/>
                    </a:ext>
                  </a:extLst>
                </p14:cNvPr>
                <p14:cNvContentPartPr/>
                <p14:nvPr/>
              </p14:nvContentPartPr>
              <p14:xfrm>
                <a:off x="6212270" y="5161090"/>
                <a:ext cx="117720" cy="1087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08FA08E-62A7-24AC-EBEE-80930E731D2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194630" y="5143090"/>
                  <a:ext cx="153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7BBD61D1-539F-BC3D-D13D-465E8AEBF713}"/>
                    </a:ext>
                  </a:extLst>
                </p14:cNvPr>
                <p14:cNvContentPartPr/>
                <p14:nvPr/>
              </p14:nvContentPartPr>
              <p14:xfrm>
                <a:off x="6385070" y="5162530"/>
                <a:ext cx="57600" cy="1202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7BBD61D1-539F-BC3D-D13D-465E8AEBF71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367070" y="5144890"/>
                  <a:ext cx="932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BD2C30B-6078-5C84-725D-20BE46A9EFF6}"/>
                    </a:ext>
                  </a:extLst>
                </p14:cNvPr>
                <p14:cNvContentPartPr/>
                <p14:nvPr/>
              </p14:nvContentPartPr>
              <p14:xfrm>
                <a:off x="6475430" y="5208610"/>
                <a:ext cx="7920" cy="1108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BD2C30B-6078-5C84-725D-20BE46A9EFF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457430" y="5190610"/>
                  <a:ext cx="43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C7483B5C-D795-AFAB-1F2F-F5064FF427F2}"/>
                    </a:ext>
                  </a:extLst>
                </p14:cNvPr>
                <p14:cNvContentPartPr/>
                <p14:nvPr/>
              </p14:nvContentPartPr>
              <p14:xfrm>
                <a:off x="6534110" y="5189890"/>
                <a:ext cx="77760" cy="128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C7483B5C-D795-AFAB-1F2F-F5064FF427F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16470" y="5172250"/>
                  <a:ext cx="113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50EA0E8A-6F34-5565-DB20-7CEBB6D50D5F}"/>
                    </a:ext>
                  </a:extLst>
                </p14:cNvPr>
                <p14:cNvContentPartPr/>
                <p14:nvPr/>
              </p14:nvContentPartPr>
              <p14:xfrm>
                <a:off x="6635270" y="5200690"/>
                <a:ext cx="70200" cy="1393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50EA0E8A-6F34-5565-DB20-7CEBB6D50D5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617270" y="5182690"/>
                  <a:ext cx="1058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664CCD6-3CD2-82A8-D57D-8D31A8CB30A7}"/>
                    </a:ext>
                  </a:extLst>
                </p14:cNvPr>
                <p14:cNvContentPartPr/>
                <p14:nvPr/>
              </p14:nvContentPartPr>
              <p14:xfrm>
                <a:off x="6653630" y="5267650"/>
                <a:ext cx="34560" cy="3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664CCD6-3CD2-82A8-D57D-8D31A8CB30A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35990" y="5250010"/>
                  <a:ext cx="70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374ADD4-3689-4E92-5D57-162FF1631024}"/>
                    </a:ext>
                  </a:extLst>
                </p14:cNvPr>
                <p14:cNvContentPartPr/>
                <p14:nvPr/>
              </p14:nvContentPartPr>
              <p14:xfrm>
                <a:off x="6733190" y="5225890"/>
                <a:ext cx="77400" cy="1350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374ADD4-3689-4E92-5D57-162FF163102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715190" y="5207890"/>
                  <a:ext cx="113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BEF7FCD-A015-C62F-9D20-61870A85E295}"/>
                    </a:ext>
                  </a:extLst>
                </p14:cNvPr>
                <p14:cNvContentPartPr/>
                <p14:nvPr/>
              </p14:nvContentPartPr>
              <p14:xfrm>
                <a:off x="5411630" y="4608490"/>
                <a:ext cx="32400" cy="826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BEF7FCD-A015-C62F-9D20-61870A85E29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393990" y="4590850"/>
                  <a:ext cx="6804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0539A1A-1480-876A-0946-9A93F2CF2A76}"/>
                    </a:ext>
                  </a:extLst>
                </p14:cNvPr>
                <p14:cNvContentPartPr/>
                <p14:nvPr/>
              </p14:nvContentPartPr>
              <p14:xfrm>
                <a:off x="5473550" y="4522810"/>
                <a:ext cx="1234800" cy="709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0539A1A-1480-876A-0946-9A93F2CF2A7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5455550" y="4504810"/>
                  <a:ext cx="1270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4E6E3F0-8CD5-F128-CA0D-BBA30F441C74}"/>
                    </a:ext>
                  </a:extLst>
                </p14:cNvPr>
                <p14:cNvContentPartPr/>
                <p14:nvPr/>
              </p14:nvContentPartPr>
              <p14:xfrm>
                <a:off x="6894830" y="4605970"/>
                <a:ext cx="21960" cy="9108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4E6E3F0-8CD5-F128-CA0D-BBA30F441C7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876830" y="4587970"/>
                  <a:ext cx="5760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FCD105D-116C-CC7C-2429-B36233EF5750}"/>
                    </a:ext>
                  </a:extLst>
                </p14:cNvPr>
                <p14:cNvContentPartPr/>
                <p14:nvPr/>
              </p14:nvContentPartPr>
              <p14:xfrm>
                <a:off x="5458070" y="5452690"/>
                <a:ext cx="1413360" cy="475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FCD105D-116C-CC7C-2429-B36233EF575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440070" y="5434690"/>
                  <a:ext cx="1449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417B665-F479-0079-137F-5AA79677AA88}"/>
                    </a:ext>
                  </a:extLst>
                </p14:cNvPr>
                <p14:cNvContentPartPr/>
                <p14:nvPr/>
              </p14:nvContentPartPr>
              <p14:xfrm>
                <a:off x="5491190" y="4854370"/>
                <a:ext cx="1123200" cy="241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417B665-F479-0079-137F-5AA79677AA8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473190" y="4836370"/>
                  <a:ext cx="1158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A5BA06A-1596-09A1-52D2-AFD50A3BC213}"/>
                    </a:ext>
                  </a:extLst>
                </p14:cNvPr>
                <p14:cNvContentPartPr/>
                <p14:nvPr/>
              </p14:nvContentPartPr>
              <p14:xfrm>
                <a:off x="6672710" y="4548730"/>
                <a:ext cx="245880" cy="118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A5BA06A-1596-09A1-52D2-AFD50A3BC21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654710" y="4531090"/>
                  <a:ext cx="281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9EC2354-EE7C-E120-3A40-74BCCEBD4DCD}"/>
                    </a:ext>
                  </a:extLst>
                </p14:cNvPr>
                <p14:cNvContentPartPr/>
                <p14:nvPr/>
              </p14:nvContentPartPr>
              <p14:xfrm>
                <a:off x="6539150" y="4865890"/>
                <a:ext cx="370800" cy="20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9EC2354-EE7C-E120-3A40-74BCCEBD4DC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521150" y="4848250"/>
                  <a:ext cx="406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4E3A2AB-9BB7-2E27-6299-1787DB1A295B}"/>
                    </a:ext>
                  </a:extLst>
                </p14:cNvPr>
                <p14:cNvContentPartPr/>
                <p14:nvPr/>
              </p14:nvContentPartPr>
              <p14:xfrm>
                <a:off x="6943430" y="4076410"/>
                <a:ext cx="3056400" cy="8013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4E3A2AB-9BB7-2E27-6299-1787DB1A295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6925790" y="4058770"/>
                  <a:ext cx="3092040" cy="83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E896139-9198-6D39-07D8-4BA1563E0A88}"/>
                    </a:ext>
                  </a:extLst>
                </p14:cNvPr>
                <p14:cNvContentPartPr/>
                <p14:nvPr/>
              </p14:nvContentPartPr>
              <p14:xfrm>
                <a:off x="7475870" y="4276210"/>
                <a:ext cx="177120" cy="195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E896139-9198-6D39-07D8-4BA1563E0A8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458230" y="4258570"/>
                  <a:ext cx="212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F147AD2-D7A9-7792-551F-4645F0D3DE75}"/>
                    </a:ext>
                  </a:extLst>
                </p14:cNvPr>
                <p14:cNvContentPartPr/>
                <p14:nvPr/>
              </p14:nvContentPartPr>
              <p14:xfrm>
                <a:off x="7712390" y="4292050"/>
                <a:ext cx="40320" cy="153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F147AD2-D7A9-7792-551F-4645F0D3DE75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694390" y="4274410"/>
                  <a:ext cx="759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D232133-AF97-7FFD-C530-1CF12FE1953C}"/>
                    </a:ext>
                  </a:extLst>
                </p14:cNvPr>
                <p14:cNvContentPartPr/>
                <p14:nvPr/>
              </p14:nvContentPartPr>
              <p14:xfrm>
                <a:off x="7699790" y="4279090"/>
                <a:ext cx="162720" cy="1170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D232133-AF97-7FFD-C530-1CF12FE1953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81790" y="4261450"/>
                  <a:ext cx="1983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64CF681-31A8-885D-31D0-FB0BB3BD11BA}"/>
                    </a:ext>
                  </a:extLst>
                </p14:cNvPr>
                <p14:cNvContentPartPr/>
                <p14:nvPr/>
              </p14:nvContentPartPr>
              <p14:xfrm>
                <a:off x="7846670" y="4283770"/>
                <a:ext cx="114840" cy="993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64CF681-31A8-885D-31D0-FB0BB3BD11B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29030" y="4265770"/>
                  <a:ext cx="150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9A0F5476-5989-BD7B-0B48-81FF2E23AEBC}"/>
                    </a:ext>
                  </a:extLst>
                </p14:cNvPr>
                <p14:cNvContentPartPr/>
                <p14:nvPr/>
              </p14:nvContentPartPr>
              <p14:xfrm>
                <a:off x="8003990" y="4215730"/>
                <a:ext cx="110880" cy="1155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9A0F5476-5989-BD7B-0B48-81FF2E23AEB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985990" y="4198090"/>
                  <a:ext cx="146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C0CA7A3-5AF7-C293-9A1D-AAD9896C3931}"/>
                    </a:ext>
                  </a:extLst>
                </p14:cNvPr>
                <p14:cNvContentPartPr/>
                <p14:nvPr/>
              </p14:nvContentPartPr>
              <p14:xfrm>
                <a:off x="8166710" y="4113130"/>
                <a:ext cx="149760" cy="1605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C0CA7A3-5AF7-C293-9A1D-AAD9896C393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148710" y="4095130"/>
                  <a:ext cx="185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4EC4397-CC4E-829E-0E8C-5C8585F06E55}"/>
                    </a:ext>
                  </a:extLst>
                </p14:cNvPr>
                <p14:cNvContentPartPr/>
                <p14:nvPr/>
              </p14:nvContentPartPr>
              <p14:xfrm>
                <a:off x="8352470" y="4072450"/>
                <a:ext cx="90360" cy="1227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4EC4397-CC4E-829E-0E8C-5C8585F06E5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334830" y="4054810"/>
                  <a:ext cx="126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23E779F-CFC9-D249-9A9A-9A11053A1137}"/>
                    </a:ext>
                  </a:extLst>
                </p14:cNvPr>
                <p14:cNvContentPartPr/>
                <p14:nvPr/>
              </p14:nvContentPartPr>
              <p14:xfrm>
                <a:off x="8496110" y="4003330"/>
                <a:ext cx="97200" cy="1951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23E779F-CFC9-D249-9A9A-9A11053A113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478470" y="3985690"/>
                  <a:ext cx="132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ED08D6A-FBFF-44B6-C129-E25B478D0505}"/>
                    </a:ext>
                  </a:extLst>
                </p14:cNvPr>
                <p14:cNvContentPartPr/>
                <p14:nvPr/>
              </p14:nvContentPartPr>
              <p14:xfrm>
                <a:off x="8506910" y="4077490"/>
                <a:ext cx="90360" cy="16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ED08D6A-FBFF-44B6-C129-E25B478D050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489270" y="4059850"/>
                  <a:ext cx="1260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654BFED1-B3C5-1F7B-A587-D583C9CDAD58}"/>
                    </a:ext>
                  </a:extLst>
                </p14:cNvPr>
                <p14:cNvContentPartPr/>
                <p14:nvPr/>
              </p14:nvContentPartPr>
              <p14:xfrm>
                <a:off x="8627510" y="4097290"/>
                <a:ext cx="7560" cy="525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654BFED1-B3C5-1F7B-A587-D583C9CDAD5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609870" y="4079290"/>
                  <a:ext cx="432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B17B27A-CB7F-433A-BA6F-4414F69024E9}"/>
                    </a:ext>
                  </a:extLst>
                </p14:cNvPr>
                <p14:cNvContentPartPr/>
                <p14:nvPr/>
              </p14:nvContentPartPr>
              <p14:xfrm>
                <a:off x="8644070" y="4055890"/>
                <a:ext cx="26280" cy="1324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B17B27A-CB7F-433A-BA6F-4414F69024E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626070" y="4038250"/>
                  <a:ext cx="61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CA77606-0B25-4E74-C006-288F71A064F3}"/>
                    </a:ext>
                  </a:extLst>
                </p14:cNvPr>
                <p14:cNvContentPartPr/>
                <p14:nvPr/>
              </p14:nvContentPartPr>
              <p14:xfrm>
                <a:off x="8615630" y="4019890"/>
                <a:ext cx="118080" cy="1490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CA77606-0B25-4E74-C006-288F71A064F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597630" y="4001890"/>
                  <a:ext cx="153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F07BBBB-14DD-C445-389A-D7549C16E72E}"/>
                    </a:ext>
                  </a:extLst>
                </p14:cNvPr>
                <p14:cNvContentPartPr/>
                <p14:nvPr/>
              </p14:nvContentPartPr>
              <p14:xfrm>
                <a:off x="9994430" y="3667090"/>
                <a:ext cx="1190880" cy="30384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F07BBBB-14DD-C445-389A-D7549C16E72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976790" y="3649450"/>
                  <a:ext cx="122652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00C81AD-790C-AE21-E35B-AA5A1EDF358F}"/>
                    </a:ext>
                  </a:extLst>
                </p14:cNvPr>
                <p14:cNvContentPartPr/>
                <p14:nvPr/>
              </p14:nvContentPartPr>
              <p14:xfrm>
                <a:off x="10269830" y="4067770"/>
                <a:ext cx="130680" cy="1087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00C81AD-790C-AE21-E35B-AA5A1EDF358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0252190" y="4049770"/>
                  <a:ext cx="166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5B112EAE-2791-A881-480E-05DF5DFEC5D6}"/>
                    </a:ext>
                  </a:extLst>
                </p14:cNvPr>
                <p14:cNvContentPartPr/>
                <p14:nvPr/>
              </p14:nvContentPartPr>
              <p14:xfrm>
                <a:off x="10479350" y="4089370"/>
                <a:ext cx="24480" cy="115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5B112EAE-2791-A881-480E-05DF5DFEC5D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461350" y="4071370"/>
                  <a:ext cx="60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5737132-C407-3636-0756-5D3222F11124}"/>
                    </a:ext>
                  </a:extLst>
                </p14:cNvPr>
                <p14:cNvContentPartPr/>
                <p14:nvPr/>
              </p14:nvContentPartPr>
              <p14:xfrm>
                <a:off x="10434350" y="4069570"/>
                <a:ext cx="160920" cy="24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5737132-C407-3636-0756-5D3222F1112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416710" y="4051930"/>
                  <a:ext cx="196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7731E91-A18E-8A4C-3BFD-007E6D0E3A9F}"/>
                    </a:ext>
                  </a:extLst>
                </p14:cNvPr>
                <p14:cNvContentPartPr/>
                <p14:nvPr/>
              </p14:nvContentPartPr>
              <p14:xfrm>
                <a:off x="10583390" y="4111330"/>
                <a:ext cx="126360" cy="88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7731E91-A18E-8A4C-3BFD-007E6D0E3A9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565750" y="4093690"/>
                  <a:ext cx="1620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28A67D1-C82A-E06B-8588-32B1430B3523}"/>
                    </a:ext>
                  </a:extLst>
                </p14:cNvPr>
                <p14:cNvContentPartPr/>
                <p14:nvPr/>
              </p14:nvContentPartPr>
              <p14:xfrm>
                <a:off x="10743950" y="4086850"/>
                <a:ext cx="126000" cy="105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28A67D1-C82A-E06B-8588-32B1430B352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726310" y="4068850"/>
                  <a:ext cx="161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CD84DD0-7BD0-42FC-8392-D49D96BF22FA}"/>
                    </a:ext>
                  </a:extLst>
                </p14:cNvPr>
                <p14:cNvContentPartPr/>
                <p14:nvPr/>
              </p14:nvContentPartPr>
              <p14:xfrm>
                <a:off x="10881110" y="4099090"/>
                <a:ext cx="149760" cy="964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CD84DD0-7BD0-42FC-8392-D49D96BF22F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863110" y="4081450"/>
                  <a:ext cx="185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AC810D72-190C-C9F6-1869-B5D82093D142}"/>
                    </a:ext>
                  </a:extLst>
                </p14:cNvPr>
                <p14:cNvContentPartPr/>
                <p14:nvPr/>
              </p14:nvContentPartPr>
              <p14:xfrm>
                <a:off x="10940150" y="4135810"/>
                <a:ext cx="84600" cy="554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AC810D72-190C-C9F6-1869-B5D82093D14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922510" y="4118170"/>
                  <a:ext cx="120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FB4B79DD-C508-8420-2ADA-F53D3A6F9A6B}"/>
                    </a:ext>
                  </a:extLst>
                </p14:cNvPr>
                <p14:cNvContentPartPr/>
                <p14:nvPr/>
              </p14:nvContentPartPr>
              <p14:xfrm>
                <a:off x="10198190" y="4286650"/>
                <a:ext cx="18360" cy="1350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FB4B79DD-C508-8420-2ADA-F53D3A6F9A6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180190" y="4268650"/>
                  <a:ext cx="54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0189ACE-28C9-23C1-DE85-D058B6A84082}"/>
                    </a:ext>
                  </a:extLst>
                </p14:cNvPr>
                <p14:cNvContentPartPr/>
                <p14:nvPr/>
              </p14:nvContentPartPr>
              <p14:xfrm>
                <a:off x="10149230" y="4303930"/>
                <a:ext cx="163080" cy="1245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0189ACE-28C9-23C1-DE85-D058B6A8408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31590" y="4285930"/>
                  <a:ext cx="1987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A2FBBCD-6F21-F7E0-3E93-39C89C7B5270}"/>
                    </a:ext>
                  </a:extLst>
                </p14:cNvPr>
                <p14:cNvContentPartPr/>
                <p14:nvPr/>
              </p14:nvContentPartPr>
              <p14:xfrm>
                <a:off x="10336430" y="4339570"/>
                <a:ext cx="153360" cy="1382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A2FBBCD-6F21-F7E0-3E93-39C89C7B527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318790" y="4321930"/>
                  <a:ext cx="189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531F3FB-99A3-DF8C-1115-0DD7C903236F}"/>
                    </a:ext>
                  </a:extLst>
                </p14:cNvPr>
                <p14:cNvContentPartPr/>
                <p14:nvPr/>
              </p14:nvContentPartPr>
              <p14:xfrm>
                <a:off x="10571150" y="4399690"/>
                <a:ext cx="23400" cy="799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531F3FB-99A3-DF8C-1115-0DD7C903236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553150" y="4382050"/>
                  <a:ext cx="590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B2F0EF7-CEDA-CBA5-9B9C-7332A497A1ED}"/>
                    </a:ext>
                  </a:extLst>
                </p14:cNvPr>
                <p14:cNvContentPartPr/>
                <p14:nvPr/>
              </p14:nvContentPartPr>
              <p14:xfrm>
                <a:off x="10520030" y="4332010"/>
                <a:ext cx="320760" cy="1814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B2F0EF7-CEDA-CBA5-9B9C-7332A497A1E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502030" y="4314370"/>
                  <a:ext cx="356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E641DBB-76E8-B0A7-B3E3-EE6502C0BCE4}"/>
                    </a:ext>
                  </a:extLst>
                </p14:cNvPr>
                <p14:cNvContentPartPr/>
                <p14:nvPr/>
              </p14:nvContentPartPr>
              <p14:xfrm>
                <a:off x="9992270" y="3815770"/>
                <a:ext cx="58680" cy="8132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E641DBB-76E8-B0A7-B3E3-EE6502C0BCE4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974630" y="3797770"/>
                  <a:ext cx="94320" cy="84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2D02ED1-BC98-5DEE-EC98-545A09F3DFA8}"/>
                    </a:ext>
                  </a:extLst>
                </p14:cNvPr>
                <p14:cNvContentPartPr/>
                <p14:nvPr/>
              </p14:nvContentPartPr>
              <p14:xfrm>
                <a:off x="10061030" y="4641610"/>
                <a:ext cx="983880" cy="1256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2D02ED1-BC98-5DEE-EC98-545A09F3DFA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043030" y="4623610"/>
                  <a:ext cx="1019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3E048F6-8772-67AB-E1C8-D5D2E8B74A48}"/>
                    </a:ext>
                  </a:extLst>
                </p14:cNvPr>
                <p14:cNvContentPartPr/>
                <p14:nvPr/>
              </p14:nvContentPartPr>
              <p14:xfrm>
                <a:off x="11199350" y="3972370"/>
                <a:ext cx="32400" cy="6357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3E048F6-8772-67AB-E1C8-D5D2E8B74A4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181350" y="3954730"/>
                  <a:ext cx="6804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BCB091F4-EDFE-6A15-8459-1BEF739F521E}"/>
                    </a:ext>
                  </a:extLst>
                </p14:cNvPr>
                <p14:cNvContentPartPr/>
                <p14:nvPr/>
              </p14:nvContentPartPr>
              <p14:xfrm>
                <a:off x="9832430" y="4975330"/>
                <a:ext cx="16920" cy="2163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BCB091F4-EDFE-6A15-8459-1BEF739F521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814430" y="4957690"/>
                  <a:ext cx="52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232A2AE-0022-2C50-75A2-283E888A98AC}"/>
                    </a:ext>
                  </a:extLst>
                </p14:cNvPr>
                <p14:cNvContentPartPr/>
                <p14:nvPr/>
              </p14:nvContentPartPr>
              <p14:xfrm>
                <a:off x="9846830" y="5000170"/>
                <a:ext cx="165960" cy="1872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232A2AE-0022-2C50-75A2-283E888A98A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829190" y="4982170"/>
                  <a:ext cx="201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D47243A-5774-9B9C-1026-90A4D7EBD838}"/>
                    </a:ext>
                  </a:extLst>
                </p14:cNvPr>
                <p14:cNvContentPartPr/>
                <p14:nvPr/>
              </p14:nvContentPartPr>
              <p14:xfrm>
                <a:off x="10052750" y="5045890"/>
                <a:ext cx="160920" cy="1328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D47243A-5774-9B9C-1026-90A4D7EBD83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034750" y="5028250"/>
                  <a:ext cx="1965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8CC5614D-F26D-7DE1-FE1C-024343702427}"/>
                    </a:ext>
                  </a:extLst>
                </p14:cNvPr>
                <p14:cNvContentPartPr/>
                <p14:nvPr/>
              </p14:nvContentPartPr>
              <p14:xfrm>
                <a:off x="10298990" y="5024650"/>
                <a:ext cx="133200" cy="1544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8CC5614D-F26D-7DE1-FE1C-02434370242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280990" y="5007010"/>
                  <a:ext cx="168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01DDF3A7-46E2-8CC6-872B-D91B49B76C7F}"/>
                    </a:ext>
                  </a:extLst>
                </p14:cNvPr>
                <p14:cNvContentPartPr/>
                <p14:nvPr/>
              </p14:nvContentPartPr>
              <p14:xfrm>
                <a:off x="10572590" y="5028610"/>
                <a:ext cx="120960" cy="1648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01DDF3A7-46E2-8CC6-872B-D91B49B76C7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554590" y="5010610"/>
                  <a:ext cx="156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B33E059-E0C3-AF96-8493-397F4AB0FC44}"/>
                    </a:ext>
                  </a:extLst>
                </p14:cNvPr>
                <p14:cNvContentPartPr/>
                <p14:nvPr/>
              </p14:nvContentPartPr>
              <p14:xfrm>
                <a:off x="10736390" y="5106370"/>
                <a:ext cx="48960" cy="106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B33E059-E0C3-AF96-8493-397F4AB0FC4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718390" y="5088370"/>
                  <a:ext cx="84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3402065-8716-6FB5-A8A2-8A3789C21BDA}"/>
                    </a:ext>
                  </a:extLst>
                </p14:cNvPr>
                <p14:cNvContentPartPr/>
                <p14:nvPr/>
              </p14:nvContentPartPr>
              <p14:xfrm>
                <a:off x="10838270" y="5115010"/>
                <a:ext cx="51480" cy="684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3402065-8716-6FB5-A8A2-8A3789C21BDA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820270" y="5097370"/>
                  <a:ext cx="87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0E85849-824C-C55F-BDCF-6FC6C9219AE2}"/>
                    </a:ext>
                  </a:extLst>
                </p14:cNvPr>
                <p14:cNvContentPartPr/>
                <p14:nvPr/>
              </p14:nvContentPartPr>
              <p14:xfrm>
                <a:off x="10001990" y="5327410"/>
                <a:ext cx="38880" cy="1206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0E85849-824C-C55F-BDCF-6FC6C9219AE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984350" y="5309770"/>
                  <a:ext cx="745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9982394-A859-9817-5004-C2284B50919F}"/>
                    </a:ext>
                  </a:extLst>
                </p14:cNvPr>
                <p14:cNvContentPartPr/>
                <p14:nvPr/>
              </p14:nvContentPartPr>
              <p14:xfrm>
                <a:off x="9883190" y="5305450"/>
                <a:ext cx="212400" cy="20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9982394-A859-9817-5004-C2284B50919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65190" y="5287810"/>
                  <a:ext cx="248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A06D430-E305-D5AF-B0A1-ECBD1708430F}"/>
                    </a:ext>
                  </a:extLst>
                </p14:cNvPr>
                <p14:cNvContentPartPr/>
                <p14:nvPr/>
              </p14:nvContentPartPr>
              <p14:xfrm>
                <a:off x="10107470" y="5368450"/>
                <a:ext cx="102240" cy="90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A06D430-E305-D5AF-B0A1-ECBD1708430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89830" y="5350450"/>
                  <a:ext cx="137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594CDAE7-E96C-C1BF-A2F1-C699B4F70A6C}"/>
                    </a:ext>
                  </a:extLst>
                </p14:cNvPr>
                <p14:cNvContentPartPr/>
                <p14:nvPr/>
              </p14:nvContentPartPr>
              <p14:xfrm>
                <a:off x="10242830" y="5381770"/>
                <a:ext cx="106200" cy="95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594CDAE7-E96C-C1BF-A2F1-C699B4F70A6C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224830" y="5364130"/>
                  <a:ext cx="141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311EF4E-6635-7710-8E9F-1F9637E89961}"/>
                    </a:ext>
                  </a:extLst>
                </p14:cNvPr>
                <p14:cNvContentPartPr/>
                <p14:nvPr/>
              </p14:nvContentPartPr>
              <p14:xfrm>
                <a:off x="10414190" y="5372410"/>
                <a:ext cx="91440" cy="104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311EF4E-6635-7710-8E9F-1F9637E8996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396550" y="5354770"/>
                  <a:ext cx="1270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6127CA8-15AC-07CA-136A-8C1EF216D8A3}"/>
                    </a:ext>
                  </a:extLst>
                </p14:cNvPr>
                <p14:cNvContentPartPr/>
                <p14:nvPr/>
              </p14:nvContentPartPr>
              <p14:xfrm>
                <a:off x="10576190" y="5355490"/>
                <a:ext cx="65880" cy="1080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6127CA8-15AC-07CA-136A-8C1EF216D8A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558550" y="5337850"/>
                  <a:ext cx="101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A3BBBCCE-C752-6324-8873-A7193D4480DB}"/>
                    </a:ext>
                  </a:extLst>
                </p14:cNvPr>
                <p14:cNvContentPartPr/>
                <p14:nvPr/>
              </p14:nvContentPartPr>
              <p14:xfrm>
                <a:off x="9929270" y="5628730"/>
                <a:ext cx="23400" cy="98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A3BBBCCE-C752-6324-8873-A7193D4480DB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911630" y="5611090"/>
                  <a:ext cx="59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84E8C43-B963-63D5-152F-7953754C7F0F}"/>
                    </a:ext>
                  </a:extLst>
                </p14:cNvPr>
                <p14:cNvContentPartPr/>
                <p14:nvPr/>
              </p14:nvContentPartPr>
              <p14:xfrm>
                <a:off x="9913790" y="5614330"/>
                <a:ext cx="116280" cy="151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84E8C43-B963-63D5-152F-7953754C7F0F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895790" y="5596690"/>
                  <a:ext cx="151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F960BF5-5819-945F-9E09-57A0D40C97B5}"/>
                    </a:ext>
                  </a:extLst>
                </p14:cNvPr>
                <p14:cNvContentPartPr/>
                <p14:nvPr/>
              </p14:nvContentPartPr>
              <p14:xfrm>
                <a:off x="10098470" y="5655010"/>
                <a:ext cx="78120" cy="806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F960BF5-5819-945F-9E09-57A0D40C97B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080830" y="5637010"/>
                  <a:ext cx="113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0E134689-AD00-64B5-73F4-607B0E5D3C4B}"/>
                    </a:ext>
                  </a:extLst>
                </p14:cNvPr>
                <p14:cNvContentPartPr/>
                <p14:nvPr/>
              </p14:nvContentPartPr>
              <p14:xfrm>
                <a:off x="10226630" y="5640250"/>
                <a:ext cx="74520" cy="1108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0E134689-AD00-64B5-73F4-607B0E5D3C4B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208990" y="5622250"/>
                  <a:ext cx="110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AD6E87BD-0C1F-9ACA-8D21-A666F31EF168}"/>
                    </a:ext>
                  </a:extLst>
                </p14:cNvPr>
                <p14:cNvContentPartPr/>
                <p14:nvPr/>
              </p14:nvContentPartPr>
              <p14:xfrm>
                <a:off x="10365590" y="5652490"/>
                <a:ext cx="24480" cy="1008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AD6E87BD-0C1F-9ACA-8D21-A666F31EF16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347950" y="5634490"/>
                  <a:ext cx="601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DAECCA9-E818-A589-8FD1-6F106BA07CB8}"/>
                    </a:ext>
                  </a:extLst>
                </p14:cNvPr>
                <p14:cNvContentPartPr/>
                <p14:nvPr/>
              </p14:nvContentPartPr>
              <p14:xfrm>
                <a:off x="10054910" y="5868130"/>
                <a:ext cx="109440" cy="1141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DAECCA9-E818-A589-8FD1-6F106BA07CB8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036910" y="5850130"/>
                  <a:ext cx="1450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EAC353E-EA56-6A96-A88A-F7D4FAB5AC22}"/>
                    </a:ext>
                  </a:extLst>
                </p14:cNvPr>
                <p14:cNvContentPartPr/>
                <p14:nvPr/>
              </p14:nvContentPartPr>
              <p14:xfrm>
                <a:off x="10254710" y="5908090"/>
                <a:ext cx="39600" cy="1137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EAC353E-EA56-6A96-A88A-F7D4FAB5AC2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237070" y="5890450"/>
                  <a:ext cx="75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06EFEAA-1BF1-7513-521C-27B620A05B5C}"/>
                    </a:ext>
                  </a:extLst>
                </p14:cNvPr>
                <p14:cNvContentPartPr/>
                <p14:nvPr/>
              </p14:nvContentPartPr>
              <p14:xfrm>
                <a:off x="10211510" y="5862010"/>
                <a:ext cx="276840" cy="130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06EFEAA-1BF1-7513-521C-27B620A05B5C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193870" y="5844370"/>
                  <a:ext cx="312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3A816E7-18DD-8669-B44E-139CB71FC12C}"/>
                    </a:ext>
                  </a:extLst>
                </p14:cNvPr>
                <p14:cNvContentPartPr/>
                <p14:nvPr/>
              </p14:nvContentPartPr>
              <p14:xfrm>
                <a:off x="10500950" y="5890090"/>
                <a:ext cx="138960" cy="1058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3A816E7-18DD-8669-B44E-139CB71FC12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482950" y="5872450"/>
                  <a:ext cx="174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2AAFCE9-729E-2A62-3B09-44C85E383A07}"/>
                    </a:ext>
                  </a:extLst>
                </p14:cNvPr>
                <p14:cNvContentPartPr/>
                <p14:nvPr/>
              </p14:nvContentPartPr>
              <p14:xfrm>
                <a:off x="10679150" y="5867410"/>
                <a:ext cx="156240" cy="101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2AAFCE9-729E-2A62-3B09-44C85E383A07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661150" y="5849410"/>
                  <a:ext cx="191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FEB9B33-C34F-811C-CF3C-4791BC1EACEA}"/>
                    </a:ext>
                  </a:extLst>
                </p14:cNvPr>
                <p14:cNvContentPartPr/>
                <p14:nvPr/>
              </p14:nvContentPartPr>
              <p14:xfrm>
                <a:off x="10724150" y="5932210"/>
                <a:ext cx="149040" cy="496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FEB9B33-C34F-811C-CF3C-4791BC1EACE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706510" y="5914210"/>
                  <a:ext cx="184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37AE88D-7DFE-D43B-3AFF-68C3697EC257}"/>
                    </a:ext>
                  </a:extLst>
                </p14:cNvPr>
                <p14:cNvContentPartPr/>
                <p14:nvPr/>
              </p14:nvContentPartPr>
              <p14:xfrm>
                <a:off x="9687350" y="4859050"/>
                <a:ext cx="100440" cy="12942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37AE88D-7DFE-D43B-3AFF-68C3697EC25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669350" y="4841410"/>
                  <a:ext cx="136080" cy="13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15BA6A33-F0D3-8188-DC84-11CECE2D1DBA}"/>
                    </a:ext>
                  </a:extLst>
                </p14:cNvPr>
                <p14:cNvContentPartPr/>
                <p14:nvPr/>
              </p14:nvContentPartPr>
              <p14:xfrm>
                <a:off x="9727310" y="4830970"/>
                <a:ext cx="1406160" cy="381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15BA6A33-F0D3-8188-DC84-11CECE2D1DBA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709670" y="4813330"/>
                  <a:ext cx="14418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0CFB8EC-C67A-2174-3D67-0A4CF5117814}"/>
                    </a:ext>
                  </a:extLst>
                </p14:cNvPr>
                <p14:cNvContentPartPr/>
                <p14:nvPr/>
              </p14:nvContentPartPr>
              <p14:xfrm>
                <a:off x="11081270" y="4915930"/>
                <a:ext cx="81360" cy="11106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0CFB8EC-C67A-2174-3D67-0A4CF5117814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1063630" y="4897930"/>
                  <a:ext cx="117000" cy="11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03E6DCF-9A81-60E8-172B-29EEABC2D644}"/>
                    </a:ext>
                  </a:extLst>
                </p14:cNvPr>
                <p14:cNvContentPartPr/>
                <p14:nvPr/>
              </p14:nvContentPartPr>
              <p14:xfrm>
                <a:off x="9661070" y="6188530"/>
                <a:ext cx="1579680" cy="795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03E6DCF-9A81-60E8-172B-29EEABC2D644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643430" y="6170530"/>
                  <a:ext cx="1615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94F88D8-FB07-4819-23AA-324790ED2FF2}"/>
                    </a:ext>
                  </a:extLst>
                </p14:cNvPr>
                <p14:cNvContentPartPr/>
                <p14:nvPr/>
              </p14:nvContentPartPr>
              <p14:xfrm>
                <a:off x="9810830" y="3966250"/>
                <a:ext cx="241560" cy="2408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94F88D8-FB07-4819-23AA-324790ED2FF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793190" y="3948610"/>
                  <a:ext cx="277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350F08B-C331-D6C0-7FA5-A6E8D1614624}"/>
                    </a:ext>
                  </a:extLst>
                </p14:cNvPr>
                <p14:cNvContentPartPr/>
                <p14:nvPr/>
              </p14:nvContentPartPr>
              <p14:xfrm>
                <a:off x="6930470" y="5159290"/>
                <a:ext cx="2787120" cy="4881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350F08B-C331-D6C0-7FA5-A6E8D1614624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6912830" y="5141650"/>
                  <a:ext cx="28227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9269821-8D8C-F94B-58D8-6CDFB44FCB9D}"/>
                    </a:ext>
                  </a:extLst>
                </p14:cNvPr>
                <p14:cNvContentPartPr/>
                <p14:nvPr/>
              </p14:nvContentPartPr>
              <p14:xfrm>
                <a:off x="9483950" y="5526130"/>
                <a:ext cx="232560" cy="21060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9269821-8D8C-F94B-58D8-6CDFB44FCB9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465950" y="5508130"/>
                  <a:ext cx="268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B9BF18F-4556-B551-768C-B96F7206DB6E}"/>
                    </a:ext>
                  </a:extLst>
                </p14:cNvPr>
                <p14:cNvContentPartPr/>
                <p14:nvPr/>
              </p14:nvContentPartPr>
              <p14:xfrm>
                <a:off x="7448510" y="5039410"/>
                <a:ext cx="154800" cy="178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B9BF18F-4556-B551-768C-B96F7206DB6E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430510" y="5021770"/>
                  <a:ext cx="190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BBEBC507-83F0-40B4-0D1F-69C0CE7DD29B}"/>
                    </a:ext>
                  </a:extLst>
                </p14:cNvPr>
                <p14:cNvContentPartPr/>
                <p14:nvPr/>
              </p14:nvContentPartPr>
              <p14:xfrm>
                <a:off x="7728230" y="5077930"/>
                <a:ext cx="123480" cy="1540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BBEBC507-83F0-40B4-0D1F-69C0CE7DD29B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710590" y="5059930"/>
                  <a:ext cx="159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51D1D9EA-5EC1-FD31-3260-E8012F6E7EB7}"/>
                    </a:ext>
                  </a:extLst>
                </p14:cNvPr>
                <p14:cNvContentPartPr/>
                <p14:nvPr/>
              </p14:nvContentPartPr>
              <p14:xfrm>
                <a:off x="7894910" y="5131210"/>
                <a:ext cx="98280" cy="1422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51D1D9EA-5EC1-FD31-3260-E8012F6E7EB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876910" y="5113570"/>
                  <a:ext cx="1339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4361D2D-9F9E-CD0D-999F-98BADEADCBA4}"/>
                    </a:ext>
                  </a:extLst>
                </p14:cNvPr>
                <p14:cNvContentPartPr/>
                <p14:nvPr/>
              </p14:nvContentPartPr>
              <p14:xfrm>
                <a:off x="8053670" y="5133010"/>
                <a:ext cx="135720" cy="1324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4361D2D-9F9E-CD0D-999F-98BADEADCBA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035670" y="5115010"/>
                  <a:ext cx="1713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8A8B6DDF-AA17-129C-9E7E-DEAB98BF9E78}"/>
                    </a:ext>
                  </a:extLst>
                </p14:cNvPr>
                <p14:cNvContentPartPr/>
                <p14:nvPr/>
              </p14:nvContentPartPr>
              <p14:xfrm>
                <a:off x="8235110" y="5154970"/>
                <a:ext cx="172800" cy="1443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8A8B6DDF-AA17-129C-9E7E-DEAB98BF9E78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217110" y="5137330"/>
                  <a:ext cx="208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76F5BD1-AB72-14E7-E979-085D401CF0D1}"/>
                    </a:ext>
                  </a:extLst>
                </p14:cNvPr>
                <p14:cNvContentPartPr/>
                <p14:nvPr/>
              </p14:nvContentPartPr>
              <p14:xfrm>
                <a:off x="8458310" y="5227690"/>
                <a:ext cx="90000" cy="1346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76F5BD1-AB72-14E7-E979-085D401CF0D1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440670" y="5210050"/>
                  <a:ext cx="125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20DC1B01-6DD0-C0C3-2E82-74F04EB27BFA}"/>
                    </a:ext>
                  </a:extLst>
                </p14:cNvPr>
                <p14:cNvContentPartPr/>
                <p14:nvPr/>
              </p14:nvContentPartPr>
              <p14:xfrm>
                <a:off x="8597630" y="5247850"/>
                <a:ext cx="96120" cy="316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20DC1B01-6DD0-C0C3-2E82-74F04EB27BFA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579630" y="5230210"/>
                  <a:ext cx="131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E0C5A99-03A7-B997-A4DB-3AFE55064665}"/>
                    </a:ext>
                  </a:extLst>
                </p14:cNvPr>
                <p14:cNvContentPartPr/>
                <p14:nvPr/>
              </p14:nvContentPartPr>
              <p14:xfrm>
                <a:off x="8608790" y="5296090"/>
                <a:ext cx="63000" cy="1440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E0C5A99-03A7-B997-A4DB-3AFE5506466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591150" y="5278090"/>
                  <a:ext cx="98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70CE75E-806F-8082-C5A8-0A35DE68B987}"/>
                    </a:ext>
                  </a:extLst>
                </p14:cNvPr>
                <p14:cNvContentPartPr/>
                <p14:nvPr/>
              </p14:nvContentPartPr>
              <p14:xfrm>
                <a:off x="8586470" y="5365570"/>
                <a:ext cx="75240" cy="129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70CE75E-806F-8082-C5A8-0A35DE68B98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568830" y="5347930"/>
                  <a:ext cx="11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58976C6-061A-09FC-D5B2-6AA920FDF784}"/>
                    </a:ext>
                  </a:extLst>
                </p14:cNvPr>
                <p14:cNvContentPartPr/>
                <p14:nvPr/>
              </p14:nvContentPartPr>
              <p14:xfrm>
                <a:off x="8726870" y="5298250"/>
                <a:ext cx="89640" cy="1411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58976C6-061A-09FC-D5B2-6AA920FDF784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709230" y="5280250"/>
                  <a:ext cx="1252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7200114-77CF-8E49-90D9-4C3D602EB7C8}"/>
                    </a:ext>
                  </a:extLst>
                </p14:cNvPr>
                <p14:cNvContentPartPr/>
                <p14:nvPr/>
              </p14:nvContentPartPr>
              <p14:xfrm>
                <a:off x="3658790" y="3360730"/>
                <a:ext cx="108000" cy="2142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7200114-77CF-8E49-90D9-4C3D602EB7C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640790" y="3342730"/>
                  <a:ext cx="1436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3BB183A-3D0B-002F-1FCD-91B126932D52}"/>
                    </a:ext>
                  </a:extLst>
                </p14:cNvPr>
                <p14:cNvContentPartPr/>
                <p14:nvPr/>
              </p14:nvContentPartPr>
              <p14:xfrm>
                <a:off x="3824030" y="3370450"/>
                <a:ext cx="27720" cy="2016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3BB183A-3D0B-002F-1FCD-91B126932D5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806030" y="3352810"/>
                  <a:ext cx="633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C59094E-C52A-3C1C-06EA-E02F48243AEA}"/>
                    </a:ext>
                  </a:extLst>
                </p14:cNvPr>
                <p14:cNvContentPartPr/>
                <p14:nvPr/>
              </p14:nvContentPartPr>
              <p14:xfrm>
                <a:off x="3828710" y="3372610"/>
                <a:ext cx="138960" cy="172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C59094E-C52A-3C1C-06EA-E02F48243AE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811070" y="3354610"/>
                  <a:ext cx="174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5403954-B2D1-9923-EDDB-4F4F87C3653D}"/>
                    </a:ext>
                  </a:extLst>
                </p14:cNvPr>
                <p14:cNvContentPartPr/>
                <p14:nvPr/>
              </p14:nvContentPartPr>
              <p14:xfrm>
                <a:off x="3996830" y="3380890"/>
                <a:ext cx="79920" cy="1951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5403954-B2D1-9923-EDDB-4F4F87C3653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979190" y="3362890"/>
                  <a:ext cx="115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6A828AD-25C6-2A1D-1452-8EB14F8DD4CE}"/>
                    </a:ext>
                  </a:extLst>
                </p14:cNvPr>
                <p14:cNvContentPartPr/>
                <p14:nvPr/>
              </p14:nvContentPartPr>
              <p14:xfrm>
                <a:off x="4104830" y="3327250"/>
                <a:ext cx="29160" cy="2210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6A828AD-25C6-2A1D-1452-8EB14F8DD4CE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086830" y="3309250"/>
                  <a:ext cx="648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3723BD6-B6A7-B3E3-84EA-6FBA0843BCE2}"/>
                    </a:ext>
                  </a:extLst>
                </p14:cNvPr>
                <p14:cNvContentPartPr/>
                <p14:nvPr/>
              </p14:nvContentPartPr>
              <p14:xfrm>
                <a:off x="4133630" y="3383410"/>
                <a:ext cx="93600" cy="173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3723BD6-B6A7-B3E3-84EA-6FBA0843BCE2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115990" y="3365770"/>
                  <a:ext cx="129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4409767-47BB-58A3-2C84-B6728DCD85E7}"/>
                    </a:ext>
                  </a:extLst>
                </p14:cNvPr>
                <p14:cNvContentPartPr/>
                <p14:nvPr/>
              </p14:nvContentPartPr>
              <p14:xfrm>
                <a:off x="4271150" y="3340930"/>
                <a:ext cx="67320" cy="45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4409767-47BB-58A3-2C84-B6728DCD85E7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253510" y="3322930"/>
                  <a:ext cx="102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6D8E853-69EC-1DCB-62E3-A89134FE838A}"/>
                    </a:ext>
                  </a:extLst>
                </p14:cNvPr>
                <p14:cNvContentPartPr/>
                <p14:nvPr/>
              </p14:nvContentPartPr>
              <p14:xfrm>
                <a:off x="4272590" y="3379090"/>
                <a:ext cx="68760" cy="1447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6D8E853-69EC-1DCB-62E3-A89134FE838A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254950" y="3361450"/>
                  <a:ext cx="104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D12BF25-EFE7-579E-5D04-4254664705B8}"/>
                    </a:ext>
                  </a:extLst>
                </p14:cNvPr>
                <p14:cNvContentPartPr/>
                <p14:nvPr/>
              </p14:nvContentPartPr>
              <p14:xfrm>
                <a:off x="4303910" y="3426250"/>
                <a:ext cx="28080" cy="230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D12BF25-EFE7-579E-5D04-4254664705B8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286270" y="3408610"/>
                  <a:ext cx="637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7478914-3DB5-5E3E-91D0-6E6B6072F1CA}"/>
                    </a:ext>
                  </a:extLst>
                </p14:cNvPr>
                <p14:cNvContentPartPr/>
                <p14:nvPr/>
              </p14:nvContentPartPr>
              <p14:xfrm>
                <a:off x="4406870" y="3342370"/>
                <a:ext cx="63000" cy="1893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7478914-3DB5-5E3E-91D0-6E6B6072F1CA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389230" y="3324730"/>
                  <a:ext cx="986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F2795966-982E-9AC3-CA3A-68305792479E}"/>
                    </a:ext>
                  </a:extLst>
                </p14:cNvPr>
                <p14:cNvContentPartPr/>
                <p14:nvPr/>
              </p14:nvContentPartPr>
              <p14:xfrm>
                <a:off x="4542590" y="3359290"/>
                <a:ext cx="14040" cy="160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F2795966-982E-9AC3-CA3A-68305792479E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524590" y="3341290"/>
                  <a:ext cx="49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891E9E93-33E2-1775-AE73-07CA36A0EC32}"/>
                    </a:ext>
                  </a:extLst>
                </p14:cNvPr>
                <p14:cNvContentPartPr/>
                <p14:nvPr/>
              </p14:nvContentPartPr>
              <p14:xfrm>
                <a:off x="4517030" y="3326530"/>
                <a:ext cx="112320" cy="21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891E9E93-33E2-1775-AE73-07CA36A0EC32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499030" y="3308530"/>
                  <a:ext cx="1479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9FD1B38-05A3-8957-D689-358D22DBB95E}"/>
                    </a:ext>
                  </a:extLst>
                </p14:cNvPr>
                <p14:cNvContentPartPr/>
                <p14:nvPr/>
              </p14:nvContentPartPr>
              <p14:xfrm>
                <a:off x="4613150" y="3568090"/>
                <a:ext cx="5400" cy="12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9FD1B38-05A3-8957-D689-358D22DBB95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595510" y="3550090"/>
                  <a:ext cx="410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C53808C1-1CD1-07E3-0876-EA78096E4807}"/>
                    </a:ext>
                  </a:extLst>
                </p14:cNvPr>
                <p14:cNvContentPartPr/>
                <p14:nvPr/>
              </p14:nvContentPartPr>
              <p14:xfrm>
                <a:off x="3566630" y="3132130"/>
                <a:ext cx="33480" cy="7754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C53808C1-1CD1-07E3-0876-EA78096E4807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548990" y="3114130"/>
                  <a:ext cx="6912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0DB5B80-97A7-92C5-296E-4ADC7EFB328A}"/>
                    </a:ext>
                  </a:extLst>
                </p14:cNvPr>
                <p14:cNvContentPartPr/>
                <p14:nvPr/>
              </p14:nvContentPartPr>
              <p14:xfrm>
                <a:off x="3621710" y="3083530"/>
                <a:ext cx="1120320" cy="778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0DB5B80-97A7-92C5-296E-4ADC7EFB328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604070" y="3065530"/>
                  <a:ext cx="115596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E32B38D6-8569-60BC-4991-B08A2B70A224}"/>
                    </a:ext>
                  </a:extLst>
                </p14:cNvPr>
                <p14:cNvContentPartPr/>
                <p14:nvPr/>
              </p14:nvContentPartPr>
              <p14:xfrm>
                <a:off x="3591470" y="3819730"/>
                <a:ext cx="991440" cy="482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E32B38D6-8569-60BC-4991-B08A2B70A22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573830" y="3801730"/>
                  <a:ext cx="1027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35F618AA-370D-A085-14C9-35529EAF0C8F}"/>
                    </a:ext>
                  </a:extLst>
                </p14:cNvPr>
                <p14:cNvContentPartPr/>
                <p14:nvPr/>
              </p14:nvContentPartPr>
              <p14:xfrm>
                <a:off x="4214630" y="2739370"/>
                <a:ext cx="743400" cy="3740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35F618AA-370D-A085-14C9-35529EAF0C8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196990" y="2721370"/>
                  <a:ext cx="7790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F57336C-6292-DB66-0B88-FA4B1B541B7F}"/>
                    </a:ext>
                  </a:extLst>
                </p14:cNvPr>
                <p14:cNvContentPartPr/>
                <p14:nvPr/>
              </p14:nvContentPartPr>
              <p14:xfrm>
                <a:off x="4839590" y="2648650"/>
                <a:ext cx="167400" cy="1940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F57336C-6292-DB66-0B88-FA4B1B541B7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821590" y="2630650"/>
                  <a:ext cx="203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E970ED5-B69B-FC08-98A8-AEAAA3231E5F}"/>
                    </a:ext>
                  </a:extLst>
                </p14:cNvPr>
                <p14:cNvContentPartPr/>
                <p14:nvPr/>
              </p14:nvContentPartPr>
              <p14:xfrm>
                <a:off x="4302830" y="3804610"/>
                <a:ext cx="663120" cy="3243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E970ED5-B69B-FC08-98A8-AEAAA3231E5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284830" y="3786610"/>
                  <a:ext cx="6987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261B2CB1-B246-C616-2DE6-8AB55F469452}"/>
                    </a:ext>
                  </a:extLst>
                </p14:cNvPr>
                <p14:cNvContentPartPr/>
                <p14:nvPr/>
              </p14:nvContentPartPr>
              <p14:xfrm>
                <a:off x="4913030" y="4009810"/>
                <a:ext cx="151560" cy="20340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261B2CB1-B246-C616-2DE6-8AB55F46945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895390" y="3991810"/>
                  <a:ext cx="18720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36B013F-5B84-E72E-1797-3E01907E4285}"/>
                    </a:ext>
                  </a:extLst>
                </p14:cNvPr>
                <p14:cNvContentPartPr/>
                <p14:nvPr/>
              </p14:nvContentPartPr>
              <p14:xfrm>
                <a:off x="3984590" y="3885970"/>
                <a:ext cx="1395000" cy="125208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36B013F-5B84-E72E-1797-3E01907E428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966590" y="3867970"/>
                  <a:ext cx="1430640" cy="12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E2BF808-962A-218E-2886-06027D9B583E}"/>
                    </a:ext>
                  </a:extLst>
                </p14:cNvPr>
                <p14:cNvContentPartPr/>
                <p14:nvPr/>
              </p14:nvContentPartPr>
              <p14:xfrm>
                <a:off x="5157110" y="4978570"/>
                <a:ext cx="190080" cy="2894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E2BF808-962A-218E-2886-06027D9B583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139470" y="4960930"/>
                  <a:ext cx="2257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4F73774C-0DDB-9D4D-EB2F-8A03787B019E}"/>
                    </a:ext>
                  </a:extLst>
                </p14:cNvPr>
                <p14:cNvContentPartPr/>
                <p14:nvPr/>
              </p14:nvContentPartPr>
              <p14:xfrm>
                <a:off x="4556630" y="3810370"/>
                <a:ext cx="207000" cy="2304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4F73774C-0DDB-9D4D-EB2F-8A03787B019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538630" y="3792730"/>
                  <a:ext cx="2426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DBBCF5B2-0E42-33DA-EAF5-87AA832DCFC7}"/>
                    </a:ext>
                  </a:extLst>
                </p14:cNvPr>
                <p14:cNvContentPartPr/>
                <p14:nvPr/>
              </p14:nvContentPartPr>
              <p14:xfrm>
                <a:off x="3496070" y="1867450"/>
                <a:ext cx="1226520" cy="1105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DBBCF5B2-0E42-33DA-EAF5-87AA832DCFC7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478070" y="1849450"/>
                  <a:ext cx="1262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8A52BE2-A60E-F07B-40C5-7BB552FE21A0}"/>
                    </a:ext>
                  </a:extLst>
                </p14:cNvPr>
                <p14:cNvContentPartPr/>
                <p14:nvPr/>
              </p14:nvContentPartPr>
              <p14:xfrm>
                <a:off x="3370070" y="1986970"/>
                <a:ext cx="967680" cy="38462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8A52BE2-A60E-F07B-40C5-7BB552FE21A0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352430" y="1969330"/>
                  <a:ext cx="1003320" cy="38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29ABCCA2-558A-037B-E1A2-EFF451E6B413}"/>
                    </a:ext>
                  </a:extLst>
                </p14:cNvPr>
                <p14:cNvContentPartPr/>
                <p14:nvPr/>
              </p14:nvContentPartPr>
              <p14:xfrm>
                <a:off x="2543150" y="3592210"/>
                <a:ext cx="13320" cy="2818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29ABCCA2-558A-037B-E1A2-EFF451E6B41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525150" y="3574210"/>
                  <a:ext cx="489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10FB998-533F-ADC6-C603-A3C186047320}"/>
                    </a:ext>
                  </a:extLst>
                </p14:cNvPr>
                <p14:cNvContentPartPr/>
                <p14:nvPr/>
              </p14:nvContentPartPr>
              <p14:xfrm>
                <a:off x="2575550" y="3610930"/>
                <a:ext cx="130680" cy="2347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10FB998-533F-ADC6-C603-A3C186047320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557550" y="3592930"/>
                  <a:ext cx="166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60DAF570-A295-3712-C95E-A6AB9990FB4B}"/>
                    </a:ext>
                  </a:extLst>
                </p14:cNvPr>
                <p14:cNvContentPartPr/>
                <p14:nvPr/>
              </p14:nvContentPartPr>
              <p14:xfrm>
                <a:off x="2790110" y="3599770"/>
                <a:ext cx="114120" cy="26568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60DAF570-A295-3712-C95E-A6AB9990FB4B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772470" y="3582130"/>
                  <a:ext cx="1497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B2078E7-2B51-42A5-D79A-841AA83C87B1}"/>
                    </a:ext>
                  </a:extLst>
                </p14:cNvPr>
                <p14:cNvContentPartPr/>
                <p14:nvPr/>
              </p14:nvContentPartPr>
              <p14:xfrm>
                <a:off x="3031670" y="3654850"/>
                <a:ext cx="9720" cy="2278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B2078E7-2B51-42A5-D79A-841AA83C87B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013670" y="3636850"/>
                  <a:ext cx="453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F295DF3-BBE7-2A2F-4EF7-E9FC7CD559BF}"/>
                    </a:ext>
                  </a:extLst>
                </p14:cNvPr>
                <p14:cNvContentPartPr/>
                <p14:nvPr/>
              </p14:nvContentPartPr>
              <p14:xfrm>
                <a:off x="3014390" y="3623530"/>
                <a:ext cx="144000" cy="129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F295DF3-BBE7-2A2F-4EF7-E9FC7CD559B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996750" y="3605890"/>
                  <a:ext cx="1796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AFE41BB-A4F1-6154-36AD-3B12E1DC9AEF}"/>
                    </a:ext>
                  </a:extLst>
                </p14:cNvPr>
                <p14:cNvContentPartPr/>
                <p14:nvPr/>
              </p14:nvContentPartPr>
              <p14:xfrm>
                <a:off x="2705870" y="1959970"/>
                <a:ext cx="799920" cy="1119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AFE41BB-A4F1-6154-36AD-3B12E1DC9AE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688230" y="1942330"/>
                  <a:ext cx="835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C202972A-B59D-4CFB-FD5B-E6DCD0356F4C}"/>
                    </a:ext>
                  </a:extLst>
                </p14:cNvPr>
                <p14:cNvContentPartPr/>
                <p14:nvPr/>
              </p14:nvContentPartPr>
              <p14:xfrm>
                <a:off x="2456030" y="2085610"/>
                <a:ext cx="1360800" cy="37530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C202972A-B59D-4CFB-FD5B-E6DCD0356F4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438390" y="2067610"/>
                  <a:ext cx="1396440" cy="37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1858519-28BF-7B0F-02FA-231FE1CE9164}"/>
                    </a:ext>
                  </a:extLst>
                </p14:cNvPr>
                <p14:cNvContentPartPr/>
                <p14:nvPr/>
              </p14:nvContentPartPr>
              <p14:xfrm>
                <a:off x="2591750" y="4013770"/>
                <a:ext cx="88920" cy="1836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1858519-28BF-7B0F-02FA-231FE1CE9164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573750" y="3995770"/>
                  <a:ext cx="124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B494C0DD-B227-6B4E-9662-88F2FCC98A2B}"/>
                    </a:ext>
                  </a:extLst>
                </p14:cNvPr>
                <p14:cNvContentPartPr/>
                <p14:nvPr/>
              </p14:nvContentPartPr>
              <p14:xfrm>
                <a:off x="2699030" y="4045090"/>
                <a:ext cx="63360" cy="169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B494C0DD-B227-6B4E-9662-88F2FCC98A2B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681030" y="4027090"/>
                  <a:ext cx="99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DAEBF2E4-C66E-B937-97D1-87A6BBC90ACE}"/>
                    </a:ext>
                  </a:extLst>
                </p14:cNvPr>
                <p14:cNvContentPartPr/>
                <p14:nvPr/>
              </p14:nvContentPartPr>
              <p14:xfrm>
                <a:off x="2705870" y="4071010"/>
                <a:ext cx="63360" cy="1659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DAEBF2E4-C66E-B937-97D1-87A6BBC90ACE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687870" y="4053010"/>
                  <a:ext cx="99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51C9432-DA0E-74F4-C5D7-1DAD690E458A}"/>
                    </a:ext>
                  </a:extLst>
                </p14:cNvPr>
                <p14:cNvContentPartPr/>
                <p14:nvPr/>
              </p14:nvContentPartPr>
              <p14:xfrm>
                <a:off x="2711630" y="4119250"/>
                <a:ext cx="43200" cy="133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51C9432-DA0E-74F4-C5D7-1DAD690E458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693990" y="4101610"/>
                  <a:ext cx="78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D2ECC160-470A-D6B0-0337-986D64AFEAEA}"/>
                    </a:ext>
                  </a:extLst>
                </p14:cNvPr>
                <p14:cNvContentPartPr/>
                <p14:nvPr/>
              </p14:nvContentPartPr>
              <p14:xfrm>
                <a:off x="2798750" y="4059490"/>
                <a:ext cx="100800" cy="1890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D2ECC160-470A-D6B0-0337-986D64AFEAEA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780750" y="4041850"/>
                  <a:ext cx="1364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124F464-EB62-BA7C-56B4-7054BC979F83}"/>
                    </a:ext>
                  </a:extLst>
                </p14:cNvPr>
                <p14:cNvContentPartPr/>
                <p14:nvPr/>
              </p14:nvContentPartPr>
              <p14:xfrm>
                <a:off x="2927270" y="4071370"/>
                <a:ext cx="213480" cy="1954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124F464-EB62-BA7C-56B4-7054BC979F8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909630" y="4053730"/>
                  <a:ext cx="2491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BAB3F7A3-ADBB-03E0-7AB5-02708F920333}"/>
                    </a:ext>
                  </a:extLst>
                </p14:cNvPr>
                <p14:cNvContentPartPr/>
                <p14:nvPr/>
              </p14:nvContentPartPr>
              <p14:xfrm>
                <a:off x="3077750" y="4154890"/>
                <a:ext cx="46080" cy="324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BAB3F7A3-ADBB-03E0-7AB5-02708F92033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059750" y="4137250"/>
                  <a:ext cx="81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1A386571-0C73-D62F-FE96-D0A10C92B3DB}"/>
                    </a:ext>
                  </a:extLst>
                </p14:cNvPr>
                <p14:cNvContentPartPr/>
                <p14:nvPr/>
              </p14:nvContentPartPr>
              <p14:xfrm>
                <a:off x="3158030" y="4025650"/>
                <a:ext cx="137520" cy="22212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1A386571-0C73-D62F-FE96-D0A10C92B3DB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140030" y="4008010"/>
                  <a:ext cx="173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DE2A610B-53A8-B6F1-6281-3D5CD277968C}"/>
                    </a:ext>
                  </a:extLst>
                </p14:cNvPr>
                <p14:cNvContentPartPr/>
                <p14:nvPr/>
              </p14:nvContentPartPr>
              <p14:xfrm>
                <a:off x="1190990" y="3869770"/>
                <a:ext cx="37800" cy="122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DE2A610B-53A8-B6F1-6281-3D5CD277968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173350" y="3852130"/>
                  <a:ext cx="73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620C49B-77F9-8C68-033F-ECA3761EE4DE}"/>
                    </a:ext>
                  </a:extLst>
                </p14:cNvPr>
                <p14:cNvContentPartPr/>
                <p14:nvPr/>
              </p14:nvContentPartPr>
              <p14:xfrm>
                <a:off x="1282790" y="3851050"/>
                <a:ext cx="21600" cy="118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620C49B-77F9-8C68-033F-ECA3761EE4D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265150" y="3833410"/>
                  <a:ext cx="57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7DD93173-2D9C-E7DC-6BE6-2FB095BD2974}"/>
                    </a:ext>
                  </a:extLst>
                </p14:cNvPr>
                <p14:cNvContentPartPr/>
                <p14:nvPr/>
              </p14:nvContentPartPr>
              <p14:xfrm>
                <a:off x="1408070" y="3781210"/>
                <a:ext cx="71640" cy="388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7DD93173-2D9C-E7DC-6BE6-2FB095BD2974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390070" y="3763570"/>
                  <a:ext cx="1072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C5B7B8C5-8580-086A-2699-3E2424A9794B}"/>
                    </a:ext>
                  </a:extLst>
                </p14:cNvPr>
                <p14:cNvContentPartPr/>
                <p14:nvPr/>
              </p14:nvContentPartPr>
              <p14:xfrm>
                <a:off x="1618310" y="3703450"/>
                <a:ext cx="49680" cy="356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C5B7B8C5-8580-086A-2699-3E2424A9794B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600670" y="3685810"/>
                  <a:ext cx="85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63C3EC1-8067-0E40-3E35-977062C32225}"/>
                    </a:ext>
                  </a:extLst>
                </p14:cNvPr>
                <p14:cNvContentPartPr/>
                <p14:nvPr/>
              </p14:nvContentPartPr>
              <p14:xfrm>
                <a:off x="1819190" y="3627850"/>
                <a:ext cx="78120" cy="331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63C3EC1-8067-0E40-3E35-977062C32225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801550" y="3609850"/>
                  <a:ext cx="113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3B042E48-4C08-6516-5815-6CA91C581A6E}"/>
                    </a:ext>
                  </a:extLst>
                </p14:cNvPr>
                <p14:cNvContentPartPr/>
                <p14:nvPr/>
              </p14:nvContentPartPr>
              <p14:xfrm>
                <a:off x="2066150" y="3528850"/>
                <a:ext cx="64080" cy="615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3B042E48-4C08-6516-5815-6CA91C581A6E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2048510" y="3510850"/>
                  <a:ext cx="99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9C58840-4DE7-70F0-0C61-7AE62BAFD9FB}"/>
                    </a:ext>
                  </a:extLst>
                </p14:cNvPr>
                <p14:cNvContentPartPr/>
                <p14:nvPr/>
              </p14:nvContentPartPr>
              <p14:xfrm>
                <a:off x="2302670" y="3439210"/>
                <a:ext cx="103320" cy="514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9C58840-4DE7-70F0-0C61-7AE62BAFD9F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2285030" y="3421570"/>
                  <a:ext cx="138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BDB2C121-416A-8C8C-C862-529E2D1CDBB2}"/>
                    </a:ext>
                  </a:extLst>
                </p14:cNvPr>
                <p14:cNvContentPartPr/>
                <p14:nvPr/>
              </p14:nvContentPartPr>
              <p14:xfrm>
                <a:off x="2588150" y="3319330"/>
                <a:ext cx="61200" cy="561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BDB2C121-416A-8C8C-C862-529E2D1CDBB2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2570150" y="3301690"/>
                  <a:ext cx="96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C9114C4-24DD-2AAD-9638-9B2B8B428AE6}"/>
                    </a:ext>
                  </a:extLst>
                </p14:cNvPr>
                <p14:cNvContentPartPr/>
                <p14:nvPr/>
              </p14:nvContentPartPr>
              <p14:xfrm>
                <a:off x="2804870" y="3226810"/>
                <a:ext cx="69840" cy="471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C9114C4-24DD-2AAD-9638-9B2B8B428AE6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2787230" y="3209170"/>
                  <a:ext cx="1054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9FEEC235-9613-4214-6D2B-3C8988E02DD8}"/>
                    </a:ext>
                  </a:extLst>
                </p14:cNvPr>
                <p14:cNvContentPartPr/>
                <p14:nvPr/>
              </p14:nvContentPartPr>
              <p14:xfrm>
                <a:off x="3088190" y="3109810"/>
                <a:ext cx="89280" cy="579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9FEEC235-9613-4214-6D2B-3C8988E02DD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070550" y="3092170"/>
                  <a:ext cx="1249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6A6641FF-426B-ACF5-51AA-0D607CEFF089}"/>
                    </a:ext>
                  </a:extLst>
                </p14:cNvPr>
                <p14:cNvContentPartPr/>
                <p14:nvPr/>
              </p14:nvContentPartPr>
              <p14:xfrm>
                <a:off x="3395630" y="3010450"/>
                <a:ext cx="92160" cy="586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6A6641FF-426B-ACF5-51AA-0D607CEFF089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377630" y="2992810"/>
                  <a:ext cx="127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7D603B97-18B0-4AE4-71DB-DFAB700E5515}"/>
                    </a:ext>
                  </a:extLst>
                </p14:cNvPr>
                <p14:cNvContentPartPr/>
                <p14:nvPr/>
              </p14:nvContentPartPr>
              <p14:xfrm>
                <a:off x="3730430" y="2910730"/>
                <a:ext cx="100440" cy="5112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7D603B97-18B0-4AE4-71DB-DFAB700E551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712790" y="2892730"/>
                  <a:ext cx="136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A4EB19A-8BC5-13F8-A0AF-B7305A3000BA}"/>
                    </a:ext>
                  </a:extLst>
                </p14:cNvPr>
                <p14:cNvContentPartPr/>
                <p14:nvPr/>
              </p14:nvContentPartPr>
              <p14:xfrm>
                <a:off x="4067390" y="2836210"/>
                <a:ext cx="118800" cy="511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A4EB19A-8BC5-13F8-A0AF-B7305A3000B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049750" y="2818570"/>
                  <a:ext cx="1544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FFAA3D7-E18C-05DF-F399-7A1EF3BD0E8E}"/>
                    </a:ext>
                  </a:extLst>
                </p14:cNvPr>
                <p14:cNvContentPartPr/>
                <p14:nvPr/>
              </p14:nvContentPartPr>
              <p14:xfrm>
                <a:off x="4339190" y="2745490"/>
                <a:ext cx="97560" cy="6048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FFAA3D7-E18C-05DF-F399-7A1EF3BD0E8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321190" y="2727850"/>
                  <a:ext cx="133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3C5BBCB7-998E-EBE4-59EB-4F51D8EF6C65}"/>
                    </a:ext>
                  </a:extLst>
                </p14:cNvPr>
                <p14:cNvContentPartPr/>
                <p14:nvPr/>
              </p14:nvContentPartPr>
              <p14:xfrm>
                <a:off x="4616750" y="2647570"/>
                <a:ext cx="155880" cy="712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3C5BBCB7-998E-EBE4-59EB-4F51D8EF6C6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599110" y="2629570"/>
                  <a:ext cx="191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5C626B1C-5968-9F39-7D07-5C56E3A8A75A}"/>
                    </a:ext>
                  </a:extLst>
                </p14:cNvPr>
                <p14:cNvContentPartPr/>
                <p14:nvPr/>
              </p14:nvContentPartPr>
              <p14:xfrm>
                <a:off x="4840310" y="2570530"/>
                <a:ext cx="33120" cy="334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5C626B1C-5968-9F39-7D07-5C56E3A8A75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822310" y="2552890"/>
                  <a:ext cx="687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16E23EAF-C54B-D0B9-A83E-2582F81D3A1A}"/>
                    </a:ext>
                  </a:extLst>
                </p14:cNvPr>
                <p14:cNvContentPartPr/>
                <p14:nvPr/>
              </p14:nvContentPartPr>
              <p14:xfrm>
                <a:off x="4639430" y="2515810"/>
                <a:ext cx="313920" cy="1821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16E23EAF-C54B-D0B9-A83E-2582F81D3A1A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621790" y="2497810"/>
                  <a:ext cx="349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C98C873C-72A4-6B17-6BAA-4D13C4CF68B4}"/>
                    </a:ext>
                  </a:extLst>
                </p14:cNvPr>
                <p14:cNvContentPartPr/>
                <p14:nvPr/>
              </p14:nvContentPartPr>
              <p14:xfrm>
                <a:off x="4684070" y="2538490"/>
                <a:ext cx="171000" cy="15084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C98C873C-72A4-6B17-6BAA-4D13C4CF68B4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666430" y="2520490"/>
                  <a:ext cx="206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A292AC61-F433-3BD2-8BB8-25224D4242A3}"/>
                    </a:ext>
                  </a:extLst>
                </p14:cNvPr>
                <p14:cNvContentPartPr/>
                <p14:nvPr/>
              </p14:nvContentPartPr>
              <p14:xfrm>
                <a:off x="1446230" y="2976610"/>
                <a:ext cx="128520" cy="1562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A292AC61-F433-3BD2-8BB8-25224D4242A3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428590" y="2958610"/>
                  <a:ext cx="1641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24B8BCB7-D5A9-44BF-DE11-CC5DF382D2C9}"/>
                    </a:ext>
                  </a:extLst>
                </p14:cNvPr>
                <p14:cNvContentPartPr/>
                <p14:nvPr/>
              </p14:nvContentPartPr>
              <p14:xfrm>
                <a:off x="1645670" y="2938090"/>
                <a:ext cx="111600" cy="1407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24B8BCB7-D5A9-44BF-DE11-CC5DF382D2C9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628030" y="2920090"/>
                  <a:ext cx="1472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886B864D-DAED-A517-7F8C-CFCAB9B43CC8}"/>
                    </a:ext>
                  </a:extLst>
                </p14:cNvPr>
                <p14:cNvContentPartPr/>
                <p14:nvPr/>
              </p14:nvContentPartPr>
              <p14:xfrm>
                <a:off x="1809830" y="2879770"/>
                <a:ext cx="142560" cy="1663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886B864D-DAED-A517-7F8C-CFCAB9B43CC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791830" y="2861770"/>
                  <a:ext cx="178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4BDD786F-223D-0BD0-7E2F-9FB881A0CA66}"/>
                    </a:ext>
                  </a:extLst>
                </p14:cNvPr>
                <p14:cNvContentPartPr/>
                <p14:nvPr/>
              </p14:nvContentPartPr>
              <p14:xfrm>
                <a:off x="2000990" y="2872210"/>
                <a:ext cx="39960" cy="1051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4BDD786F-223D-0BD0-7E2F-9FB881A0CA66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982990" y="2854210"/>
                  <a:ext cx="75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B61A0E0-7528-72E9-B6D5-813041F84D99}"/>
                    </a:ext>
                  </a:extLst>
                </p14:cNvPr>
                <p14:cNvContentPartPr/>
                <p14:nvPr/>
              </p14:nvContentPartPr>
              <p14:xfrm>
                <a:off x="1959230" y="2825770"/>
                <a:ext cx="124560" cy="388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B61A0E0-7528-72E9-B6D5-813041F84D99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941590" y="2807770"/>
                  <a:ext cx="160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BF7BC0AE-581A-C78D-1049-1227B9105197}"/>
                    </a:ext>
                  </a:extLst>
                </p14:cNvPr>
                <p14:cNvContentPartPr/>
                <p14:nvPr/>
              </p14:nvContentPartPr>
              <p14:xfrm>
                <a:off x="2075510" y="2788690"/>
                <a:ext cx="100440" cy="1429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BF7BC0AE-581A-C78D-1049-1227B9105197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057870" y="2770690"/>
                  <a:ext cx="136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A66884B7-D1E3-5371-09A2-A0F7CC83DFE4}"/>
                    </a:ext>
                  </a:extLst>
                </p14:cNvPr>
                <p14:cNvContentPartPr/>
                <p14:nvPr/>
              </p14:nvContentPartPr>
              <p14:xfrm>
                <a:off x="2106110" y="2870410"/>
                <a:ext cx="44640" cy="1296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A66884B7-D1E3-5371-09A2-A0F7CC83DFE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088110" y="2852410"/>
                  <a:ext cx="80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53794FC3-2476-2C16-370A-33910D2ACA8A}"/>
                    </a:ext>
                  </a:extLst>
                </p14:cNvPr>
                <p14:cNvContentPartPr/>
                <p14:nvPr/>
              </p14:nvContentPartPr>
              <p14:xfrm>
                <a:off x="2232470" y="2779690"/>
                <a:ext cx="43200" cy="1339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53794FC3-2476-2C16-370A-33910D2ACA8A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214830" y="2761690"/>
                  <a:ext cx="788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8CD7E116-B603-DBA0-2988-748605E090F4}"/>
                    </a:ext>
                  </a:extLst>
                </p14:cNvPr>
                <p14:cNvContentPartPr/>
                <p14:nvPr/>
              </p14:nvContentPartPr>
              <p14:xfrm>
                <a:off x="2211950" y="2800210"/>
                <a:ext cx="97200" cy="900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8CD7E116-B603-DBA0-2988-748605E090F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193950" y="2782210"/>
                  <a:ext cx="1328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70293B0-4F55-9BAF-61E4-3008055A2D3A}"/>
                    </a:ext>
                  </a:extLst>
                </p14:cNvPr>
                <p14:cNvContentPartPr/>
                <p14:nvPr/>
              </p14:nvContentPartPr>
              <p14:xfrm>
                <a:off x="2365670" y="2749810"/>
                <a:ext cx="40320" cy="1249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70293B0-4F55-9BAF-61E4-3008055A2D3A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347670" y="2732170"/>
                  <a:ext cx="75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898440B3-9720-6AA0-A8C3-EA3423884F7D}"/>
                    </a:ext>
                  </a:extLst>
                </p14:cNvPr>
                <p14:cNvContentPartPr/>
                <p14:nvPr/>
              </p14:nvContentPartPr>
              <p14:xfrm>
                <a:off x="2319950" y="2738290"/>
                <a:ext cx="81720" cy="270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898440B3-9720-6AA0-A8C3-EA3423884F7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301950" y="2720650"/>
                  <a:ext cx="117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2C79D94-D46E-6174-F847-A2266323A167}"/>
                    </a:ext>
                  </a:extLst>
                </p14:cNvPr>
                <p14:cNvContentPartPr/>
                <p14:nvPr/>
              </p14:nvContentPartPr>
              <p14:xfrm>
                <a:off x="1273070" y="3293770"/>
                <a:ext cx="236880" cy="2728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2C79D94-D46E-6174-F847-A2266323A167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255070" y="3275770"/>
                  <a:ext cx="272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51F6A6B1-FE99-5FDB-FB90-4EA17DBFBC57}"/>
                    </a:ext>
                  </a:extLst>
                </p14:cNvPr>
                <p14:cNvContentPartPr/>
                <p14:nvPr/>
              </p14:nvContentPartPr>
              <p14:xfrm>
                <a:off x="1342550" y="3283690"/>
                <a:ext cx="137520" cy="2811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51F6A6B1-FE99-5FDB-FB90-4EA17DBFBC57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324910" y="3266050"/>
                  <a:ext cx="17316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031E9A8-1143-EFCB-1B47-FD591E14485D}"/>
                    </a:ext>
                  </a:extLst>
                </p14:cNvPr>
                <p14:cNvContentPartPr/>
                <p14:nvPr/>
              </p14:nvContentPartPr>
              <p14:xfrm>
                <a:off x="1658990" y="3304210"/>
                <a:ext cx="23400" cy="1044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031E9A8-1143-EFCB-1B47-FD591E14485D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641350" y="3286210"/>
                  <a:ext cx="59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BE10E9F-A9B8-DA82-1A15-5BDF664D2452}"/>
                    </a:ext>
                  </a:extLst>
                </p14:cNvPr>
                <p14:cNvContentPartPr/>
                <p14:nvPr/>
              </p14:nvContentPartPr>
              <p14:xfrm>
                <a:off x="1667630" y="3273610"/>
                <a:ext cx="153720" cy="1645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BE10E9F-A9B8-DA82-1A15-5BDF664D245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649630" y="3255610"/>
                  <a:ext cx="189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9622780-C375-DE6C-66B3-10ACA9510565}"/>
                    </a:ext>
                  </a:extLst>
                </p14:cNvPr>
                <p14:cNvContentPartPr/>
                <p14:nvPr/>
              </p14:nvContentPartPr>
              <p14:xfrm>
                <a:off x="1866710" y="3261010"/>
                <a:ext cx="79560" cy="10872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9622780-C375-DE6C-66B3-10ACA9510565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849070" y="3243370"/>
                  <a:ext cx="115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2054845-1456-FDA9-3F10-FB7CE12ABFC0}"/>
                    </a:ext>
                  </a:extLst>
                </p14:cNvPr>
                <p14:cNvContentPartPr/>
                <p14:nvPr/>
              </p14:nvContentPartPr>
              <p14:xfrm>
                <a:off x="2020070" y="3212410"/>
                <a:ext cx="99720" cy="1407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2054845-1456-FDA9-3F10-FB7CE12ABFC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2002070" y="3194770"/>
                  <a:ext cx="135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055EAC23-CF10-3E61-B945-8C1ECC3A30C0}"/>
                    </a:ext>
                  </a:extLst>
                </p14:cNvPr>
                <p14:cNvContentPartPr/>
                <p14:nvPr/>
              </p14:nvContentPartPr>
              <p14:xfrm>
                <a:off x="2141030" y="3185410"/>
                <a:ext cx="106200" cy="1220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055EAC23-CF10-3E61-B945-8C1ECC3A30C0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2123390" y="3167770"/>
                  <a:ext cx="141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200E2C41-72A9-728A-7C1F-E491739B9BEE}"/>
                    </a:ext>
                  </a:extLst>
                </p14:cNvPr>
                <p14:cNvContentPartPr/>
                <p14:nvPr/>
              </p14:nvContentPartPr>
              <p14:xfrm>
                <a:off x="2262710" y="3117730"/>
                <a:ext cx="79920" cy="16920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200E2C41-72A9-728A-7C1F-E491739B9BE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2244710" y="3100090"/>
                  <a:ext cx="1155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AC79B113-6F7F-435B-C73B-2F075195FF69}"/>
                    </a:ext>
                  </a:extLst>
                </p14:cNvPr>
                <p14:cNvContentPartPr/>
                <p14:nvPr/>
              </p14:nvContentPartPr>
              <p14:xfrm>
                <a:off x="1669430" y="3235090"/>
                <a:ext cx="100080" cy="486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AC79B113-6F7F-435B-C73B-2F075195FF6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651430" y="3217090"/>
                  <a:ext cx="135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B844FCD0-4E8E-2959-1430-BFA690F27F5B}"/>
                    </a:ext>
                  </a:extLst>
                </p14:cNvPr>
                <p14:cNvContentPartPr/>
                <p14:nvPr/>
              </p14:nvContentPartPr>
              <p14:xfrm>
                <a:off x="4895750" y="4368370"/>
                <a:ext cx="24120" cy="183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B844FCD0-4E8E-2959-1430-BFA690F27F5B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878110" y="4350730"/>
                  <a:ext cx="59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6374DB89-7CE0-6981-D415-0AEA33F2C6C1}"/>
                    </a:ext>
                  </a:extLst>
                </p14:cNvPr>
                <p14:cNvContentPartPr/>
                <p14:nvPr/>
              </p14:nvContentPartPr>
              <p14:xfrm>
                <a:off x="4489310" y="4404730"/>
                <a:ext cx="79560" cy="25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6374DB89-7CE0-6981-D415-0AEA33F2C6C1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4471310" y="4386730"/>
                  <a:ext cx="115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70B22A8A-325C-8372-2570-E0BD809EA32D}"/>
                    </a:ext>
                  </a:extLst>
                </p14:cNvPr>
                <p14:cNvContentPartPr/>
                <p14:nvPr/>
              </p14:nvContentPartPr>
              <p14:xfrm>
                <a:off x="4176830" y="4451890"/>
                <a:ext cx="61560" cy="39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70B22A8A-325C-8372-2570-E0BD809EA32D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159190" y="4433890"/>
                  <a:ext cx="97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F868A98A-6B29-D88F-27D4-94EA4155B373}"/>
                    </a:ext>
                  </a:extLst>
                </p14:cNvPr>
                <p14:cNvContentPartPr/>
                <p14:nvPr/>
              </p14:nvContentPartPr>
              <p14:xfrm>
                <a:off x="3867950" y="4499410"/>
                <a:ext cx="90720" cy="198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F868A98A-6B29-D88F-27D4-94EA4155B373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850310" y="4481770"/>
                  <a:ext cx="126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A06EE2BD-B872-9D27-80C3-7C1B15B723F1}"/>
                    </a:ext>
                  </a:extLst>
                </p14:cNvPr>
                <p14:cNvContentPartPr/>
                <p14:nvPr/>
              </p14:nvContentPartPr>
              <p14:xfrm>
                <a:off x="3435230" y="4594450"/>
                <a:ext cx="108720" cy="140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A06EE2BD-B872-9D27-80C3-7C1B15B723F1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417230" y="4576450"/>
                  <a:ext cx="1443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3DCAE94-A9B0-CD81-08BD-EC949375CA01}"/>
                    </a:ext>
                  </a:extLst>
                </p14:cNvPr>
                <p14:cNvContentPartPr/>
                <p14:nvPr/>
              </p14:nvContentPartPr>
              <p14:xfrm>
                <a:off x="3061190" y="4617850"/>
                <a:ext cx="109800" cy="104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3DCAE94-A9B0-CD81-08BD-EC949375CA01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3043190" y="4600210"/>
                  <a:ext cx="1454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2FB44FE5-80A7-23A6-E6B6-17CBE7093214}"/>
                    </a:ext>
                  </a:extLst>
                </p14:cNvPr>
                <p14:cNvContentPartPr/>
                <p14:nvPr/>
              </p14:nvContentPartPr>
              <p14:xfrm>
                <a:off x="2712710" y="4636930"/>
                <a:ext cx="64800" cy="18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2FB44FE5-80A7-23A6-E6B6-17CBE709321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2694710" y="4619290"/>
                  <a:ext cx="100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72F2ECD5-7BE6-4234-389E-79F604AB4AE8}"/>
                    </a:ext>
                  </a:extLst>
                </p14:cNvPr>
                <p14:cNvContentPartPr/>
                <p14:nvPr/>
              </p14:nvContentPartPr>
              <p14:xfrm>
                <a:off x="5235590" y="5432170"/>
                <a:ext cx="5040" cy="648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72F2ECD5-7BE6-4234-389E-79F604AB4AE8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5217590" y="5414170"/>
                  <a:ext cx="40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2518D7E5-216C-CFF3-9950-62CC5C68CD60}"/>
                    </a:ext>
                  </a:extLst>
                </p14:cNvPr>
                <p14:cNvContentPartPr/>
                <p14:nvPr/>
              </p14:nvContentPartPr>
              <p14:xfrm>
                <a:off x="4692710" y="5400850"/>
                <a:ext cx="59040" cy="93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2518D7E5-216C-CFF3-9950-62CC5C68CD60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4674710" y="5383210"/>
                  <a:ext cx="94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22E09630-0960-6CB5-C670-266F3F87DAF2}"/>
                    </a:ext>
                  </a:extLst>
                </p14:cNvPr>
                <p14:cNvContentPartPr/>
                <p14:nvPr/>
              </p14:nvContentPartPr>
              <p14:xfrm>
                <a:off x="4307150" y="5349010"/>
                <a:ext cx="115200" cy="100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22E09630-0960-6CB5-C670-266F3F87DAF2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4289150" y="5331370"/>
                  <a:ext cx="150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AF326CCE-AFF5-AE78-7DB9-F042E74A3C03}"/>
                    </a:ext>
                  </a:extLst>
                </p14:cNvPr>
                <p14:cNvContentPartPr/>
                <p14:nvPr/>
              </p14:nvContentPartPr>
              <p14:xfrm>
                <a:off x="3889190" y="5317690"/>
                <a:ext cx="62640" cy="28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AF326CCE-AFF5-AE78-7DB9-F042E74A3C03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871190" y="5299690"/>
                  <a:ext cx="98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BFC50A67-1316-2823-08A0-AA8BDB3AD85C}"/>
                    </a:ext>
                  </a:extLst>
                </p14:cNvPr>
                <p14:cNvContentPartPr/>
                <p14:nvPr/>
              </p14:nvContentPartPr>
              <p14:xfrm>
                <a:off x="3348470" y="5300410"/>
                <a:ext cx="153360" cy="64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BFC50A67-1316-2823-08A0-AA8BDB3AD85C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3330470" y="5282770"/>
                  <a:ext cx="1890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19110A2E-EF5B-2366-0144-96051CC0FEB6}"/>
                    </a:ext>
                  </a:extLst>
                </p14:cNvPr>
                <p14:cNvContentPartPr/>
                <p14:nvPr/>
              </p14:nvContentPartPr>
              <p14:xfrm>
                <a:off x="2854550" y="5281330"/>
                <a:ext cx="180720" cy="133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19110A2E-EF5B-2366-0144-96051CC0FEB6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2836910" y="5263690"/>
                  <a:ext cx="216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B847FFDE-0A3D-0696-1468-F1BB6AAF920C}"/>
                    </a:ext>
                  </a:extLst>
                </p14:cNvPr>
                <p14:cNvContentPartPr/>
                <p14:nvPr/>
              </p14:nvContentPartPr>
              <p14:xfrm>
                <a:off x="2359910" y="5172970"/>
                <a:ext cx="192240" cy="284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B847FFDE-0A3D-0696-1468-F1BB6AAF920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2342270" y="5154970"/>
                  <a:ext cx="227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D75EE1FB-7038-28E2-D949-6525839454D1}"/>
                    </a:ext>
                  </a:extLst>
                </p14:cNvPr>
                <p14:cNvContentPartPr/>
                <p14:nvPr/>
              </p14:nvContentPartPr>
              <p14:xfrm>
                <a:off x="1910990" y="5029690"/>
                <a:ext cx="171000" cy="3888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D75EE1FB-7038-28E2-D949-6525839454D1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893350" y="5012050"/>
                  <a:ext cx="206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2F01E934-9016-5CD4-0544-323E4EB51F17}"/>
                    </a:ext>
                  </a:extLst>
                </p14:cNvPr>
                <p14:cNvContentPartPr/>
                <p14:nvPr/>
              </p14:nvContentPartPr>
              <p14:xfrm>
                <a:off x="2321390" y="4613530"/>
                <a:ext cx="98640" cy="100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2F01E934-9016-5CD4-0544-323E4EB51F17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2303390" y="4595530"/>
                  <a:ext cx="134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05BECD8E-4614-3274-7201-81B0279E8158}"/>
                    </a:ext>
                  </a:extLst>
                </p14:cNvPr>
                <p14:cNvContentPartPr/>
                <p14:nvPr/>
              </p14:nvContentPartPr>
              <p14:xfrm>
                <a:off x="1943390" y="4522450"/>
                <a:ext cx="117360" cy="338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05BECD8E-4614-3274-7201-81B0279E8158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925390" y="4504810"/>
                  <a:ext cx="153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88540405-D37B-9189-7E84-DC7675783574}"/>
                    </a:ext>
                  </a:extLst>
                </p14:cNvPr>
                <p14:cNvContentPartPr/>
                <p14:nvPr/>
              </p14:nvContentPartPr>
              <p14:xfrm>
                <a:off x="1539830" y="4809730"/>
                <a:ext cx="115920" cy="615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88540405-D37B-9189-7E84-DC7675783574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522190" y="4792090"/>
                  <a:ext cx="151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AC53F1CB-1355-0C5D-AAAC-48A2AE25E10D}"/>
                    </a:ext>
                  </a:extLst>
                </p14:cNvPr>
                <p14:cNvContentPartPr/>
                <p14:nvPr/>
              </p14:nvContentPartPr>
              <p14:xfrm>
                <a:off x="1615430" y="4407250"/>
                <a:ext cx="93600" cy="180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AC53F1CB-1355-0C5D-AAAC-48A2AE25E10D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597430" y="4389250"/>
                  <a:ext cx="1292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B6B3E0CC-72F5-267E-3909-C25127E73925}"/>
                    </a:ext>
                  </a:extLst>
                </p14:cNvPr>
                <p14:cNvContentPartPr/>
                <p14:nvPr/>
              </p14:nvContentPartPr>
              <p14:xfrm>
                <a:off x="1400510" y="4213570"/>
                <a:ext cx="63000" cy="795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B6B3E0CC-72F5-267E-3909-C25127E73925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382510" y="4195930"/>
                  <a:ext cx="98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3403670F-2390-C151-B56D-780D0F1C647D}"/>
                    </a:ext>
                  </a:extLst>
                </p14:cNvPr>
                <p14:cNvContentPartPr/>
                <p14:nvPr/>
              </p14:nvContentPartPr>
              <p14:xfrm>
                <a:off x="1302590" y="4120690"/>
                <a:ext cx="59760" cy="201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3403670F-2390-C151-B56D-780D0F1C647D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284950" y="4102690"/>
                  <a:ext cx="95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40EA7A68-CD5D-32D6-96FE-F9C2E37AB90F}"/>
                    </a:ext>
                  </a:extLst>
                </p14:cNvPr>
                <p14:cNvContentPartPr/>
                <p14:nvPr/>
              </p14:nvContentPartPr>
              <p14:xfrm>
                <a:off x="1277030" y="4113130"/>
                <a:ext cx="121320" cy="1746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40EA7A68-CD5D-32D6-96FE-F9C2E37AB90F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259030" y="4095490"/>
                  <a:ext cx="156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9C40F33F-EBE8-4DEA-E822-CA79C24009B8}"/>
                    </a:ext>
                  </a:extLst>
                </p14:cNvPr>
                <p14:cNvContentPartPr/>
                <p14:nvPr/>
              </p14:nvContentPartPr>
              <p14:xfrm>
                <a:off x="1297190" y="4118890"/>
                <a:ext cx="263160" cy="2264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9C40F33F-EBE8-4DEA-E822-CA79C24009B8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279550" y="4100890"/>
                  <a:ext cx="2988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D1A2B8CF-7BE3-3A93-E469-0C8D3CCEB68E}"/>
                    </a:ext>
                  </a:extLst>
                </p14:cNvPr>
                <p14:cNvContentPartPr/>
                <p14:nvPr/>
              </p14:nvContentPartPr>
              <p14:xfrm>
                <a:off x="1329950" y="4522090"/>
                <a:ext cx="69120" cy="9576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D1A2B8CF-7BE3-3A93-E469-0C8D3CCEB68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312310" y="4504090"/>
                  <a:ext cx="104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1563C90-72A4-2D3B-88D0-35DB50371AEF}"/>
                    </a:ext>
                  </a:extLst>
                </p14:cNvPr>
                <p14:cNvContentPartPr/>
                <p14:nvPr/>
              </p14:nvContentPartPr>
              <p14:xfrm>
                <a:off x="1260110" y="4338850"/>
                <a:ext cx="16560" cy="183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1563C90-72A4-2D3B-88D0-35DB50371AEF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242470" y="4320850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8F1EE6F4-8D98-A5FF-07CC-F850B59A3579}"/>
                    </a:ext>
                  </a:extLst>
                </p14:cNvPr>
                <p14:cNvContentPartPr/>
                <p14:nvPr/>
              </p14:nvContentPartPr>
              <p14:xfrm>
                <a:off x="1155710" y="4319770"/>
                <a:ext cx="154440" cy="2322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8F1EE6F4-8D98-A5FF-07CC-F850B59A3579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38070" y="4302130"/>
                  <a:ext cx="1900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907931AD-8F54-290F-560A-002C000E5F35}"/>
                    </a:ext>
                  </a:extLst>
                </p14:cNvPr>
                <p14:cNvContentPartPr/>
                <p14:nvPr/>
              </p14:nvContentPartPr>
              <p14:xfrm>
                <a:off x="1241750" y="4314730"/>
                <a:ext cx="167400" cy="18972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907931AD-8F54-290F-560A-002C000E5F35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224110" y="4296730"/>
                  <a:ext cx="2030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E2A52069-DB01-71A9-6429-8F5DC2A11A6E}"/>
                    </a:ext>
                  </a:extLst>
                </p14:cNvPr>
                <p14:cNvContentPartPr/>
                <p14:nvPr/>
              </p14:nvContentPartPr>
              <p14:xfrm>
                <a:off x="1667990" y="4607050"/>
                <a:ext cx="43200" cy="14220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E2A52069-DB01-71A9-6429-8F5DC2A11A6E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650350" y="4589050"/>
                  <a:ext cx="78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BDB7DFF5-08B2-69EB-C286-498CBD9B8E79}"/>
                    </a:ext>
                  </a:extLst>
                </p14:cNvPr>
                <p14:cNvContentPartPr/>
                <p14:nvPr/>
              </p14:nvContentPartPr>
              <p14:xfrm>
                <a:off x="1710110" y="4612810"/>
                <a:ext cx="81720" cy="1346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BDB7DFF5-08B2-69EB-C286-498CBD9B8E79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692470" y="4594810"/>
                  <a:ext cx="11736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71C8986E-B7D8-4AA3-9B26-B72F442AC8AA}"/>
                    </a:ext>
                  </a:extLst>
                </p14:cNvPr>
                <p14:cNvContentPartPr/>
                <p14:nvPr/>
              </p14:nvContentPartPr>
              <p14:xfrm>
                <a:off x="1675910" y="4717210"/>
                <a:ext cx="75600" cy="100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71C8986E-B7D8-4AA3-9B26-B72F442AC8AA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658270" y="4699570"/>
                  <a:ext cx="111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398F4E5E-C192-DAC9-168C-788C12ED23BB}"/>
                    </a:ext>
                  </a:extLst>
                </p14:cNvPr>
                <p14:cNvContentPartPr/>
                <p14:nvPr/>
              </p14:nvContentPartPr>
              <p14:xfrm>
                <a:off x="1813070" y="4671130"/>
                <a:ext cx="12240" cy="7956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398F4E5E-C192-DAC9-168C-788C12ED23BB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795430" y="4653490"/>
                  <a:ext cx="47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C5519407-4155-6FA7-9218-62566F59570F}"/>
                    </a:ext>
                  </a:extLst>
                </p14:cNvPr>
                <p14:cNvContentPartPr/>
                <p14:nvPr/>
              </p14:nvContentPartPr>
              <p14:xfrm>
                <a:off x="1800470" y="4648810"/>
                <a:ext cx="100440" cy="1306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C5519407-4155-6FA7-9218-62566F59570F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782830" y="4631170"/>
                  <a:ext cx="136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E41275B9-FB10-CA4F-46E2-739B5E094B86}"/>
                    </a:ext>
                  </a:extLst>
                </p14:cNvPr>
                <p14:cNvContentPartPr/>
                <p14:nvPr/>
              </p14:nvContentPartPr>
              <p14:xfrm>
                <a:off x="1966790" y="4657090"/>
                <a:ext cx="106560" cy="15084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E41275B9-FB10-CA4F-46E2-739B5E094B86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949150" y="4639450"/>
                  <a:ext cx="1422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72C32064-33D8-1CBA-AF77-8F3A81B0CB45}"/>
                    </a:ext>
                  </a:extLst>
                </p14:cNvPr>
                <p14:cNvContentPartPr/>
                <p14:nvPr/>
              </p14:nvContentPartPr>
              <p14:xfrm>
                <a:off x="2100350" y="4661050"/>
                <a:ext cx="14040" cy="15156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72C32064-33D8-1CBA-AF77-8F3A81B0CB4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2082710" y="4643050"/>
                  <a:ext cx="49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C1DEB0E1-3C8D-5FFF-DC66-67D4D7D3DE4C}"/>
                    </a:ext>
                  </a:extLst>
                </p14:cNvPr>
                <p14:cNvContentPartPr/>
                <p14:nvPr/>
              </p14:nvContentPartPr>
              <p14:xfrm>
                <a:off x="2198630" y="4673290"/>
                <a:ext cx="89640" cy="15480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C1DEB0E1-3C8D-5FFF-DC66-67D4D7D3DE4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2180630" y="4655650"/>
                  <a:ext cx="125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7276AF69-4447-20F6-F645-9C727AC0262D}"/>
                    </a:ext>
                  </a:extLst>
                </p14:cNvPr>
                <p14:cNvContentPartPr/>
                <p14:nvPr/>
              </p14:nvContentPartPr>
              <p14:xfrm>
                <a:off x="2311310" y="4672210"/>
                <a:ext cx="96120" cy="1569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7276AF69-4447-20F6-F645-9C727AC0262D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2293310" y="4654570"/>
                  <a:ext cx="131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F570E50C-5F42-3347-8EFD-D0794ABA5E5C}"/>
                    </a:ext>
                  </a:extLst>
                </p14:cNvPr>
                <p14:cNvContentPartPr/>
                <p14:nvPr/>
              </p14:nvContentPartPr>
              <p14:xfrm>
                <a:off x="2319230" y="4772650"/>
                <a:ext cx="64440" cy="1584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F570E50C-5F42-3347-8EFD-D0794ABA5E5C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2301590" y="4755010"/>
                  <a:ext cx="100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7CD81250-F504-D205-C388-84CC77B924F3}"/>
                    </a:ext>
                  </a:extLst>
                </p14:cNvPr>
                <p14:cNvContentPartPr/>
                <p14:nvPr/>
              </p14:nvContentPartPr>
              <p14:xfrm>
                <a:off x="4385270" y="2163730"/>
                <a:ext cx="141120" cy="16128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7CD81250-F504-D205-C388-84CC77B924F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4367630" y="2146090"/>
                  <a:ext cx="176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D27BDF08-51D0-390D-5E2D-B30013EDC358}"/>
                    </a:ext>
                  </a:extLst>
                </p14:cNvPr>
                <p14:cNvContentPartPr/>
                <p14:nvPr/>
              </p14:nvContentPartPr>
              <p14:xfrm>
                <a:off x="4270790" y="2064010"/>
                <a:ext cx="410400" cy="41292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D27BDF08-51D0-390D-5E2D-B30013EDC358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4252790" y="2046010"/>
                  <a:ext cx="446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97ECBD1F-7DB0-CC2F-A71D-C06409A09D82}"/>
                    </a:ext>
                  </a:extLst>
                </p14:cNvPr>
                <p14:cNvContentPartPr/>
                <p14:nvPr/>
              </p14:nvContentPartPr>
              <p14:xfrm>
                <a:off x="4259630" y="4080730"/>
                <a:ext cx="121680" cy="1558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97ECBD1F-7DB0-CC2F-A71D-C06409A09D82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4241990" y="4063090"/>
                  <a:ext cx="1573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9D1C0B96-E312-2400-23CF-8A26C686C0A1}"/>
                    </a:ext>
                  </a:extLst>
                </p14:cNvPr>
                <p14:cNvContentPartPr/>
                <p14:nvPr/>
              </p14:nvContentPartPr>
              <p14:xfrm>
                <a:off x="4165310" y="3988570"/>
                <a:ext cx="347760" cy="3607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9D1C0B96-E312-2400-23CF-8A26C686C0A1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4147670" y="3970930"/>
                  <a:ext cx="38340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ACD38FB0-4621-A95F-B8A6-62FC594981D7}"/>
                    </a:ext>
                  </a:extLst>
                </p14:cNvPr>
                <p14:cNvContentPartPr/>
                <p14:nvPr/>
              </p14:nvContentPartPr>
              <p14:xfrm>
                <a:off x="4817630" y="4739170"/>
                <a:ext cx="191520" cy="20700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ACD38FB0-4621-A95F-B8A6-62FC594981D7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799990" y="4721170"/>
                  <a:ext cx="227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D804BE97-2EE2-3F5C-29A3-F5F8977E3F0B}"/>
                    </a:ext>
                  </a:extLst>
                </p14:cNvPr>
                <p14:cNvContentPartPr/>
                <p14:nvPr/>
              </p14:nvContentPartPr>
              <p14:xfrm>
                <a:off x="4658150" y="4623610"/>
                <a:ext cx="532080" cy="4302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D804BE97-2EE2-3F5C-29A3-F5F8977E3F0B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640510" y="4605610"/>
                  <a:ext cx="5677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3D537D-9E7C-3ABD-CB3C-AB37A2F1F8A2}"/>
                    </a:ext>
                  </a:extLst>
                </p14:cNvPr>
                <p14:cNvContentPartPr/>
                <p14:nvPr/>
              </p14:nvContentPartPr>
              <p14:xfrm>
                <a:off x="10445150" y="5651050"/>
                <a:ext cx="9720" cy="10836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3D537D-9E7C-3ABD-CB3C-AB37A2F1F8A2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427150" y="5633050"/>
                  <a:ext cx="45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C0F0A885-2BA2-4F59-61C3-E9C1F249F263}"/>
                    </a:ext>
                  </a:extLst>
                </p14:cNvPr>
                <p14:cNvContentPartPr/>
                <p14:nvPr/>
              </p14:nvContentPartPr>
              <p14:xfrm>
                <a:off x="10460990" y="5620450"/>
                <a:ext cx="87480" cy="1184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C0F0A885-2BA2-4F59-61C3-E9C1F249F263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443350" y="5602810"/>
                  <a:ext cx="1231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52D64BEE-7537-055C-ECE8-7EAF7AF5B49B}"/>
                    </a:ext>
                  </a:extLst>
                </p14:cNvPr>
                <p14:cNvContentPartPr/>
                <p14:nvPr/>
              </p14:nvContentPartPr>
              <p14:xfrm>
                <a:off x="10598150" y="5637370"/>
                <a:ext cx="61920" cy="1728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52D64BEE-7537-055C-ECE8-7EAF7AF5B49B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580510" y="5619730"/>
                  <a:ext cx="975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0E36DC7-BA35-DEEE-626E-494B10885155}"/>
                    </a:ext>
                  </a:extLst>
                </p14:cNvPr>
                <p14:cNvContentPartPr/>
                <p14:nvPr/>
              </p14:nvContentPartPr>
              <p14:xfrm>
                <a:off x="10589510" y="5669050"/>
                <a:ext cx="78120" cy="1170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0E36DC7-BA35-DEEE-626E-494B1088515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571510" y="5651050"/>
                  <a:ext cx="113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D796671-C492-E152-0EC9-CEBA842724DA}"/>
                    </a:ext>
                  </a:extLst>
                </p14:cNvPr>
                <p14:cNvContentPartPr/>
                <p14:nvPr/>
              </p14:nvContentPartPr>
              <p14:xfrm>
                <a:off x="10614710" y="5703250"/>
                <a:ext cx="44640" cy="936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D796671-C492-E152-0EC9-CEBA842724DA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597070" y="5685250"/>
                  <a:ext cx="80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610E6950-D659-2BEB-6FE9-8D5154CF60B0}"/>
                    </a:ext>
                  </a:extLst>
                </p14:cNvPr>
                <p14:cNvContentPartPr/>
                <p14:nvPr/>
              </p14:nvContentPartPr>
              <p14:xfrm>
                <a:off x="10734230" y="5626930"/>
                <a:ext cx="54360" cy="1173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610E6950-D659-2BEB-6FE9-8D5154CF60B0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716590" y="5608930"/>
                  <a:ext cx="90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79F22C66-D451-7D02-9268-269DC216F2D0}"/>
                    </a:ext>
                  </a:extLst>
                </p14:cNvPr>
                <p14:cNvContentPartPr/>
                <p14:nvPr/>
              </p14:nvContentPartPr>
              <p14:xfrm>
                <a:off x="10831070" y="5623330"/>
                <a:ext cx="99720" cy="1339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79F22C66-D451-7D02-9268-269DC216F2D0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0813070" y="5605690"/>
                  <a:ext cx="1353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150A9813-FCFF-160B-EB2F-18FE1B770F97}"/>
              </a:ext>
            </a:extLst>
          </p:cNvPr>
          <p:cNvGrpSpPr/>
          <p:nvPr/>
        </p:nvGrpSpPr>
        <p:grpSpPr>
          <a:xfrm>
            <a:off x="2331110" y="56650"/>
            <a:ext cx="7844040" cy="857160"/>
            <a:chOff x="2331110" y="56650"/>
            <a:chExt cx="7844040" cy="85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468A7EA-680D-8C65-4003-394B3DF4EDBE}"/>
                    </a:ext>
                  </a:extLst>
                </p14:cNvPr>
                <p14:cNvContentPartPr/>
                <p14:nvPr/>
              </p14:nvContentPartPr>
              <p14:xfrm>
                <a:off x="6357320" y="191430"/>
                <a:ext cx="7200" cy="251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468A7EA-680D-8C65-4003-394B3DF4EDBE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6339320" y="173790"/>
                  <a:ext cx="42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982983-7D8F-A52E-F135-FA670E06CDFE}"/>
                    </a:ext>
                  </a:extLst>
                </p14:cNvPr>
                <p14:cNvContentPartPr/>
                <p14:nvPr/>
              </p14:nvContentPartPr>
              <p14:xfrm>
                <a:off x="6243560" y="176310"/>
                <a:ext cx="292680" cy="263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982983-7D8F-A52E-F135-FA670E06CDFE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6225560" y="158310"/>
                  <a:ext cx="3283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F3B757-7600-FED4-FECA-C117CB1FF419}"/>
                    </a:ext>
                  </a:extLst>
                </p14:cNvPr>
                <p14:cNvContentPartPr/>
                <p14:nvPr/>
              </p14:nvContentPartPr>
              <p14:xfrm>
                <a:off x="6615440" y="316710"/>
                <a:ext cx="23760" cy="16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F3B757-7600-FED4-FECA-C117CB1FF419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6597800" y="298710"/>
                  <a:ext cx="59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B0A724A-2E9F-9BBB-8807-3FAEF81177BC}"/>
                    </a:ext>
                  </a:extLst>
                </p14:cNvPr>
                <p14:cNvContentPartPr/>
                <p14:nvPr/>
              </p14:nvContentPartPr>
              <p14:xfrm>
                <a:off x="6579440" y="272790"/>
                <a:ext cx="209880" cy="166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B0A724A-2E9F-9BBB-8807-3FAEF81177BC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6561800" y="254790"/>
                  <a:ext cx="245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689FAC-61EE-41AB-E6DB-CFA4BD30F1D0}"/>
                    </a:ext>
                  </a:extLst>
                </p14:cNvPr>
                <p14:cNvContentPartPr/>
                <p14:nvPr/>
              </p14:nvContentPartPr>
              <p14:xfrm>
                <a:off x="6825320" y="259830"/>
                <a:ext cx="168480" cy="184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689FAC-61EE-41AB-E6DB-CFA4BD30F1D0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6807320" y="241830"/>
                  <a:ext cx="204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E432688-3396-0ED5-DE59-A1A45D8BE746}"/>
                    </a:ext>
                  </a:extLst>
                </p14:cNvPr>
                <p14:cNvContentPartPr/>
                <p14:nvPr/>
              </p14:nvContentPartPr>
              <p14:xfrm>
                <a:off x="7086320" y="280350"/>
                <a:ext cx="42120" cy="152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432688-3396-0ED5-DE59-A1A45D8BE746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7068680" y="262710"/>
                  <a:ext cx="77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C579B5-49F6-1DD5-F3B5-5B184F2FBBC9}"/>
                    </a:ext>
                  </a:extLst>
                </p14:cNvPr>
                <p14:cNvContentPartPr/>
                <p14:nvPr/>
              </p14:nvContentPartPr>
              <p14:xfrm>
                <a:off x="7257680" y="245430"/>
                <a:ext cx="200160" cy="165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C579B5-49F6-1DD5-F3B5-5B184F2FBBC9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7240040" y="227790"/>
                  <a:ext cx="2358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773251-8989-AAB5-4165-94EA89C94E95}"/>
                    </a:ext>
                  </a:extLst>
                </p14:cNvPr>
                <p14:cNvContentPartPr/>
                <p14:nvPr/>
              </p14:nvContentPartPr>
              <p14:xfrm>
                <a:off x="7566200" y="243270"/>
                <a:ext cx="191160" cy="166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773251-8989-AAB5-4165-94EA89C94E95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548200" y="225630"/>
                  <a:ext cx="2268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D81FDC4-0EE0-6CAD-A3A9-15B064E4AA0C}"/>
                    </a:ext>
                  </a:extLst>
                </p14:cNvPr>
                <p14:cNvContentPartPr/>
                <p14:nvPr/>
              </p14:nvContentPartPr>
              <p14:xfrm>
                <a:off x="7909640" y="269910"/>
                <a:ext cx="20880" cy="15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D81FDC4-0EE0-6CAD-A3A9-15B064E4AA0C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7891640" y="251910"/>
                  <a:ext cx="56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389600C-C553-396B-068C-EFA7A8CD23BE}"/>
                    </a:ext>
                  </a:extLst>
                </p14:cNvPr>
                <p14:cNvContentPartPr/>
                <p14:nvPr/>
              </p14:nvContentPartPr>
              <p14:xfrm>
                <a:off x="7771400" y="244350"/>
                <a:ext cx="442440" cy="172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389600C-C553-396B-068C-EFA7A8CD23BE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7753760" y="226350"/>
                  <a:ext cx="4780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489A929-85FC-2ECD-EF11-68B237EFEF0B}"/>
                    </a:ext>
                  </a:extLst>
                </p14:cNvPr>
                <p14:cNvContentPartPr/>
                <p14:nvPr/>
              </p14:nvContentPartPr>
              <p14:xfrm>
                <a:off x="8292680" y="201870"/>
                <a:ext cx="185040" cy="227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489A929-85FC-2ECD-EF11-68B237EFEF0B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275040" y="183870"/>
                  <a:ext cx="220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926D0E-F78B-1130-C875-61460B52A295}"/>
                    </a:ext>
                  </a:extLst>
                </p14:cNvPr>
                <p14:cNvContentPartPr/>
                <p14:nvPr/>
              </p14:nvContentPartPr>
              <p14:xfrm>
                <a:off x="8558360" y="226710"/>
                <a:ext cx="63720" cy="182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926D0E-F78B-1130-C875-61460B52A295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540360" y="208710"/>
                  <a:ext cx="99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D1864FF-F158-687F-B16C-029D548F523B}"/>
                    </a:ext>
                  </a:extLst>
                </p14:cNvPr>
                <p14:cNvContentPartPr/>
                <p14:nvPr/>
              </p14:nvContentPartPr>
              <p14:xfrm>
                <a:off x="8582840" y="214110"/>
                <a:ext cx="241200" cy="183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D1864FF-F158-687F-B16C-029D548F523B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565200" y="196470"/>
                  <a:ext cx="276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CCE8765-B977-ED54-121B-2A9DA54215E1}"/>
                    </a:ext>
                  </a:extLst>
                </p14:cNvPr>
                <p14:cNvContentPartPr/>
                <p14:nvPr/>
              </p14:nvContentPartPr>
              <p14:xfrm>
                <a:off x="8958680" y="227430"/>
                <a:ext cx="50400" cy="200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CCE8765-B977-ED54-121B-2A9DA54215E1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940680" y="209430"/>
                  <a:ext cx="86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7C11DF1-6EF1-52CD-DC25-8BC392E8E80B}"/>
                    </a:ext>
                  </a:extLst>
                </p14:cNvPr>
                <p14:cNvContentPartPr/>
                <p14:nvPr/>
              </p14:nvContentPartPr>
              <p14:xfrm>
                <a:off x="9130040" y="205830"/>
                <a:ext cx="248760" cy="227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7C11DF1-6EF1-52CD-DC25-8BC392E8E80B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9112040" y="188190"/>
                  <a:ext cx="2844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37894A-BE59-AC4D-8C84-2568238419A6}"/>
                    </a:ext>
                  </a:extLst>
                </p14:cNvPr>
                <p14:cNvContentPartPr/>
                <p14:nvPr/>
              </p14:nvContentPartPr>
              <p14:xfrm>
                <a:off x="9465920" y="207630"/>
                <a:ext cx="205560" cy="217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37894A-BE59-AC4D-8C84-2568238419A6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9448280" y="189990"/>
                  <a:ext cx="2412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37D70C-9CEF-C5C5-730E-97FAF43F67D5}"/>
                    </a:ext>
                  </a:extLst>
                </p14:cNvPr>
                <p14:cNvContentPartPr/>
                <p14:nvPr/>
              </p14:nvContentPartPr>
              <p14:xfrm>
                <a:off x="2506400" y="220230"/>
                <a:ext cx="99360" cy="353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37D70C-9CEF-C5C5-730E-97FAF43F67D5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2488400" y="202230"/>
                  <a:ext cx="1350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CEAB85-9A25-342A-250C-4CFB95286126}"/>
                    </a:ext>
                  </a:extLst>
                </p14:cNvPr>
                <p14:cNvContentPartPr/>
                <p14:nvPr/>
              </p14:nvContentPartPr>
              <p14:xfrm>
                <a:off x="2606120" y="250830"/>
                <a:ext cx="135360" cy="316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CEAB85-9A25-342A-250C-4CFB95286126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2588120" y="232830"/>
                  <a:ext cx="1710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88E26E-6962-0CBD-8CC7-DDD59DFDD695}"/>
                    </a:ext>
                  </a:extLst>
                </p14:cNvPr>
                <p14:cNvContentPartPr/>
                <p14:nvPr/>
              </p14:nvContentPartPr>
              <p14:xfrm>
                <a:off x="2539520" y="411030"/>
                <a:ext cx="163800" cy="34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88E26E-6962-0CBD-8CC7-DDD59DFDD695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2521520" y="393030"/>
                  <a:ext cx="199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418102-75DE-A274-9993-245739310133}"/>
                    </a:ext>
                  </a:extLst>
                </p14:cNvPr>
                <p14:cNvContentPartPr/>
                <p14:nvPr/>
              </p14:nvContentPartPr>
              <p14:xfrm>
                <a:off x="2840120" y="328590"/>
                <a:ext cx="40680" cy="213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418102-75DE-A274-9993-245739310133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2822120" y="310950"/>
                  <a:ext cx="76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9125A3A-B5EA-0886-3199-3ED2DF9DBCC0}"/>
                    </a:ext>
                  </a:extLst>
                </p14:cNvPr>
                <p14:cNvContentPartPr/>
                <p14:nvPr/>
              </p14:nvContentPartPr>
              <p14:xfrm>
                <a:off x="2841560" y="312030"/>
                <a:ext cx="219600" cy="216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9125A3A-B5EA-0886-3199-3ED2DF9DBCC0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2823920" y="294030"/>
                  <a:ext cx="255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9115F97-0893-5C6E-DB5D-3BA7A5DF03B3}"/>
                    </a:ext>
                  </a:extLst>
                </p14:cNvPr>
                <p14:cNvContentPartPr/>
                <p14:nvPr/>
              </p14:nvContentPartPr>
              <p14:xfrm>
                <a:off x="3140000" y="319950"/>
                <a:ext cx="149040" cy="180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9115F97-0893-5C6E-DB5D-3BA7A5DF03B3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3122000" y="302310"/>
                  <a:ext cx="1846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AED511-DA74-E2A9-D196-FEE643ECD9DF}"/>
                    </a:ext>
                  </a:extLst>
                </p14:cNvPr>
                <p14:cNvContentPartPr/>
                <p14:nvPr/>
              </p14:nvContentPartPr>
              <p14:xfrm>
                <a:off x="3418640" y="302310"/>
                <a:ext cx="9360" cy="216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AED511-DA74-E2A9-D196-FEE643ECD9DF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3400640" y="284670"/>
                  <a:ext cx="45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8A9553-9D3B-2BF6-1E61-75AF56718B88}"/>
                    </a:ext>
                  </a:extLst>
                </p14:cNvPr>
                <p14:cNvContentPartPr/>
                <p14:nvPr/>
              </p14:nvContentPartPr>
              <p14:xfrm>
                <a:off x="3447800" y="328950"/>
                <a:ext cx="141120" cy="24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8A9553-9D3B-2BF6-1E61-75AF56718B88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3429800" y="310950"/>
                  <a:ext cx="1767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8B4D5E-74C2-4900-4631-EABDC27D76AE}"/>
                    </a:ext>
                  </a:extLst>
                </p14:cNvPr>
                <p14:cNvContentPartPr/>
                <p14:nvPr/>
              </p14:nvContentPartPr>
              <p14:xfrm>
                <a:off x="3693320" y="355950"/>
                <a:ext cx="10080" cy="180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8B4D5E-74C2-4900-4631-EABDC27D76AE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3675320" y="338310"/>
                  <a:ext cx="457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621FD1-C603-8518-4449-D5CB0A32651D}"/>
                    </a:ext>
                  </a:extLst>
                </p14:cNvPr>
                <p14:cNvContentPartPr/>
                <p14:nvPr/>
              </p14:nvContentPartPr>
              <p14:xfrm>
                <a:off x="3903560" y="337230"/>
                <a:ext cx="16920" cy="158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621FD1-C603-8518-4449-D5CB0A32651D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3885920" y="319230"/>
                  <a:ext cx="52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526E85-6511-7906-A9B4-2AF8DBCD4C16}"/>
                    </a:ext>
                  </a:extLst>
                </p14:cNvPr>
                <p14:cNvContentPartPr/>
                <p14:nvPr/>
              </p14:nvContentPartPr>
              <p14:xfrm>
                <a:off x="3821120" y="273510"/>
                <a:ext cx="259560" cy="6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526E85-6511-7906-A9B4-2AF8DBCD4C16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3803480" y="255870"/>
                  <a:ext cx="295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4D71C08-B8D8-9C2E-5EE9-1D21120651BB}"/>
                    </a:ext>
                  </a:extLst>
                </p14:cNvPr>
                <p14:cNvContentPartPr/>
                <p14:nvPr/>
              </p14:nvContentPartPr>
              <p14:xfrm>
                <a:off x="4107680" y="298710"/>
                <a:ext cx="136800" cy="1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4D71C08-B8D8-9C2E-5EE9-1D21120651BB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089680" y="280710"/>
                  <a:ext cx="1724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E00B21-DE1D-4CAB-DDC6-C72DD4BEA6F3}"/>
                    </a:ext>
                  </a:extLst>
                </p14:cNvPr>
                <p14:cNvContentPartPr/>
                <p14:nvPr/>
              </p14:nvContentPartPr>
              <p14:xfrm>
                <a:off x="4088960" y="341190"/>
                <a:ext cx="159480" cy="153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E00B21-DE1D-4CAB-DDC6-C72DD4BEA6F3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4070960" y="323550"/>
                  <a:ext cx="195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30CD3A7-8276-E6F0-CB9A-0DA6261B12DA}"/>
                    </a:ext>
                  </a:extLst>
                </p14:cNvPr>
                <p14:cNvContentPartPr/>
                <p14:nvPr/>
              </p14:nvContentPartPr>
              <p14:xfrm>
                <a:off x="4100120" y="403830"/>
                <a:ext cx="79920" cy="21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30CD3A7-8276-E6F0-CB9A-0DA6261B12DA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4082120" y="386190"/>
                  <a:ext cx="1155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50A827-1CD0-453C-0537-9724687C24FB}"/>
                    </a:ext>
                  </a:extLst>
                </p14:cNvPr>
                <p14:cNvContentPartPr/>
                <p14:nvPr/>
              </p14:nvContentPartPr>
              <p14:xfrm>
                <a:off x="4349960" y="308430"/>
                <a:ext cx="194040" cy="177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250A827-1CD0-453C-0537-9724687C24FB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4331960" y="290430"/>
                  <a:ext cx="229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2BEEAA-4316-4408-DB88-5AD56ABCB679}"/>
                    </a:ext>
                  </a:extLst>
                </p14:cNvPr>
                <p14:cNvContentPartPr/>
                <p14:nvPr/>
              </p14:nvContentPartPr>
              <p14:xfrm>
                <a:off x="4712840" y="319230"/>
                <a:ext cx="38880" cy="171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2BEEAA-4316-4408-DB88-5AD56ABCB679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4694840" y="301230"/>
                  <a:ext cx="745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B469C73-4F99-A20C-B637-6DC33A00E770}"/>
                    </a:ext>
                  </a:extLst>
                </p14:cNvPr>
                <p14:cNvContentPartPr/>
                <p14:nvPr/>
              </p14:nvContentPartPr>
              <p14:xfrm>
                <a:off x="4585040" y="311310"/>
                <a:ext cx="289080" cy="12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B469C73-4F99-A20C-B637-6DC33A00E770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4567400" y="293670"/>
                  <a:ext cx="324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572DB7-8DDF-89AC-5A2F-7022F5F10D3A}"/>
                    </a:ext>
                  </a:extLst>
                </p14:cNvPr>
                <p14:cNvContentPartPr/>
                <p14:nvPr/>
              </p14:nvContentPartPr>
              <p14:xfrm>
                <a:off x="4915880" y="318510"/>
                <a:ext cx="185760" cy="182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572DB7-8DDF-89AC-5A2F-7022F5F10D3A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4897880" y="300870"/>
                  <a:ext cx="2214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924733-1273-AE1B-9005-EA71C99EA38D}"/>
                    </a:ext>
                  </a:extLst>
                </p14:cNvPr>
                <p14:cNvContentPartPr/>
                <p14:nvPr/>
              </p14:nvContentPartPr>
              <p14:xfrm>
                <a:off x="5235920" y="297990"/>
                <a:ext cx="215280" cy="186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924733-1273-AE1B-9005-EA71C99EA38D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5218280" y="279990"/>
                  <a:ext cx="2509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9183783-DCB8-57BC-D167-86ADE7F1A0C9}"/>
                    </a:ext>
                  </a:extLst>
                </p14:cNvPr>
                <p14:cNvContentPartPr/>
                <p14:nvPr/>
              </p14:nvContentPartPr>
              <p14:xfrm>
                <a:off x="5583680" y="290790"/>
                <a:ext cx="163080" cy="36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9183783-DCB8-57BC-D167-86ADE7F1A0C9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5566040" y="272790"/>
                  <a:ext cx="198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A6BE98-DFD7-7E79-3A95-214ED7FA3678}"/>
                    </a:ext>
                  </a:extLst>
                </p14:cNvPr>
                <p14:cNvContentPartPr/>
                <p14:nvPr/>
              </p14:nvContentPartPr>
              <p14:xfrm>
                <a:off x="5584400" y="340110"/>
                <a:ext cx="212400" cy="172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A6BE98-DFD7-7E79-3A95-214ED7FA3678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5566400" y="322470"/>
                  <a:ext cx="248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9BB3FC-1C72-F129-13D8-C84E5C9A622A}"/>
                    </a:ext>
                  </a:extLst>
                </p14:cNvPr>
                <p14:cNvContentPartPr/>
                <p14:nvPr/>
              </p14:nvContentPartPr>
              <p14:xfrm>
                <a:off x="5552000" y="420030"/>
                <a:ext cx="182160" cy="16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9BB3FC-1C72-F129-13D8-C84E5C9A622A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5534000" y="402390"/>
                  <a:ext cx="217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EBDD85A6-B91F-1916-A1A8-F391F9CBCD60}"/>
                    </a:ext>
                  </a:extLst>
                </p14:cNvPr>
                <p14:cNvContentPartPr/>
                <p14:nvPr/>
              </p14:nvContentPartPr>
              <p14:xfrm>
                <a:off x="2331110" y="105970"/>
                <a:ext cx="55080" cy="8078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EBDD85A6-B91F-1916-A1A8-F391F9CBCD60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2313110" y="87970"/>
                  <a:ext cx="9072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8466A600-9944-E75F-B595-8F17B28060C9}"/>
                    </a:ext>
                  </a:extLst>
                </p14:cNvPr>
                <p14:cNvContentPartPr/>
                <p14:nvPr/>
              </p14:nvContentPartPr>
              <p14:xfrm>
                <a:off x="2423270" y="667930"/>
                <a:ext cx="7751880" cy="17352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8466A600-9944-E75F-B595-8F17B28060C9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2405630" y="650290"/>
                  <a:ext cx="7787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880D0FE3-F90B-21EF-9DC3-13641035B5ED}"/>
                    </a:ext>
                  </a:extLst>
                </p14:cNvPr>
                <p14:cNvContentPartPr/>
                <p14:nvPr/>
              </p14:nvContentPartPr>
              <p14:xfrm>
                <a:off x="10066070" y="56650"/>
                <a:ext cx="37080" cy="56016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880D0FE3-F90B-21EF-9DC3-13641035B5ED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10048070" y="39010"/>
                  <a:ext cx="7272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EC2ACE9A-10F2-C92B-2BE3-0398A1E5A784}"/>
                    </a:ext>
                  </a:extLst>
                </p14:cNvPr>
                <p14:cNvContentPartPr/>
                <p14:nvPr/>
              </p14:nvContentPartPr>
              <p14:xfrm>
                <a:off x="2402390" y="75010"/>
                <a:ext cx="7713720" cy="6984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EC2ACE9A-10F2-C92B-2BE3-0398A1E5A784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2384390" y="57370"/>
                  <a:ext cx="7749360" cy="10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8252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E8FDBBA-CDFA-CBEF-247F-722852F83172}"/>
                  </a:ext>
                </a:extLst>
              </p14:cNvPr>
              <p14:cNvContentPartPr/>
              <p14:nvPr/>
            </p14:nvContentPartPr>
            <p14:xfrm>
              <a:off x="3789631" y="1790922"/>
              <a:ext cx="196560" cy="28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E8FDBBA-CDFA-CBEF-247F-722852F831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1991" y="1772922"/>
                <a:ext cx="2322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E0B3356-6BF8-CB72-AB36-7399FB49DBDF}"/>
                  </a:ext>
                </a:extLst>
              </p14:cNvPr>
              <p14:cNvContentPartPr/>
              <p14:nvPr/>
            </p14:nvContentPartPr>
            <p14:xfrm>
              <a:off x="10015831" y="636762"/>
              <a:ext cx="215280" cy="15505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E0B3356-6BF8-CB72-AB36-7399FB49DB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98191" y="619122"/>
                <a:ext cx="250920" cy="158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9B890AE-ADF9-792D-7E96-1D3C8965794B}"/>
              </a:ext>
            </a:extLst>
          </p:cNvPr>
          <p:cNvGrpSpPr/>
          <p:nvPr/>
        </p:nvGrpSpPr>
        <p:grpSpPr>
          <a:xfrm>
            <a:off x="2577511" y="74442"/>
            <a:ext cx="5805360" cy="565200"/>
            <a:chOff x="2577511" y="74442"/>
            <a:chExt cx="5805360" cy="56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0CD600C-79ED-8A23-83A5-970D966911D5}"/>
                    </a:ext>
                  </a:extLst>
                </p14:cNvPr>
                <p14:cNvContentPartPr/>
                <p14:nvPr/>
              </p14:nvContentPartPr>
              <p14:xfrm>
                <a:off x="2714671" y="178842"/>
                <a:ext cx="183960" cy="272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0CD600C-79ED-8A23-83A5-970D966911D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97031" y="161202"/>
                  <a:ext cx="2196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DB2BC3-2CB3-5753-D049-674D097FE3E1}"/>
                    </a:ext>
                  </a:extLst>
                </p14:cNvPr>
                <p14:cNvContentPartPr/>
                <p14:nvPr/>
              </p14:nvContentPartPr>
              <p14:xfrm>
                <a:off x="3002311" y="164802"/>
                <a:ext cx="110520" cy="222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DB2BC3-2CB3-5753-D049-674D097FE3E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4671" y="147162"/>
                  <a:ext cx="146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D21961-75C3-647C-36A9-F59217C3A5DE}"/>
                    </a:ext>
                  </a:extLst>
                </p14:cNvPr>
                <p14:cNvContentPartPr/>
                <p14:nvPr/>
              </p14:nvContentPartPr>
              <p14:xfrm>
                <a:off x="3239191" y="154722"/>
                <a:ext cx="105120" cy="34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D21961-75C3-647C-36A9-F59217C3A5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21191" y="137082"/>
                  <a:ext cx="1407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2FAF05D-1F37-544E-7493-C8D779A5634C}"/>
                    </a:ext>
                  </a:extLst>
                </p14:cNvPr>
                <p14:cNvContentPartPr/>
                <p14:nvPr/>
              </p14:nvContentPartPr>
              <p14:xfrm>
                <a:off x="3240631" y="153642"/>
                <a:ext cx="106920" cy="217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2FAF05D-1F37-544E-7493-C8D779A5634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22631" y="136002"/>
                  <a:ext cx="1425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A967B0F-28E9-70C6-6CFA-461C2AF988CF}"/>
                    </a:ext>
                  </a:extLst>
                </p14:cNvPr>
                <p14:cNvContentPartPr/>
                <p14:nvPr/>
              </p14:nvContentPartPr>
              <p14:xfrm>
                <a:off x="3245671" y="250122"/>
                <a:ext cx="75960" cy="15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A967B0F-28E9-70C6-6CFA-461C2AF988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27671" y="232482"/>
                  <a:ext cx="1116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3B9A88-03E8-8C69-BD16-A838BF9EBD15}"/>
                    </a:ext>
                  </a:extLst>
                </p14:cNvPr>
                <p14:cNvContentPartPr/>
                <p14:nvPr/>
              </p14:nvContentPartPr>
              <p14:xfrm>
                <a:off x="3429991" y="141402"/>
                <a:ext cx="244440" cy="236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3B9A88-03E8-8C69-BD16-A838BF9EBD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12351" y="123762"/>
                  <a:ext cx="280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517F777-ADCA-B118-48DB-78A8AED4436A}"/>
                    </a:ext>
                  </a:extLst>
                </p14:cNvPr>
                <p14:cNvContentPartPr/>
                <p14:nvPr/>
              </p14:nvContentPartPr>
              <p14:xfrm>
                <a:off x="4099951" y="163722"/>
                <a:ext cx="118800" cy="14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517F777-ADCA-B118-48DB-78A8AED443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82311" y="145722"/>
                  <a:ext cx="154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3A85B3D-3F90-72A9-ED3D-2E17872DC63B}"/>
                    </a:ext>
                  </a:extLst>
                </p14:cNvPr>
                <p14:cNvContentPartPr/>
                <p14:nvPr/>
              </p14:nvContentPartPr>
              <p14:xfrm>
                <a:off x="4095271" y="178482"/>
                <a:ext cx="111240" cy="210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3A85B3D-3F90-72A9-ED3D-2E17872DC63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77271" y="160482"/>
                  <a:ext cx="146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BCAD79-B5AA-7073-34DE-B58F43D47A4D}"/>
                    </a:ext>
                  </a:extLst>
                </p14:cNvPr>
                <p14:cNvContentPartPr/>
                <p14:nvPr/>
              </p14:nvContentPartPr>
              <p14:xfrm>
                <a:off x="4110751" y="277842"/>
                <a:ext cx="68400" cy="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BCAD79-B5AA-7073-34DE-B58F43D47A4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93111" y="260202"/>
                  <a:ext cx="104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D3C1844-A118-458D-8FA6-A3CC7BD19269}"/>
                    </a:ext>
                  </a:extLst>
                </p14:cNvPr>
                <p14:cNvContentPartPr/>
                <p14:nvPr/>
              </p14:nvContentPartPr>
              <p14:xfrm>
                <a:off x="4296511" y="186762"/>
                <a:ext cx="100080" cy="195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D3C1844-A118-458D-8FA6-A3CC7BD1926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78511" y="169122"/>
                  <a:ext cx="135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499DD6C-5919-6E98-B0FE-3D802FD3F1D9}"/>
                    </a:ext>
                  </a:extLst>
                </p14:cNvPr>
                <p14:cNvContentPartPr/>
                <p14:nvPr/>
              </p14:nvContentPartPr>
              <p14:xfrm>
                <a:off x="4275991" y="233562"/>
                <a:ext cx="176040" cy="90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499DD6C-5919-6E98-B0FE-3D802FD3F1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57991" y="215562"/>
                  <a:ext cx="211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54417AD-A71B-3B99-163C-433EB865A636}"/>
                    </a:ext>
                  </a:extLst>
                </p14:cNvPr>
                <p14:cNvContentPartPr/>
                <p14:nvPr/>
              </p14:nvContentPartPr>
              <p14:xfrm>
                <a:off x="4491271" y="163362"/>
                <a:ext cx="140760" cy="225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54417AD-A71B-3B99-163C-433EB865A6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73271" y="145362"/>
                  <a:ext cx="176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6666BA-B966-BF84-7904-1EE70DDCF13A}"/>
                    </a:ext>
                  </a:extLst>
                </p14:cNvPr>
                <p14:cNvContentPartPr/>
                <p14:nvPr/>
              </p14:nvContentPartPr>
              <p14:xfrm>
                <a:off x="4772071" y="167682"/>
                <a:ext cx="138600" cy="20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6666BA-B966-BF84-7904-1EE70DDCF13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4431" y="150042"/>
                  <a:ext cx="1742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EC295A-8741-B377-537F-0FF94FE95AE4}"/>
                    </a:ext>
                  </a:extLst>
                </p14:cNvPr>
                <p14:cNvContentPartPr/>
                <p14:nvPr/>
              </p14:nvContentPartPr>
              <p14:xfrm>
                <a:off x="4767391" y="251202"/>
                <a:ext cx="123480" cy="32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EC295A-8741-B377-537F-0FF94FE95A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49751" y="233562"/>
                  <a:ext cx="159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7B21D1B-73A6-117F-6608-FFFB4C5B0187}"/>
                    </a:ext>
                  </a:extLst>
                </p14:cNvPr>
                <p14:cNvContentPartPr/>
                <p14:nvPr/>
              </p14:nvContentPartPr>
              <p14:xfrm>
                <a:off x="5034511" y="160482"/>
                <a:ext cx="216720" cy="22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7B21D1B-73A6-117F-6608-FFFB4C5B01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16871" y="142482"/>
                  <a:ext cx="2523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2E7D8C0-1FB2-92AD-25F2-9511C84BF1B8}"/>
                    </a:ext>
                  </a:extLst>
                </p14:cNvPr>
                <p14:cNvContentPartPr/>
                <p14:nvPr/>
              </p14:nvContentPartPr>
              <p14:xfrm>
                <a:off x="5283631" y="171642"/>
                <a:ext cx="38520" cy="197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2E7D8C0-1FB2-92AD-25F2-9511C84BF1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65631" y="153642"/>
                  <a:ext cx="741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8D828D6-E31D-B0C9-6BE9-A91923DD289D}"/>
                    </a:ext>
                  </a:extLst>
                </p14:cNvPr>
                <p14:cNvContentPartPr/>
                <p14:nvPr/>
              </p14:nvContentPartPr>
              <p14:xfrm>
                <a:off x="5439151" y="121242"/>
                <a:ext cx="174600" cy="221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8D828D6-E31D-B0C9-6BE9-A91923DD28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1151" y="103602"/>
                  <a:ext cx="210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47A9E3-55EB-0DFE-908D-1C06D1593683}"/>
                    </a:ext>
                  </a:extLst>
                </p14:cNvPr>
                <p14:cNvContentPartPr/>
                <p14:nvPr/>
              </p14:nvContentPartPr>
              <p14:xfrm>
                <a:off x="5454991" y="227082"/>
                <a:ext cx="127080" cy="18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47A9E3-55EB-0DFE-908D-1C06D15936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36991" y="209442"/>
                  <a:ext cx="162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5D4BF0-1D86-BB0E-063D-E8D9EBF0B112}"/>
                    </a:ext>
                  </a:extLst>
                </p14:cNvPr>
                <p14:cNvContentPartPr/>
                <p14:nvPr/>
              </p14:nvContentPartPr>
              <p14:xfrm>
                <a:off x="5675311" y="148242"/>
                <a:ext cx="522360" cy="200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5D4BF0-1D86-BB0E-063D-E8D9EBF0B1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57671" y="130242"/>
                  <a:ext cx="5580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6E7D4E-F0B8-9F8C-EAAB-9C2676995E33}"/>
                    </a:ext>
                  </a:extLst>
                </p14:cNvPr>
                <p14:cNvContentPartPr/>
                <p14:nvPr/>
              </p14:nvContentPartPr>
              <p14:xfrm>
                <a:off x="6255631" y="98922"/>
                <a:ext cx="250200" cy="225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6E7D4E-F0B8-9F8C-EAAB-9C2676995E3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37631" y="80922"/>
                  <a:ext cx="2858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922219-CFFA-4E08-FB7D-F65F0014EA53}"/>
                    </a:ext>
                  </a:extLst>
                </p14:cNvPr>
                <p14:cNvContentPartPr/>
                <p14:nvPr/>
              </p14:nvContentPartPr>
              <p14:xfrm>
                <a:off x="6358231" y="232842"/>
                <a:ext cx="122760" cy="20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922219-CFFA-4E08-FB7D-F65F0014EA5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40231" y="215202"/>
                  <a:ext cx="1584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9DE95E-7F27-55B4-817A-ED78D3F33ECF}"/>
                    </a:ext>
                  </a:extLst>
                </p14:cNvPr>
                <p14:cNvContentPartPr/>
                <p14:nvPr/>
              </p14:nvContentPartPr>
              <p14:xfrm>
                <a:off x="6938191" y="105042"/>
                <a:ext cx="316080" cy="274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9DE95E-7F27-55B4-817A-ED78D3F33E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20191" y="87042"/>
                  <a:ext cx="3517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C4B5F3-5E1B-E1B4-6FBD-7A5E4E060953}"/>
                    </a:ext>
                  </a:extLst>
                </p14:cNvPr>
                <p14:cNvContentPartPr/>
                <p14:nvPr/>
              </p14:nvContentPartPr>
              <p14:xfrm>
                <a:off x="7532551" y="111882"/>
                <a:ext cx="252720" cy="249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C4B5F3-5E1B-E1B4-6FBD-7A5E4E06095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14551" y="93882"/>
                  <a:ext cx="288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95C38C-B681-CECF-1E85-738978A17636}"/>
                    </a:ext>
                  </a:extLst>
                </p14:cNvPr>
                <p14:cNvContentPartPr/>
                <p14:nvPr/>
              </p14:nvContentPartPr>
              <p14:xfrm>
                <a:off x="8030791" y="110802"/>
                <a:ext cx="47880" cy="267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95C38C-B681-CECF-1E85-738978A176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13151" y="92802"/>
                  <a:ext cx="835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DF6854E-F17A-FBEE-A193-518F6853346D}"/>
                    </a:ext>
                  </a:extLst>
                </p14:cNvPr>
                <p14:cNvContentPartPr/>
                <p14:nvPr/>
              </p14:nvContentPartPr>
              <p14:xfrm>
                <a:off x="2640511" y="514362"/>
                <a:ext cx="5634000" cy="125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DF6854E-F17A-FBEE-A193-518F6853346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22511" y="496362"/>
                  <a:ext cx="5669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C590247-6BCF-4E12-FF19-FB7D9F4D941E}"/>
                    </a:ext>
                  </a:extLst>
                </p14:cNvPr>
                <p14:cNvContentPartPr/>
                <p14:nvPr/>
              </p14:nvContentPartPr>
              <p14:xfrm>
                <a:off x="2577511" y="108282"/>
                <a:ext cx="55800" cy="4402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C590247-6BCF-4E12-FF19-FB7D9F4D94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59871" y="90642"/>
                  <a:ext cx="914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17990B-AF90-AF3A-F77A-24AEA2BE3EF3}"/>
                    </a:ext>
                  </a:extLst>
                </p14:cNvPr>
                <p14:cNvContentPartPr/>
                <p14:nvPr/>
              </p14:nvContentPartPr>
              <p14:xfrm>
                <a:off x="8318071" y="74442"/>
                <a:ext cx="64800" cy="3697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17990B-AF90-AF3A-F77A-24AEA2BE3E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00071" y="56442"/>
                  <a:ext cx="10044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8508D7F6-63B4-BF37-911E-97686F6C0684}"/>
              </a:ext>
            </a:extLst>
          </p:cNvPr>
          <p:cNvGrpSpPr/>
          <p:nvPr/>
        </p:nvGrpSpPr>
        <p:grpSpPr>
          <a:xfrm>
            <a:off x="728911" y="796962"/>
            <a:ext cx="11310120" cy="5634000"/>
            <a:chOff x="728911" y="796962"/>
            <a:chExt cx="11310120" cy="56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F8832C-BBF4-0D9B-E90D-AE16B9675303}"/>
                    </a:ext>
                  </a:extLst>
                </p14:cNvPr>
                <p14:cNvContentPartPr/>
                <p14:nvPr/>
              </p14:nvContentPartPr>
              <p14:xfrm>
                <a:off x="728911" y="2337762"/>
                <a:ext cx="536040" cy="457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F8832C-BBF4-0D9B-E90D-AE16B967530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0911" y="2320122"/>
                  <a:ext cx="5716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0F889D-F806-7547-20B9-451396590C04}"/>
                    </a:ext>
                  </a:extLst>
                </p14:cNvPr>
                <p14:cNvContentPartPr/>
                <p14:nvPr/>
              </p14:nvContentPartPr>
              <p14:xfrm>
                <a:off x="972271" y="2791362"/>
                <a:ext cx="24120" cy="349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0F889D-F806-7547-20B9-451396590C0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4271" y="2773722"/>
                  <a:ext cx="597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B89DC91-6111-3197-7B1E-C678597A84AF}"/>
                    </a:ext>
                  </a:extLst>
                </p14:cNvPr>
                <p14:cNvContentPartPr/>
                <p14:nvPr/>
              </p14:nvContentPartPr>
              <p14:xfrm>
                <a:off x="766711" y="3154242"/>
                <a:ext cx="252000" cy="357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B89DC91-6111-3197-7B1E-C678597A84A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9071" y="3136242"/>
                  <a:ext cx="2876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A48F99-3938-CA37-CFAA-8C58EADE5165}"/>
                    </a:ext>
                  </a:extLst>
                </p14:cNvPr>
                <p14:cNvContentPartPr/>
                <p14:nvPr/>
              </p14:nvContentPartPr>
              <p14:xfrm>
                <a:off x="1001791" y="3180882"/>
                <a:ext cx="99000" cy="350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A48F99-3938-CA37-CFAA-8C58EADE51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4151" y="3162882"/>
                  <a:ext cx="134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C266BEC-1D84-2706-2E0B-D2F139B5BA71}"/>
                    </a:ext>
                  </a:extLst>
                </p14:cNvPr>
                <p14:cNvContentPartPr/>
                <p14:nvPr/>
              </p14:nvContentPartPr>
              <p14:xfrm>
                <a:off x="729271" y="2957322"/>
                <a:ext cx="493920" cy="39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266BEC-1D84-2706-2E0B-D2F139B5BA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1631" y="2939322"/>
                  <a:ext cx="529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90D07AD-C2F1-4D85-31DF-F70FBB7AD54B}"/>
                    </a:ext>
                  </a:extLst>
                </p14:cNvPr>
                <p14:cNvContentPartPr/>
                <p14:nvPr/>
              </p14:nvContentPartPr>
              <p14:xfrm>
                <a:off x="1478791" y="2189802"/>
                <a:ext cx="593640" cy="559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90D07AD-C2F1-4D85-31DF-F70FBB7AD5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60791" y="2171802"/>
                  <a:ext cx="62928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6DB5ECD-6890-C560-3381-7BEB37B2F010}"/>
                    </a:ext>
                  </a:extLst>
                </p14:cNvPr>
                <p14:cNvContentPartPr/>
                <p14:nvPr/>
              </p14:nvContentPartPr>
              <p14:xfrm>
                <a:off x="1919791" y="2096202"/>
                <a:ext cx="266040" cy="225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6DB5ECD-6890-C560-3381-7BEB37B2F01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02151" y="2078202"/>
                  <a:ext cx="301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5521797-CD30-C1B0-B122-DE9322B6CC19}"/>
                    </a:ext>
                  </a:extLst>
                </p14:cNvPr>
                <p14:cNvContentPartPr/>
                <p14:nvPr/>
              </p14:nvContentPartPr>
              <p14:xfrm>
                <a:off x="2231911" y="1771842"/>
                <a:ext cx="155520" cy="233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5521797-CD30-C1B0-B122-DE9322B6CC1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13911" y="1754202"/>
                  <a:ext cx="1911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0150A0A-160E-5FB2-64C9-05F8C17AFB9B}"/>
                    </a:ext>
                  </a:extLst>
                </p14:cNvPr>
                <p14:cNvContentPartPr/>
                <p14:nvPr/>
              </p14:nvContentPartPr>
              <p14:xfrm>
                <a:off x="2455111" y="1856802"/>
                <a:ext cx="20160" cy="117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0150A0A-160E-5FB2-64C9-05F8C17AFB9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37471" y="1838802"/>
                  <a:ext cx="558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EF7380-52B2-B8E4-2656-6E14BEB9CBDB}"/>
                    </a:ext>
                  </a:extLst>
                </p14:cNvPr>
                <p14:cNvContentPartPr/>
                <p14:nvPr/>
              </p14:nvContentPartPr>
              <p14:xfrm>
                <a:off x="2456551" y="1817562"/>
                <a:ext cx="93240" cy="97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EF7380-52B2-B8E4-2656-6E14BEB9CBD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38551" y="1799562"/>
                  <a:ext cx="128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8130D6-9FBF-D28F-6734-D76CC4F52710}"/>
                    </a:ext>
                  </a:extLst>
                </p14:cNvPr>
                <p14:cNvContentPartPr/>
                <p14:nvPr/>
              </p14:nvContentPartPr>
              <p14:xfrm>
                <a:off x="2627551" y="1847802"/>
                <a:ext cx="22320" cy="131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8130D6-9FBF-D28F-6734-D76CC4F5271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09551" y="1829802"/>
                  <a:ext cx="57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2B7121-854F-8EC0-82F7-9A588E64E34D}"/>
                    </a:ext>
                  </a:extLst>
                </p14:cNvPr>
                <p14:cNvContentPartPr/>
                <p14:nvPr/>
              </p14:nvContentPartPr>
              <p14:xfrm>
                <a:off x="2583991" y="1823322"/>
                <a:ext cx="208440" cy="151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2B7121-854F-8EC0-82F7-9A588E64E3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565991" y="1805322"/>
                  <a:ext cx="244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177BCD5-75F6-C417-A7E7-9DE679290E65}"/>
                    </a:ext>
                  </a:extLst>
                </p14:cNvPr>
                <p14:cNvContentPartPr/>
                <p14:nvPr/>
              </p14:nvContentPartPr>
              <p14:xfrm>
                <a:off x="2856871" y="1900722"/>
                <a:ext cx="17280" cy="24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177BCD5-75F6-C417-A7E7-9DE679290E6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38871" y="1883082"/>
                  <a:ext cx="52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2B7DA68-1EE2-4A45-76B2-51C555964A8B}"/>
                    </a:ext>
                  </a:extLst>
                </p14:cNvPr>
                <p14:cNvContentPartPr/>
                <p14:nvPr/>
              </p14:nvContentPartPr>
              <p14:xfrm>
                <a:off x="2853271" y="1840962"/>
                <a:ext cx="153360" cy="134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2B7DA68-1EE2-4A45-76B2-51C555964A8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35271" y="1822962"/>
                  <a:ext cx="189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648FFB-4F69-030B-A5B2-6CD53CE65894}"/>
                    </a:ext>
                  </a:extLst>
                </p14:cNvPr>
                <p14:cNvContentPartPr/>
                <p14:nvPr/>
              </p14:nvContentPartPr>
              <p14:xfrm>
                <a:off x="3029311" y="1813962"/>
                <a:ext cx="180000" cy="149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648FFB-4F69-030B-A5B2-6CD53CE6589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11311" y="1796322"/>
                  <a:ext cx="215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BF885DB-F895-635C-E978-380DC6E822D4}"/>
                    </a:ext>
                  </a:extLst>
                </p14:cNvPr>
                <p14:cNvContentPartPr/>
                <p14:nvPr/>
              </p14:nvContentPartPr>
              <p14:xfrm>
                <a:off x="3380311" y="1700202"/>
                <a:ext cx="153000" cy="278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BF885DB-F895-635C-E978-380DC6E822D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62311" y="1682562"/>
                  <a:ext cx="1886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E5BF088-D31D-92A0-F1EA-4C6A97F9B2BB}"/>
                    </a:ext>
                  </a:extLst>
                </p14:cNvPr>
                <p14:cNvContentPartPr/>
                <p14:nvPr/>
              </p14:nvContentPartPr>
              <p14:xfrm>
                <a:off x="3407311" y="1868682"/>
                <a:ext cx="127800" cy="38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E5BF088-D31D-92A0-F1EA-4C6A97F9B2B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89671" y="1851042"/>
                  <a:ext cx="163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1500F19-86EB-2952-F779-125384E2739D}"/>
                    </a:ext>
                  </a:extLst>
                </p14:cNvPr>
                <p14:cNvContentPartPr/>
                <p14:nvPr/>
              </p14:nvContentPartPr>
              <p14:xfrm>
                <a:off x="3655711" y="1945362"/>
                <a:ext cx="5040" cy="27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1500F19-86EB-2952-F779-125384E2739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638071" y="1927362"/>
                  <a:ext cx="40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D13378-05E7-02B8-AFCC-7EA0E7CE04B8}"/>
                    </a:ext>
                  </a:extLst>
                </p14:cNvPr>
                <p14:cNvContentPartPr/>
                <p14:nvPr/>
              </p14:nvContentPartPr>
              <p14:xfrm>
                <a:off x="1484551" y="2891802"/>
                <a:ext cx="541440" cy="73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D13378-05E7-02B8-AFCC-7EA0E7CE04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466551" y="2874162"/>
                  <a:ext cx="577080" cy="77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9BA0B8-95C3-FAEA-A988-2C7CCB3DAFBC}"/>
                    </a:ext>
                  </a:extLst>
                </p14:cNvPr>
                <p14:cNvContentPartPr/>
                <p14:nvPr/>
              </p14:nvContentPartPr>
              <p14:xfrm>
                <a:off x="1823671" y="3549882"/>
                <a:ext cx="260280" cy="256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9BA0B8-95C3-FAEA-A988-2C7CCB3DAFB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06031" y="3531882"/>
                  <a:ext cx="2959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C6C9A3-275C-82B5-A19A-B798BE69860F}"/>
                    </a:ext>
                  </a:extLst>
                </p14:cNvPr>
                <p14:cNvContentPartPr/>
                <p14:nvPr/>
              </p14:nvContentPartPr>
              <p14:xfrm>
                <a:off x="2184391" y="3559242"/>
                <a:ext cx="125280" cy="247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C6C9A3-275C-82B5-A19A-B798BE69860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66751" y="3541242"/>
                  <a:ext cx="160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34AC150-4433-261B-01C1-8AA34806C757}"/>
                    </a:ext>
                  </a:extLst>
                </p14:cNvPr>
                <p14:cNvContentPartPr/>
                <p14:nvPr/>
              </p14:nvContentPartPr>
              <p14:xfrm>
                <a:off x="2391391" y="3525402"/>
                <a:ext cx="117360" cy="227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34AC150-4433-261B-01C1-8AA34806C7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73751" y="3507402"/>
                  <a:ext cx="153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6278C24-2159-651D-1B70-2462143BC0CC}"/>
                    </a:ext>
                  </a:extLst>
                </p14:cNvPr>
                <p14:cNvContentPartPr/>
                <p14:nvPr/>
              </p14:nvContentPartPr>
              <p14:xfrm>
                <a:off x="2612071" y="3541962"/>
                <a:ext cx="33840" cy="201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6278C24-2159-651D-1B70-2462143BC0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94431" y="3524322"/>
                  <a:ext cx="694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36A0B6-5968-6ADC-AC5B-3BA56FC7FCA7}"/>
                    </a:ext>
                  </a:extLst>
                </p14:cNvPr>
                <p14:cNvContentPartPr/>
                <p14:nvPr/>
              </p14:nvContentPartPr>
              <p14:xfrm>
                <a:off x="2576431" y="3533682"/>
                <a:ext cx="212400" cy="20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36A0B6-5968-6ADC-AC5B-3BA56FC7FCA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58791" y="3516042"/>
                  <a:ext cx="2480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B09E6CB-60D6-A19D-7DF9-DCC6EBC882BE}"/>
                    </a:ext>
                  </a:extLst>
                </p14:cNvPr>
                <p14:cNvContentPartPr/>
                <p14:nvPr/>
              </p14:nvContentPartPr>
              <p14:xfrm>
                <a:off x="2847871" y="3536922"/>
                <a:ext cx="146160" cy="162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B09E6CB-60D6-A19D-7DF9-DCC6EBC882B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30231" y="3519282"/>
                  <a:ext cx="181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611E9C6-0144-36BC-4E0E-408F4DECA3A7}"/>
                    </a:ext>
                  </a:extLst>
                </p14:cNvPr>
                <p14:cNvContentPartPr/>
                <p14:nvPr/>
              </p14:nvContentPartPr>
              <p14:xfrm>
                <a:off x="3026071" y="3546282"/>
                <a:ext cx="204480" cy="19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611E9C6-0144-36BC-4E0E-408F4DECA3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08071" y="3528282"/>
                  <a:ext cx="240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2CDA59-FDD8-E700-2E7F-27962E478577}"/>
                    </a:ext>
                  </a:extLst>
                </p14:cNvPr>
                <p14:cNvContentPartPr/>
                <p14:nvPr/>
              </p14:nvContentPartPr>
              <p14:xfrm>
                <a:off x="3407311" y="3458082"/>
                <a:ext cx="135360" cy="262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2CDA59-FDD8-E700-2E7F-27962E47857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89311" y="3440442"/>
                  <a:ext cx="1710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D485F9C-135C-BC58-BC9A-853EF5C600A0}"/>
                    </a:ext>
                  </a:extLst>
                </p14:cNvPr>
                <p14:cNvContentPartPr/>
                <p14:nvPr/>
              </p14:nvContentPartPr>
              <p14:xfrm>
                <a:off x="3654991" y="3719082"/>
                <a:ext cx="37080" cy="1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D485F9C-135C-BC58-BC9A-853EF5C600A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36991" y="3701442"/>
                  <a:ext cx="72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54A971-64EC-D980-D323-F4F92D5602DB}"/>
                    </a:ext>
                  </a:extLst>
                </p14:cNvPr>
                <p14:cNvContentPartPr/>
                <p14:nvPr/>
              </p14:nvContentPartPr>
              <p14:xfrm>
                <a:off x="4127671" y="1307442"/>
                <a:ext cx="178920" cy="2556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54A971-64EC-D980-D323-F4F92D5602D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09671" y="1289802"/>
                  <a:ext cx="214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AD7B2A1-9DC6-7FC1-D8BC-29D9DF7F444F}"/>
                    </a:ext>
                  </a:extLst>
                </p14:cNvPr>
                <p14:cNvContentPartPr/>
                <p14:nvPr/>
              </p14:nvContentPartPr>
              <p14:xfrm>
                <a:off x="4147471" y="1462242"/>
                <a:ext cx="120960" cy="39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AD7B2A1-9DC6-7FC1-D8BC-29D9DF7F444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29471" y="1444242"/>
                  <a:ext cx="1566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068F3F-D600-636C-07CC-CAE0BD054656}"/>
                    </a:ext>
                  </a:extLst>
                </p14:cNvPr>
                <p14:cNvContentPartPr/>
                <p14:nvPr/>
              </p14:nvContentPartPr>
              <p14:xfrm>
                <a:off x="4373191" y="1386642"/>
                <a:ext cx="147240" cy="162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068F3F-D600-636C-07CC-CAE0BD0546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55551" y="1369002"/>
                  <a:ext cx="1828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30260F8-B221-5B48-9533-994E2AB56951}"/>
                    </a:ext>
                  </a:extLst>
                </p14:cNvPr>
                <p14:cNvContentPartPr/>
                <p14:nvPr/>
              </p14:nvContentPartPr>
              <p14:xfrm>
                <a:off x="4605391" y="1356402"/>
                <a:ext cx="150480" cy="219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30260F8-B221-5B48-9533-994E2AB5695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87751" y="1338402"/>
                  <a:ext cx="186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D2BC8F0-0C41-A83D-F30D-924BD436EEFE}"/>
                    </a:ext>
                  </a:extLst>
                </p14:cNvPr>
                <p14:cNvContentPartPr/>
                <p14:nvPr/>
              </p14:nvContentPartPr>
              <p14:xfrm>
                <a:off x="5005711" y="1300962"/>
                <a:ext cx="96840" cy="223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D2BC8F0-0C41-A83D-F30D-924BD436EEF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988071" y="1282962"/>
                  <a:ext cx="1324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64F090D-BF66-E7F8-FC47-5B9B80B95EAE}"/>
                    </a:ext>
                  </a:extLst>
                </p14:cNvPr>
                <p14:cNvContentPartPr/>
                <p14:nvPr/>
              </p14:nvContentPartPr>
              <p14:xfrm>
                <a:off x="5192551" y="1313202"/>
                <a:ext cx="95040" cy="201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64F090D-BF66-E7F8-FC47-5B9B80B95EA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174551" y="1295202"/>
                  <a:ext cx="130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916410-8062-54D8-5B09-ABCFB8E22A24}"/>
                    </a:ext>
                  </a:extLst>
                </p14:cNvPr>
                <p14:cNvContentPartPr/>
                <p14:nvPr/>
              </p14:nvContentPartPr>
              <p14:xfrm>
                <a:off x="5371111" y="1303482"/>
                <a:ext cx="16200" cy="203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916410-8062-54D8-5B09-ABCFB8E22A2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353111" y="1285482"/>
                  <a:ext cx="518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1C1547-2E7E-01C9-6740-5D3D55156114}"/>
                    </a:ext>
                  </a:extLst>
                </p14:cNvPr>
                <p14:cNvContentPartPr/>
                <p14:nvPr/>
              </p14:nvContentPartPr>
              <p14:xfrm>
                <a:off x="5380111" y="1324362"/>
                <a:ext cx="109440" cy="204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1C1547-2E7E-01C9-6740-5D3D5515611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62111" y="1306362"/>
                  <a:ext cx="145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DC8D400-1A67-C2E8-680F-3EDB31DDE7E3}"/>
                    </a:ext>
                  </a:extLst>
                </p14:cNvPr>
                <p14:cNvContentPartPr/>
                <p14:nvPr/>
              </p14:nvContentPartPr>
              <p14:xfrm>
                <a:off x="5564431" y="1398882"/>
                <a:ext cx="75600" cy="10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DC8D400-1A67-C2E8-680F-3EDB31DDE7E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46431" y="1380882"/>
                  <a:ext cx="111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D821F75-7119-D7DF-AE80-9544F2145C98}"/>
                    </a:ext>
                  </a:extLst>
                </p14:cNvPr>
                <p14:cNvContentPartPr/>
                <p14:nvPr/>
              </p14:nvContentPartPr>
              <p14:xfrm>
                <a:off x="5724631" y="1268562"/>
                <a:ext cx="160560" cy="213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D821F75-7119-D7DF-AE80-9544F2145C9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06991" y="1250922"/>
                  <a:ext cx="196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38BF847-E25C-826E-989E-47BCB40023E0}"/>
                    </a:ext>
                  </a:extLst>
                </p14:cNvPr>
                <p14:cNvContentPartPr/>
                <p14:nvPr/>
              </p14:nvContentPartPr>
              <p14:xfrm>
                <a:off x="5915071" y="1216002"/>
                <a:ext cx="185400" cy="263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38BF847-E25C-826E-989E-47BCB40023E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897431" y="1198362"/>
                  <a:ext cx="221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4BD0B01-C9A5-D021-859E-C834C4A48467}"/>
                    </a:ext>
                  </a:extLst>
                </p14:cNvPr>
                <p14:cNvContentPartPr/>
                <p14:nvPr/>
              </p14:nvContentPartPr>
              <p14:xfrm>
                <a:off x="6137191" y="1242642"/>
                <a:ext cx="116640" cy="225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4BD0B01-C9A5-D021-859E-C834C4A4846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19551" y="1224642"/>
                  <a:ext cx="152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8B2BB54-59EE-3E9C-2CFE-1A6E4D29C515}"/>
                    </a:ext>
                  </a:extLst>
                </p14:cNvPr>
                <p14:cNvContentPartPr/>
                <p14:nvPr/>
              </p14:nvContentPartPr>
              <p14:xfrm>
                <a:off x="6368671" y="1272162"/>
                <a:ext cx="16200" cy="187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8B2BB54-59EE-3E9C-2CFE-1A6E4D29C51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351031" y="1254162"/>
                  <a:ext cx="51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2730DDE-FDD1-BD76-E5C6-5D944862A11A}"/>
                    </a:ext>
                  </a:extLst>
                </p14:cNvPr>
                <p14:cNvContentPartPr/>
                <p14:nvPr/>
              </p14:nvContentPartPr>
              <p14:xfrm>
                <a:off x="6297391" y="1222122"/>
                <a:ext cx="207720" cy="51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2730DDE-FDD1-BD76-E5C6-5D944862A1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79751" y="1204482"/>
                  <a:ext cx="243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391DCC9-E2E9-C923-9A8E-A598BB52D538}"/>
                    </a:ext>
                  </a:extLst>
                </p14:cNvPr>
                <p14:cNvContentPartPr/>
                <p14:nvPr/>
              </p14:nvContentPartPr>
              <p14:xfrm>
                <a:off x="4234591" y="1716762"/>
                <a:ext cx="7560" cy="236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391DCC9-E2E9-C923-9A8E-A598BB52D53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16951" y="1699122"/>
                  <a:ext cx="432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6E1C913-0911-ECD0-5745-09B9FD5123F5}"/>
                    </a:ext>
                  </a:extLst>
                </p14:cNvPr>
                <p14:cNvContentPartPr/>
                <p14:nvPr/>
              </p14:nvContentPartPr>
              <p14:xfrm>
                <a:off x="4246111" y="1735122"/>
                <a:ext cx="173880" cy="235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6E1C913-0911-ECD0-5745-09B9FD5123F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28471" y="1717482"/>
                  <a:ext cx="2095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7C2E0A-50DE-5B1C-4231-7CD3FC9EB713}"/>
                    </a:ext>
                  </a:extLst>
                </p14:cNvPr>
                <p14:cNvContentPartPr/>
                <p14:nvPr/>
              </p14:nvContentPartPr>
              <p14:xfrm>
                <a:off x="4518631" y="1741242"/>
                <a:ext cx="163800" cy="230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7C2E0A-50DE-5B1C-4231-7CD3FC9EB71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00631" y="1723602"/>
                  <a:ext cx="199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D0AA3C-0BF8-2ECD-5F9E-8DD793968B4A}"/>
                    </a:ext>
                  </a:extLst>
                </p14:cNvPr>
                <p14:cNvContentPartPr/>
                <p14:nvPr/>
              </p14:nvContentPartPr>
              <p14:xfrm>
                <a:off x="4785031" y="1733682"/>
                <a:ext cx="119520" cy="218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D0AA3C-0BF8-2ECD-5F9E-8DD793968B4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67031" y="1715682"/>
                  <a:ext cx="155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ACA666-F6CA-8C93-C3E7-B86790D4944D}"/>
                    </a:ext>
                  </a:extLst>
                </p14:cNvPr>
                <p14:cNvContentPartPr/>
                <p14:nvPr/>
              </p14:nvContentPartPr>
              <p14:xfrm>
                <a:off x="5061871" y="1826202"/>
                <a:ext cx="136800" cy="123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ACA666-F6CA-8C93-C3E7-B86790D4944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043871" y="1808202"/>
                  <a:ext cx="1724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CDD5DD7-3A54-621A-268A-64480FC62D51}"/>
                    </a:ext>
                  </a:extLst>
                </p14:cNvPr>
                <p14:cNvContentPartPr/>
                <p14:nvPr/>
              </p14:nvContentPartPr>
              <p14:xfrm>
                <a:off x="5291551" y="1791642"/>
                <a:ext cx="95760" cy="167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CDD5DD7-3A54-621A-268A-64480FC62D5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73551" y="1774002"/>
                  <a:ext cx="13140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D6A6BF8-E570-3361-9F96-49E255B7F257}"/>
                    </a:ext>
                  </a:extLst>
                </p14:cNvPr>
                <p14:cNvContentPartPr/>
                <p14:nvPr/>
              </p14:nvContentPartPr>
              <p14:xfrm>
                <a:off x="5489551" y="1816482"/>
                <a:ext cx="5760" cy="151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D6A6BF8-E570-3361-9F96-49E255B7F25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71551" y="1798482"/>
                  <a:ext cx="4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EF0126-325C-B36A-A277-299D9A206430}"/>
                    </a:ext>
                  </a:extLst>
                </p14:cNvPr>
                <p14:cNvContentPartPr/>
                <p14:nvPr/>
              </p14:nvContentPartPr>
              <p14:xfrm>
                <a:off x="5616631" y="1779762"/>
                <a:ext cx="103680" cy="14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EF0126-325C-B36A-A277-299D9A20643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98991" y="1762122"/>
                  <a:ext cx="1393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73920A0-25A2-49D7-0328-22033C499464}"/>
                    </a:ext>
                  </a:extLst>
                </p14:cNvPr>
                <p14:cNvContentPartPr/>
                <p14:nvPr/>
              </p14:nvContentPartPr>
              <p14:xfrm>
                <a:off x="5612671" y="1812882"/>
                <a:ext cx="95400" cy="156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73920A0-25A2-49D7-0328-22033C49946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95031" y="1794882"/>
                  <a:ext cx="131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B1DE01B-6979-23A5-C95F-73A0F0A5C623}"/>
                    </a:ext>
                  </a:extLst>
                </p14:cNvPr>
                <p14:cNvContentPartPr/>
                <p14:nvPr/>
              </p14:nvContentPartPr>
              <p14:xfrm>
                <a:off x="5612671" y="1871562"/>
                <a:ext cx="66600" cy="10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B1DE01B-6979-23A5-C95F-73A0F0A5C62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94671" y="1853922"/>
                  <a:ext cx="1022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F30D9CC-B457-6AB7-1162-3D6E42EB369A}"/>
                    </a:ext>
                  </a:extLst>
                </p14:cNvPr>
                <p14:cNvContentPartPr/>
                <p14:nvPr/>
              </p14:nvContentPartPr>
              <p14:xfrm>
                <a:off x="5787991" y="1763202"/>
                <a:ext cx="170280" cy="183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F30D9CC-B457-6AB7-1162-3D6E42EB369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70351" y="1745202"/>
                  <a:ext cx="2059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FF5D61F-BBF7-D60E-00C8-315B75DDD02D}"/>
                    </a:ext>
                  </a:extLst>
                </p14:cNvPr>
                <p14:cNvContentPartPr/>
                <p14:nvPr/>
              </p14:nvContentPartPr>
              <p14:xfrm>
                <a:off x="6100111" y="1777602"/>
                <a:ext cx="10080" cy="138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FF5D61F-BBF7-D60E-00C8-315B75DDD0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82111" y="1759962"/>
                  <a:ext cx="457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E35AF03-6013-907B-3490-D5CDB57B43AF}"/>
                    </a:ext>
                  </a:extLst>
                </p14:cNvPr>
                <p14:cNvContentPartPr/>
                <p14:nvPr/>
              </p14:nvContentPartPr>
              <p14:xfrm>
                <a:off x="5978431" y="1735122"/>
                <a:ext cx="213480" cy="21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E35AF03-6013-907B-3490-D5CDB57B43A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60791" y="1717482"/>
                  <a:ext cx="249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838BDC-C79E-0232-061F-F26F8518F056}"/>
                    </a:ext>
                  </a:extLst>
                </p14:cNvPr>
                <p14:cNvContentPartPr/>
                <p14:nvPr/>
              </p14:nvContentPartPr>
              <p14:xfrm>
                <a:off x="6783031" y="799122"/>
                <a:ext cx="204840" cy="13766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838BDC-C79E-0232-061F-F26F8518F05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765391" y="781122"/>
                  <a:ext cx="240480" cy="14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F62EF9-E22F-40ED-5982-30ADCD09ED8D}"/>
                    </a:ext>
                  </a:extLst>
                </p14:cNvPr>
                <p14:cNvContentPartPr/>
                <p14:nvPr/>
              </p14:nvContentPartPr>
              <p14:xfrm>
                <a:off x="7038271" y="942402"/>
                <a:ext cx="101160" cy="15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F62EF9-E22F-40ED-5982-30ADCD09ED8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20631" y="924762"/>
                  <a:ext cx="136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4991A36-0EFA-89E5-88A1-28474C0D33E5}"/>
                    </a:ext>
                  </a:extLst>
                </p14:cNvPr>
                <p14:cNvContentPartPr/>
                <p14:nvPr/>
              </p14:nvContentPartPr>
              <p14:xfrm>
                <a:off x="7321951" y="824322"/>
                <a:ext cx="188640" cy="275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4991A36-0EFA-89E5-88A1-28474C0D33E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304311" y="806682"/>
                  <a:ext cx="2242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5411583-A485-CAB6-9717-320A0AE189D3}"/>
                    </a:ext>
                  </a:extLst>
                </p14:cNvPr>
                <p14:cNvContentPartPr/>
                <p14:nvPr/>
              </p14:nvContentPartPr>
              <p14:xfrm>
                <a:off x="7595551" y="919722"/>
                <a:ext cx="29520" cy="142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5411583-A485-CAB6-9717-320A0AE189D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77551" y="901722"/>
                  <a:ext cx="651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D047D5B-D552-851B-95B0-858742C39726}"/>
                    </a:ext>
                  </a:extLst>
                </p14:cNvPr>
                <p14:cNvContentPartPr/>
                <p14:nvPr/>
              </p14:nvContentPartPr>
              <p14:xfrm>
                <a:off x="7738471" y="916122"/>
                <a:ext cx="20880" cy="146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D047D5B-D552-851B-95B0-858742C3972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720831" y="898482"/>
                  <a:ext cx="565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F97D3C0-A68D-AFE8-B067-515BDD79A857}"/>
                    </a:ext>
                  </a:extLst>
                </p14:cNvPr>
                <p14:cNvContentPartPr/>
                <p14:nvPr/>
              </p14:nvContentPartPr>
              <p14:xfrm>
                <a:off x="7695631" y="905682"/>
                <a:ext cx="92520" cy="12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F97D3C0-A68D-AFE8-B067-515BDD79A85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77631" y="887682"/>
                  <a:ext cx="128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DE7A2DB-0222-12B2-536D-D0E36583D409}"/>
                    </a:ext>
                  </a:extLst>
                </p14:cNvPr>
                <p14:cNvContentPartPr/>
                <p14:nvPr/>
              </p14:nvContentPartPr>
              <p14:xfrm>
                <a:off x="7881751" y="891642"/>
                <a:ext cx="138960" cy="180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DE7A2DB-0222-12B2-536D-D0E36583D40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63751" y="873642"/>
                  <a:ext cx="174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4E7D92B-B283-D49A-48A8-2F4ADE3D55F0}"/>
                    </a:ext>
                  </a:extLst>
                </p14:cNvPr>
                <p14:cNvContentPartPr/>
                <p14:nvPr/>
              </p14:nvContentPartPr>
              <p14:xfrm>
                <a:off x="8095591" y="886962"/>
                <a:ext cx="325080" cy="22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4E7D92B-B283-D49A-48A8-2F4ADE3D55F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077591" y="868962"/>
                  <a:ext cx="360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839E4C5-DD60-AABC-5073-16027BB7C532}"/>
                    </a:ext>
                  </a:extLst>
                </p14:cNvPr>
                <p14:cNvContentPartPr/>
                <p14:nvPr/>
              </p14:nvContentPartPr>
              <p14:xfrm>
                <a:off x="8700031" y="796962"/>
                <a:ext cx="185760" cy="266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839E4C5-DD60-AABC-5073-16027BB7C53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82031" y="779322"/>
                  <a:ext cx="221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DEBC2B-925B-AB33-D95A-C7D6E01B8545}"/>
                    </a:ext>
                  </a:extLst>
                </p14:cNvPr>
                <p14:cNvContentPartPr/>
                <p14:nvPr/>
              </p14:nvContentPartPr>
              <p14:xfrm>
                <a:off x="8911351" y="914682"/>
                <a:ext cx="169200" cy="12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DEBC2B-925B-AB33-D95A-C7D6E01B854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93711" y="897042"/>
                  <a:ext cx="204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9EBFD8B-9552-79AF-C14B-2DF6A14AC29E}"/>
                    </a:ext>
                  </a:extLst>
                </p14:cNvPr>
                <p14:cNvContentPartPr/>
                <p14:nvPr/>
              </p14:nvContentPartPr>
              <p14:xfrm>
                <a:off x="9132391" y="900642"/>
                <a:ext cx="125280" cy="146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9EBFD8B-9552-79AF-C14B-2DF6A14AC2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14391" y="883002"/>
                  <a:ext cx="160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CE3612E-A0C2-8212-0432-01572AC71F84}"/>
                    </a:ext>
                  </a:extLst>
                </p14:cNvPr>
                <p14:cNvContentPartPr/>
                <p14:nvPr/>
              </p14:nvContentPartPr>
              <p14:xfrm>
                <a:off x="9338671" y="904242"/>
                <a:ext cx="23760" cy="157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CE3612E-A0C2-8212-0432-01572AC71F8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321031" y="886242"/>
                  <a:ext cx="594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40325E9-D8E6-FAC0-61C6-E039FF00A9D5}"/>
                    </a:ext>
                  </a:extLst>
                </p14:cNvPr>
                <p14:cNvContentPartPr/>
                <p14:nvPr/>
              </p14:nvContentPartPr>
              <p14:xfrm>
                <a:off x="9421471" y="905682"/>
                <a:ext cx="151560" cy="143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40325E9-D8E6-FAC0-61C6-E039FF00A9D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03831" y="887682"/>
                  <a:ext cx="1872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881AF8C-0234-277C-1C0E-D39B4E9BA14F}"/>
                    </a:ext>
                  </a:extLst>
                </p14:cNvPr>
                <p14:cNvContentPartPr/>
                <p14:nvPr/>
              </p14:nvContentPartPr>
              <p14:xfrm>
                <a:off x="9615871" y="907842"/>
                <a:ext cx="143640" cy="145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881AF8C-0234-277C-1C0E-D39B4E9BA14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98231" y="889842"/>
                  <a:ext cx="179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D3CD1FF-1F4E-934F-A36F-65C407AE0445}"/>
                    </a:ext>
                  </a:extLst>
                </p14:cNvPr>
                <p14:cNvContentPartPr/>
                <p14:nvPr/>
              </p14:nvContentPartPr>
              <p14:xfrm>
                <a:off x="9839791" y="914682"/>
                <a:ext cx="34200" cy="12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D3CD1FF-1F4E-934F-A36F-65C407AE044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21791" y="896682"/>
                  <a:ext cx="69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83ECA75-530A-A98B-085A-112448481A88}"/>
                    </a:ext>
                  </a:extLst>
                </p14:cNvPr>
                <p14:cNvContentPartPr/>
                <p14:nvPr/>
              </p14:nvContentPartPr>
              <p14:xfrm>
                <a:off x="9795871" y="878682"/>
                <a:ext cx="167040" cy="21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83ECA75-530A-A98B-085A-112448481A8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77871" y="861042"/>
                  <a:ext cx="202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1DE305F-78A2-8058-92C7-B68DEBEAAEF8}"/>
                    </a:ext>
                  </a:extLst>
                </p14:cNvPr>
                <p14:cNvContentPartPr/>
                <p14:nvPr/>
              </p14:nvContentPartPr>
              <p14:xfrm>
                <a:off x="7023511" y="1535322"/>
                <a:ext cx="175680" cy="25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1DE305F-78A2-8058-92C7-B68DEBEAAEF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005511" y="1517682"/>
                  <a:ext cx="211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1494563-DE54-ACEE-062B-06C6286D5FC9}"/>
                    </a:ext>
                  </a:extLst>
                </p14:cNvPr>
                <p14:cNvContentPartPr/>
                <p14:nvPr/>
              </p14:nvContentPartPr>
              <p14:xfrm>
                <a:off x="7412311" y="1419042"/>
                <a:ext cx="191880" cy="230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1494563-DE54-ACEE-062B-06C6286D5FC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394671" y="1401402"/>
                  <a:ext cx="2275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B17631B-3DD3-4EF4-33B4-1526D3972DB7}"/>
                    </a:ext>
                  </a:extLst>
                </p14:cNvPr>
                <p14:cNvContentPartPr/>
                <p14:nvPr/>
              </p14:nvContentPartPr>
              <p14:xfrm>
                <a:off x="7737391" y="1433442"/>
                <a:ext cx="110880" cy="18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B17631B-3DD3-4EF4-33B4-1526D3972DB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19751" y="1415442"/>
                  <a:ext cx="1465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10C8AB4-D542-2D22-D664-C893BECDEBBE}"/>
                    </a:ext>
                  </a:extLst>
                </p14:cNvPr>
                <p14:cNvContentPartPr/>
                <p14:nvPr/>
              </p14:nvContentPartPr>
              <p14:xfrm>
                <a:off x="7952311" y="1417962"/>
                <a:ext cx="150840" cy="196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10C8AB4-D542-2D22-D664-C893BECDEBB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934671" y="1400322"/>
                  <a:ext cx="186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445D083-352F-2BBA-12B8-B4A8390F6EFB}"/>
                    </a:ext>
                  </a:extLst>
                </p14:cNvPr>
                <p14:cNvContentPartPr/>
                <p14:nvPr/>
              </p14:nvContentPartPr>
              <p14:xfrm>
                <a:off x="8208631" y="1446042"/>
                <a:ext cx="351000" cy="144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445D083-352F-2BBA-12B8-B4A8390F6EF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190631" y="1428402"/>
                  <a:ext cx="386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ED57645-022E-411C-F9E9-D8FE158EE8E8}"/>
                    </a:ext>
                  </a:extLst>
                </p14:cNvPr>
                <p14:cNvContentPartPr/>
                <p14:nvPr/>
              </p14:nvContentPartPr>
              <p14:xfrm>
                <a:off x="8465671" y="1401402"/>
                <a:ext cx="189720" cy="1782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ED57645-022E-411C-F9E9-D8FE158EE8E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47671" y="1383402"/>
                  <a:ext cx="2253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9567BF0-4C5A-5CD0-2A2B-FB67C0E81BB8}"/>
                    </a:ext>
                  </a:extLst>
                </p14:cNvPr>
                <p14:cNvContentPartPr/>
                <p14:nvPr/>
              </p14:nvContentPartPr>
              <p14:xfrm>
                <a:off x="8756551" y="1372962"/>
                <a:ext cx="157320" cy="218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9567BF0-4C5A-5CD0-2A2B-FB67C0E81BB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38551" y="1355322"/>
                  <a:ext cx="192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BF8E6D0-834F-FB19-B729-A218466712DF}"/>
                    </a:ext>
                  </a:extLst>
                </p14:cNvPr>
                <p14:cNvContentPartPr/>
                <p14:nvPr/>
              </p14:nvContentPartPr>
              <p14:xfrm>
                <a:off x="8725951" y="1469802"/>
                <a:ext cx="119880" cy="38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BF8E6D0-834F-FB19-B729-A218466712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707951" y="1451802"/>
                  <a:ext cx="155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6C5515E-2DA9-9522-6066-B0D58EF17F3D}"/>
                    </a:ext>
                  </a:extLst>
                </p14:cNvPr>
                <p14:cNvContentPartPr/>
                <p14:nvPr/>
              </p14:nvContentPartPr>
              <p14:xfrm>
                <a:off x="7152391" y="2071002"/>
                <a:ext cx="152280" cy="21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6C5515E-2DA9-9522-6066-B0D58EF17F3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134751" y="2053362"/>
                  <a:ext cx="187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B925BBA-34B0-D165-E39F-8C6D6DE42164}"/>
                    </a:ext>
                  </a:extLst>
                </p14:cNvPr>
                <p14:cNvContentPartPr/>
                <p14:nvPr/>
              </p14:nvContentPartPr>
              <p14:xfrm>
                <a:off x="7546591" y="1916922"/>
                <a:ext cx="210240" cy="199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B925BBA-34B0-D165-E39F-8C6D6DE4216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528591" y="1899282"/>
                  <a:ext cx="2458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079C588-6CEC-E7FE-DD3C-773FC0047233}"/>
                    </a:ext>
                  </a:extLst>
                </p14:cNvPr>
                <p14:cNvContentPartPr/>
                <p14:nvPr/>
              </p14:nvContentPartPr>
              <p14:xfrm>
                <a:off x="7814431" y="1890282"/>
                <a:ext cx="204120" cy="199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079C588-6CEC-E7FE-DD3C-773FC004723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796431" y="1872282"/>
                  <a:ext cx="239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A4E34ED-7633-F389-4177-A233980BC598}"/>
                    </a:ext>
                  </a:extLst>
                </p14:cNvPr>
                <p14:cNvContentPartPr/>
                <p14:nvPr/>
              </p14:nvContentPartPr>
              <p14:xfrm>
                <a:off x="8122951" y="1864362"/>
                <a:ext cx="146880" cy="196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A4E34ED-7633-F389-4177-A233980BC59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105311" y="1846362"/>
                  <a:ext cx="1825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AD82E01-2642-5AE7-E41B-AF9395C861C8}"/>
                    </a:ext>
                  </a:extLst>
                </p14:cNvPr>
                <p14:cNvContentPartPr/>
                <p14:nvPr/>
              </p14:nvContentPartPr>
              <p14:xfrm>
                <a:off x="8437951" y="1892082"/>
                <a:ext cx="44280" cy="156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AD82E01-2642-5AE7-E41B-AF9395C861C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20311" y="1874082"/>
                  <a:ext cx="79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0D55378-26DB-DDA5-613A-64214E0A0D78}"/>
                    </a:ext>
                  </a:extLst>
                </p14:cNvPr>
                <p14:cNvContentPartPr/>
                <p14:nvPr/>
              </p14:nvContentPartPr>
              <p14:xfrm>
                <a:off x="8330671" y="1846362"/>
                <a:ext cx="251640" cy="51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0D55378-26DB-DDA5-613A-64214E0A0D7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312671" y="1828722"/>
                  <a:ext cx="2872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4AE93FE-B446-4208-573A-A45162424CBC}"/>
                    </a:ext>
                  </a:extLst>
                </p14:cNvPr>
                <p14:cNvContentPartPr/>
                <p14:nvPr/>
              </p14:nvContentPartPr>
              <p14:xfrm>
                <a:off x="8787871" y="1808562"/>
                <a:ext cx="179280" cy="222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4AE93FE-B446-4208-573A-A45162424CB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770231" y="1790922"/>
                  <a:ext cx="214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558616B-D7AA-EED7-CDEE-74D767EC98CC}"/>
                    </a:ext>
                  </a:extLst>
                </p14:cNvPr>
                <p14:cNvContentPartPr/>
                <p14:nvPr/>
              </p14:nvContentPartPr>
              <p14:xfrm>
                <a:off x="9116191" y="1797402"/>
                <a:ext cx="102600" cy="216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558616B-D7AA-EED7-CDEE-74D767EC98C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98191" y="1779762"/>
                  <a:ext cx="138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9DECFE6-5567-7D73-1BBA-371724A39835}"/>
                    </a:ext>
                  </a:extLst>
                </p14:cNvPr>
                <p14:cNvContentPartPr/>
                <p14:nvPr/>
              </p14:nvContentPartPr>
              <p14:xfrm>
                <a:off x="9360991" y="1830522"/>
                <a:ext cx="30960" cy="174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9DECFE6-5567-7D73-1BBA-371724A3983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342991" y="1812882"/>
                  <a:ext cx="66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85A86BE-4C84-CA13-B256-68B0E5DEF9DF}"/>
                    </a:ext>
                  </a:extLst>
                </p14:cNvPr>
                <p14:cNvContentPartPr/>
                <p14:nvPr/>
              </p14:nvContentPartPr>
              <p14:xfrm>
                <a:off x="9292231" y="1775442"/>
                <a:ext cx="224280" cy="38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85A86BE-4C84-CA13-B256-68B0E5DEF9D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74231" y="1757802"/>
                  <a:ext cx="259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79B3556-30DB-C51F-8F1D-3E6C62F46DE9}"/>
                    </a:ext>
                  </a:extLst>
                </p14:cNvPr>
                <p14:cNvContentPartPr/>
                <p14:nvPr/>
              </p14:nvContentPartPr>
              <p14:xfrm>
                <a:off x="9492031" y="2416602"/>
                <a:ext cx="2347560" cy="16131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79B3556-30DB-C51F-8F1D-3E6C62F46DE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74031" y="2398962"/>
                  <a:ext cx="2383200" cy="164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ADC40D0-DB92-E7F7-B62C-07B3514CBDA7}"/>
                    </a:ext>
                  </a:extLst>
                </p14:cNvPr>
                <p14:cNvContentPartPr/>
                <p14:nvPr/>
              </p14:nvContentPartPr>
              <p14:xfrm>
                <a:off x="3800791" y="3628002"/>
                <a:ext cx="153720" cy="6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ADC40D0-DB92-E7F7-B62C-07B3514CBDA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82791" y="3610362"/>
                  <a:ext cx="189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1DC10AD-F740-20DD-9851-112300D5198C}"/>
                    </a:ext>
                  </a:extLst>
                </p14:cNvPr>
                <p14:cNvContentPartPr/>
                <p14:nvPr/>
              </p14:nvContentPartPr>
              <p14:xfrm>
                <a:off x="10355311" y="1270722"/>
                <a:ext cx="503640" cy="10728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1DC10AD-F740-20DD-9851-112300D5198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337671" y="1253082"/>
                  <a:ext cx="53928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989ACE6-70BB-440C-0679-BBEACD8F8DFE}"/>
                    </a:ext>
                  </a:extLst>
                </p14:cNvPr>
                <p14:cNvContentPartPr/>
                <p14:nvPr/>
              </p14:nvContentPartPr>
              <p14:xfrm>
                <a:off x="10624591" y="2182602"/>
                <a:ext cx="170280" cy="1990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989ACE6-70BB-440C-0679-BBEACD8F8DF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06951" y="2164602"/>
                  <a:ext cx="205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9FD99D0-B398-D606-F7C2-02A3BDB99D50}"/>
                    </a:ext>
                  </a:extLst>
                </p14:cNvPr>
                <p14:cNvContentPartPr/>
                <p14:nvPr/>
              </p14:nvContentPartPr>
              <p14:xfrm>
                <a:off x="10656631" y="2185482"/>
                <a:ext cx="264240" cy="181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9FD99D0-B398-D606-F7C2-02A3BDB99D5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638991" y="2167482"/>
                  <a:ext cx="299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40469E4-17BF-1715-F731-131790B19191}"/>
                    </a:ext>
                  </a:extLst>
                </p14:cNvPr>
                <p14:cNvContentPartPr/>
                <p14:nvPr/>
              </p14:nvContentPartPr>
              <p14:xfrm>
                <a:off x="10672111" y="2173242"/>
                <a:ext cx="266400" cy="806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40469E4-17BF-1715-F731-131790B1919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654111" y="2155602"/>
                  <a:ext cx="302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826FA1F-215E-BC89-995A-E6284A5A2C05}"/>
                    </a:ext>
                  </a:extLst>
                </p14:cNvPr>
                <p14:cNvContentPartPr/>
                <p14:nvPr/>
              </p14:nvContentPartPr>
              <p14:xfrm>
                <a:off x="10226791" y="2650242"/>
                <a:ext cx="20880" cy="230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826FA1F-215E-BC89-995A-E6284A5A2C0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209151" y="2632242"/>
                  <a:ext cx="565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57F99D3-F6D9-14F6-6CC0-C5229E8F988F}"/>
                    </a:ext>
                  </a:extLst>
                </p14:cNvPr>
                <p14:cNvContentPartPr/>
                <p14:nvPr/>
              </p14:nvContentPartPr>
              <p14:xfrm>
                <a:off x="10242991" y="2623962"/>
                <a:ext cx="148680" cy="239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57F99D3-F6D9-14F6-6CC0-C5229E8F988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224991" y="2606322"/>
                  <a:ext cx="184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5A9D409-9751-23CF-0D63-30E56695A47F}"/>
                    </a:ext>
                  </a:extLst>
                </p14:cNvPr>
                <p14:cNvContentPartPr/>
                <p14:nvPr/>
              </p14:nvContentPartPr>
              <p14:xfrm>
                <a:off x="10482391" y="2687322"/>
                <a:ext cx="136800" cy="155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5A9D409-9751-23CF-0D63-30E56695A47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464391" y="2669682"/>
                  <a:ext cx="172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EC34FA5-0660-E11B-FA20-A58D44D865CC}"/>
                    </a:ext>
                  </a:extLst>
                </p14:cNvPr>
                <p14:cNvContentPartPr/>
                <p14:nvPr/>
              </p14:nvContentPartPr>
              <p14:xfrm>
                <a:off x="9784351" y="3013122"/>
                <a:ext cx="174960" cy="206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EC34FA5-0660-E11B-FA20-A58D44D865C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766351" y="2995482"/>
                  <a:ext cx="2106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4549C82-5934-D4AD-E786-FB54C03E1F6A}"/>
                    </a:ext>
                  </a:extLst>
                </p14:cNvPr>
                <p14:cNvContentPartPr/>
                <p14:nvPr/>
              </p14:nvContentPartPr>
              <p14:xfrm>
                <a:off x="10043191" y="3018882"/>
                <a:ext cx="146160" cy="176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4549C82-5934-D4AD-E786-FB54C03E1F6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25551" y="3001242"/>
                  <a:ext cx="1818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C5F3650-5A33-9FF5-5B07-60EDA0570014}"/>
                    </a:ext>
                  </a:extLst>
                </p14:cNvPr>
                <p14:cNvContentPartPr/>
                <p14:nvPr/>
              </p14:nvContentPartPr>
              <p14:xfrm>
                <a:off x="10233271" y="3020682"/>
                <a:ext cx="148320" cy="192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C5F3650-5A33-9FF5-5B07-60EDA057001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15271" y="3002682"/>
                  <a:ext cx="1839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6C1CB78-81F2-362C-20FC-531BDF30EE10}"/>
                    </a:ext>
                  </a:extLst>
                </p14:cNvPr>
                <p14:cNvContentPartPr/>
                <p14:nvPr/>
              </p14:nvContentPartPr>
              <p14:xfrm>
                <a:off x="10239031" y="3110682"/>
                <a:ext cx="111600" cy="13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6C1CB78-81F2-362C-20FC-531BDF30EE1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221391" y="3093042"/>
                  <a:ext cx="147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70BA752-C622-662A-5E24-4A1650070197}"/>
                    </a:ext>
                  </a:extLst>
                </p14:cNvPr>
                <p14:cNvContentPartPr/>
                <p14:nvPr/>
              </p14:nvContentPartPr>
              <p14:xfrm>
                <a:off x="10443871" y="2999802"/>
                <a:ext cx="393480" cy="187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70BA752-C622-662A-5E24-4A165007019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426231" y="2981802"/>
                  <a:ext cx="429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6532993-3B2C-2976-90CD-994D1E1FFF13}"/>
                    </a:ext>
                  </a:extLst>
                </p14:cNvPr>
                <p14:cNvContentPartPr/>
                <p14:nvPr/>
              </p14:nvContentPartPr>
              <p14:xfrm>
                <a:off x="10706311" y="2986482"/>
                <a:ext cx="344880" cy="181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6532993-3B2C-2976-90CD-994D1E1FFF1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688671" y="2968842"/>
                  <a:ext cx="3805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327441A-5EA8-6B6C-ED51-39CDC275541C}"/>
                    </a:ext>
                  </a:extLst>
                </p14:cNvPr>
                <p14:cNvContentPartPr/>
                <p14:nvPr/>
              </p14:nvContentPartPr>
              <p14:xfrm>
                <a:off x="11112031" y="3011682"/>
                <a:ext cx="168840" cy="138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327441A-5EA8-6B6C-ED51-39CDC275541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094391" y="2994042"/>
                  <a:ext cx="204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A2867F-1F7F-18CC-823E-956DC4E5203E}"/>
                    </a:ext>
                  </a:extLst>
                </p14:cNvPr>
                <p14:cNvContentPartPr/>
                <p14:nvPr/>
              </p14:nvContentPartPr>
              <p14:xfrm>
                <a:off x="10018351" y="3402642"/>
                <a:ext cx="145440" cy="212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A2867F-1F7F-18CC-823E-956DC4E5203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000351" y="3384642"/>
                  <a:ext cx="1810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69B45B7-1A65-3627-A6A7-34D04791A819}"/>
                    </a:ext>
                  </a:extLst>
                </p14:cNvPr>
                <p14:cNvContentPartPr/>
                <p14:nvPr/>
              </p14:nvContentPartPr>
              <p14:xfrm>
                <a:off x="10289071" y="3441882"/>
                <a:ext cx="122040" cy="1882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69B45B7-1A65-3627-A6A7-34D04791A81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271431" y="3424242"/>
                  <a:ext cx="157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D1B20A8-D928-96CA-171C-8216133FA9AE}"/>
                    </a:ext>
                  </a:extLst>
                </p14:cNvPr>
                <p14:cNvContentPartPr/>
                <p14:nvPr/>
              </p14:nvContentPartPr>
              <p14:xfrm>
                <a:off x="10477711" y="3426402"/>
                <a:ext cx="131400" cy="188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D1B20A8-D928-96CA-171C-8216133FA9A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460071" y="3408402"/>
                  <a:ext cx="1670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E385BD6-2374-0A15-CF51-7E9C1BB8AB9E}"/>
                    </a:ext>
                  </a:extLst>
                </p14:cNvPr>
                <p14:cNvContentPartPr/>
                <p14:nvPr/>
              </p14:nvContentPartPr>
              <p14:xfrm>
                <a:off x="10735111" y="3447282"/>
                <a:ext cx="25560" cy="114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E385BD6-2374-0A15-CF51-7E9C1BB8AB9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717471" y="3429282"/>
                  <a:ext cx="61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4C0CD5F-88C9-ADE9-CA66-1FF33CBFB0BC}"/>
                    </a:ext>
                  </a:extLst>
                </p14:cNvPr>
                <p14:cNvContentPartPr/>
                <p14:nvPr/>
              </p14:nvContentPartPr>
              <p14:xfrm>
                <a:off x="10652311" y="3413442"/>
                <a:ext cx="390960" cy="147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4C0CD5F-88C9-ADE9-CA66-1FF33CBFB0B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34311" y="3395802"/>
                  <a:ext cx="426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03D91BF-202A-F534-AF80-9A09FABFF32E}"/>
                    </a:ext>
                  </a:extLst>
                </p14:cNvPr>
                <p14:cNvContentPartPr/>
                <p14:nvPr/>
              </p14:nvContentPartPr>
              <p14:xfrm>
                <a:off x="10905391" y="3509562"/>
                <a:ext cx="116640" cy="24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03D91BF-202A-F534-AF80-9A09FABFF32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887391" y="3491562"/>
                  <a:ext cx="1522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13AFD1D-BAB0-95E0-E929-4F1CAFD9F79D}"/>
                    </a:ext>
                  </a:extLst>
                </p14:cNvPr>
                <p14:cNvContentPartPr/>
                <p14:nvPr/>
              </p14:nvContentPartPr>
              <p14:xfrm>
                <a:off x="11155951" y="3410202"/>
                <a:ext cx="234720" cy="175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13AFD1D-BAB0-95E0-E929-4F1CAFD9F79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138311" y="3392562"/>
                  <a:ext cx="270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480CC0C-783C-A291-B02F-D89ED9BD1BD4}"/>
                    </a:ext>
                  </a:extLst>
                </p14:cNvPr>
                <p14:cNvContentPartPr/>
                <p14:nvPr/>
              </p14:nvContentPartPr>
              <p14:xfrm>
                <a:off x="6887431" y="4138842"/>
                <a:ext cx="3269520" cy="1600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480CC0C-783C-A291-B02F-D89ED9BD1BD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869791" y="4120842"/>
                  <a:ext cx="3305160" cy="16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3E85280-83B2-9A50-934F-662D9BEA8B89}"/>
                    </a:ext>
                  </a:extLst>
                </p14:cNvPr>
                <p14:cNvContentPartPr/>
                <p14:nvPr/>
              </p14:nvContentPartPr>
              <p14:xfrm>
                <a:off x="10006831" y="4034442"/>
                <a:ext cx="177480" cy="331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3E85280-83B2-9A50-934F-662D9BEA8B8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88831" y="4016442"/>
                  <a:ext cx="2131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C8D4C8B-B9F9-10FD-42FD-71B94E37D6BD}"/>
                    </a:ext>
                  </a:extLst>
                </p14:cNvPr>
                <p14:cNvContentPartPr/>
                <p14:nvPr/>
              </p14:nvContentPartPr>
              <p14:xfrm>
                <a:off x="4140271" y="3431802"/>
                <a:ext cx="245880" cy="2167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C8D4C8B-B9F9-10FD-42FD-71B94E37D6BD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22271" y="3414162"/>
                  <a:ext cx="2815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2C37F9C-05C8-1F8D-5556-5273DD408ED8}"/>
                    </a:ext>
                  </a:extLst>
                </p14:cNvPr>
                <p14:cNvContentPartPr/>
                <p14:nvPr/>
              </p14:nvContentPartPr>
              <p14:xfrm>
                <a:off x="4453111" y="3424962"/>
                <a:ext cx="105480" cy="21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2C37F9C-05C8-1F8D-5556-5273DD408ED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435111" y="3407322"/>
                  <a:ext cx="141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133F8F9-9167-171A-F5E7-61A62412E20E}"/>
                    </a:ext>
                  </a:extLst>
                </p14:cNvPr>
                <p14:cNvContentPartPr/>
                <p14:nvPr/>
              </p14:nvContentPartPr>
              <p14:xfrm>
                <a:off x="4456711" y="3454842"/>
                <a:ext cx="109440" cy="1825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133F8F9-9167-171A-F5E7-61A62412E20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438711" y="3437202"/>
                  <a:ext cx="1450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F3C07C7-A09F-3655-2021-92AFD7508034}"/>
                    </a:ext>
                  </a:extLst>
                </p14:cNvPr>
                <p14:cNvContentPartPr/>
                <p14:nvPr/>
              </p14:nvContentPartPr>
              <p14:xfrm>
                <a:off x="4461751" y="3541242"/>
                <a:ext cx="77760" cy="16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F3C07C7-A09F-3655-2021-92AFD750803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44111" y="3523242"/>
                  <a:ext cx="113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E36F90B-9970-CA00-5748-CEA829A0908A}"/>
                    </a:ext>
                  </a:extLst>
                </p14:cNvPr>
                <p14:cNvContentPartPr/>
                <p14:nvPr/>
              </p14:nvContentPartPr>
              <p14:xfrm>
                <a:off x="4645351" y="3396162"/>
                <a:ext cx="152640" cy="243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E36F90B-9970-CA00-5748-CEA829A0908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27351" y="3378522"/>
                  <a:ext cx="188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5E01BD9-014F-7FD3-4BAD-F9BEDD364B8C}"/>
                    </a:ext>
                  </a:extLst>
                </p14:cNvPr>
                <p14:cNvContentPartPr/>
                <p14:nvPr/>
              </p14:nvContentPartPr>
              <p14:xfrm>
                <a:off x="5038471" y="3407322"/>
                <a:ext cx="136080" cy="191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5E01BD9-014F-7FD3-4BAD-F9BEDD364B8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20471" y="3389682"/>
                  <a:ext cx="171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3052C3C-FB73-E1E2-3882-71AF004F6496}"/>
                    </a:ext>
                  </a:extLst>
                </p14:cNvPr>
                <p14:cNvContentPartPr/>
                <p14:nvPr/>
              </p14:nvContentPartPr>
              <p14:xfrm>
                <a:off x="5232511" y="3396162"/>
                <a:ext cx="89280" cy="2253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3052C3C-FB73-E1E2-3882-71AF004F649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214511" y="3378522"/>
                  <a:ext cx="1249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654629E-DAB0-BB0F-939C-7B1943286F40}"/>
                    </a:ext>
                  </a:extLst>
                </p14:cNvPr>
                <p14:cNvContentPartPr/>
                <p14:nvPr/>
              </p14:nvContentPartPr>
              <p14:xfrm>
                <a:off x="5434831" y="3389682"/>
                <a:ext cx="106560" cy="217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654629E-DAB0-BB0F-939C-7B1943286F4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17191" y="3371682"/>
                  <a:ext cx="142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9947BCA-AA50-1688-C0D3-11265E027A9D}"/>
                    </a:ext>
                  </a:extLst>
                </p14:cNvPr>
                <p14:cNvContentPartPr/>
                <p14:nvPr/>
              </p14:nvContentPartPr>
              <p14:xfrm>
                <a:off x="4513951" y="3851562"/>
                <a:ext cx="221760" cy="305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9947BCA-AA50-1688-C0D3-11265E027A9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495951" y="3833562"/>
                  <a:ext cx="2574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70D6853-A720-7172-F85C-4077D2567537}"/>
                    </a:ext>
                  </a:extLst>
                </p14:cNvPr>
                <p14:cNvContentPartPr/>
                <p14:nvPr/>
              </p14:nvContentPartPr>
              <p14:xfrm>
                <a:off x="4926871" y="3829602"/>
                <a:ext cx="153720" cy="2768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70D6853-A720-7172-F85C-4077D256753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908871" y="3811962"/>
                  <a:ext cx="1893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CB659DD-9F52-8FBA-FA40-679EE5752D70}"/>
                    </a:ext>
                  </a:extLst>
                </p14:cNvPr>
                <p14:cNvContentPartPr/>
                <p14:nvPr/>
              </p14:nvContentPartPr>
              <p14:xfrm>
                <a:off x="4885111" y="3819882"/>
                <a:ext cx="210240" cy="28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CB659DD-9F52-8FBA-FA40-679EE5752D7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867111" y="3802242"/>
                  <a:ext cx="245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2520214-0FF8-BB23-99F4-448E0D56083F}"/>
                    </a:ext>
                  </a:extLst>
                </p14:cNvPr>
                <p14:cNvContentPartPr/>
                <p14:nvPr/>
              </p14:nvContentPartPr>
              <p14:xfrm>
                <a:off x="5957551" y="2886402"/>
                <a:ext cx="161640" cy="2078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2520214-0FF8-BB23-99F4-448E0D56083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939551" y="2868762"/>
                  <a:ext cx="197280" cy="21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3F23912-C046-0C83-9633-CC245D537B07}"/>
                    </a:ext>
                  </a:extLst>
                </p14:cNvPr>
                <p14:cNvContentPartPr/>
                <p14:nvPr/>
              </p14:nvContentPartPr>
              <p14:xfrm>
                <a:off x="6045391" y="2729442"/>
                <a:ext cx="2822400" cy="99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3F23912-C046-0C83-9633-CC245D537B0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027751" y="2711442"/>
                  <a:ext cx="2858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ED832D8-96AE-D8C2-1561-2C5C79503E8B}"/>
                    </a:ext>
                  </a:extLst>
                </p14:cNvPr>
                <p14:cNvContentPartPr/>
                <p14:nvPr/>
              </p14:nvContentPartPr>
              <p14:xfrm>
                <a:off x="8870311" y="2731242"/>
                <a:ext cx="144360" cy="2731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ED832D8-96AE-D8C2-1561-2C5C79503E8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852311" y="2713242"/>
                  <a:ext cx="180000" cy="27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4F33216-B5D2-8355-1F32-F4E00870C4EA}"/>
                    </a:ext>
                  </a:extLst>
                </p14:cNvPr>
                <p14:cNvContentPartPr/>
                <p14:nvPr/>
              </p14:nvContentPartPr>
              <p14:xfrm>
                <a:off x="6157711" y="5075562"/>
                <a:ext cx="2710440" cy="275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4F33216-B5D2-8355-1F32-F4E00870C4E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140071" y="5057922"/>
                  <a:ext cx="27460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CEB7AF4-CCD8-4394-A208-D74392F8E293}"/>
                    </a:ext>
                  </a:extLst>
                </p14:cNvPr>
                <p14:cNvContentPartPr/>
                <p14:nvPr/>
              </p14:nvContentPartPr>
              <p14:xfrm>
                <a:off x="6924871" y="2770482"/>
                <a:ext cx="291600" cy="2466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CEB7AF4-CCD8-4394-A208-D74392F8E29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907231" y="2752482"/>
                  <a:ext cx="327240" cy="25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6C22BE3-9DD6-DC78-5F6B-14F4F7A05F0E}"/>
                    </a:ext>
                  </a:extLst>
                </p14:cNvPr>
                <p14:cNvContentPartPr/>
                <p14:nvPr/>
              </p14:nvContentPartPr>
              <p14:xfrm>
                <a:off x="6132871" y="3276282"/>
                <a:ext cx="171360" cy="1569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6C22BE3-9DD6-DC78-5F6B-14F4F7A05F0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115231" y="3258282"/>
                  <a:ext cx="207000" cy="16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9C14876-1F4D-ECF3-2B86-8AF4E7AEA213}"/>
                    </a:ext>
                  </a:extLst>
                </p14:cNvPr>
                <p14:cNvContentPartPr/>
                <p14:nvPr/>
              </p14:nvContentPartPr>
              <p14:xfrm>
                <a:off x="6158431" y="3206082"/>
                <a:ext cx="545040" cy="50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9C14876-1F4D-ECF3-2B86-8AF4E7AEA21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140431" y="3188442"/>
                  <a:ext cx="580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7C11297-A274-9231-F4FF-896C5092A809}"/>
                    </a:ext>
                  </a:extLst>
                </p14:cNvPr>
                <p14:cNvContentPartPr/>
                <p14:nvPr/>
              </p14:nvContentPartPr>
              <p14:xfrm>
                <a:off x="6748471" y="3295002"/>
                <a:ext cx="75600" cy="13154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7C11297-A274-9231-F4FF-896C5092A80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30471" y="3277002"/>
                  <a:ext cx="111240" cy="135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D5D8374-88FB-9E25-9529-F721212102AD}"/>
                    </a:ext>
                  </a:extLst>
                </p14:cNvPr>
                <p14:cNvContentPartPr/>
                <p14:nvPr/>
              </p14:nvContentPartPr>
              <p14:xfrm>
                <a:off x="6384151" y="4654362"/>
                <a:ext cx="345600" cy="88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D5D8374-88FB-9E25-9529-F721212102A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366151" y="4636722"/>
                  <a:ext cx="381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0EC13E-D634-F66C-8592-B9347ED31BC9}"/>
                    </a:ext>
                  </a:extLst>
                </p14:cNvPr>
                <p14:cNvContentPartPr/>
                <p14:nvPr/>
              </p14:nvContentPartPr>
              <p14:xfrm>
                <a:off x="6336991" y="4928682"/>
                <a:ext cx="52560" cy="256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0EC13E-D634-F66C-8592-B9347ED31BC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319351" y="4910682"/>
                  <a:ext cx="882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2AD0A77-13E8-8E43-70D7-FC3128BB84DE}"/>
                    </a:ext>
                  </a:extLst>
                </p14:cNvPr>
                <p14:cNvContentPartPr/>
                <p14:nvPr/>
              </p14:nvContentPartPr>
              <p14:xfrm>
                <a:off x="6434911" y="4799442"/>
                <a:ext cx="419760" cy="421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2AD0A77-13E8-8E43-70D7-FC3128BB84D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417271" y="4781802"/>
                  <a:ext cx="4554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5839DF6-1D83-3E23-1C4D-7EC3172D84F3}"/>
                    </a:ext>
                  </a:extLst>
                </p14:cNvPr>
                <p14:cNvContentPartPr/>
                <p14:nvPr/>
              </p14:nvContentPartPr>
              <p14:xfrm>
                <a:off x="6453991" y="4947042"/>
                <a:ext cx="275040" cy="73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5839DF6-1D83-3E23-1C4D-7EC3172D84F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435991" y="4929042"/>
                  <a:ext cx="310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2C8B3E1-3ACD-0D37-E924-79291E45C4F4}"/>
                    </a:ext>
                  </a:extLst>
                </p14:cNvPr>
                <p14:cNvContentPartPr/>
                <p14:nvPr/>
              </p14:nvContentPartPr>
              <p14:xfrm>
                <a:off x="6495751" y="5082402"/>
                <a:ext cx="237600" cy="615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2C8B3E1-3ACD-0D37-E924-79291E45C4F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478111" y="5064762"/>
                  <a:ext cx="2732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082E612-348E-9DEA-5F1B-00CC57512FA9}"/>
                    </a:ext>
                  </a:extLst>
                </p14:cNvPr>
                <p14:cNvContentPartPr/>
                <p14:nvPr/>
              </p14:nvContentPartPr>
              <p14:xfrm>
                <a:off x="6261751" y="3347562"/>
                <a:ext cx="413640" cy="95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082E612-348E-9DEA-5F1B-00CC57512FA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243751" y="3329922"/>
                  <a:ext cx="449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1310A34-E13A-01D4-EDB4-884244F51188}"/>
                    </a:ext>
                  </a:extLst>
                </p14:cNvPr>
                <p14:cNvContentPartPr/>
                <p14:nvPr/>
              </p14:nvContentPartPr>
              <p14:xfrm>
                <a:off x="6323671" y="3527562"/>
                <a:ext cx="354960" cy="55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1310A34-E13A-01D4-EDB4-884244F5118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306031" y="3509922"/>
                  <a:ext cx="390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3CC83FE-F706-32C9-654E-2F11D8DB0BDF}"/>
                    </a:ext>
                  </a:extLst>
                </p14:cNvPr>
                <p14:cNvContentPartPr/>
                <p14:nvPr/>
              </p14:nvContentPartPr>
              <p14:xfrm>
                <a:off x="6338791" y="3689562"/>
                <a:ext cx="266040" cy="29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3CC83FE-F706-32C9-654E-2F11D8DB0BD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321151" y="3671922"/>
                  <a:ext cx="301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B02ED7F-1B1F-CC75-1265-61B77F4A892B}"/>
                    </a:ext>
                  </a:extLst>
                </p14:cNvPr>
                <p14:cNvContentPartPr/>
                <p14:nvPr/>
              </p14:nvContentPartPr>
              <p14:xfrm>
                <a:off x="6371911" y="3864882"/>
                <a:ext cx="316800" cy="414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B02ED7F-1B1F-CC75-1265-61B77F4A892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353911" y="3846882"/>
                  <a:ext cx="352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8957205-EE68-5E00-A3A7-FDA6CFA0D864}"/>
                    </a:ext>
                  </a:extLst>
                </p14:cNvPr>
                <p14:cNvContentPartPr/>
                <p14:nvPr/>
              </p14:nvContentPartPr>
              <p14:xfrm>
                <a:off x="6067711" y="2909442"/>
                <a:ext cx="130320" cy="235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8957205-EE68-5E00-A3A7-FDA6CFA0D864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050071" y="2891442"/>
                  <a:ext cx="165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DEC2F7B-E039-94E5-8E77-934CE64302FB}"/>
                    </a:ext>
                  </a:extLst>
                </p14:cNvPr>
                <p14:cNvContentPartPr/>
                <p14:nvPr/>
              </p14:nvContentPartPr>
              <p14:xfrm>
                <a:off x="6283351" y="2946522"/>
                <a:ext cx="156600" cy="1796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DEC2F7B-E039-94E5-8E77-934CE64302F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265351" y="2928882"/>
                  <a:ext cx="192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53CA2B8-7B66-4AD3-2F8A-2CEB1B8B3A1A}"/>
                    </a:ext>
                  </a:extLst>
                </p14:cNvPr>
                <p14:cNvContentPartPr/>
                <p14:nvPr/>
              </p14:nvContentPartPr>
              <p14:xfrm>
                <a:off x="6522751" y="2907642"/>
                <a:ext cx="120960" cy="167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53CA2B8-7B66-4AD3-2F8A-2CEB1B8B3A1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505111" y="2889642"/>
                  <a:ext cx="156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FF4B427-69BB-0F02-B489-5747073423D1}"/>
                    </a:ext>
                  </a:extLst>
                </p14:cNvPr>
                <p14:cNvContentPartPr/>
                <p14:nvPr/>
              </p14:nvContentPartPr>
              <p14:xfrm>
                <a:off x="6720751" y="2921322"/>
                <a:ext cx="46440" cy="162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FF4B427-69BB-0F02-B489-5747073423D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703111" y="2903322"/>
                  <a:ext cx="82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1DA1B49-FF5D-DF87-8345-A848AC1F0556}"/>
                    </a:ext>
                  </a:extLst>
                </p14:cNvPr>
                <p14:cNvContentPartPr/>
                <p14:nvPr/>
              </p14:nvContentPartPr>
              <p14:xfrm>
                <a:off x="6675751" y="2856522"/>
                <a:ext cx="155520" cy="439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1DA1B49-FF5D-DF87-8345-A848AC1F055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657751" y="2838882"/>
                  <a:ext cx="191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7956955-C0C5-819E-9734-2532A9419F29}"/>
                    </a:ext>
                  </a:extLst>
                </p14:cNvPr>
                <p14:cNvContentPartPr/>
                <p14:nvPr/>
              </p14:nvContentPartPr>
              <p14:xfrm>
                <a:off x="7265431" y="2882082"/>
                <a:ext cx="125640" cy="1447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7956955-C0C5-819E-9734-2532A9419F2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247431" y="2864082"/>
                  <a:ext cx="1612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3BF7C4B-8FFC-4714-A733-CC3CD4065E4C}"/>
                    </a:ext>
                  </a:extLst>
                </p14:cNvPr>
                <p14:cNvContentPartPr/>
                <p14:nvPr/>
              </p14:nvContentPartPr>
              <p14:xfrm>
                <a:off x="7458751" y="2911962"/>
                <a:ext cx="103320" cy="97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3BF7C4B-8FFC-4714-A733-CC3CD4065E4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441111" y="2893962"/>
                  <a:ext cx="138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4071994-3106-795C-923D-8C708B4B9D21}"/>
                    </a:ext>
                  </a:extLst>
                </p14:cNvPr>
                <p14:cNvContentPartPr/>
                <p14:nvPr/>
              </p14:nvContentPartPr>
              <p14:xfrm>
                <a:off x="7611751" y="2856522"/>
                <a:ext cx="172080" cy="1501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4071994-3106-795C-923D-8C708B4B9D2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593751" y="2838522"/>
                  <a:ext cx="207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8D10991-6BB5-41E9-AA5C-653C35496BC5}"/>
                    </a:ext>
                  </a:extLst>
                </p14:cNvPr>
                <p14:cNvContentPartPr/>
                <p14:nvPr/>
              </p14:nvContentPartPr>
              <p14:xfrm>
                <a:off x="7856911" y="2882802"/>
                <a:ext cx="40320" cy="124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8D10991-6BB5-41E9-AA5C-653C35496BC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839271" y="2864802"/>
                  <a:ext cx="75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9C8F0D9-2FFB-FE7C-0CC2-2F7C3E76C956}"/>
                    </a:ext>
                  </a:extLst>
                </p14:cNvPr>
                <p14:cNvContentPartPr/>
                <p14:nvPr/>
              </p14:nvContentPartPr>
              <p14:xfrm>
                <a:off x="7779511" y="2853642"/>
                <a:ext cx="300600" cy="1616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9C8F0D9-2FFB-FE7C-0CC2-2F7C3E76C95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761511" y="2836002"/>
                  <a:ext cx="3362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54E5FD7-1FDA-33E3-C310-EF5E2FC9FA50}"/>
                    </a:ext>
                  </a:extLst>
                </p14:cNvPr>
                <p14:cNvContentPartPr/>
                <p14:nvPr/>
              </p14:nvContentPartPr>
              <p14:xfrm>
                <a:off x="7941151" y="2929962"/>
                <a:ext cx="84240" cy="176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54E5FD7-1FDA-33E3-C310-EF5E2FC9FA5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23511" y="2911962"/>
                  <a:ext cx="119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5E52735-AC27-F7CB-1D35-538008AB3EE8}"/>
                    </a:ext>
                  </a:extLst>
                </p14:cNvPr>
                <p14:cNvContentPartPr/>
                <p14:nvPr/>
              </p14:nvContentPartPr>
              <p14:xfrm>
                <a:off x="8128711" y="2865162"/>
                <a:ext cx="289080" cy="167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5E52735-AC27-F7CB-1D35-538008AB3EE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111071" y="2847162"/>
                  <a:ext cx="3247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7C53DF5-B8FC-0F74-C4A5-A47369CBF0BC}"/>
                    </a:ext>
                  </a:extLst>
                </p14:cNvPr>
                <p14:cNvContentPartPr/>
                <p14:nvPr/>
              </p14:nvContentPartPr>
              <p14:xfrm>
                <a:off x="8348311" y="2849682"/>
                <a:ext cx="88920" cy="19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7C53DF5-B8FC-0F74-C4A5-A47369CBF0B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30671" y="2832042"/>
                  <a:ext cx="1245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DDE7332-646D-4F50-14B6-F02380F7CFAB}"/>
                    </a:ext>
                  </a:extLst>
                </p14:cNvPr>
                <p14:cNvContentPartPr/>
                <p14:nvPr/>
              </p14:nvContentPartPr>
              <p14:xfrm>
                <a:off x="7258231" y="3145602"/>
                <a:ext cx="79560" cy="128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DDE7332-646D-4F50-14B6-F02380F7CFA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240591" y="3127962"/>
                  <a:ext cx="1152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4763517-289F-6993-8446-6079CD12654D}"/>
                    </a:ext>
                  </a:extLst>
                </p14:cNvPr>
                <p14:cNvContentPartPr/>
                <p14:nvPr/>
              </p14:nvContentPartPr>
              <p14:xfrm>
                <a:off x="7409431" y="3154602"/>
                <a:ext cx="28080" cy="1047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4763517-289F-6993-8446-6079CD12654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91431" y="3136962"/>
                  <a:ext cx="637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9434201-477B-9F32-5D10-5806A37DC0D8}"/>
                    </a:ext>
                  </a:extLst>
                </p14:cNvPr>
                <p14:cNvContentPartPr/>
                <p14:nvPr/>
              </p14:nvContentPartPr>
              <p14:xfrm>
                <a:off x="7524991" y="3144162"/>
                <a:ext cx="70200" cy="1162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9434201-477B-9F32-5D10-5806A37DC0D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507351" y="3126162"/>
                  <a:ext cx="105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0EF1855-335A-0CB9-A7C8-4D9E3FCA22EA}"/>
                    </a:ext>
                  </a:extLst>
                </p14:cNvPr>
                <p14:cNvContentPartPr/>
                <p14:nvPr/>
              </p14:nvContentPartPr>
              <p14:xfrm>
                <a:off x="7667191" y="3144882"/>
                <a:ext cx="103320" cy="817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0EF1855-335A-0CB9-A7C8-4D9E3FCA22EA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649191" y="3127242"/>
                  <a:ext cx="138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BF3F6F8-D02F-FF55-E678-48C353A9CF1A}"/>
                    </a:ext>
                  </a:extLst>
                </p14:cNvPr>
                <p14:cNvContentPartPr/>
                <p14:nvPr/>
              </p14:nvContentPartPr>
              <p14:xfrm>
                <a:off x="7841071" y="3115002"/>
                <a:ext cx="123480" cy="127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BF3F6F8-D02F-FF55-E678-48C353A9CF1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823431" y="3097002"/>
                  <a:ext cx="159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C2A6C85-6A61-751A-07A4-2E3C57E2A4B1}"/>
                    </a:ext>
                  </a:extLst>
                </p14:cNvPr>
                <p14:cNvContentPartPr/>
                <p14:nvPr/>
              </p14:nvContentPartPr>
              <p14:xfrm>
                <a:off x="8049871" y="3102402"/>
                <a:ext cx="80640" cy="124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C2A6C85-6A61-751A-07A4-2E3C57E2A4B1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032231" y="3084402"/>
                  <a:ext cx="116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48CAFE8-A283-E400-75C2-E940511FDDDA}"/>
                    </a:ext>
                  </a:extLst>
                </p14:cNvPr>
                <p14:cNvContentPartPr/>
                <p14:nvPr/>
              </p14:nvContentPartPr>
              <p14:xfrm>
                <a:off x="8176591" y="3142722"/>
                <a:ext cx="40680" cy="90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48CAFE8-A283-E400-75C2-E940511FDDD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158591" y="3124722"/>
                  <a:ext cx="76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D10F7EA-BE5D-DB82-560C-99C08EAC1DB7}"/>
                    </a:ext>
                  </a:extLst>
                </p14:cNvPr>
                <p14:cNvContentPartPr/>
                <p14:nvPr/>
              </p14:nvContentPartPr>
              <p14:xfrm>
                <a:off x="8279191" y="3096282"/>
                <a:ext cx="88920" cy="1648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D10F7EA-BE5D-DB82-560C-99C08EAC1DB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261551" y="3078642"/>
                  <a:ext cx="1245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2B47C94-2BE4-5E92-63C5-0AB679D9EE63}"/>
                    </a:ext>
                  </a:extLst>
                </p14:cNvPr>
                <p14:cNvContentPartPr/>
                <p14:nvPr/>
              </p14:nvContentPartPr>
              <p14:xfrm>
                <a:off x="8306911" y="3199242"/>
                <a:ext cx="31680" cy="10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2B47C94-2BE4-5E92-63C5-0AB679D9EE6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289271" y="3181602"/>
                  <a:ext cx="673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E445EA3-BD4F-1365-59E9-DE70C5BE7FA3}"/>
                    </a:ext>
                  </a:extLst>
                </p14:cNvPr>
                <p14:cNvContentPartPr/>
                <p14:nvPr/>
              </p14:nvContentPartPr>
              <p14:xfrm>
                <a:off x="8392591" y="3113202"/>
                <a:ext cx="107640" cy="1598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E445EA3-BD4F-1365-59E9-DE70C5BE7FA3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374591" y="3095202"/>
                  <a:ext cx="143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2AF6C9B-015A-7C3D-0199-2CC4C7B89F64}"/>
                    </a:ext>
                  </a:extLst>
                </p14:cNvPr>
                <p14:cNvContentPartPr/>
                <p14:nvPr/>
              </p14:nvContentPartPr>
              <p14:xfrm>
                <a:off x="8405911" y="3199242"/>
                <a:ext cx="65160" cy="115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2AF6C9B-015A-7C3D-0199-2CC4C7B89F6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388271" y="3181602"/>
                  <a:ext cx="100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B668D0D-45CE-AD5F-6CB7-F1A0CCF334EF}"/>
                    </a:ext>
                  </a:extLst>
                </p14:cNvPr>
                <p14:cNvContentPartPr/>
                <p14:nvPr/>
              </p14:nvContentPartPr>
              <p14:xfrm>
                <a:off x="8553871" y="3111402"/>
                <a:ext cx="92520" cy="161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B668D0D-45CE-AD5F-6CB7-F1A0CCF334E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536231" y="3093762"/>
                  <a:ext cx="128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2315FC0-4558-C89E-3632-C0A7EC5F139B}"/>
                    </a:ext>
                  </a:extLst>
                </p14:cNvPr>
                <p14:cNvContentPartPr/>
                <p14:nvPr/>
              </p14:nvContentPartPr>
              <p14:xfrm>
                <a:off x="7262191" y="3505962"/>
                <a:ext cx="215640" cy="1657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2315FC0-4558-C89E-3632-C0A7EC5F139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244191" y="3487962"/>
                  <a:ext cx="251280" cy="16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FE49A54-04ED-1225-6D5F-4BFE57BFF087}"/>
                    </a:ext>
                  </a:extLst>
                </p14:cNvPr>
                <p14:cNvContentPartPr/>
                <p14:nvPr/>
              </p14:nvContentPartPr>
              <p14:xfrm>
                <a:off x="7295311" y="3469602"/>
                <a:ext cx="1215360" cy="73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FE49A54-04ED-1225-6D5F-4BFE57BFF08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277671" y="3451962"/>
                  <a:ext cx="1251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5FA1D02-8B66-C41F-0CEB-A8B21EA54308}"/>
                    </a:ext>
                  </a:extLst>
                </p14:cNvPr>
                <p14:cNvContentPartPr/>
                <p14:nvPr/>
              </p14:nvContentPartPr>
              <p14:xfrm>
                <a:off x="8627311" y="3544122"/>
                <a:ext cx="130680" cy="13921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5FA1D02-8B66-C41F-0CEB-A8B21EA5430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609311" y="3526482"/>
                  <a:ext cx="166320" cy="14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8A579A6-6C6E-9CFD-6B16-E96037D4AA2C}"/>
                    </a:ext>
                  </a:extLst>
                </p14:cNvPr>
                <p14:cNvContentPartPr/>
                <p14:nvPr/>
              </p14:nvContentPartPr>
              <p14:xfrm>
                <a:off x="7414831" y="5004642"/>
                <a:ext cx="1207800" cy="1864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8A579A6-6C6E-9CFD-6B16-E96037D4AA2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396831" y="4986642"/>
                  <a:ext cx="1243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ECF1773-06C8-6976-CB52-69018D76840B}"/>
                    </a:ext>
                  </a:extLst>
                </p14:cNvPr>
                <p14:cNvContentPartPr/>
                <p14:nvPr/>
              </p14:nvContentPartPr>
              <p14:xfrm>
                <a:off x="7535071" y="3991962"/>
                <a:ext cx="9360" cy="104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ECF1773-06C8-6976-CB52-69018D76840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17431" y="3974322"/>
                  <a:ext cx="45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8A4325C-2AE3-AFBF-590C-25F77267BE84}"/>
                    </a:ext>
                  </a:extLst>
                </p14:cNvPr>
                <p14:cNvContentPartPr/>
                <p14:nvPr/>
              </p14:nvContentPartPr>
              <p14:xfrm>
                <a:off x="7436431" y="3638802"/>
                <a:ext cx="50760" cy="383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8A4325C-2AE3-AFBF-590C-25F77267BE8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418431" y="3621162"/>
                  <a:ext cx="864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9BB5760-06B7-28F5-47B7-CB7345EFCB29}"/>
                    </a:ext>
                  </a:extLst>
                </p14:cNvPr>
                <p14:cNvContentPartPr/>
                <p14:nvPr/>
              </p14:nvContentPartPr>
              <p14:xfrm>
                <a:off x="7457311" y="3652842"/>
                <a:ext cx="423720" cy="506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9BB5760-06B7-28F5-47B7-CB7345EFCB2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439311" y="3635202"/>
                  <a:ext cx="4593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2F27CF2-C8DA-0D61-21C6-0B81F3CBD4F2}"/>
                    </a:ext>
                  </a:extLst>
                </p14:cNvPr>
                <p14:cNvContentPartPr/>
                <p14:nvPr/>
              </p14:nvContentPartPr>
              <p14:xfrm>
                <a:off x="8100991" y="3702522"/>
                <a:ext cx="43200" cy="463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2F27CF2-C8DA-0D61-21C6-0B81F3CBD4F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082991" y="3684522"/>
                  <a:ext cx="7884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7077268-0119-FB2E-1651-4D214CE65D8F}"/>
                    </a:ext>
                  </a:extLst>
                </p14:cNvPr>
                <p14:cNvContentPartPr/>
                <p14:nvPr/>
              </p14:nvContentPartPr>
              <p14:xfrm>
                <a:off x="8090911" y="3674802"/>
                <a:ext cx="444600" cy="501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7077268-0119-FB2E-1651-4D214CE65D8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073271" y="3657162"/>
                  <a:ext cx="4802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5AF123E-9D63-CD68-89CB-556E0DAF42EC}"/>
                    </a:ext>
                  </a:extLst>
                </p14:cNvPr>
                <p14:cNvContentPartPr/>
                <p14:nvPr/>
              </p14:nvContentPartPr>
              <p14:xfrm>
                <a:off x="7468471" y="3791082"/>
                <a:ext cx="370440" cy="1173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5AF123E-9D63-CD68-89CB-556E0DAF42E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450831" y="3773082"/>
                  <a:ext cx="406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0A42775-E498-99DF-0321-7A0B719A41BD}"/>
                    </a:ext>
                  </a:extLst>
                </p14:cNvPr>
                <p14:cNvContentPartPr/>
                <p14:nvPr/>
              </p14:nvContentPartPr>
              <p14:xfrm>
                <a:off x="7489351" y="3986562"/>
                <a:ext cx="399600" cy="46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0A42775-E498-99DF-0321-7A0B719A41B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471711" y="3968922"/>
                  <a:ext cx="435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89BA3F8-BCA8-1104-3334-A4991445F1FD}"/>
                    </a:ext>
                  </a:extLst>
                </p14:cNvPr>
                <p14:cNvContentPartPr/>
                <p14:nvPr/>
              </p14:nvContentPartPr>
              <p14:xfrm>
                <a:off x="7728031" y="4450962"/>
                <a:ext cx="637200" cy="5328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89BA3F8-BCA8-1104-3334-A4991445F1F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710391" y="4432962"/>
                  <a:ext cx="67284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0A2759B-1CDD-2F0F-B137-DDE1B7711942}"/>
                    </a:ext>
                  </a:extLst>
                </p14:cNvPr>
                <p14:cNvContentPartPr/>
                <p14:nvPr/>
              </p14:nvContentPartPr>
              <p14:xfrm>
                <a:off x="7790311" y="4711962"/>
                <a:ext cx="254520" cy="2498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0A2759B-1CDD-2F0F-B137-DDE1B771194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72671" y="4694322"/>
                  <a:ext cx="2901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605D26F-B03B-E72B-54F3-7A5619A410D1}"/>
                    </a:ext>
                  </a:extLst>
                </p14:cNvPr>
                <p14:cNvContentPartPr/>
                <p14:nvPr/>
              </p14:nvContentPartPr>
              <p14:xfrm>
                <a:off x="7955551" y="4486962"/>
                <a:ext cx="60120" cy="199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605D26F-B03B-E72B-54F3-7A5619A410D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937551" y="4468962"/>
                  <a:ext cx="95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601BF45-4445-2A4B-9F27-794C0B6EBDC2}"/>
                    </a:ext>
                  </a:extLst>
                </p14:cNvPr>
                <p14:cNvContentPartPr/>
                <p14:nvPr/>
              </p14:nvContentPartPr>
              <p14:xfrm>
                <a:off x="8002711" y="4570482"/>
                <a:ext cx="221760" cy="1602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601BF45-4445-2A4B-9F27-794C0B6EBDC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985071" y="4552842"/>
                  <a:ext cx="257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BCA2B7-A5FA-A826-276F-BCAFF328B11C}"/>
                    </a:ext>
                  </a:extLst>
                </p14:cNvPr>
                <p14:cNvContentPartPr/>
                <p14:nvPr/>
              </p14:nvContentPartPr>
              <p14:xfrm>
                <a:off x="8135191" y="3832122"/>
                <a:ext cx="396360" cy="896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BCA2B7-A5FA-A826-276F-BCAFF328B11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117551" y="3814122"/>
                  <a:ext cx="432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9C84ED3-E623-E6A7-2C89-36EC71902C8B}"/>
                    </a:ext>
                  </a:extLst>
                </p14:cNvPr>
                <p14:cNvContentPartPr/>
                <p14:nvPr/>
              </p14:nvContentPartPr>
              <p14:xfrm>
                <a:off x="8111791" y="3990522"/>
                <a:ext cx="444960" cy="59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9C84ED3-E623-E6A7-2C89-36EC71902C8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093791" y="3972882"/>
                  <a:ext cx="480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ACF825B-D067-9E73-6490-F0EB6A9E717F}"/>
                    </a:ext>
                  </a:extLst>
                </p14:cNvPr>
                <p14:cNvContentPartPr/>
                <p14:nvPr/>
              </p14:nvContentPartPr>
              <p14:xfrm>
                <a:off x="8782831" y="5192202"/>
                <a:ext cx="240840" cy="273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ACF825B-D067-9E73-6490-F0EB6A9E717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765191" y="5174562"/>
                  <a:ext cx="276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838F31D-07F7-5D40-52C0-110C2D4D9D94}"/>
                    </a:ext>
                  </a:extLst>
                </p14:cNvPr>
                <p14:cNvContentPartPr/>
                <p14:nvPr/>
              </p14:nvContentPartPr>
              <p14:xfrm>
                <a:off x="6126751" y="4905282"/>
                <a:ext cx="27360" cy="1879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838F31D-07F7-5D40-52C0-110C2D4D9D9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108751" y="4887642"/>
                  <a:ext cx="630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047124C-DD5C-1CD7-7EA9-6C27424B3F71}"/>
                    </a:ext>
                  </a:extLst>
                </p14:cNvPr>
                <p14:cNvContentPartPr/>
                <p14:nvPr/>
              </p14:nvContentPartPr>
              <p14:xfrm>
                <a:off x="5787991" y="5016162"/>
                <a:ext cx="28080" cy="968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047124C-DD5C-1CD7-7EA9-6C27424B3F7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770351" y="4998162"/>
                  <a:ext cx="63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A74B896D-953C-F207-9E4F-31D663AD63F1}"/>
                    </a:ext>
                  </a:extLst>
                </p14:cNvPr>
                <p14:cNvContentPartPr/>
                <p14:nvPr/>
              </p14:nvContentPartPr>
              <p14:xfrm>
                <a:off x="4390831" y="4872162"/>
                <a:ext cx="2327760" cy="15588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A74B896D-953C-F207-9E4F-31D663AD63F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373191" y="4854162"/>
                  <a:ext cx="2363400" cy="159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2E4C4D8-3BA3-ADF6-A159-179D35BB60C3}"/>
                    </a:ext>
                  </a:extLst>
                </p14:cNvPr>
                <p14:cNvContentPartPr/>
                <p14:nvPr/>
              </p14:nvContentPartPr>
              <p14:xfrm>
                <a:off x="4858831" y="5587122"/>
                <a:ext cx="238320" cy="403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2E4C4D8-3BA3-ADF6-A159-179D35BB60C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841191" y="5569122"/>
                  <a:ext cx="2739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F1BF5BB-DDF9-99AE-5ADA-9E09A8FAA017}"/>
                    </a:ext>
                  </a:extLst>
                </p14:cNvPr>
                <p14:cNvContentPartPr/>
                <p14:nvPr/>
              </p14:nvContentPartPr>
              <p14:xfrm>
                <a:off x="4844791" y="5782602"/>
                <a:ext cx="229320" cy="1472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F1BF5BB-DDF9-99AE-5ADA-9E09A8FAA01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827151" y="5764962"/>
                  <a:ext cx="264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96C276D-A194-E44A-E521-88FA84D3BD83}"/>
                    </a:ext>
                  </a:extLst>
                </p14:cNvPr>
                <p14:cNvContentPartPr/>
                <p14:nvPr/>
              </p14:nvContentPartPr>
              <p14:xfrm>
                <a:off x="5113711" y="5653722"/>
                <a:ext cx="257040" cy="2696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96C276D-A194-E44A-E521-88FA84D3BD8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096071" y="5635722"/>
                  <a:ext cx="2926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BD726C1-B5B2-37AA-9578-E881F1A68613}"/>
                    </a:ext>
                  </a:extLst>
                </p14:cNvPr>
                <p14:cNvContentPartPr/>
                <p14:nvPr/>
              </p14:nvContentPartPr>
              <p14:xfrm>
                <a:off x="5398111" y="5616642"/>
                <a:ext cx="131760" cy="2325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BD726C1-B5B2-37AA-9578-E881F1A6861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5380111" y="5598642"/>
                  <a:ext cx="1674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4DDBA63-CEB7-E3DC-DB3F-172424B60ABF}"/>
                    </a:ext>
                  </a:extLst>
                </p14:cNvPr>
                <p14:cNvContentPartPr/>
                <p14:nvPr/>
              </p14:nvContentPartPr>
              <p14:xfrm>
                <a:off x="5652631" y="5500362"/>
                <a:ext cx="273960" cy="280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4DDBA63-CEB7-E3DC-DB3F-172424B60AB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634991" y="5482722"/>
                  <a:ext cx="3096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0273B7B-79D5-D96E-7A97-C3A0D3222C9C}"/>
                    </a:ext>
                  </a:extLst>
                </p14:cNvPr>
                <p14:cNvContentPartPr/>
                <p14:nvPr/>
              </p14:nvContentPartPr>
              <p14:xfrm>
                <a:off x="5912191" y="5418642"/>
                <a:ext cx="111960" cy="49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0273B7B-79D5-D96E-7A97-C3A0D3222C9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894551" y="5400642"/>
                  <a:ext cx="147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64D16F0-85AF-6889-4470-619BD6C1577E}"/>
                    </a:ext>
                  </a:extLst>
                </p14:cNvPr>
                <p14:cNvContentPartPr/>
                <p14:nvPr/>
              </p14:nvContentPartPr>
              <p14:xfrm>
                <a:off x="5897071" y="5469402"/>
                <a:ext cx="249480" cy="2602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64D16F0-85AF-6889-4470-619BD6C1577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879071" y="5451402"/>
                  <a:ext cx="2851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EA09064-A9A5-B7D0-C200-D41A9C156BE3}"/>
                    </a:ext>
                  </a:extLst>
                </p14:cNvPr>
                <p14:cNvContentPartPr/>
                <p14:nvPr/>
              </p14:nvContentPartPr>
              <p14:xfrm>
                <a:off x="5902831" y="5570922"/>
                <a:ext cx="147240" cy="673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EA09064-A9A5-B7D0-C200-D41A9C156BE3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885191" y="5553282"/>
                  <a:ext cx="182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910A0B88-8CE8-0918-21B2-E3BCFA73547F}"/>
                    </a:ext>
                  </a:extLst>
                </p14:cNvPr>
                <p14:cNvContentPartPr/>
                <p14:nvPr/>
              </p14:nvContentPartPr>
              <p14:xfrm>
                <a:off x="5487391" y="5627082"/>
                <a:ext cx="38520" cy="178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910A0B88-8CE8-0918-21B2-E3BCFA73547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469391" y="5609082"/>
                  <a:ext cx="74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156B0CA-FF10-1B6B-0190-055D4BA9E829}"/>
                    </a:ext>
                  </a:extLst>
                </p14:cNvPr>
                <p14:cNvContentPartPr/>
                <p14:nvPr/>
              </p14:nvContentPartPr>
              <p14:xfrm>
                <a:off x="10568431" y="4367442"/>
                <a:ext cx="153000" cy="290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156B0CA-FF10-1B6B-0190-055D4BA9E82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550791" y="4349802"/>
                  <a:ext cx="1886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DB959DD-8A15-971E-ABF9-4181BB0D3AF7}"/>
                    </a:ext>
                  </a:extLst>
                </p14:cNvPr>
                <p14:cNvContentPartPr/>
                <p14:nvPr/>
              </p14:nvContentPartPr>
              <p14:xfrm>
                <a:off x="10553311" y="4618722"/>
                <a:ext cx="155880" cy="673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DB959DD-8A15-971E-ABF9-4181BB0D3AF7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535671" y="4601082"/>
                  <a:ext cx="1915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AC239E1-5843-41D9-8D7A-0DC8E427DC07}"/>
                    </a:ext>
                  </a:extLst>
                </p14:cNvPr>
                <p14:cNvContentPartPr/>
                <p14:nvPr/>
              </p14:nvContentPartPr>
              <p14:xfrm>
                <a:off x="10787671" y="4464282"/>
                <a:ext cx="180000" cy="258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AC239E1-5843-41D9-8D7A-0DC8E427DC0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770031" y="4446642"/>
                  <a:ext cx="2156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1989BC0-098D-EA7A-60B1-F4F07E434E8E}"/>
                    </a:ext>
                  </a:extLst>
                </p14:cNvPr>
                <p14:cNvContentPartPr/>
                <p14:nvPr/>
              </p14:nvContentPartPr>
              <p14:xfrm>
                <a:off x="11005831" y="4370322"/>
                <a:ext cx="425160" cy="2581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1989BC0-098D-EA7A-60B1-F4F07E434E8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988191" y="4352322"/>
                  <a:ext cx="460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4023C86-15EB-8F44-61C5-215E4E01FF99}"/>
                    </a:ext>
                  </a:extLst>
                </p14:cNvPr>
                <p14:cNvContentPartPr/>
                <p14:nvPr/>
              </p14:nvContentPartPr>
              <p14:xfrm>
                <a:off x="11401831" y="4330722"/>
                <a:ext cx="170640" cy="2581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4023C86-15EB-8F44-61C5-215E4E01FF9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1384191" y="4312722"/>
                  <a:ext cx="2062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255518E-D96E-327C-A100-9F85C4C96606}"/>
                    </a:ext>
                  </a:extLst>
                </p14:cNvPr>
                <p14:cNvContentPartPr/>
                <p14:nvPr/>
              </p14:nvContentPartPr>
              <p14:xfrm>
                <a:off x="11376631" y="4487322"/>
                <a:ext cx="70560" cy="25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255518E-D96E-327C-A100-9F85C4C9660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1358991" y="4469322"/>
                  <a:ext cx="106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CDFEA7B-74B4-DF6F-F681-74F4BB1F7B65}"/>
                    </a:ext>
                  </a:extLst>
                </p14:cNvPr>
                <p14:cNvContentPartPr/>
                <p14:nvPr/>
              </p14:nvContentPartPr>
              <p14:xfrm>
                <a:off x="10682191" y="4547442"/>
                <a:ext cx="68760" cy="1900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CDFEA7B-74B4-DF6F-F681-74F4BB1F7B6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664191" y="4529442"/>
                  <a:ext cx="104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E4F5F1C-2486-4356-8F4A-746B00E7C151}"/>
                    </a:ext>
                  </a:extLst>
                </p14:cNvPr>
                <p14:cNvContentPartPr/>
                <p14:nvPr/>
              </p14:nvContentPartPr>
              <p14:xfrm>
                <a:off x="10579591" y="4645722"/>
                <a:ext cx="27000" cy="1364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E4F5F1C-2486-4356-8F4A-746B00E7C15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561951" y="4627722"/>
                  <a:ext cx="626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63D1DEF-FB06-7B13-15EF-5F74CE76CD8C}"/>
                    </a:ext>
                  </a:extLst>
                </p14:cNvPr>
                <p14:cNvContentPartPr/>
                <p14:nvPr/>
              </p14:nvContentPartPr>
              <p14:xfrm>
                <a:off x="10226431" y="3709362"/>
                <a:ext cx="1812600" cy="14868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63D1DEF-FB06-7B13-15EF-5F74CE76CD8C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208791" y="3691362"/>
                  <a:ext cx="1848240" cy="152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702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833AE1A-0DA4-AB3E-87F8-DA0E703F128C}"/>
                  </a:ext>
                </a:extLst>
              </p14:cNvPr>
              <p14:cNvContentPartPr/>
              <p14:nvPr/>
            </p14:nvContentPartPr>
            <p14:xfrm>
              <a:off x="2381790" y="868370"/>
              <a:ext cx="7042680" cy="194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833AE1A-0DA4-AB3E-87F8-DA0E703F12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3790" y="850730"/>
                <a:ext cx="7078320" cy="23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42757450-4D14-F964-30C3-ADD4D7883323}"/>
              </a:ext>
            </a:extLst>
          </p:cNvPr>
          <p:cNvGrpSpPr/>
          <p:nvPr/>
        </p:nvGrpSpPr>
        <p:grpSpPr>
          <a:xfrm>
            <a:off x="2346510" y="400730"/>
            <a:ext cx="7156440" cy="643320"/>
            <a:chOff x="2905310" y="45130"/>
            <a:chExt cx="7156440" cy="64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C3D6F3B-8713-E0D4-04B2-15A6BBB0E044}"/>
                    </a:ext>
                  </a:extLst>
                </p14:cNvPr>
                <p14:cNvContentPartPr/>
                <p14:nvPr/>
              </p14:nvContentPartPr>
              <p14:xfrm>
                <a:off x="3056870" y="238810"/>
                <a:ext cx="231480" cy="281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C3D6F3B-8713-E0D4-04B2-15A6BBB0E0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38870" y="221170"/>
                  <a:ext cx="2671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3776682-34A3-DDAB-5B3D-7D3A8A761AE6}"/>
                    </a:ext>
                  </a:extLst>
                </p14:cNvPr>
                <p14:cNvContentPartPr/>
                <p14:nvPr/>
              </p14:nvContentPartPr>
              <p14:xfrm>
                <a:off x="3397430" y="238090"/>
                <a:ext cx="167400" cy="249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3776682-34A3-DDAB-5B3D-7D3A8A761A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79790" y="220090"/>
                  <a:ext cx="203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551C4C-1D52-674C-22E8-2E787C1B23E6}"/>
                    </a:ext>
                  </a:extLst>
                </p14:cNvPr>
                <p14:cNvContentPartPr/>
                <p14:nvPr/>
              </p14:nvContentPartPr>
              <p14:xfrm>
                <a:off x="3663470" y="209290"/>
                <a:ext cx="148680" cy="48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5551C4C-1D52-674C-22E8-2E787C1B23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45830" y="191650"/>
                  <a:ext cx="184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B002E41-5BF5-07DB-3E9E-2068759FB5E3}"/>
                    </a:ext>
                  </a:extLst>
                </p14:cNvPr>
                <p14:cNvContentPartPr/>
                <p14:nvPr/>
              </p14:nvContentPartPr>
              <p14:xfrm>
                <a:off x="3654830" y="267250"/>
                <a:ext cx="183960" cy="196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B002E41-5BF5-07DB-3E9E-2068759FB5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37190" y="249610"/>
                  <a:ext cx="219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E7783B4-FB4F-9110-348D-AE81281B0267}"/>
                    </a:ext>
                  </a:extLst>
                </p14:cNvPr>
                <p14:cNvContentPartPr/>
                <p14:nvPr/>
              </p14:nvContentPartPr>
              <p14:xfrm>
                <a:off x="3671750" y="329890"/>
                <a:ext cx="102600" cy="20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E7783B4-FB4F-9110-348D-AE81281B02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54110" y="312250"/>
                  <a:ext cx="138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660F230-891D-2060-03A6-866A25E82E90}"/>
                    </a:ext>
                  </a:extLst>
                </p14:cNvPr>
                <p14:cNvContentPartPr/>
                <p14:nvPr/>
              </p14:nvContentPartPr>
              <p14:xfrm>
                <a:off x="3922310" y="263290"/>
                <a:ext cx="60120" cy="221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660F230-891D-2060-03A6-866A25E82E9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04310" y="245290"/>
                  <a:ext cx="95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B9566B1-7E86-C6EE-3415-50300C232D1C}"/>
                    </a:ext>
                  </a:extLst>
                </p14:cNvPr>
                <p14:cNvContentPartPr/>
                <p14:nvPr/>
              </p14:nvContentPartPr>
              <p14:xfrm>
                <a:off x="3942830" y="234130"/>
                <a:ext cx="258840" cy="229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B9566B1-7E86-C6EE-3415-50300C232D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25190" y="216490"/>
                  <a:ext cx="294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65CA16-2DBB-4F0E-5A6C-E6F802137FAD}"/>
                    </a:ext>
                  </a:extLst>
                </p14:cNvPr>
                <p14:cNvContentPartPr/>
                <p14:nvPr/>
              </p14:nvContentPartPr>
              <p14:xfrm>
                <a:off x="4577150" y="231970"/>
                <a:ext cx="171360" cy="199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65CA16-2DBB-4F0E-5A6C-E6F802137F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59510" y="214330"/>
                  <a:ext cx="207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E2BD5D-69E0-06CB-2910-9441D9014692}"/>
                    </a:ext>
                  </a:extLst>
                </p14:cNvPr>
                <p14:cNvContentPartPr/>
                <p14:nvPr/>
              </p14:nvContentPartPr>
              <p14:xfrm>
                <a:off x="4556990" y="194890"/>
                <a:ext cx="140040" cy="35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E2BD5D-69E0-06CB-2910-9441D90146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8990" y="176890"/>
                  <a:ext cx="1756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B53C2FB-846B-3F52-F137-725698C888F7}"/>
                    </a:ext>
                  </a:extLst>
                </p14:cNvPr>
                <p14:cNvContentPartPr/>
                <p14:nvPr/>
              </p14:nvContentPartPr>
              <p14:xfrm>
                <a:off x="4839230" y="216490"/>
                <a:ext cx="19800" cy="19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B53C2FB-846B-3F52-F137-725698C888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1590" y="198490"/>
                  <a:ext cx="554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FA027D-E0CC-FBA9-E048-24B93D75712B}"/>
                    </a:ext>
                  </a:extLst>
                </p14:cNvPr>
                <p14:cNvContentPartPr/>
                <p14:nvPr/>
              </p14:nvContentPartPr>
              <p14:xfrm>
                <a:off x="4838870" y="220090"/>
                <a:ext cx="165600" cy="192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FA027D-E0CC-FBA9-E048-24B93D75712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20870" y="202450"/>
                  <a:ext cx="201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595BBC-9385-9D4C-6662-4EED03002941}"/>
                    </a:ext>
                  </a:extLst>
                </p14:cNvPr>
                <p14:cNvContentPartPr/>
                <p14:nvPr/>
              </p14:nvContentPartPr>
              <p14:xfrm>
                <a:off x="5118950" y="230890"/>
                <a:ext cx="81000" cy="177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595BBC-9385-9D4C-6662-4EED030029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01310" y="213250"/>
                  <a:ext cx="116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12EC256-6817-5A3F-B2E0-F16C140D237A}"/>
                    </a:ext>
                  </a:extLst>
                </p14:cNvPr>
                <p14:cNvContentPartPr/>
                <p14:nvPr/>
              </p14:nvContentPartPr>
              <p14:xfrm>
                <a:off x="5072510" y="214330"/>
                <a:ext cx="164160" cy="2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12EC256-6817-5A3F-B2E0-F16C140D23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54870" y="196690"/>
                  <a:ext cx="1998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39E4224-0990-0937-05CB-A8EB0E4F55E9}"/>
                    </a:ext>
                  </a:extLst>
                </p14:cNvPr>
                <p14:cNvContentPartPr/>
                <p14:nvPr/>
              </p14:nvContentPartPr>
              <p14:xfrm>
                <a:off x="5302910" y="214330"/>
                <a:ext cx="93600" cy="1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39E4224-0990-0937-05CB-A8EB0E4F55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84910" y="196690"/>
                  <a:ext cx="129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36E6451-8133-E633-36EE-B36FC7B44089}"/>
                    </a:ext>
                  </a:extLst>
                </p14:cNvPr>
                <p14:cNvContentPartPr/>
                <p14:nvPr/>
              </p14:nvContentPartPr>
              <p14:xfrm>
                <a:off x="5296790" y="232330"/>
                <a:ext cx="161280" cy="152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36E6451-8133-E633-36EE-B36FC7B440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79150" y="214690"/>
                  <a:ext cx="1969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E51238-BE3F-BE3E-A603-AD1A45349DE9}"/>
                    </a:ext>
                  </a:extLst>
                </p14:cNvPr>
                <p14:cNvContentPartPr/>
                <p14:nvPr/>
              </p14:nvContentPartPr>
              <p14:xfrm>
                <a:off x="5322710" y="265090"/>
                <a:ext cx="69840" cy="37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E51238-BE3F-BE3E-A603-AD1A45349DE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05070" y="247450"/>
                  <a:ext cx="105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432EFF8-727A-3180-7B21-D0B88803323C}"/>
                    </a:ext>
                  </a:extLst>
                </p14:cNvPr>
                <p14:cNvContentPartPr/>
                <p14:nvPr/>
              </p14:nvContentPartPr>
              <p14:xfrm>
                <a:off x="5517110" y="199930"/>
                <a:ext cx="67320" cy="194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432EFF8-727A-3180-7B21-D0B8880332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99470" y="181930"/>
                  <a:ext cx="1029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0D1B7F-D006-0494-5AAE-C3D1BE0FF2B5}"/>
                    </a:ext>
                  </a:extLst>
                </p14:cNvPr>
                <p14:cNvContentPartPr/>
                <p14:nvPr/>
              </p14:nvContentPartPr>
              <p14:xfrm>
                <a:off x="5519630" y="204970"/>
                <a:ext cx="232560" cy="158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0D1B7F-D006-0494-5AAE-C3D1BE0FF2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01990" y="187330"/>
                  <a:ext cx="268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14B2C4-4A6D-51D6-5058-8AC048A814EC}"/>
                    </a:ext>
                  </a:extLst>
                </p14:cNvPr>
                <p14:cNvContentPartPr/>
                <p14:nvPr/>
              </p14:nvContentPartPr>
              <p14:xfrm>
                <a:off x="5791790" y="227650"/>
                <a:ext cx="48240" cy="157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14B2C4-4A6D-51D6-5058-8AC048A814E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74150" y="209650"/>
                  <a:ext cx="83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59E22E-305A-958A-DC7E-A7E263C67AC2}"/>
                    </a:ext>
                  </a:extLst>
                </p14:cNvPr>
                <p14:cNvContentPartPr/>
                <p14:nvPr/>
              </p14:nvContentPartPr>
              <p14:xfrm>
                <a:off x="5765150" y="208570"/>
                <a:ext cx="151200" cy="44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59E22E-305A-958A-DC7E-A7E263C67AC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47510" y="190570"/>
                  <a:ext cx="1868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44D4107-13D7-08F4-99D5-0D7894354009}"/>
                    </a:ext>
                  </a:extLst>
                </p14:cNvPr>
                <p14:cNvContentPartPr/>
                <p14:nvPr/>
              </p14:nvContentPartPr>
              <p14:xfrm>
                <a:off x="5802590" y="261130"/>
                <a:ext cx="106920" cy="1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44D4107-13D7-08F4-99D5-0D78943540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84590" y="243130"/>
                  <a:ext cx="142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E4DCE4-9C4D-57EB-B713-9CB47827F509}"/>
                    </a:ext>
                  </a:extLst>
                </p14:cNvPr>
                <p14:cNvContentPartPr/>
                <p14:nvPr/>
              </p14:nvContentPartPr>
              <p14:xfrm>
                <a:off x="5999150" y="169330"/>
                <a:ext cx="176760" cy="214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E4DCE4-9C4D-57EB-B713-9CB47827F50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81510" y="151690"/>
                  <a:ext cx="212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857AA8-C29D-761D-5116-82B325C16823}"/>
                    </a:ext>
                  </a:extLst>
                </p14:cNvPr>
                <p14:cNvContentPartPr/>
                <p14:nvPr/>
              </p14:nvContentPartPr>
              <p14:xfrm>
                <a:off x="6189590" y="185530"/>
                <a:ext cx="210240" cy="184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857AA8-C29D-761D-5116-82B325C1682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71950" y="167530"/>
                  <a:ext cx="245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1F8473-4232-86D3-AC4B-C1FC4B62E0A8}"/>
                    </a:ext>
                  </a:extLst>
                </p14:cNvPr>
                <p14:cNvContentPartPr/>
                <p14:nvPr/>
              </p14:nvContentPartPr>
              <p14:xfrm>
                <a:off x="6434750" y="159970"/>
                <a:ext cx="132840" cy="43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1F8473-4232-86D3-AC4B-C1FC4B62E0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16750" y="142330"/>
                  <a:ext cx="168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BA6A94-0E29-CCD9-08ED-4F6BC9A755CF}"/>
                    </a:ext>
                  </a:extLst>
                </p14:cNvPr>
                <p14:cNvContentPartPr/>
                <p14:nvPr/>
              </p14:nvContentPartPr>
              <p14:xfrm>
                <a:off x="6426110" y="204970"/>
                <a:ext cx="214560" cy="159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BA6A94-0E29-CCD9-08ED-4F6BC9A755C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08470" y="186970"/>
                  <a:ext cx="250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F7C9BB-A2C8-8064-B5DE-151E8185B5B1}"/>
                    </a:ext>
                  </a:extLst>
                </p14:cNvPr>
                <p14:cNvContentPartPr/>
                <p14:nvPr/>
              </p14:nvContentPartPr>
              <p14:xfrm>
                <a:off x="6462470" y="249610"/>
                <a:ext cx="117360" cy="27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F7C9BB-A2C8-8064-B5DE-151E8185B5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44470" y="231610"/>
                  <a:ext cx="153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1AD1736-0AB5-3A34-6047-60C5E4AA7DDD}"/>
                    </a:ext>
                  </a:extLst>
                </p14:cNvPr>
                <p14:cNvContentPartPr/>
                <p14:nvPr/>
              </p14:nvContentPartPr>
              <p14:xfrm>
                <a:off x="6801950" y="155650"/>
                <a:ext cx="181440" cy="326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1AD1736-0AB5-3A34-6047-60C5E4AA7D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83950" y="137650"/>
                  <a:ext cx="2170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2A53645-9A16-4A83-B99E-6D0B1C940560}"/>
                    </a:ext>
                  </a:extLst>
                </p14:cNvPr>
                <p14:cNvContentPartPr/>
                <p14:nvPr/>
              </p14:nvContentPartPr>
              <p14:xfrm>
                <a:off x="7098590" y="161410"/>
                <a:ext cx="149400" cy="35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2A53645-9A16-4A83-B99E-6D0B1C94056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80590" y="143770"/>
                  <a:ext cx="185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01FDC3F-F229-6DAB-5281-0B4E0BCA4104}"/>
                    </a:ext>
                  </a:extLst>
                </p14:cNvPr>
                <p14:cNvContentPartPr/>
                <p14:nvPr/>
              </p14:nvContentPartPr>
              <p14:xfrm>
                <a:off x="7110110" y="199210"/>
                <a:ext cx="155880" cy="189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01FDC3F-F229-6DAB-5281-0B4E0BCA41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92470" y="181570"/>
                  <a:ext cx="191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75EFE07-C87B-076F-350F-9D5592BA4BD4}"/>
                    </a:ext>
                  </a:extLst>
                </p14:cNvPr>
                <p14:cNvContentPartPr/>
                <p14:nvPr/>
              </p14:nvContentPartPr>
              <p14:xfrm>
                <a:off x="7117310" y="266170"/>
                <a:ext cx="101160" cy="32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75EFE07-C87B-076F-350F-9D5592BA4BD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099670" y="248170"/>
                  <a:ext cx="136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8B44679-55AE-AF02-0C51-C6D41F534C54}"/>
                    </a:ext>
                  </a:extLst>
                </p14:cNvPr>
                <p14:cNvContentPartPr/>
                <p14:nvPr/>
              </p14:nvContentPartPr>
              <p14:xfrm>
                <a:off x="7381190" y="167530"/>
                <a:ext cx="154440" cy="202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8B44679-55AE-AF02-0C51-C6D41F534C5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63190" y="149890"/>
                  <a:ext cx="190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F9F5C1E-FD87-2525-28E3-1D0299B2BA32}"/>
                    </a:ext>
                  </a:extLst>
                </p14:cNvPr>
                <p14:cNvContentPartPr/>
                <p14:nvPr/>
              </p14:nvContentPartPr>
              <p14:xfrm>
                <a:off x="7370750" y="173290"/>
                <a:ext cx="221400" cy="163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F9F5C1E-FD87-2525-28E3-1D0299B2BA3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52750" y="155650"/>
                  <a:ext cx="257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D0559AF-4CD7-5056-5AD5-027758F4D4C8}"/>
                    </a:ext>
                  </a:extLst>
                </p14:cNvPr>
                <p14:cNvContentPartPr/>
                <p14:nvPr/>
              </p14:nvContentPartPr>
              <p14:xfrm>
                <a:off x="7689710" y="161770"/>
                <a:ext cx="34560" cy="195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D0559AF-4CD7-5056-5AD5-027758F4D4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71710" y="143770"/>
                  <a:ext cx="70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084561B-D7BE-C2D9-D6CF-A20E9C10C8D7}"/>
                    </a:ext>
                  </a:extLst>
                </p14:cNvPr>
                <p14:cNvContentPartPr/>
                <p14:nvPr/>
              </p14:nvContentPartPr>
              <p14:xfrm>
                <a:off x="7694030" y="154210"/>
                <a:ext cx="141840" cy="10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084561B-D7BE-C2D9-D6CF-A20E9C10C8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76390" y="136570"/>
                  <a:ext cx="1774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2442B86-3F1D-8BA1-AF63-FFA0B69360DB}"/>
                    </a:ext>
                  </a:extLst>
                </p14:cNvPr>
                <p14:cNvContentPartPr/>
                <p14:nvPr/>
              </p14:nvContentPartPr>
              <p14:xfrm>
                <a:off x="7952870" y="140890"/>
                <a:ext cx="97200" cy="22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2442B86-3F1D-8BA1-AF63-FFA0B69360D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34870" y="123250"/>
                  <a:ext cx="1328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EEAEAFD-7784-8625-1889-8E1FFD48BABF}"/>
                    </a:ext>
                  </a:extLst>
                </p14:cNvPr>
                <p14:cNvContentPartPr/>
                <p14:nvPr/>
              </p14:nvContentPartPr>
              <p14:xfrm>
                <a:off x="7916870" y="184810"/>
                <a:ext cx="156240" cy="151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EEAEAFD-7784-8625-1889-8E1FFD48BA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99230" y="166810"/>
                  <a:ext cx="191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D917292-64A3-C6C8-DFD1-4D3CDD017B16}"/>
                    </a:ext>
                  </a:extLst>
                </p14:cNvPr>
                <p14:cNvContentPartPr/>
                <p14:nvPr/>
              </p14:nvContentPartPr>
              <p14:xfrm>
                <a:off x="7975910" y="238450"/>
                <a:ext cx="80280" cy="28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D917292-64A3-C6C8-DFD1-4D3CDD017B1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57910" y="220810"/>
                  <a:ext cx="115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F8C23C7-BA92-7501-BCE2-069D60C89116}"/>
                    </a:ext>
                  </a:extLst>
                </p14:cNvPr>
                <p14:cNvContentPartPr/>
                <p14:nvPr/>
              </p14:nvContentPartPr>
              <p14:xfrm>
                <a:off x="8211710" y="133330"/>
                <a:ext cx="250200" cy="1936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F8C23C7-BA92-7501-BCE2-069D60C891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94070" y="115690"/>
                  <a:ext cx="285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A793D42-66D3-2E71-6C1C-A04727573B5D}"/>
                    </a:ext>
                  </a:extLst>
                </p14:cNvPr>
                <p14:cNvContentPartPr/>
                <p14:nvPr/>
              </p14:nvContentPartPr>
              <p14:xfrm>
                <a:off x="8502590" y="125050"/>
                <a:ext cx="80640" cy="197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793D42-66D3-2E71-6C1C-A04727573B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84950" y="107050"/>
                  <a:ext cx="116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BD931C6-7EED-2C0F-0B7E-8CFB1F95CC08}"/>
                    </a:ext>
                  </a:extLst>
                </p14:cNvPr>
                <p14:cNvContentPartPr/>
                <p14:nvPr/>
              </p14:nvContentPartPr>
              <p14:xfrm>
                <a:off x="8685110" y="157810"/>
                <a:ext cx="123120" cy="11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BD931C6-7EED-2C0F-0B7E-8CFB1F95CC0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67110" y="139810"/>
                  <a:ext cx="158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86B31B0-A18E-41DA-F4A3-85B9B240ED6C}"/>
                    </a:ext>
                  </a:extLst>
                </p14:cNvPr>
                <p14:cNvContentPartPr/>
                <p14:nvPr/>
              </p14:nvContentPartPr>
              <p14:xfrm>
                <a:off x="8644790" y="157810"/>
                <a:ext cx="171360" cy="182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86B31B0-A18E-41DA-F4A3-85B9B240ED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26790" y="139810"/>
                  <a:ext cx="207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8FA0852-264A-B50A-C0B7-51C8391564FA}"/>
                    </a:ext>
                  </a:extLst>
                </p14:cNvPr>
                <p14:cNvContentPartPr/>
                <p14:nvPr/>
              </p14:nvContentPartPr>
              <p14:xfrm>
                <a:off x="8682590" y="251410"/>
                <a:ext cx="96840" cy="5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8FA0852-264A-B50A-C0B7-51C8391564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64590" y="233770"/>
                  <a:ext cx="132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0B9E26-8ABF-D120-8DA1-5353789676E8}"/>
                    </a:ext>
                  </a:extLst>
                </p14:cNvPr>
                <p14:cNvContentPartPr/>
                <p14:nvPr/>
              </p14:nvContentPartPr>
              <p14:xfrm>
                <a:off x="8877350" y="125050"/>
                <a:ext cx="256680" cy="208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0B9E26-8ABF-D120-8DA1-5353789676E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859350" y="107410"/>
                  <a:ext cx="292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16C6911-1598-791B-971A-B30C4BD56DF0}"/>
                    </a:ext>
                  </a:extLst>
                </p14:cNvPr>
                <p14:cNvContentPartPr/>
                <p14:nvPr/>
              </p14:nvContentPartPr>
              <p14:xfrm>
                <a:off x="9204950" y="148450"/>
                <a:ext cx="165240" cy="170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16C6911-1598-791B-971A-B30C4BD56D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87310" y="130450"/>
                  <a:ext cx="2008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6410C1A-F3CB-E276-09DA-97EBBDA3DECB}"/>
                    </a:ext>
                  </a:extLst>
                </p14:cNvPr>
                <p14:cNvContentPartPr/>
                <p14:nvPr/>
              </p14:nvContentPartPr>
              <p14:xfrm>
                <a:off x="9481070" y="143050"/>
                <a:ext cx="136800" cy="12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6410C1A-F3CB-E276-09DA-97EBBDA3DEC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463430" y="125410"/>
                  <a:ext cx="172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7E80BE9-9CE6-A39A-86F7-0EACC2A23EAB}"/>
                    </a:ext>
                  </a:extLst>
                </p14:cNvPr>
                <p14:cNvContentPartPr/>
                <p14:nvPr/>
              </p14:nvContentPartPr>
              <p14:xfrm>
                <a:off x="9429950" y="153130"/>
                <a:ext cx="221760" cy="188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7E80BE9-9CE6-A39A-86F7-0EACC2A23E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12310" y="135490"/>
                  <a:ext cx="257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BCF36D-B78B-F36C-CACC-11F0C2E66DCB}"/>
                    </a:ext>
                  </a:extLst>
                </p14:cNvPr>
                <p14:cNvContentPartPr/>
                <p14:nvPr/>
              </p14:nvContentPartPr>
              <p14:xfrm>
                <a:off x="9482510" y="258970"/>
                <a:ext cx="71640" cy="28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BCF36D-B78B-F36C-CACC-11F0C2E66DC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64510" y="241330"/>
                  <a:ext cx="107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34AA0B6-803B-CEA1-AB76-5A3483315204}"/>
                    </a:ext>
                  </a:extLst>
                </p14:cNvPr>
                <p14:cNvContentPartPr/>
                <p14:nvPr/>
              </p14:nvContentPartPr>
              <p14:xfrm>
                <a:off x="2918990" y="45130"/>
                <a:ext cx="7142760" cy="510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34AA0B6-803B-CEA1-AB76-5A34833152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00990" y="27490"/>
                  <a:ext cx="717840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123860-475C-DA13-B299-8B43E8962596}"/>
                    </a:ext>
                  </a:extLst>
                </p14:cNvPr>
                <p14:cNvContentPartPr/>
                <p14:nvPr/>
              </p14:nvContentPartPr>
              <p14:xfrm>
                <a:off x="2905310" y="100570"/>
                <a:ext cx="43200" cy="587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123860-475C-DA13-B299-8B43E896259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87670" y="82930"/>
                  <a:ext cx="78840" cy="62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92B0340-3FBC-E0DA-005A-AFDCC5A1BC79}"/>
              </a:ext>
            </a:extLst>
          </p:cNvPr>
          <p:cNvGrpSpPr/>
          <p:nvPr/>
        </p:nvGrpSpPr>
        <p:grpSpPr>
          <a:xfrm>
            <a:off x="6189590" y="2173500"/>
            <a:ext cx="3916800" cy="2511000"/>
            <a:chOff x="5411270" y="1908490"/>
            <a:chExt cx="3916800" cy="251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4EF17CF-0652-D8F1-FFC7-5D8B52C288EA}"/>
                    </a:ext>
                  </a:extLst>
                </p14:cNvPr>
                <p14:cNvContentPartPr/>
                <p14:nvPr/>
              </p14:nvContentPartPr>
              <p14:xfrm>
                <a:off x="5813030" y="2391610"/>
                <a:ext cx="18360" cy="427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4EF17CF-0652-D8F1-FFC7-5D8B52C288E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95030" y="2373610"/>
                  <a:ext cx="5400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9F24EC8-E18A-C260-2260-D5F57DB3A1AA}"/>
                    </a:ext>
                  </a:extLst>
                </p14:cNvPr>
                <p14:cNvContentPartPr/>
                <p14:nvPr/>
              </p14:nvContentPartPr>
              <p14:xfrm>
                <a:off x="5752910" y="2425090"/>
                <a:ext cx="277200" cy="28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9F24EC8-E18A-C260-2260-D5F57DB3A1A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734910" y="2407090"/>
                  <a:ext cx="3128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520C9F-0B0C-C12F-1843-1B8AEF0F6E27}"/>
                    </a:ext>
                  </a:extLst>
                </p14:cNvPr>
                <p14:cNvContentPartPr/>
                <p14:nvPr/>
              </p14:nvContentPartPr>
              <p14:xfrm>
                <a:off x="5758670" y="2583130"/>
                <a:ext cx="170640" cy="19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520C9F-0B0C-C12F-1843-1B8AEF0F6E2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40670" y="2565490"/>
                  <a:ext cx="2062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A364085-9E97-91BE-0C09-184AAEA384E6}"/>
                    </a:ext>
                  </a:extLst>
                </p14:cNvPr>
                <p14:cNvContentPartPr/>
                <p14:nvPr/>
              </p14:nvContentPartPr>
              <p14:xfrm>
                <a:off x="6079070" y="2489170"/>
                <a:ext cx="28800" cy="244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A364085-9E97-91BE-0C09-184AAEA384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61430" y="2471530"/>
                  <a:ext cx="64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9A7DD8C-1FC6-7E9C-986E-3F5DE80A7CC3}"/>
                    </a:ext>
                  </a:extLst>
                </p14:cNvPr>
                <p14:cNvContentPartPr/>
                <p14:nvPr/>
              </p14:nvContentPartPr>
              <p14:xfrm>
                <a:off x="6257990" y="2518330"/>
                <a:ext cx="32760" cy="243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9A7DD8C-1FC6-7E9C-986E-3F5DE80A7CC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239990" y="2500690"/>
                  <a:ext cx="684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E2E3993-A453-C9FC-D7F1-0E6A36660550}"/>
                    </a:ext>
                  </a:extLst>
                </p14:cNvPr>
                <p14:cNvContentPartPr/>
                <p14:nvPr/>
              </p14:nvContentPartPr>
              <p14:xfrm>
                <a:off x="6271310" y="2471170"/>
                <a:ext cx="175680" cy="28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E2E3993-A453-C9FC-D7F1-0E6A3666055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53670" y="2453530"/>
                  <a:ext cx="2113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58496D2-F6AF-E719-8CF7-CD5B46990B99}"/>
                    </a:ext>
                  </a:extLst>
                </p14:cNvPr>
                <p14:cNvContentPartPr/>
                <p14:nvPr/>
              </p14:nvContentPartPr>
              <p14:xfrm>
                <a:off x="6728510" y="2448130"/>
                <a:ext cx="412560" cy="330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58496D2-F6AF-E719-8CF7-CD5B46990B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10510" y="2430130"/>
                  <a:ext cx="4482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A3AE13E-1AF5-B12A-C863-7927B3889896}"/>
                    </a:ext>
                  </a:extLst>
                </p14:cNvPr>
                <p14:cNvContentPartPr/>
                <p14:nvPr/>
              </p14:nvContentPartPr>
              <p14:xfrm>
                <a:off x="7201550" y="2481970"/>
                <a:ext cx="99000" cy="259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A3AE13E-1AF5-B12A-C863-7927B38898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83550" y="2463970"/>
                  <a:ext cx="1346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C2541BA-0DD7-7F83-113C-1C1D14019B87}"/>
                    </a:ext>
                  </a:extLst>
                </p14:cNvPr>
                <p14:cNvContentPartPr/>
                <p14:nvPr/>
              </p14:nvContentPartPr>
              <p14:xfrm>
                <a:off x="7411430" y="2491690"/>
                <a:ext cx="149040" cy="273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C2541BA-0DD7-7F83-113C-1C1D14019B8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93790" y="2473690"/>
                  <a:ext cx="184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66B84D3-FF52-38A3-0FBB-C9CA8B603983}"/>
                    </a:ext>
                  </a:extLst>
                </p14:cNvPr>
                <p14:cNvContentPartPr/>
                <p14:nvPr/>
              </p14:nvContentPartPr>
              <p14:xfrm>
                <a:off x="7673870" y="2444530"/>
                <a:ext cx="211680" cy="272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66B84D3-FF52-38A3-0FBB-C9CA8B60398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56230" y="2426890"/>
                  <a:ext cx="2473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634CB4-CAA0-4468-5D99-9B23E2FC23A4}"/>
                    </a:ext>
                  </a:extLst>
                </p14:cNvPr>
                <p14:cNvContentPartPr/>
                <p14:nvPr/>
              </p14:nvContentPartPr>
              <p14:xfrm>
                <a:off x="7654070" y="2584570"/>
                <a:ext cx="168120" cy="12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634CB4-CAA0-4468-5D99-9B23E2FC23A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36070" y="2566930"/>
                  <a:ext cx="203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56DBF8D-4D0D-FEB9-023A-AF867DEBE74B}"/>
                    </a:ext>
                  </a:extLst>
                </p14:cNvPr>
                <p14:cNvContentPartPr/>
                <p14:nvPr/>
              </p14:nvContentPartPr>
              <p14:xfrm>
                <a:off x="5787830" y="3076330"/>
                <a:ext cx="50400" cy="335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56DBF8D-4D0D-FEB9-023A-AF867DEBE7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770190" y="3058330"/>
                  <a:ext cx="860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9790F27-9851-75F0-C8D2-1E85E3FFC154}"/>
                    </a:ext>
                  </a:extLst>
                </p14:cNvPr>
                <p14:cNvContentPartPr/>
                <p14:nvPr/>
              </p14:nvContentPartPr>
              <p14:xfrm>
                <a:off x="5821670" y="3129970"/>
                <a:ext cx="174240" cy="240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9790F27-9851-75F0-C8D2-1E85E3FFC1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03670" y="3112330"/>
                  <a:ext cx="209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D22DB77-BD2B-3F7E-C92C-8E30E3D36290}"/>
                    </a:ext>
                  </a:extLst>
                </p14:cNvPr>
                <p14:cNvContentPartPr/>
                <p14:nvPr/>
              </p14:nvContentPartPr>
              <p14:xfrm>
                <a:off x="5831030" y="3290170"/>
                <a:ext cx="143640" cy="24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D22DB77-BD2B-3F7E-C92C-8E30E3D3629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13390" y="3272530"/>
                  <a:ext cx="179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7BEE39A-431C-8B2F-4C74-BF9C2C5AF85C}"/>
                    </a:ext>
                  </a:extLst>
                </p14:cNvPr>
                <p14:cNvContentPartPr/>
                <p14:nvPr/>
              </p14:nvContentPartPr>
              <p14:xfrm>
                <a:off x="6039110" y="3176770"/>
                <a:ext cx="64080" cy="196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7BEE39A-431C-8B2F-4C74-BF9C2C5AF85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21110" y="3158770"/>
                  <a:ext cx="997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5F8E17-73E2-ABAC-E18F-DFB91A72817E}"/>
                    </a:ext>
                  </a:extLst>
                </p14:cNvPr>
                <p14:cNvContentPartPr/>
                <p14:nvPr/>
              </p14:nvContentPartPr>
              <p14:xfrm>
                <a:off x="6032990" y="3163450"/>
                <a:ext cx="182160" cy="244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5F8E17-73E2-ABAC-E18F-DFB91A72817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15350" y="3145810"/>
                  <a:ext cx="2178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F86057E-DED7-DB05-BC37-F18AB36C4268}"/>
                    </a:ext>
                  </a:extLst>
                </p14:cNvPr>
                <p14:cNvContentPartPr/>
                <p14:nvPr/>
              </p14:nvContentPartPr>
              <p14:xfrm>
                <a:off x="6303350" y="3175690"/>
                <a:ext cx="229680" cy="258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F86057E-DED7-DB05-BC37-F18AB36C426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85350" y="3157690"/>
                  <a:ext cx="2653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BC1DC7-C912-D33D-AF62-5BC2FF63D312}"/>
                    </a:ext>
                  </a:extLst>
                </p14:cNvPr>
                <p14:cNvContentPartPr/>
                <p14:nvPr/>
              </p14:nvContentPartPr>
              <p14:xfrm>
                <a:off x="6614390" y="3198370"/>
                <a:ext cx="49680" cy="185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BC1DC7-C912-D33D-AF62-5BC2FF63D31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96750" y="3180370"/>
                  <a:ext cx="85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82A4A98-664B-2887-FEEE-AA82AE3189DE}"/>
                    </a:ext>
                  </a:extLst>
                </p14:cNvPr>
                <p14:cNvContentPartPr/>
                <p14:nvPr/>
              </p14:nvContentPartPr>
              <p14:xfrm>
                <a:off x="6778190" y="3155170"/>
                <a:ext cx="137160" cy="240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82A4A98-664B-2887-FEEE-AA82AE3189D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60550" y="3137530"/>
                  <a:ext cx="1728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1E5F673-7C3C-D56E-CAA3-6F3F1B434B86}"/>
                    </a:ext>
                  </a:extLst>
                </p14:cNvPr>
                <p14:cNvContentPartPr/>
                <p14:nvPr/>
              </p14:nvContentPartPr>
              <p14:xfrm>
                <a:off x="7024070" y="3157330"/>
                <a:ext cx="209520" cy="229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1E5F673-7C3C-D56E-CAA3-6F3F1B434B8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06430" y="3139330"/>
                  <a:ext cx="245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8F1559E-C719-BA60-3A35-2D713C54C321}"/>
                    </a:ext>
                  </a:extLst>
                </p14:cNvPr>
                <p14:cNvContentPartPr/>
                <p14:nvPr/>
              </p14:nvContentPartPr>
              <p14:xfrm>
                <a:off x="7346270" y="3100810"/>
                <a:ext cx="338760" cy="242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8F1559E-C719-BA60-3A35-2D713C54C32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28270" y="3083170"/>
                  <a:ext cx="3744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4F6B83C-168D-468B-F7FA-7A810050A8B4}"/>
                    </a:ext>
                  </a:extLst>
                </p14:cNvPr>
                <p14:cNvContentPartPr/>
                <p14:nvPr/>
              </p14:nvContentPartPr>
              <p14:xfrm>
                <a:off x="5673350" y="3604450"/>
                <a:ext cx="164520" cy="319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4F6B83C-168D-468B-F7FA-7A810050A8B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55350" y="3586450"/>
                  <a:ext cx="20016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52781EE-8B86-BA27-F54C-6A9318D9C555}"/>
                    </a:ext>
                  </a:extLst>
                </p14:cNvPr>
                <p14:cNvContentPartPr/>
                <p14:nvPr/>
              </p14:nvContentPartPr>
              <p14:xfrm>
                <a:off x="5831390" y="3675010"/>
                <a:ext cx="18720" cy="146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52781EE-8B86-BA27-F54C-6A9318D9C55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13750" y="3657010"/>
                  <a:ext cx="543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E47F824-326A-026E-D3B3-C5550F8B7908}"/>
                    </a:ext>
                  </a:extLst>
                </p14:cNvPr>
                <p14:cNvContentPartPr/>
                <p14:nvPr/>
              </p14:nvContentPartPr>
              <p14:xfrm>
                <a:off x="5827430" y="3695530"/>
                <a:ext cx="111240" cy="148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E47F824-326A-026E-D3B3-C5550F8B790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09790" y="3677530"/>
                  <a:ext cx="1468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9B649DD-ADDD-5F8A-D93D-BB8D997F8D1C}"/>
                    </a:ext>
                  </a:extLst>
                </p14:cNvPr>
                <p14:cNvContentPartPr/>
                <p14:nvPr/>
              </p14:nvContentPartPr>
              <p14:xfrm>
                <a:off x="5993750" y="3718930"/>
                <a:ext cx="100440" cy="117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9B649DD-ADDD-5F8A-D93D-BB8D997F8D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76110" y="3701290"/>
                  <a:ext cx="136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DF900F5-38CD-4186-E81E-0AE9BDC42345}"/>
                    </a:ext>
                  </a:extLst>
                </p14:cNvPr>
                <p14:cNvContentPartPr/>
                <p14:nvPr/>
              </p14:nvContentPartPr>
              <p14:xfrm>
                <a:off x="6152870" y="3700570"/>
                <a:ext cx="98640" cy="116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DF900F5-38CD-4186-E81E-0AE9BDC4234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135230" y="3682570"/>
                  <a:ext cx="1342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36C959F-7BD8-FEED-2AC2-085F3324E78B}"/>
                    </a:ext>
                  </a:extLst>
                </p14:cNvPr>
                <p14:cNvContentPartPr/>
                <p14:nvPr/>
              </p14:nvContentPartPr>
              <p14:xfrm>
                <a:off x="6321350" y="3687970"/>
                <a:ext cx="15480" cy="130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36C959F-7BD8-FEED-2AC2-085F3324E78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03350" y="3669970"/>
                  <a:ext cx="51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C09A45A-C7E4-DB25-270A-9790D4D214E9}"/>
                    </a:ext>
                  </a:extLst>
                </p14:cNvPr>
                <p14:cNvContentPartPr/>
                <p14:nvPr/>
              </p14:nvContentPartPr>
              <p14:xfrm>
                <a:off x="6247190" y="3681490"/>
                <a:ext cx="202680" cy="1224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C09A45A-C7E4-DB25-270A-9790D4D214E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29550" y="3663850"/>
                  <a:ext cx="238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E413934-19FD-E074-6C5D-448340300B9D}"/>
                    </a:ext>
                  </a:extLst>
                </p14:cNvPr>
                <p14:cNvContentPartPr/>
                <p14:nvPr/>
              </p14:nvContentPartPr>
              <p14:xfrm>
                <a:off x="6531230" y="3748810"/>
                <a:ext cx="54000" cy="4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E413934-19FD-E074-6C5D-448340300B9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13230" y="3731170"/>
                  <a:ext cx="89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B13C12C-50BD-E445-853A-ADE87AE2BB7B}"/>
                    </a:ext>
                  </a:extLst>
                </p14:cNvPr>
                <p14:cNvContentPartPr/>
                <p14:nvPr/>
              </p14:nvContentPartPr>
              <p14:xfrm>
                <a:off x="6657230" y="3673570"/>
                <a:ext cx="131400" cy="1508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B13C12C-50BD-E445-853A-ADE87AE2BB7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39230" y="3655930"/>
                  <a:ext cx="1670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24A12CE-B23B-6975-B98E-BC8A39728B3F}"/>
                    </a:ext>
                  </a:extLst>
                </p14:cNvPr>
                <p14:cNvContentPartPr/>
                <p14:nvPr/>
              </p14:nvContentPartPr>
              <p14:xfrm>
                <a:off x="6827510" y="3677170"/>
                <a:ext cx="99720" cy="156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24A12CE-B23B-6975-B98E-BC8A39728B3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809870" y="3659530"/>
                  <a:ext cx="1353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89D1AB-BD50-3DA3-DBC5-975089AA65E4}"/>
                    </a:ext>
                  </a:extLst>
                </p14:cNvPr>
                <p14:cNvContentPartPr/>
                <p14:nvPr/>
              </p14:nvContentPartPr>
              <p14:xfrm>
                <a:off x="6981950" y="3668530"/>
                <a:ext cx="113760" cy="126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89D1AB-BD50-3DA3-DBC5-975089AA65E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64310" y="3650530"/>
                  <a:ext cx="1494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CD93CA7-4334-C1E5-995E-3E74CDA80F5A}"/>
                    </a:ext>
                  </a:extLst>
                </p14:cNvPr>
                <p14:cNvContentPartPr/>
                <p14:nvPr/>
              </p14:nvContentPartPr>
              <p14:xfrm>
                <a:off x="6999230" y="3737650"/>
                <a:ext cx="68760" cy="12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CD93CA7-4334-C1E5-995E-3E74CDA80F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981230" y="3719650"/>
                  <a:ext cx="104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E9F49F1-0823-A84E-A79E-4CB33E5D8557}"/>
                    </a:ext>
                  </a:extLst>
                </p14:cNvPr>
                <p14:cNvContentPartPr/>
                <p14:nvPr/>
              </p14:nvContentPartPr>
              <p14:xfrm>
                <a:off x="7157990" y="3670690"/>
                <a:ext cx="233280" cy="131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E9F49F1-0823-A84E-A79E-4CB33E5D855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139990" y="3653050"/>
                  <a:ext cx="268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DAEC976-5237-6192-BFB3-346EE0D1D664}"/>
                    </a:ext>
                  </a:extLst>
                </p14:cNvPr>
                <p14:cNvContentPartPr/>
                <p14:nvPr/>
              </p14:nvContentPartPr>
              <p14:xfrm>
                <a:off x="7307030" y="3636850"/>
                <a:ext cx="149040" cy="28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DAEC976-5237-6192-BFB3-346EE0D1D66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89030" y="3618850"/>
                  <a:ext cx="184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1F0AFA8-43BB-93E8-22C7-EAC35ADE29C2}"/>
                    </a:ext>
                  </a:extLst>
                </p14:cNvPr>
                <p14:cNvContentPartPr/>
                <p14:nvPr/>
              </p14:nvContentPartPr>
              <p14:xfrm>
                <a:off x="7589630" y="3635770"/>
                <a:ext cx="180000" cy="135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1F0AFA8-43BB-93E8-22C7-EAC35ADE29C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71990" y="3618130"/>
                  <a:ext cx="215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CAEA29E-E8E9-F3FE-A1D8-BCA1A8A83D44}"/>
                    </a:ext>
                  </a:extLst>
                </p14:cNvPr>
                <p14:cNvContentPartPr/>
                <p14:nvPr/>
              </p14:nvContentPartPr>
              <p14:xfrm>
                <a:off x="7814630" y="3628570"/>
                <a:ext cx="97200" cy="109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CAEA29E-E8E9-F3FE-A1D8-BCA1A8A83D4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796630" y="3610930"/>
                  <a:ext cx="1328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4C00868-845A-C0B3-8487-B5BD0584FFA7}"/>
                    </a:ext>
                  </a:extLst>
                </p14:cNvPr>
                <p14:cNvContentPartPr/>
                <p14:nvPr/>
              </p14:nvContentPartPr>
              <p14:xfrm>
                <a:off x="7998590" y="3591490"/>
                <a:ext cx="124920" cy="147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4C00868-845A-C0B3-8487-B5BD0584FFA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980590" y="3573490"/>
                  <a:ext cx="160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CD3D7F8-BA74-BD48-774A-E8B8360EC23E}"/>
                    </a:ext>
                  </a:extLst>
                </p14:cNvPr>
                <p14:cNvContentPartPr/>
                <p14:nvPr/>
              </p14:nvContentPartPr>
              <p14:xfrm>
                <a:off x="8149790" y="3623530"/>
                <a:ext cx="24480" cy="119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CD3D7F8-BA74-BD48-774A-E8B8360EC23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131790" y="3605890"/>
                  <a:ext cx="601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1E11EB6-8FCC-B175-D794-ADCD0028AA3E}"/>
                    </a:ext>
                  </a:extLst>
                </p14:cNvPr>
                <p14:cNvContentPartPr/>
                <p14:nvPr/>
              </p14:nvContentPartPr>
              <p14:xfrm>
                <a:off x="8169230" y="3578530"/>
                <a:ext cx="110160" cy="33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1E11EB6-8FCC-B175-D794-ADCD0028AA3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51230" y="3560530"/>
                  <a:ext cx="1458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D5F8982-699C-C532-ADE2-927D58064629}"/>
                    </a:ext>
                  </a:extLst>
                </p14:cNvPr>
                <p14:cNvContentPartPr/>
                <p14:nvPr/>
              </p14:nvContentPartPr>
              <p14:xfrm>
                <a:off x="8169590" y="3674290"/>
                <a:ext cx="69120" cy="7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D5F8982-699C-C532-ADE2-927D5806462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151950" y="3656650"/>
                  <a:ext cx="104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F2CC5F5-68E8-31D4-76A2-317D7258EE96}"/>
                    </a:ext>
                  </a:extLst>
                </p14:cNvPr>
                <p14:cNvContentPartPr/>
                <p14:nvPr/>
              </p14:nvContentPartPr>
              <p14:xfrm>
                <a:off x="8316830" y="3600130"/>
                <a:ext cx="105840" cy="117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F2CC5F5-68E8-31D4-76A2-317D7258EE9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99190" y="3582130"/>
                  <a:ext cx="141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9531100-EE5F-4CD3-7A85-B403C289C633}"/>
                    </a:ext>
                  </a:extLst>
                </p14:cNvPr>
                <p14:cNvContentPartPr/>
                <p14:nvPr/>
              </p14:nvContentPartPr>
              <p14:xfrm>
                <a:off x="8448950" y="3582130"/>
                <a:ext cx="89280" cy="126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9531100-EE5F-4CD3-7A85-B403C289C63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31310" y="3564490"/>
                  <a:ext cx="1249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BE41C07-B0AE-3E48-F5AA-3C07DDEBCB93}"/>
                    </a:ext>
                  </a:extLst>
                </p14:cNvPr>
                <p14:cNvContentPartPr/>
                <p14:nvPr/>
              </p14:nvContentPartPr>
              <p14:xfrm>
                <a:off x="8561270" y="3567010"/>
                <a:ext cx="261000" cy="13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BE41C07-B0AE-3E48-F5AA-3C07DDEBCB9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43630" y="3549010"/>
                  <a:ext cx="296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FA94CAF-4D14-F668-6F4E-677A83D07B35}"/>
                    </a:ext>
                  </a:extLst>
                </p14:cNvPr>
                <p14:cNvContentPartPr/>
                <p14:nvPr/>
              </p14:nvContentPartPr>
              <p14:xfrm>
                <a:off x="8863310" y="3448570"/>
                <a:ext cx="85680" cy="410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FA94CAF-4D14-F668-6F4E-677A83D07B3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45670" y="3430570"/>
                  <a:ext cx="12132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0EF29ED-F2DB-ED62-93C0-9DBF5789074B}"/>
                    </a:ext>
                  </a:extLst>
                </p14:cNvPr>
                <p14:cNvContentPartPr/>
                <p14:nvPr/>
              </p14:nvContentPartPr>
              <p14:xfrm>
                <a:off x="5411270" y="1991650"/>
                <a:ext cx="72720" cy="2361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0EF29ED-F2DB-ED62-93C0-9DBF5789074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93270" y="1973650"/>
                  <a:ext cx="108360" cy="23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01EBBBD-A13C-E385-4FAA-04BA9CD263A3}"/>
                    </a:ext>
                  </a:extLst>
                </p14:cNvPr>
                <p14:cNvContentPartPr/>
                <p14:nvPr/>
              </p14:nvContentPartPr>
              <p14:xfrm>
                <a:off x="5619710" y="1908490"/>
                <a:ext cx="3600000" cy="56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01EBBBD-A13C-E385-4FAA-04BA9CD263A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01710" y="1890490"/>
                  <a:ext cx="36356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5A41BE5-6676-F913-4A92-2B4B64C72446}"/>
                    </a:ext>
                  </a:extLst>
                </p14:cNvPr>
                <p14:cNvContentPartPr/>
                <p14:nvPr/>
              </p14:nvContentPartPr>
              <p14:xfrm>
                <a:off x="9247430" y="2112250"/>
                <a:ext cx="80640" cy="2307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5A41BE5-6676-F913-4A92-2B4B64C7244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229790" y="2094250"/>
                  <a:ext cx="116280" cy="23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2AA1A5D-D108-0829-F901-67AB47F5DB4C}"/>
                    </a:ext>
                  </a:extLst>
                </p14:cNvPr>
                <p14:cNvContentPartPr/>
                <p14:nvPr/>
              </p14:nvContentPartPr>
              <p14:xfrm>
                <a:off x="5654270" y="4228690"/>
                <a:ext cx="3344400" cy="112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2AA1A5D-D108-0829-F901-67AB47F5DB4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636630" y="4210690"/>
                  <a:ext cx="338004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BDD8E36-0C80-5A16-7DF6-57EC63149C8F}"/>
              </a:ext>
            </a:extLst>
          </p:cNvPr>
          <p:cNvGrpSpPr/>
          <p:nvPr/>
        </p:nvGrpSpPr>
        <p:grpSpPr>
          <a:xfrm>
            <a:off x="6246110" y="1681740"/>
            <a:ext cx="2256840" cy="289800"/>
            <a:chOff x="5467790" y="1416730"/>
            <a:chExt cx="2256840" cy="28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AB7F471-E686-9028-DB8F-667DE0410CC5}"/>
                    </a:ext>
                  </a:extLst>
                </p14:cNvPr>
                <p14:cNvContentPartPr/>
                <p14:nvPr/>
              </p14:nvContentPartPr>
              <p14:xfrm>
                <a:off x="5467790" y="1416730"/>
                <a:ext cx="28440" cy="289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AB7F471-E686-9028-DB8F-667DE0410CC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449790" y="1399090"/>
                  <a:ext cx="6408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6B183CC-1B33-3296-CF2E-EF35E48C5E51}"/>
                    </a:ext>
                  </a:extLst>
                </p14:cNvPr>
                <p14:cNvContentPartPr/>
                <p14:nvPr/>
              </p14:nvContentPartPr>
              <p14:xfrm>
                <a:off x="5483270" y="1445170"/>
                <a:ext cx="212400" cy="248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6B183CC-1B33-3296-CF2E-EF35E48C5E5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465270" y="1427530"/>
                  <a:ext cx="248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ADC6DB1-6F4A-6221-C2CA-E821F37930BC}"/>
                    </a:ext>
                  </a:extLst>
                </p14:cNvPr>
                <p14:cNvContentPartPr/>
                <p14:nvPr/>
              </p14:nvContentPartPr>
              <p14:xfrm>
                <a:off x="5754710" y="1474690"/>
                <a:ext cx="155880" cy="216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ADC6DB1-6F4A-6221-C2CA-E821F37930B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37070" y="1457050"/>
                  <a:ext cx="1915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DE3653D-0E11-B55E-9C04-9EEA4A1B0F9A}"/>
                    </a:ext>
                  </a:extLst>
                </p14:cNvPr>
                <p14:cNvContentPartPr/>
                <p14:nvPr/>
              </p14:nvContentPartPr>
              <p14:xfrm>
                <a:off x="5995910" y="1478650"/>
                <a:ext cx="48600" cy="217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DE3653D-0E11-B55E-9C04-9EEA4A1B0F9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977910" y="1460650"/>
                  <a:ext cx="84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B19A57E-6BF0-03DE-D385-B70F6514EEF0}"/>
                    </a:ext>
                  </a:extLst>
                </p14:cNvPr>
                <p14:cNvContentPartPr/>
                <p14:nvPr/>
              </p14:nvContentPartPr>
              <p14:xfrm>
                <a:off x="5980070" y="1474330"/>
                <a:ext cx="158040" cy="110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B19A57E-6BF0-03DE-D385-B70F6514EE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62430" y="1456330"/>
                  <a:ext cx="193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5880F6D-9DAA-DA44-4560-C12850D04750}"/>
                    </a:ext>
                  </a:extLst>
                </p14:cNvPr>
                <p14:cNvContentPartPr/>
                <p14:nvPr/>
              </p14:nvContentPartPr>
              <p14:xfrm>
                <a:off x="6384350" y="1458490"/>
                <a:ext cx="143640" cy="222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5880F6D-9DAA-DA44-4560-C12850D047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66710" y="1440850"/>
                  <a:ext cx="1792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7322E74-1050-2A7C-B6EE-B9877D2AE9E9}"/>
                    </a:ext>
                  </a:extLst>
                </p14:cNvPr>
                <p14:cNvContentPartPr/>
                <p14:nvPr/>
              </p14:nvContentPartPr>
              <p14:xfrm>
                <a:off x="6626630" y="1472530"/>
                <a:ext cx="94320" cy="194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7322E74-1050-2A7C-B6EE-B9877D2AE9E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608630" y="1454530"/>
                  <a:ext cx="1299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0DE38C2-393E-B204-C766-E8C26A75B864}"/>
                    </a:ext>
                  </a:extLst>
                </p14:cNvPr>
                <p14:cNvContentPartPr/>
                <p14:nvPr/>
              </p14:nvContentPartPr>
              <p14:xfrm>
                <a:off x="6619790" y="1498450"/>
                <a:ext cx="128880" cy="153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0DE38C2-393E-B204-C766-E8C26A75B86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02150" y="1480810"/>
                  <a:ext cx="164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8744093-0D58-174E-949B-46AF8DC03B84}"/>
                    </a:ext>
                  </a:extLst>
                </p14:cNvPr>
                <p14:cNvContentPartPr/>
                <p14:nvPr/>
              </p14:nvContentPartPr>
              <p14:xfrm>
                <a:off x="6616190" y="1548130"/>
                <a:ext cx="75600" cy="13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8744093-0D58-174E-949B-46AF8DC03B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598190" y="1530490"/>
                  <a:ext cx="111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2CEBC1C-2A8D-8002-1BD7-CFCD38C47491}"/>
                    </a:ext>
                  </a:extLst>
                </p14:cNvPr>
                <p14:cNvContentPartPr/>
                <p14:nvPr/>
              </p14:nvContentPartPr>
              <p14:xfrm>
                <a:off x="6817790" y="1477210"/>
                <a:ext cx="223200" cy="162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2CEBC1C-2A8D-8002-1BD7-CFCD38C4749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00150" y="1459570"/>
                  <a:ext cx="258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6A4D3AC-D63E-0A49-4E0F-06B4293BD156}"/>
                    </a:ext>
                  </a:extLst>
                </p14:cNvPr>
                <p14:cNvContentPartPr/>
                <p14:nvPr/>
              </p14:nvContentPartPr>
              <p14:xfrm>
                <a:off x="7048910" y="1472890"/>
                <a:ext cx="367200" cy="203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6A4D3AC-D63E-0A49-4E0F-06B4293BD15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30910" y="1454890"/>
                  <a:ext cx="402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B1276E9-9CB9-9C10-8B6C-7A2A1A5C4636}"/>
                    </a:ext>
                  </a:extLst>
                </p14:cNvPr>
                <p14:cNvContentPartPr/>
                <p14:nvPr/>
              </p14:nvContentPartPr>
              <p14:xfrm>
                <a:off x="7268510" y="1557490"/>
                <a:ext cx="136440" cy="10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B1276E9-9CB9-9C10-8B6C-7A2A1A5C463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50870" y="1539490"/>
                  <a:ext cx="1720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777D88C-827E-04F7-622F-F1F1D5D21226}"/>
                    </a:ext>
                  </a:extLst>
                </p14:cNvPr>
                <p14:cNvContentPartPr/>
                <p14:nvPr/>
              </p14:nvContentPartPr>
              <p14:xfrm>
                <a:off x="7519790" y="1452370"/>
                <a:ext cx="204840" cy="223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777D88C-827E-04F7-622F-F1F1D5D2122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502150" y="1434730"/>
                  <a:ext cx="24048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1517A23-E0AA-C92E-D4EC-84BF30A24393}"/>
              </a:ext>
            </a:extLst>
          </p:cNvPr>
          <p:cNvGrpSpPr/>
          <p:nvPr/>
        </p:nvGrpSpPr>
        <p:grpSpPr>
          <a:xfrm>
            <a:off x="4682630" y="3148020"/>
            <a:ext cx="1574640" cy="215640"/>
            <a:chOff x="3904310" y="2883010"/>
            <a:chExt cx="157464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B507F65-7C45-8C94-E648-9287BCC1D04C}"/>
                    </a:ext>
                  </a:extLst>
                </p14:cNvPr>
                <p14:cNvContentPartPr/>
                <p14:nvPr/>
              </p14:nvContentPartPr>
              <p14:xfrm>
                <a:off x="3904310" y="2984170"/>
                <a:ext cx="1475640" cy="680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B507F65-7C45-8C94-E648-9287BCC1D04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886310" y="2966170"/>
                  <a:ext cx="1511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8C5F63A-2EA2-6D23-8A91-12563AA7D770}"/>
                    </a:ext>
                  </a:extLst>
                </p14:cNvPr>
                <p14:cNvContentPartPr/>
                <p14:nvPr/>
              </p14:nvContentPartPr>
              <p14:xfrm>
                <a:off x="5099150" y="2883010"/>
                <a:ext cx="317880" cy="120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8C5F63A-2EA2-6D23-8A91-12563AA7D77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081510" y="2865010"/>
                  <a:ext cx="3535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33D2E9A-50D7-397D-5E8A-38BCC6201732}"/>
                    </a:ext>
                  </a:extLst>
                </p14:cNvPr>
                <p14:cNvContentPartPr/>
                <p14:nvPr/>
              </p14:nvContentPartPr>
              <p14:xfrm>
                <a:off x="5148110" y="2996410"/>
                <a:ext cx="330840" cy="102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33D2E9A-50D7-397D-5E8A-38BCC620173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130470" y="2978770"/>
                  <a:ext cx="36648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2BA0D0CA-7988-ED61-1A14-DD6DD2EF4A9C}"/>
              </a:ext>
            </a:extLst>
          </p:cNvPr>
          <p:cNvGrpSpPr/>
          <p:nvPr/>
        </p:nvGrpSpPr>
        <p:grpSpPr>
          <a:xfrm>
            <a:off x="4912310" y="3452940"/>
            <a:ext cx="721440" cy="174960"/>
            <a:chOff x="4133990" y="3187930"/>
            <a:chExt cx="721440" cy="17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A85960B-407D-9B4D-08B3-BC8716956E8C}"/>
                    </a:ext>
                  </a:extLst>
                </p14:cNvPr>
                <p14:cNvContentPartPr/>
                <p14:nvPr/>
              </p14:nvContentPartPr>
              <p14:xfrm>
                <a:off x="4133990" y="3189370"/>
                <a:ext cx="27360" cy="168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A85960B-407D-9B4D-08B3-BC8716956E8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115990" y="3171730"/>
                  <a:ext cx="63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C510805-5727-AAA4-BFB6-F4E2E2AFB4E1}"/>
                    </a:ext>
                  </a:extLst>
                </p14:cNvPr>
                <p14:cNvContentPartPr/>
                <p14:nvPr/>
              </p14:nvContentPartPr>
              <p14:xfrm>
                <a:off x="4170350" y="3187930"/>
                <a:ext cx="194760" cy="172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C510805-5727-AAA4-BFB6-F4E2E2AFB4E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152710" y="3170290"/>
                  <a:ext cx="2304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093FB8-865A-77CD-7039-3B373125DF03}"/>
                    </a:ext>
                  </a:extLst>
                </p14:cNvPr>
                <p14:cNvContentPartPr/>
                <p14:nvPr/>
              </p14:nvContentPartPr>
              <p14:xfrm>
                <a:off x="4416590" y="3213490"/>
                <a:ext cx="160560" cy="149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093FB8-865A-77CD-7039-3B373125DF0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398950" y="3195850"/>
                  <a:ext cx="196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286FA46-12FD-6681-C637-0A0BC50A3189}"/>
                    </a:ext>
                  </a:extLst>
                </p14:cNvPr>
                <p14:cNvContentPartPr/>
                <p14:nvPr/>
              </p14:nvContentPartPr>
              <p14:xfrm>
                <a:off x="4681910" y="3192970"/>
                <a:ext cx="173520" cy="142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286FA46-12FD-6681-C637-0A0BC50A318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664270" y="3174970"/>
                  <a:ext cx="20916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1EB1B3B-02E2-6A93-1590-39C9DCCDF28E}"/>
              </a:ext>
            </a:extLst>
          </p:cNvPr>
          <p:cNvGrpSpPr/>
          <p:nvPr/>
        </p:nvGrpSpPr>
        <p:grpSpPr>
          <a:xfrm>
            <a:off x="4875230" y="3813660"/>
            <a:ext cx="1245600" cy="178560"/>
            <a:chOff x="4096910" y="3548650"/>
            <a:chExt cx="124560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2B8AF64-E1F2-C9D0-46A8-5DD7CA768744}"/>
                    </a:ext>
                  </a:extLst>
                </p14:cNvPr>
                <p14:cNvContentPartPr/>
                <p14:nvPr/>
              </p14:nvContentPartPr>
              <p14:xfrm>
                <a:off x="4136150" y="3556930"/>
                <a:ext cx="3600" cy="170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2B8AF64-E1F2-C9D0-46A8-5DD7CA76874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118150" y="3538930"/>
                  <a:ext cx="39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249266C-C9B1-38D3-90F4-B6FA25408DFF}"/>
                    </a:ext>
                  </a:extLst>
                </p14:cNvPr>
                <p14:cNvContentPartPr/>
                <p14:nvPr/>
              </p14:nvContentPartPr>
              <p14:xfrm>
                <a:off x="4096910" y="3556930"/>
                <a:ext cx="155520" cy="113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249266C-C9B1-38D3-90F4-B6FA25408DF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79270" y="3538930"/>
                  <a:ext cx="191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A6FCA4B-0E98-DE4C-DF43-3E2A16BCD0D5}"/>
                    </a:ext>
                  </a:extLst>
                </p14:cNvPr>
                <p14:cNvContentPartPr/>
                <p14:nvPr/>
              </p14:nvContentPartPr>
              <p14:xfrm>
                <a:off x="4310390" y="3565570"/>
                <a:ext cx="165600" cy="135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A6FCA4B-0E98-DE4C-DF43-3E2A16BCD0D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92390" y="3547570"/>
                  <a:ext cx="201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4254D43-29FB-D562-083F-B0C81496578D}"/>
                    </a:ext>
                  </a:extLst>
                </p14:cNvPr>
                <p14:cNvContentPartPr/>
                <p14:nvPr/>
              </p14:nvContentPartPr>
              <p14:xfrm>
                <a:off x="4488230" y="3588250"/>
                <a:ext cx="123480" cy="1000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4254D43-29FB-D562-083F-B0C81496578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70590" y="3570610"/>
                  <a:ext cx="1591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A9226B4-905D-5C56-3D17-B1F847F6671C}"/>
                    </a:ext>
                  </a:extLst>
                </p14:cNvPr>
                <p14:cNvContentPartPr/>
                <p14:nvPr/>
              </p14:nvContentPartPr>
              <p14:xfrm>
                <a:off x="4666430" y="3578890"/>
                <a:ext cx="29880" cy="109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A9226B4-905D-5C56-3D17-B1F847F6671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648790" y="3561250"/>
                  <a:ext cx="65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CDD670D-C576-CBF4-3FC3-6BBBD631A8C1}"/>
                    </a:ext>
                  </a:extLst>
                </p14:cNvPr>
                <p14:cNvContentPartPr/>
                <p14:nvPr/>
              </p14:nvContentPartPr>
              <p14:xfrm>
                <a:off x="4595870" y="3548650"/>
                <a:ext cx="285840" cy="153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CDD670D-C576-CBF4-3FC3-6BBBD631A8C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577870" y="3531010"/>
                  <a:ext cx="321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5618774-9966-4F2B-3465-400D92ADD8C3}"/>
                    </a:ext>
                  </a:extLst>
                </p14:cNvPr>
                <p14:cNvContentPartPr/>
                <p14:nvPr/>
              </p14:nvContentPartPr>
              <p14:xfrm>
                <a:off x="4932110" y="3565210"/>
                <a:ext cx="133920" cy="117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5618774-9966-4F2B-3465-400D92ADD8C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914470" y="3547570"/>
                  <a:ext cx="169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6E07AEC-2F74-BED1-E7A4-983731503563}"/>
                    </a:ext>
                  </a:extLst>
                </p14:cNvPr>
                <p14:cNvContentPartPr/>
                <p14:nvPr/>
              </p14:nvContentPartPr>
              <p14:xfrm>
                <a:off x="5066390" y="3576730"/>
                <a:ext cx="122400" cy="97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6E07AEC-2F74-BED1-E7A4-98373150356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48390" y="3559090"/>
                  <a:ext cx="158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995B9E2-309A-A9C1-51B4-0CCA66DCA2AB}"/>
                    </a:ext>
                  </a:extLst>
                </p14:cNvPr>
                <p14:cNvContentPartPr/>
                <p14:nvPr/>
              </p14:nvContentPartPr>
              <p14:xfrm>
                <a:off x="5225510" y="3554770"/>
                <a:ext cx="117000" cy="132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995B9E2-309A-A9C1-51B4-0CCA66DCA2A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07870" y="3537130"/>
                  <a:ext cx="15264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4E5AF51-7C55-0E74-7836-7CDF5D8D4F4D}"/>
              </a:ext>
            </a:extLst>
          </p:cNvPr>
          <p:cNvGrpSpPr/>
          <p:nvPr/>
        </p:nvGrpSpPr>
        <p:grpSpPr>
          <a:xfrm>
            <a:off x="1681670" y="1610100"/>
            <a:ext cx="2761920" cy="4000680"/>
            <a:chOff x="903350" y="1345090"/>
            <a:chExt cx="2761920" cy="40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1F6D4C9-9381-41D9-E621-AD9B2246AA0A}"/>
                    </a:ext>
                  </a:extLst>
                </p14:cNvPr>
                <p14:cNvContentPartPr/>
                <p14:nvPr/>
              </p14:nvContentPartPr>
              <p14:xfrm>
                <a:off x="1471430" y="1567930"/>
                <a:ext cx="29160" cy="224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1F6D4C9-9381-41D9-E621-AD9B2246AA0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53430" y="1549930"/>
                  <a:ext cx="64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000448B-8432-61EE-CFBD-745CDD8551AD}"/>
                    </a:ext>
                  </a:extLst>
                </p14:cNvPr>
                <p14:cNvContentPartPr/>
                <p14:nvPr/>
              </p14:nvContentPartPr>
              <p14:xfrm>
                <a:off x="1500230" y="1593130"/>
                <a:ext cx="126000" cy="192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000448B-8432-61EE-CFBD-745CDD8551A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482230" y="1575490"/>
                  <a:ext cx="1616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FE0380A-D5E6-6BE6-F488-4788DEAA78C4}"/>
                    </a:ext>
                  </a:extLst>
                </p14:cNvPr>
                <p14:cNvContentPartPr/>
                <p14:nvPr/>
              </p14:nvContentPartPr>
              <p14:xfrm>
                <a:off x="1460270" y="1742170"/>
                <a:ext cx="130320" cy="6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FE0380A-D5E6-6BE6-F488-4788DEAA78C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442270" y="1724170"/>
                  <a:ext cx="165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998FE82-7C25-5378-4601-388EBC0B5E27}"/>
                    </a:ext>
                  </a:extLst>
                </p14:cNvPr>
                <p14:cNvContentPartPr/>
                <p14:nvPr/>
              </p14:nvContentPartPr>
              <p14:xfrm>
                <a:off x="1707230" y="1581250"/>
                <a:ext cx="11880" cy="219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998FE82-7C25-5378-4601-388EBC0B5E2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689230" y="1563250"/>
                  <a:ext cx="47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763A6EF-A3BB-635A-8A79-3F4337381595}"/>
                    </a:ext>
                  </a:extLst>
                </p14:cNvPr>
                <p14:cNvContentPartPr/>
                <p14:nvPr/>
              </p14:nvContentPartPr>
              <p14:xfrm>
                <a:off x="1698230" y="1610410"/>
                <a:ext cx="158760" cy="176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763A6EF-A3BB-635A-8A79-3F433738159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680230" y="1592770"/>
                  <a:ext cx="194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CDBC7EE-8CAC-67D1-166D-60B5FE7FD13C}"/>
                    </a:ext>
                  </a:extLst>
                </p14:cNvPr>
                <p14:cNvContentPartPr/>
                <p14:nvPr/>
              </p14:nvContentPartPr>
              <p14:xfrm>
                <a:off x="1941590" y="1556410"/>
                <a:ext cx="160200" cy="2728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CDBC7EE-8CAC-67D1-166D-60B5FE7FD13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23590" y="1538770"/>
                  <a:ext cx="19584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2C9B36C-1416-6593-3982-2F80BAF2FFF5}"/>
                    </a:ext>
                  </a:extLst>
                </p14:cNvPr>
                <p14:cNvContentPartPr/>
                <p14:nvPr/>
              </p14:nvContentPartPr>
              <p14:xfrm>
                <a:off x="1574390" y="1965370"/>
                <a:ext cx="147240" cy="2228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2C9B36C-1416-6593-3982-2F80BAF2FFF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556390" y="1947370"/>
                  <a:ext cx="182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30AB166-D219-3A55-4A79-69CA87A0D183}"/>
                    </a:ext>
                  </a:extLst>
                </p14:cNvPr>
                <p14:cNvContentPartPr/>
                <p14:nvPr/>
              </p14:nvContentPartPr>
              <p14:xfrm>
                <a:off x="1798670" y="1984090"/>
                <a:ext cx="37080" cy="188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30AB166-D219-3A55-4A79-69CA87A0D18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780670" y="1966090"/>
                  <a:ext cx="72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CBEADC2-7C06-6554-1854-73017D325565}"/>
                    </a:ext>
                  </a:extLst>
                </p14:cNvPr>
                <p14:cNvContentPartPr/>
                <p14:nvPr/>
              </p14:nvContentPartPr>
              <p14:xfrm>
                <a:off x="1812710" y="2070130"/>
                <a:ext cx="79200" cy="38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CBEADC2-7C06-6554-1854-73017D32556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794710" y="2052130"/>
                  <a:ext cx="114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8DFD1F6-1F39-5AD3-E045-CB6D5176610B}"/>
                    </a:ext>
                  </a:extLst>
                </p14:cNvPr>
                <p14:cNvContentPartPr/>
                <p14:nvPr/>
              </p14:nvContentPartPr>
              <p14:xfrm>
                <a:off x="1904870" y="1990210"/>
                <a:ext cx="17640" cy="161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8DFD1F6-1F39-5AD3-E045-CB6D5176610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887230" y="1972210"/>
                  <a:ext cx="53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E04AE46-6616-8E5F-3DCA-6E66E5D16234}"/>
                    </a:ext>
                  </a:extLst>
                </p14:cNvPr>
                <p14:cNvContentPartPr/>
                <p14:nvPr/>
              </p14:nvContentPartPr>
              <p14:xfrm>
                <a:off x="2034110" y="1985170"/>
                <a:ext cx="146520" cy="187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E04AE46-6616-8E5F-3DCA-6E66E5D1623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016110" y="1967170"/>
                  <a:ext cx="182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3FCEABF-4054-8B21-9ED3-127DB39D8E43}"/>
                    </a:ext>
                  </a:extLst>
                </p14:cNvPr>
                <p14:cNvContentPartPr/>
                <p14:nvPr/>
              </p14:nvContentPartPr>
              <p14:xfrm>
                <a:off x="2031950" y="2093170"/>
                <a:ext cx="74160" cy="10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3FCEABF-4054-8B21-9ED3-127DB39D8E4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014310" y="2075170"/>
                  <a:ext cx="109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20820AE-1B36-3D0F-46A2-81877AFB1A41}"/>
                    </a:ext>
                  </a:extLst>
                </p14:cNvPr>
                <p14:cNvContentPartPr/>
                <p14:nvPr/>
              </p14:nvContentPartPr>
              <p14:xfrm>
                <a:off x="2315630" y="1959970"/>
                <a:ext cx="22680" cy="169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20820AE-1B36-3D0F-46A2-81877AFB1A4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297990" y="1942330"/>
                  <a:ext cx="58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5BDEB5C-23A1-7FE4-A219-6B2C81F89FAF}"/>
                    </a:ext>
                  </a:extLst>
                </p14:cNvPr>
                <p14:cNvContentPartPr/>
                <p14:nvPr/>
              </p14:nvContentPartPr>
              <p14:xfrm>
                <a:off x="2177750" y="1972930"/>
                <a:ext cx="284760" cy="345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5BDEB5C-23A1-7FE4-A219-6B2C81F89FA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160110" y="1955290"/>
                  <a:ext cx="3204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B3C39E4-885C-41D1-532C-46497BBEB614}"/>
                    </a:ext>
                  </a:extLst>
                </p14:cNvPr>
                <p14:cNvContentPartPr/>
                <p14:nvPr/>
              </p14:nvContentPartPr>
              <p14:xfrm>
                <a:off x="2618750" y="1905610"/>
                <a:ext cx="212760" cy="203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B3C39E4-885C-41D1-532C-46497BBEB61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600750" y="1887970"/>
                  <a:ext cx="2484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2E1DF80-C9E5-4F2F-1275-98913BFFE727}"/>
                    </a:ext>
                  </a:extLst>
                </p14:cNvPr>
                <p14:cNvContentPartPr/>
                <p14:nvPr/>
              </p14:nvContentPartPr>
              <p14:xfrm>
                <a:off x="2632070" y="2031610"/>
                <a:ext cx="132840" cy="10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2E1DF80-C9E5-4F2F-1275-98913BFFE72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614070" y="2013970"/>
                  <a:ext cx="168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F112C5B-80BF-CB4E-7552-8EF3BD40D6F3}"/>
                    </a:ext>
                  </a:extLst>
                </p14:cNvPr>
                <p14:cNvContentPartPr/>
                <p14:nvPr/>
              </p14:nvContentPartPr>
              <p14:xfrm>
                <a:off x="2840510" y="1943050"/>
                <a:ext cx="37440" cy="153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F112C5B-80BF-CB4E-7552-8EF3BD40D6F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822870" y="1925050"/>
                  <a:ext cx="730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C199C13-6E84-ACF2-4495-2E6FE07FD0AD}"/>
                    </a:ext>
                  </a:extLst>
                </p14:cNvPr>
                <p14:cNvContentPartPr/>
                <p14:nvPr/>
              </p14:nvContentPartPr>
              <p14:xfrm>
                <a:off x="2818550" y="1929010"/>
                <a:ext cx="103680" cy="781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C199C13-6E84-ACF2-4495-2E6FE07FD0A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800910" y="1911010"/>
                  <a:ext cx="1393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642D9A7-FFD7-9EFE-9942-692E1B2303A1}"/>
                    </a:ext>
                  </a:extLst>
                </p14:cNvPr>
                <p14:cNvContentPartPr/>
                <p14:nvPr/>
              </p14:nvContentPartPr>
              <p14:xfrm>
                <a:off x="2985950" y="1905970"/>
                <a:ext cx="109800" cy="173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642D9A7-FFD7-9EFE-9942-692E1B2303A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68310" y="1887970"/>
                  <a:ext cx="145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F9BB7AB-1FBE-36D7-C291-74493B891CD8}"/>
                    </a:ext>
                  </a:extLst>
                </p14:cNvPr>
                <p14:cNvContentPartPr/>
                <p14:nvPr/>
              </p14:nvContentPartPr>
              <p14:xfrm>
                <a:off x="1545590" y="2370010"/>
                <a:ext cx="131760" cy="130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F9BB7AB-1FBE-36D7-C291-74493B891CD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527950" y="2352370"/>
                  <a:ext cx="1674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CB38AF7-4FC2-1CFF-FEEA-26E4D854D111}"/>
                    </a:ext>
                  </a:extLst>
                </p14:cNvPr>
                <p14:cNvContentPartPr/>
                <p14:nvPr/>
              </p14:nvContentPartPr>
              <p14:xfrm>
                <a:off x="1720190" y="2401330"/>
                <a:ext cx="85320" cy="74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CB38AF7-4FC2-1CFF-FEEA-26E4D854D11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02190" y="2383690"/>
                  <a:ext cx="120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09B5E83-B41A-5FF8-2EEE-86708CFBCFCF}"/>
                    </a:ext>
                  </a:extLst>
                </p14:cNvPr>
                <p14:cNvContentPartPr/>
                <p14:nvPr/>
              </p14:nvContentPartPr>
              <p14:xfrm>
                <a:off x="1864910" y="2386210"/>
                <a:ext cx="16920" cy="100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09B5E83-B41A-5FF8-2EEE-86708CFBCFC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846910" y="2368570"/>
                  <a:ext cx="52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F6D2832-BFD4-211D-4FE4-7EB5CCFEF919}"/>
                    </a:ext>
                  </a:extLst>
                </p14:cNvPr>
                <p14:cNvContentPartPr/>
                <p14:nvPr/>
              </p14:nvContentPartPr>
              <p14:xfrm>
                <a:off x="1866350" y="2359570"/>
                <a:ext cx="59040" cy="640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F6D2832-BFD4-211D-4FE4-7EB5CCFEF91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48350" y="2341930"/>
                  <a:ext cx="946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84FF70C-268A-1BAE-9204-40764B24EBD8}"/>
                    </a:ext>
                  </a:extLst>
                </p14:cNvPr>
                <p14:cNvContentPartPr/>
                <p14:nvPr/>
              </p14:nvContentPartPr>
              <p14:xfrm>
                <a:off x="1956710" y="2391970"/>
                <a:ext cx="90360" cy="918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84FF70C-268A-1BAE-9204-40764B24EBD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39070" y="2374330"/>
                  <a:ext cx="126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4FDD09E-5496-8AE7-640C-41E5F3B48492}"/>
                    </a:ext>
                  </a:extLst>
                </p14:cNvPr>
                <p14:cNvContentPartPr/>
                <p14:nvPr/>
              </p14:nvContentPartPr>
              <p14:xfrm>
                <a:off x="2102510" y="2356690"/>
                <a:ext cx="129600" cy="128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4FDD09E-5496-8AE7-640C-41E5F3B4849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084870" y="2338690"/>
                  <a:ext cx="165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289D1AC-D127-339C-53CB-65418EC0AB8B}"/>
                    </a:ext>
                  </a:extLst>
                </p14:cNvPr>
                <p14:cNvContentPartPr/>
                <p14:nvPr/>
              </p14:nvContentPartPr>
              <p14:xfrm>
                <a:off x="2292230" y="2370370"/>
                <a:ext cx="38880" cy="115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289D1AC-D127-339C-53CB-65418EC0AB8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274590" y="2352370"/>
                  <a:ext cx="74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4EBCCA7-CDBD-0048-6114-1600F949F0A0}"/>
                    </a:ext>
                  </a:extLst>
                </p14:cNvPr>
                <p14:cNvContentPartPr/>
                <p14:nvPr/>
              </p14:nvContentPartPr>
              <p14:xfrm>
                <a:off x="2241110" y="2336170"/>
                <a:ext cx="95760" cy="180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4EBCCA7-CDBD-0048-6114-1600F949F0A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223470" y="2318530"/>
                  <a:ext cx="131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7709EE2-7880-A88B-B70E-7238EB3A6951}"/>
                    </a:ext>
                  </a:extLst>
                </p14:cNvPr>
                <p14:cNvContentPartPr/>
                <p14:nvPr/>
              </p14:nvContentPartPr>
              <p14:xfrm>
                <a:off x="2380430" y="2325730"/>
                <a:ext cx="114840" cy="180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7709EE2-7880-A88B-B70E-7238EB3A695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362430" y="2307730"/>
                  <a:ext cx="150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3DA463B-01E5-D2EA-4909-D0FA4B31A546}"/>
                    </a:ext>
                  </a:extLst>
                </p14:cNvPr>
                <p14:cNvContentPartPr/>
                <p14:nvPr/>
              </p14:nvContentPartPr>
              <p14:xfrm>
                <a:off x="2716670" y="2286490"/>
                <a:ext cx="15840" cy="188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3DA463B-01E5-D2EA-4909-D0FA4B31A54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699030" y="2268490"/>
                  <a:ext cx="514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1A98989-13DB-9220-82E6-D27FFB46588E}"/>
                    </a:ext>
                  </a:extLst>
                </p14:cNvPr>
                <p14:cNvContentPartPr/>
                <p14:nvPr/>
              </p14:nvContentPartPr>
              <p14:xfrm>
                <a:off x="2720630" y="2277850"/>
                <a:ext cx="198000" cy="207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1A98989-13DB-9220-82E6-D27FFB4658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702990" y="2260210"/>
                  <a:ext cx="2336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AC61FE4-F2A8-67B4-36A9-8B98B5938F36}"/>
                    </a:ext>
                  </a:extLst>
                </p14:cNvPr>
                <p14:cNvContentPartPr/>
                <p14:nvPr/>
              </p14:nvContentPartPr>
              <p14:xfrm>
                <a:off x="2959670" y="2308450"/>
                <a:ext cx="126360" cy="1638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AC61FE4-F2A8-67B4-36A9-8B98B5938F3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941670" y="2290810"/>
                  <a:ext cx="1620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8A162F3-7FB7-588A-3A7A-C54A1704DDBC}"/>
                    </a:ext>
                  </a:extLst>
                </p14:cNvPr>
                <p14:cNvContentPartPr/>
                <p14:nvPr/>
              </p14:nvContentPartPr>
              <p14:xfrm>
                <a:off x="3133190" y="2278930"/>
                <a:ext cx="122040" cy="1760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8A162F3-7FB7-588A-3A7A-C54A1704DDB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115190" y="2261290"/>
                  <a:ext cx="157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E7A3042-94B4-6B31-5962-C22A414AAB0A}"/>
                    </a:ext>
                  </a:extLst>
                </p14:cNvPr>
                <p14:cNvContentPartPr/>
                <p14:nvPr/>
              </p14:nvContentPartPr>
              <p14:xfrm>
                <a:off x="949070" y="1502050"/>
                <a:ext cx="119880" cy="11890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E7A3042-94B4-6B31-5962-C22A414AAB0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31070" y="1484050"/>
                  <a:ext cx="155520" cy="12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CB3AACD5-7C20-248D-2C8B-31F7C412576C}"/>
                    </a:ext>
                  </a:extLst>
                </p14:cNvPr>
                <p14:cNvContentPartPr/>
                <p14:nvPr/>
              </p14:nvContentPartPr>
              <p14:xfrm>
                <a:off x="903350" y="1376410"/>
                <a:ext cx="2561400" cy="77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CB3AACD5-7C20-248D-2C8B-31F7C412576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5350" y="1358410"/>
                  <a:ext cx="2597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4893911-CDAB-6D38-AC1C-9C1BB9195597}"/>
                    </a:ext>
                  </a:extLst>
                </p14:cNvPr>
                <p14:cNvContentPartPr/>
                <p14:nvPr/>
              </p14:nvContentPartPr>
              <p14:xfrm>
                <a:off x="1084430" y="2706250"/>
                <a:ext cx="2349000" cy="1396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4893911-CDAB-6D38-AC1C-9C1BB919559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66790" y="2688250"/>
                  <a:ext cx="2384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BD3A293-8B02-8598-1249-7272973989D2}"/>
                    </a:ext>
                  </a:extLst>
                </p14:cNvPr>
                <p14:cNvContentPartPr/>
                <p14:nvPr/>
              </p14:nvContentPartPr>
              <p14:xfrm>
                <a:off x="3466190" y="1345090"/>
                <a:ext cx="102240" cy="33944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BD3A293-8B02-8598-1249-7272973989D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448190" y="1327090"/>
                  <a:ext cx="137880" cy="34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5BB7B8C-DE58-FA61-7A90-672794BB6DAD}"/>
                    </a:ext>
                  </a:extLst>
                </p14:cNvPr>
                <p14:cNvContentPartPr/>
                <p14:nvPr/>
              </p14:nvContentPartPr>
              <p14:xfrm>
                <a:off x="1027190" y="2558650"/>
                <a:ext cx="136440" cy="25182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5BB7B8C-DE58-FA61-7A90-672794BB6DA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09190" y="2540650"/>
                  <a:ext cx="172080" cy="255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0D04FBC-1BA8-9BE9-BAB1-E4348612D479}"/>
                    </a:ext>
                  </a:extLst>
                </p14:cNvPr>
                <p14:cNvContentPartPr/>
                <p14:nvPr/>
              </p14:nvContentPartPr>
              <p14:xfrm>
                <a:off x="1486190" y="3274330"/>
                <a:ext cx="77400" cy="59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0D04FBC-1BA8-9BE9-BAB1-E4348612D479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468550" y="3256690"/>
                  <a:ext cx="113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97008D9-BC68-A5B1-2035-ACFC91873025}"/>
                    </a:ext>
                  </a:extLst>
                </p14:cNvPr>
                <p14:cNvContentPartPr/>
                <p14:nvPr/>
              </p14:nvContentPartPr>
              <p14:xfrm>
                <a:off x="1669790" y="3215650"/>
                <a:ext cx="128880" cy="182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97008D9-BC68-A5B1-2035-ACFC9187302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652150" y="3198010"/>
                  <a:ext cx="164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8EB3912-9BCB-0B49-2CD8-3B8C03BF1E5D}"/>
                    </a:ext>
                  </a:extLst>
                </p14:cNvPr>
                <p14:cNvContentPartPr/>
                <p14:nvPr/>
              </p14:nvContentPartPr>
              <p14:xfrm>
                <a:off x="1878950" y="3196930"/>
                <a:ext cx="108360" cy="198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8EB3912-9BCB-0B49-2CD8-3B8C03BF1E5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61310" y="3179290"/>
                  <a:ext cx="144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A70DFB6-1951-3A5E-57F6-0819DB38D58C}"/>
                    </a:ext>
                  </a:extLst>
                </p14:cNvPr>
                <p14:cNvContentPartPr/>
                <p14:nvPr/>
              </p14:nvContentPartPr>
              <p14:xfrm>
                <a:off x="2051030" y="3195850"/>
                <a:ext cx="28080" cy="1810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A70DFB6-1951-3A5E-57F6-0819DB38D58C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033030" y="3177850"/>
                  <a:ext cx="637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0EC2305-0AAF-D33D-C732-5F013F14422E}"/>
                    </a:ext>
                  </a:extLst>
                </p14:cNvPr>
                <p14:cNvContentPartPr/>
                <p14:nvPr/>
              </p14:nvContentPartPr>
              <p14:xfrm>
                <a:off x="2071910" y="3199810"/>
                <a:ext cx="96840" cy="174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0EC2305-0AAF-D33D-C732-5F013F14422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053910" y="3182170"/>
                  <a:ext cx="132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EF0D588-0C2C-6970-99C3-1F2B43270000}"/>
                    </a:ext>
                  </a:extLst>
                </p14:cNvPr>
                <p14:cNvContentPartPr/>
                <p14:nvPr/>
              </p14:nvContentPartPr>
              <p14:xfrm>
                <a:off x="2070110" y="3320410"/>
                <a:ext cx="97200" cy="10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EF0D588-0C2C-6970-99C3-1F2B4327000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052110" y="3302410"/>
                  <a:ext cx="132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C82DD78-A2C4-D106-B03A-8E835BDEFEAC}"/>
                    </a:ext>
                  </a:extLst>
                </p14:cNvPr>
                <p14:cNvContentPartPr/>
                <p14:nvPr/>
              </p14:nvContentPartPr>
              <p14:xfrm>
                <a:off x="2233910" y="3221770"/>
                <a:ext cx="104400" cy="1368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C82DD78-A2C4-D106-B03A-8E835BDEFEAC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216270" y="3204130"/>
                  <a:ext cx="1400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B085C61-13F0-FC87-2946-D918156B15F6}"/>
                    </a:ext>
                  </a:extLst>
                </p14:cNvPr>
                <p14:cNvContentPartPr/>
                <p14:nvPr/>
              </p14:nvContentPartPr>
              <p14:xfrm>
                <a:off x="2426870" y="3213130"/>
                <a:ext cx="35640" cy="122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B085C61-13F0-FC87-2946-D918156B15F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08870" y="3195130"/>
                  <a:ext cx="71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DC9CA9F9-46C7-9C43-3BE5-A2BDD029FDDF}"/>
                    </a:ext>
                  </a:extLst>
                </p14:cNvPr>
                <p14:cNvContentPartPr/>
                <p14:nvPr/>
              </p14:nvContentPartPr>
              <p14:xfrm>
                <a:off x="2402390" y="3209530"/>
                <a:ext cx="128160" cy="1602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DC9CA9F9-46C7-9C43-3BE5-A2BDD029FDD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384750" y="3191890"/>
                  <a:ext cx="163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B3FF619-C8D5-37C4-444B-BBDFB97B0974}"/>
                    </a:ext>
                  </a:extLst>
                </p14:cNvPr>
                <p14:cNvContentPartPr/>
                <p14:nvPr/>
              </p14:nvContentPartPr>
              <p14:xfrm>
                <a:off x="2640350" y="3168490"/>
                <a:ext cx="95040" cy="24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B3FF619-C8D5-37C4-444B-BBDFB97B0974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622350" y="3150490"/>
                  <a:ext cx="130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4844CCB-CF8F-7770-6AC6-2A6192566AFC}"/>
                    </a:ext>
                  </a:extLst>
                </p14:cNvPr>
                <p14:cNvContentPartPr/>
                <p14:nvPr/>
              </p14:nvContentPartPr>
              <p14:xfrm>
                <a:off x="2572670" y="3221410"/>
                <a:ext cx="154800" cy="121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4844CCB-CF8F-7770-6AC6-2A6192566AF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555030" y="3203770"/>
                  <a:ext cx="190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1850D6A-4C97-FE7C-ADE1-050AC536576E}"/>
                    </a:ext>
                  </a:extLst>
                </p14:cNvPr>
                <p14:cNvContentPartPr/>
                <p14:nvPr/>
              </p14:nvContentPartPr>
              <p14:xfrm>
                <a:off x="2568350" y="3263530"/>
                <a:ext cx="88200" cy="11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1850D6A-4C97-FE7C-ADE1-050AC536576E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550710" y="3245530"/>
                  <a:ext cx="123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B79453CC-64D9-1AEC-859A-CC28545B48AC}"/>
                    </a:ext>
                  </a:extLst>
                </p14:cNvPr>
                <p14:cNvContentPartPr/>
                <p14:nvPr/>
              </p14:nvContentPartPr>
              <p14:xfrm>
                <a:off x="1481870" y="3771490"/>
                <a:ext cx="50400" cy="52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B79453CC-64D9-1AEC-859A-CC28545B48A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464230" y="3753490"/>
                  <a:ext cx="86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34BDDD0-975A-7ADA-5A87-49509DE26BF1}"/>
                    </a:ext>
                  </a:extLst>
                </p14:cNvPr>
                <p14:cNvContentPartPr/>
                <p14:nvPr/>
              </p14:nvContentPartPr>
              <p14:xfrm>
                <a:off x="1666190" y="3678970"/>
                <a:ext cx="149400" cy="1965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34BDDD0-975A-7ADA-5A87-49509DE26BF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648190" y="3661330"/>
                  <a:ext cx="185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2B569B3-CEFD-8F79-24E5-D0141C4958D2}"/>
                    </a:ext>
                  </a:extLst>
                </p14:cNvPr>
                <p14:cNvContentPartPr/>
                <p14:nvPr/>
              </p14:nvContentPartPr>
              <p14:xfrm>
                <a:off x="1887230" y="3685450"/>
                <a:ext cx="15120" cy="1785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2B569B3-CEFD-8F79-24E5-D0141C4958D2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869230" y="3667810"/>
                  <a:ext cx="507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9F2DA86-3393-4D60-9F26-9CC6D5090B37}"/>
                    </a:ext>
                  </a:extLst>
                </p14:cNvPr>
                <p14:cNvContentPartPr/>
                <p14:nvPr/>
              </p14:nvContentPartPr>
              <p14:xfrm>
                <a:off x="1881470" y="3757810"/>
                <a:ext cx="112680" cy="48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9F2DA86-3393-4D60-9F26-9CC6D5090B3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863830" y="3739810"/>
                  <a:ext cx="148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5C25A23-2BBA-50D6-597F-646FA439FF13}"/>
                    </a:ext>
                  </a:extLst>
                </p14:cNvPr>
                <p14:cNvContentPartPr/>
                <p14:nvPr/>
              </p14:nvContentPartPr>
              <p14:xfrm>
                <a:off x="1967150" y="3722890"/>
                <a:ext cx="32760" cy="1472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5C25A23-2BBA-50D6-597F-646FA439FF1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949510" y="3704890"/>
                  <a:ext cx="68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3C58A1E-D914-0292-AA7D-41ADCAF9E04B}"/>
                    </a:ext>
                  </a:extLst>
                </p14:cNvPr>
                <p14:cNvContentPartPr/>
                <p14:nvPr/>
              </p14:nvContentPartPr>
              <p14:xfrm>
                <a:off x="2060030" y="3691570"/>
                <a:ext cx="104040" cy="185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3C58A1E-D914-0292-AA7D-41ADCAF9E04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042030" y="3673930"/>
                  <a:ext cx="1396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71632CD-06FA-21C3-D8A2-B45EABA2B96A}"/>
                    </a:ext>
                  </a:extLst>
                </p14:cNvPr>
                <p14:cNvContentPartPr/>
                <p14:nvPr/>
              </p14:nvContentPartPr>
              <p14:xfrm>
                <a:off x="2069750" y="3834850"/>
                <a:ext cx="87480" cy="11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71632CD-06FA-21C3-D8A2-B45EABA2B96A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051750" y="3816850"/>
                  <a:ext cx="1231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102AE8D-4460-5D2B-A9D6-050E194E1E25}"/>
                    </a:ext>
                  </a:extLst>
                </p14:cNvPr>
                <p14:cNvContentPartPr/>
                <p14:nvPr/>
              </p14:nvContentPartPr>
              <p14:xfrm>
                <a:off x="2225990" y="3714970"/>
                <a:ext cx="43920" cy="1548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102AE8D-4460-5D2B-A9D6-050E194E1E2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207990" y="3696970"/>
                  <a:ext cx="79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E9C679E-0881-EDC6-A47B-B7FBC35038BA}"/>
                    </a:ext>
                  </a:extLst>
                </p14:cNvPr>
                <p14:cNvContentPartPr/>
                <p14:nvPr/>
              </p14:nvContentPartPr>
              <p14:xfrm>
                <a:off x="2197910" y="3693730"/>
                <a:ext cx="123840" cy="259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E9C679E-0881-EDC6-A47B-B7FBC35038B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179910" y="3675730"/>
                  <a:ext cx="159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1BD3B49-FDBD-4F7F-F54D-25B523D42898}"/>
                    </a:ext>
                  </a:extLst>
                </p14:cNvPr>
                <p14:cNvContentPartPr/>
                <p14:nvPr/>
              </p14:nvContentPartPr>
              <p14:xfrm>
                <a:off x="2378990" y="3669250"/>
                <a:ext cx="173880" cy="214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1BD3B49-FDBD-4F7F-F54D-25B523D42898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360990" y="3651250"/>
                  <a:ext cx="209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854268B-C673-E78E-E2BD-87FBCBFD24F8}"/>
                    </a:ext>
                  </a:extLst>
                </p14:cNvPr>
                <p14:cNvContentPartPr/>
                <p14:nvPr/>
              </p14:nvContentPartPr>
              <p14:xfrm>
                <a:off x="2629550" y="3662410"/>
                <a:ext cx="126000" cy="2048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854268B-C673-E78E-E2BD-87FBCBFD24F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611910" y="3644770"/>
                  <a:ext cx="1616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EF3131B-3C5C-7329-E497-DF26C80671BD}"/>
                    </a:ext>
                  </a:extLst>
                </p14:cNvPr>
                <p14:cNvContentPartPr/>
                <p14:nvPr/>
              </p14:nvContentPartPr>
              <p14:xfrm>
                <a:off x="2864990" y="3690490"/>
                <a:ext cx="14040" cy="150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EF3131B-3C5C-7329-E497-DF26C80671B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847350" y="3672490"/>
                  <a:ext cx="496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0ACA4BE-9F52-F8E6-5426-14E154E55C9F}"/>
                    </a:ext>
                  </a:extLst>
                </p14:cNvPr>
                <p14:cNvContentPartPr/>
                <p14:nvPr/>
              </p14:nvContentPartPr>
              <p14:xfrm>
                <a:off x="2795870" y="3665290"/>
                <a:ext cx="203400" cy="9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0ACA4BE-9F52-F8E6-5426-14E154E55C9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777870" y="3647650"/>
                  <a:ext cx="239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D201AC2-BC69-18B0-C471-84E396E9F560}"/>
                    </a:ext>
                  </a:extLst>
                </p14:cNvPr>
                <p14:cNvContentPartPr/>
                <p14:nvPr/>
              </p14:nvContentPartPr>
              <p14:xfrm>
                <a:off x="1485830" y="4252810"/>
                <a:ext cx="33840" cy="45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D201AC2-BC69-18B0-C471-84E396E9F56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468190" y="4235170"/>
                  <a:ext cx="69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1BFEF07-45F8-D1C2-DB50-DCCC359193E0}"/>
                    </a:ext>
                  </a:extLst>
                </p14:cNvPr>
                <p14:cNvContentPartPr/>
                <p14:nvPr/>
              </p14:nvContentPartPr>
              <p14:xfrm>
                <a:off x="1666190" y="4141930"/>
                <a:ext cx="149040" cy="189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1BFEF07-45F8-D1C2-DB50-DCCC359193E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648550" y="4124290"/>
                  <a:ext cx="184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A3CB905-7983-BCCA-1EEA-308DC9EC5E5E}"/>
                    </a:ext>
                  </a:extLst>
                </p14:cNvPr>
                <p14:cNvContentPartPr/>
                <p14:nvPr/>
              </p14:nvContentPartPr>
              <p14:xfrm>
                <a:off x="1874990" y="4215370"/>
                <a:ext cx="18360" cy="92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A3CB905-7983-BCCA-1EEA-308DC9EC5E5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856990" y="4197370"/>
                  <a:ext cx="54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EB6876F-1F65-3C56-5FB6-B37DEB10B68E}"/>
                    </a:ext>
                  </a:extLst>
                </p14:cNvPr>
                <p14:cNvContentPartPr/>
                <p14:nvPr/>
              </p14:nvContentPartPr>
              <p14:xfrm>
                <a:off x="1990910" y="4211050"/>
                <a:ext cx="36000" cy="109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EB6876F-1F65-3C56-5FB6-B37DEB10B68E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73270" y="4193410"/>
                  <a:ext cx="71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F4D7C19-B3FA-61D4-E0F3-32581BA3511C}"/>
                    </a:ext>
                  </a:extLst>
                </p14:cNvPr>
                <p14:cNvContentPartPr/>
                <p14:nvPr/>
              </p14:nvContentPartPr>
              <p14:xfrm>
                <a:off x="1947350" y="4194130"/>
                <a:ext cx="102960" cy="7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F4D7C19-B3FA-61D4-E0F3-32581BA3511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29710" y="4176490"/>
                  <a:ext cx="138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80960E9-AA32-E848-BCC1-FD7E73C1A30B}"/>
                    </a:ext>
                  </a:extLst>
                </p14:cNvPr>
                <p14:cNvContentPartPr/>
                <p14:nvPr/>
              </p14:nvContentPartPr>
              <p14:xfrm>
                <a:off x="2099990" y="4126450"/>
                <a:ext cx="41040" cy="1609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80960E9-AA32-E848-BCC1-FD7E73C1A30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081990" y="4108450"/>
                  <a:ext cx="76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1E3BE8E-E20C-F59A-A5F4-550DD79CE9AB}"/>
                    </a:ext>
                  </a:extLst>
                </p14:cNvPr>
                <p14:cNvContentPartPr/>
                <p14:nvPr/>
              </p14:nvContentPartPr>
              <p14:xfrm>
                <a:off x="2106830" y="4221850"/>
                <a:ext cx="116280" cy="352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1E3BE8E-E20C-F59A-A5F4-550DD79CE9AB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089190" y="4203850"/>
                  <a:ext cx="1519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326C9E7-C77E-5C76-1CFB-A57B00DB1DBD}"/>
                    </a:ext>
                  </a:extLst>
                </p14:cNvPr>
                <p14:cNvContentPartPr/>
                <p14:nvPr/>
              </p14:nvContentPartPr>
              <p14:xfrm>
                <a:off x="2192870" y="4171450"/>
                <a:ext cx="54000" cy="121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326C9E7-C77E-5C76-1CFB-A57B00DB1DB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174870" y="4153450"/>
                  <a:ext cx="89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68EAB24-5126-5067-8819-ED21438F7AAD}"/>
                    </a:ext>
                  </a:extLst>
                </p14:cNvPr>
                <p14:cNvContentPartPr/>
                <p14:nvPr/>
              </p14:nvContentPartPr>
              <p14:xfrm>
                <a:off x="2284670" y="4162450"/>
                <a:ext cx="83160" cy="107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68EAB24-5126-5067-8819-ED21438F7AA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267030" y="4144810"/>
                  <a:ext cx="118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7C5AC17-3440-C6CE-0C7C-20526A25F3AA}"/>
                    </a:ext>
                  </a:extLst>
                </p14:cNvPr>
                <p14:cNvContentPartPr/>
                <p14:nvPr/>
              </p14:nvContentPartPr>
              <p14:xfrm>
                <a:off x="2435150" y="4133290"/>
                <a:ext cx="75600" cy="153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7C5AC17-3440-C6CE-0C7C-20526A25F3A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417150" y="4115650"/>
                  <a:ext cx="111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E095E0A0-779D-EE40-BD04-0FEA706A9FFB}"/>
                    </a:ext>
                  </a:extLst>
                </p14:cNvPr>
                <p14:cNvContentPartPr/>
                <p14:nvPr/>
              </p14:nvContentPartPr>
              <p14:xfrm>
                <a:off x="2658350" y="4131850"/>
                <a:ext cx="126720" cy="1371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E095E0A0-779D-EE40-BD04-0FEA706A9FF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640710" y="4113850"/>
                  <a:ext cx="1623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A920BEF-A6C0-C3B3-10D8-1122D1D49734}"/>
                    </a:ext>
                  </a:extLst>
                </p14:cNvPr>
                <p14:cNvContentPartPr/>
                <p14:nvPr/>
              </p14:nvContentPartPr>
              <p14:xfrm>
                <a:off x="2813870" y="4170730"/>
                <a:ext cx="78480" cy="939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A920BEF-A6C0-C3B3-10D8-1122D1D4973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95870" y="4152730"/>
                  <a:ext cx="114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9108A8C-5118-0AFC-017F-0A2E3E38B0DB}"/>
                    </a:ext>
                  </a:extLst>
                </p14:cNvPr>
                <p14:cNvContentPartPr/>
                <p14:nvPr/>
              </p14:nvContentPartPr>
              <p14:xfrm>
                <a:off x="2944550" y="4131130"/>
                <a:ext cx="116640" cy="1303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9108A8C-5118-0AFC-017F-0A2E3E38B0D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926910" y="4113490"/>
                  <a:ext cx="152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6E42E7-D56B-1CE1-5AD6-51D9CF2E0268}"/>
                    </a:ext>
                  </a:extLst>
                </p14:cNvPr>
                <p14:cNvContentPartPr/>
                <p14:nvPr/>
              </p14:nvContentPartPr>
              <p14:xfrm>
                <a:off x="3098630" y="4124290"/>
                <a:ext cx="18360" cy="1144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6E42E7-D56B-1CE1-5AD6-51D9CF2E0268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080990" y="4106650"/>
                  <a:ext cx="540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11B0DE4-AA25-79A1-FFE5-F2B3BF6BFB2D}"/>
                    </a:ext>
                  </a:extLst>
                </p14:cNvPr>
                <p14:cNvContentPartPr/>
                <p14:nvPr/>
              </p14:nvContentPartPr>
              <p14:xfrm>
                <a:off x="3190790" y="4134730"/>
                <a:ext cx="83880" cy="95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11B0DE4-AA25-79A1-FFE5-F2B3BF6BFB2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173150" y="4116730"/>
                  <a:ext cx="119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C9B6463-FBE2-A850-D282-F9CAC64A1045}"/>
                    </a:ext>
                  </a:extLst>
                </p14:cNvPr>
                <p14:cNvContentPartPr/>
                <p14:nvPr/>
              </p14:nvContentPartPr>
              <p14:xfrm>
                <a:off x="3301670" y="4135450"/>
                <a:ext cx="82800" cy="954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C9B6463-FBE2-A850-D282-F9CAC64A104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284030" y="4117450"/>
                  <a:ext cx="1184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55A17E22-F084-8AE8-A178-91BCA0637F24}"/>
                    </a:ext>
                  </a:extLst>
                </p14:cNvPr>
                <p14:cNvContentPartPr/>
                <p14:nvPr/>
              </p14:nvContentPartPr>
              <p14:xfrm>
                <a:off x="3445310" y="4150930"/>
                <a:ext cx="14040" cy="63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55A17E22-F084-8AE8-A178-91BCA0637F2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427310" y="4132930"/>
                  <a:ext cx="49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DFB081D-6749-BEED-D4D4-74CB61DB1F5F}"/>
                    </a:ext>
                  </a:extLst>
                </p14:cNvPr>
                <p14:cNvContentPartPr/>
                <p14:nvPr/>
              </p14:nvContentPartPr>
              <p14:xfrm>
                <a:off x="3406070" y="4085050"/>
                <a:ext cx="110520" cy="12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DFB081D-6749-BEED-D4D4-74CB61DB1F5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388070" y="4067050"/>
                  <a:ext cx="146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3957C530-EFEE-0DA2-C09F-06D1BDAD8B1E}"/>
                    </a:ext>
                  </a:extLst>
                </p14:cNvPr>
                <p14:cNvContentPartPr/>
                <p14:nvPr/>
              </p14:nvContentPartPr>
              <p14:xfrm>
                <a:off x="1502750" y="4620010"/>
                <a:ext cx="35640" cy="568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3957C530-EFEE-0DA2-C09F-06D1BDAD8B1E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485110" y="4602010"/>
                  <a:ext cx="712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14E4DFC-6DB5-1154-7C4A-B96D83E25486}"/>
                    </a:ext>
                  </a:extLst>
                </p14:cNvPr>
                <p14:cNvContentPartPr/>
                <p14:nvPr/>
              </p14:nvContentPartPr>
              <p14:xfrm>
                <a:off x="1697870" y="4555570"/>
                <a:ext cx="204120" cy="173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14E4DFC-6DB5-1154-7C4A-B96D83E2548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680230" y="4537930"/>
                  <a:ext cx="239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DB9F2DD-D8D0-FB92-2A23-B62C64F07E25}"/>
                    </a:ext>
                  </a:extLst>
                </p14:cNvPr>
                <p14:cNvContentPartPr/>
                <p14:nvPr/>
              </p14:nvContentPartPr>
              <p14:xfrm>
                <a:off x="1925030" y="4557370"/>
                <a:ext cx="119520" cy="1566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DB9F2DD-D8D0-FB92-2A23-B62C64F07E2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907030" y="4539370"/>
                  <a:ext cx="1551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3B1B03F-ACCC-1579-2C7F-9D83C329C695}"/>
                    </a:ext>
                  </a:extLst>
                </p14:cNvPr>
                <p14:cNvContentPartPr/>
                <p14:nvPr/>
              </p14:nvContentPartPr>
              <p14:xfrm>
                <a:off x="2106110" y="4544770"/>
                <a:ext cx="148320" cy="1422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3B1B03F-ACCC-1579-2C7F-9D83C329C69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088470" y="4526770"/>
                  <a:ext cx="1839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22875A7-A6C6-655F-9443-DBCEAA13FCC8}"/>
                    </a:ext>
                  </a:extLst>
                </p14:cNvPr>
                <p14:cNvContentPartPr/>
                <p14:nvPr/>
              </p14:nvContentPartPr>
              <p14:xfrm>
                <a:off x="2272790" y="4532530"/>
                <a:ext cx="115920" cy="132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22875A7-A6C6-655F-9443-DBCEAA13FCC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254790" y="4514890"/>
                  <a:ext cx="1515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FF40903-75B5-D42B-D656-E023928A8319}"/>
                    </a:ext>
                  </a:extLst>
                </p14:cNvPr>
                <p14:cNvContentPartPr/>
                <p14:nvPr/>
              </p14:nvContentPartPr>
              <p14:xfrm>
                <a:off x="2398430" y="4557370"/>
                <a:ext cx="132120" cy="89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FF40903-75B5-D42B-D656-E023928A831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380790" y="4539730"/>
                  <a:ext cx="1677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A6EC837-69C9-761F-7D89-93A6037CC975}"/>
                    </a:ext>
                  </a:extLst>
                </p14:cNvPr>
                <p14:cNvContentPartPr/>
                <p14:nvPr/>
              </p14:nvContentPartPr>
              <p14:xfrm>
                <a:off x="2556830" y="4514890"/>
                <a:ext cx="155160" cy="1458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A6EC837-69C9-761F-7D89-93A6037CC97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539190" y="4496890"/>
                  <a:ext cx="190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FFC47E19-95D6-0F0C-0904-3F1CF43941FD}"/>
                    </a:ext>
                  </a:extLst>
                </p14:cNvPr>
                <p14:cNvContentPartPr/>
                <p14:nvPr/>
              </p14:nvContentPartPr>
              <p14:xfrm>
                <a:off x="1553510" y="5008810"/>
                <a:ext cx="35640" cy="439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FFC47E19-95D6-0F0C-0904-3F1CF43941F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535510" y="499081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78EFCA4-97D8-06A0-5707-3D2B80CCDA32}"/>
                    </a:ext>
                  </a:extLst>
                </p14:cNvPr>
                <p14:cNvContentPartPr/>
                <p14:nvPr/>
              </p14:nvContentPartPr>
              <p14:xfrm>
                <a:off x="1796150" y="4919530"/>
                <a:ext cx="95400" cy="187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78EFCA4-97D8-06A0-5707-3D2B80CCDA3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778510" y="4901890"/>
                  <a:ext cx="131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66CA8C6-AD49-3937-B0B7-0AE78BEA8BB5}"/>
                    </a:ext>
                  </a:extLst>
                </p14:cNvPr>
                <p14:cNvContentPartPr/>
                <p14:nvPr/>
              </p14:nvContentPartPr>
              <p14:xfrm>
                <a:off x="1808390" y="4918450"/>
                <a:ext cx="130680" cy="147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66CA8C6-AD49-3937-B0B7-0AE78BEA8BB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790390" y="4900810"/>
                  <a:ext cx="166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F2E7A24-133B-AC22-55E8-9DF167BE01B3}"/>
                    </a:ext>
                  </a:extLst>
                </p14:cNvPr>
                <p14:cNvContentPartPr/>
                <p14:nvPr/>
              </p14:nvContentPartPr>
              <p14:xfrm>
                <a:off x="1814510" y="4987930"/>
                <a:ext cx="69120" cy="6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F2E7A24-133B-AC22-55E8-9DF167BE01B3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796510" y="4970290"/>
                  <a:ext cx="104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F3AFD37-7013-6071-7ECE-AEA9BF35D3BB}"/>
                    </a:ext>
                  </a:extLst>
                </p14:cNvPr>
                <p14:cNvContentPartPr/>
                <p14:nvPr/>
              </p14:nvContentPartPr>
              <p14:xfrm>
                <a:off x="2045630" y="4918810"/>
                <a:ext cx="25920" cy="136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F3AFD37-7013-6071-7ECE-AEA9BF35D3B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027990" y="4900810"/>
                  <a:ext cx="61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FD4F850-ACE1-5882-5894-4E13B072D7F5}"/>
                    </a:ext>
                  </a:extLst>
                </p14:cNvPr>
                <p14:cNvContentPartPr/>
                <p14:nvPr/>
              </p14:nvContentPartPr>
              <p14:xfrm>
                <a:off x="1981910" y="4870570"/>
                <a:ext cx="397080" cy="1288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FD4F850-ACE1-5882-5894-4E13B072D7F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964270" y="4852570"/>
                  <a:ext cx="432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C248B65-3DC9-42B5-C60A-8E89B31966FB}"/>
                    </a:ext>
                  </a:extLst>
                </p14:cNvPr>
                <p14:cNvContentPartPr/>
                <p14:nvPr/>
              </p14:nvContentPartPr>
              <p14:xfrm>
                <a:off x="1165070" y="4935370"/>
                <a:ext cx="27360" cy="3427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C248B65-3DC9-42B5-C60A-8E89B31966F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47430" y="4917370"/>
                  <a:ext cx="630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C9D5BB11-5A41-B885-4A2A-CCC0184088A6}"/>
                    </a:ext>
                  </a:extLst>
                </p14:cNvPr>
                <p14:cNvContentPartPr/>
                <p14:nvPr/>
              </p14:nvContentPartPr>
              <p14:xfrm>
                <a:off x="1170110" y="5200690"/>
                <a:ext cx="2258280" cy="1450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C9D5BB11-5A41-B885-4A2A-CCC0184088A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152470" y="5182690"/>
                  <a:ext cx="2293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E9A6637-9759-E8C7-5E11-D17CF65103A5}"/>
                    </a:ext>
                  </a:extLst>
                </p14:cNvPr>
                <p14:cNvContentPartPr/>
                <p14:nvPr/>
              </p14:nvContentPartPr>
              <p14:xfrm>
                <a:off x="3614870" y="4708930"/>
                <a:ext cx="50400" cy="4546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E9A6637-9759-E8C7-5E11-D17CF65103A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597230" y="4690930"/>
                  <a:ext cx="8604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51666235-09D8-0342-AF1C-6D34E1F44EBD}"/>
                    </a:ext>
                  </a:extLst>
                </p14:cNvPr>
                <p14:cNvContentPartPr/>
                <p14:nvPr/>
              </p14:nvContentPartPr>
              <p14:xfrm>
                <a:off x="3443150" y="5167930"/>
                <a:ext cx="211680" cy="234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51666235-09D8-0342-AF1C-6D34E1F44EB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425510" y="5149930"/>
                  <a:ext cx="24732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34D3D368-B013-8EFA-F96C-C463AD5CE60D}"/>
                  </a:ext>
                </a:extLst>
              </p14:cNvPr>
              <p14:cNvContentPartPr/>
              <p14:nvPr/>
            </p14:nvContentPartPr>
            <p14:xfrm>
              <a:off x="4349990" y="3292740"/>
              <a:ext cx="542520" cy="327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34D3D368-B013-8EFA-F96C-C463AD5CE60D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4331990" y="3274740"/>
                <a:ext cx="57816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1F0AF4D-C89D-4F17-0796-EF0E87CD67DE}"/>
              </a:ext>
            </a:extLst>
          </p:cNvPr>
          <p:cNvGrpSpPr/>
          <p:nvPr/>
        </p:nvGrpSpPr>
        <p:grpSpPr>
          <a:xfrm>
            <a:off x="2308430" y="5779930"/>
            <a:ext cx="509040" cy="565560"/>
            <a:chOff x="2308430" y="5779930"/>
            <a:chExt cx="509040" cy="5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B7D79889-3F5D-D4BE-5694-D44ADB6EB276}"/>
                    </a:ext>
                  </a:extLst>
                </p14:cNvPr>
                <p14:cNvContentPartPr/>
                <p14:nvPr/>
              </p14:nvContentPartPr>
              <p14:xfrm>
                <a:off x="2376470" y="5868490"/>
                <a:ext cx="441000" cy="4770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B7D79889-3F5D-D4BE-5694-D44ADB6EB27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358470" y="5850490"/>
                  <a:ext cx="47664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05815A0-838F-4E9A-7A59-DA44A9BC970D}"/>
                    </a:ext>
                  </a:extLst>
                </p14:cNvPr>
                <p14:cNvContentPartPr/>
                <p14:nvPr/>
              </p14:nvContentPartPr>
              <p14:xfrm>
                <a:off x="2308430" y="5779930"/>
                <a:ext cx="119880" cy="265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05815A0-838F-4E9A-7A59-DA44A9BC970D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290790" y="5761930"/>
                  <a:ext cx="1555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B5BDFEE-C841-4F21-62BA-5C7784138FAF}"/>
                    </a:ext>
                  </a:extLst>
                </p14:cNvPr>
                <p14:cNvContentPartPr/>
                <p14:nvPr/>
              </p14:nvContentPartPr>
              <p14:xfrm>
                <a:off x="2374670" y="5793250"/>
                <a:ext cx="140400" cy="247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B5BDFEE-C841-4F21-62BA-5C7784138FA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357030" y="5775250"/>
                  <a:ext cx="176040" cy="28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85DEBE77-F18B-C5A4-C3D8-83D33CC9C997}"/>
              </a:ext>
            </a:extLst>
          </p:cNvPr>
          <p:cNvGrpSpPr/>
          <p:nvPr/>
        </p:nvGrpSpPr>
        <p:grpSpPr>
          <a:xfrm>
            <a:off x="2992430" y="5984410"/>
            <a:ext cx="3020040" cy="326880"/>
            <a:chOff x="2992430" y="5984410"/>
            <a:chExt cx="302004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478FD2D-E92B-14B0-9ECC-27B89CCD24F4}"/>
                    </a:ext>
                  </a:extLst>
                </p14:cNvPr>
                <p14:cNvContentPartPr/>
                <p14:nvPr/>
              </p14:nvContentPartPr>
              <p14:xfrm>
                <a:off x="2992430" y="6101410"/>
                <a:ext cx="9720" cy="2098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478FD2D-E92B-14B0-9ECC-27B89CCD24F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974430" y="6083770"/>
                  <a:ext cx="45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914C627-2060-8712-E1D2-A99E4A1A8BB3}"/>
                    </a:ext>
                  </a:extLst>
                </p14:cNvPr>
                <p14:cNvContentPartPr/>
                <p14:nvPr/>
              </p14:nvContentPartPr>
              <p14:xfrm>
                <a:off x="2996750" y="6106090"/>
                <a:ext cx="108720" cy="1688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914C627-2060-8712-E1D2-A99E4A1A8BB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979110" y="6088090"/>
                  <a:ext cx="1443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A9E1265-B75A-545C-730D-122289206EB9}"/>
                    </a:ext>
                  </a:extLst>
                </p14:cNvPr>
                <p14:cNvContentPartPr/>
                <p14:nvPr/>
              </p14:nvContentPartPr>
              <p14:xfrm>
                <a:off x="3173870" y="6143530"/>
                <a:ext cx="127800" cy="1501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A9E1265-B75A-545C-730D-122289206EB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155870" y="6125890"/>
                  <a:ext cx="1634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A221B0C-0669-FD4E-2BDA-86E101AD9A07}"/>
                    </a:ext>
                  </a:extLst>
                </p14:cNvPr>
                <p14:cNvContentPartPr/>
                <p14:nvPr/>
              </p14:nvContentPartPr>
              <p14:xfrm>
                <a:off x="3477710" y="6121570"/>
                <a:ext cx="20880" cy="180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A221B0C-0669-FD4E-2BDA-86E101AD9A0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460070" y="6103570"/>
                  <a:ext cx="565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BAF7350-3954-AB91-CB72-95E1E18A9B4E}"/>
                    </a:ext>
                  </a:extLst>
                </p14:cNvPr>
                <p14:cNvContentPartPr/>
                <p14:nvPr/>
              </p14:nvContentPartPr>
              <p14:xfrm>
                <a:off x="3494990" y="6134890"/>
                <a:ext cx="142200" cy="166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BAF7350-3954-AB91-CB72-95E1E18A9B4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476990" y="6117250"/>
                  <a:ext cx="1778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A62502A-608C-6942-684F-4932942A1E01}"/>
                    </a:ext>
                  </a:extLst>
                </p14:cNvPr>
                <p14:cNvContentPartPr/>
                <p14:nvPr/>
              </p14:nvContentPartPr>
              <p14:xfrm>
                <a:off x="3676430" y="6088810"/>
                <a:ext cx="137520" cy="2034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A62502A-608C-6942-684F-4932942A1E0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658430" y="6070810"/>
                  <a:ext cx="173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FB4A829C-9D7A-9256-9D36-A93704B21258}"/>
                    </a:ext>
                  </a:extLst>
                </p14:cNvPr>
                <p14:cNvContentPartPr/>
                <p14:nvPr/>
              </p14:nvContentPartPr>
              <p14:xfrm>
                <a:off x="3735830" y="6186730"/>
                <a:ext cx="63720" cy="13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FB4A829C-9D7A-9256-9D36-A93704B2125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718190" y="6169090"/>
                  <a:ext cx="99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A54E7FA-4027-B9B3-98C2-2D4591DCB1C3}"/>
                    </a:ext>
                  </a:extLst>
                </p14:cNvPr>
                <p14:cNvContentPartPr/>
                <p14:nvPr/>
              </p14:nvContentPartPr>
              <p14:xfrm>
                <a:off x="3847430" y="6067570"/>
                <a:ext cx="104400" cy="1800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A54E7FA-4027-B9B3-98C2-2D4591DCB1C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829790" y="6049570"/>
                  <a:ext cx="1400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AA2FC84-B23E-6AAE-A522-C15A85C72689}"/>
                    </a:ext>
                  </a:extLst>
                </p14:cNvPr>
                <p14:cNvContentPartPr/>
                <p14:nvPr/>
              </p14:nvContentPartPr>
              <p14:xfrm>
                <a:off x="3880190" y="6169090"/>
                <a:ext cx="45720" cy="122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AA2FC84-B23E-6AAE-A522-C15A85C7268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862190" y="6151450"/>
                  <a:ext cx="81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6A877D6-1814-E278-9F3C-48815C3F5006}"/>
                    </a:ext>
                  </a:extLst>
                </p14:cNvPr>
                <p14:cNvContentPartPr/>
                <p14:nvPr/>
              </p14:nvContentPartPr>
              <p14:xfrm>
                <a:off x="4022750" y="6074410"/>
                <a:ext cx="115200" cy="1558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6A877D6-1814-E278-9F3C-48815C3F500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004750" y="6056410"/>
                  <a:ext cx="150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C45ECDA-8127-24BC-CEBA-7C5C9FAA6B0D}"/>
                    </a:ext>
                  </a:extLst>
                </p14:cNvPr>
                <p14:cNvContentPartPr/>
                <p14:nvPr/>
              </p14:nvContentPartPr>
              <p14:xfrm>
                <a:off x="4389950" y="6072970"/>
                <a:ext cx="35640" cy="1504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C45ECDA-8127-24BC-CEBA-7C5C9FAA6B0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371950" y="6054970"/>
                  <a:ext cx="71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2CC9BA5-6847-1EF9-2EA3-89BF48FCE671}"/>
                    </a:ext>
                  </a:extLst>
                </p14:cNvPr>
                <p14:cNvContentPartPr/>
                <p14:nvPr/>
              </p14:nvContentPartPr>
              <p14:xfrm>
                <a:off x="4306070" y="6047410"/>
                <a:ext cx="162000" cy="216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2CC9BA5-6847-1EF9-2EA3-89BF48FCE67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288070" y="6029770"/>
                  <a:ext cx="197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8CB81CE-8200-C0FA-5F39-9D27BB7A7001}"/>
                    </a:ext>
                  </a:extLst>
                </p14:cNvPr>
                <p14:cNvContentPartPr/>
                <p14:nvPr/>
              </p14:nvContentPartPr>
              <p14:xfrm>
                <a:off x="4504430" y="6069730"/>
                <a:ext cx="117720" cy="157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8CB81CE-8200-C0FA-5F39-9D27BB7A700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486790" y="6051730"/>
                  <a:ext cx="1533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AF706AE-3EC3-AA24-7D94-19041E16D4F6}"/>
                    </a:ext>
                  </a:extLst>
                </p14:cNvPr>
                <p14:cNvContentPartPr/>
                <p14:nvPr/>
              </p14:nvContentPartPr>
              <p14:xfrm>
                <a:off x="4828070" y="6036610"/>
                <a:ext cx="12960" cy="1594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AF706AE-3EC3-AA24-7D94-19041E16D4F6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810430" y="6018970"/>
                  <a:ext cx="48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368204F-9BF9-5A07-4059-B0F6A805F66C}"/>
                    </a:ext>
                  </a:extLst>
                </p14:cNvPr>
                <p14:cNvContentPartPr/>
                <p14:nvPr/>
              </p14:nvContentPartPr>
              <p14:xfrm>
                <a:off x="4787750" y="6043450"/>
                <a:ext cx="179640" cy="1983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368204F-9BF9-5A07-4059-B0F6A805F66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769750" y="6025450"/>
                  <a:ext cx="215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0F3D55C-D2AD-829E-366D-5A7BF4063B9A}"/>
                    </a:ext>
                  </a:extLst>
                </p14:cNvPr>
                <p14:cNvContentPartPr/>
                <p14:nvPr/>
              </p14:nvContentPartPr>
              <p14:xfrm>
                <a:off x="5011670" y="6055690"/>
                <a:ext cx="67320" cy="39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0F3D55C-D2AD-829E-366D-5A7BF4063B9A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993670" y="6038050"/>
                  <a:ext cx="102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BCA0557-F7E3-A2E1-FC57-CE61E7E5D2FD}"/>
                    </a:ext>
                  </a:extLst>
                </p14:cNvPr>
                <p14:cNvContentPartPr/>
                <p14:nvPr/>
              </p14:nvContentPartPr>
              <p14:xfrm>
                <a:off x="5016350" y="6062890"/>
                <a:ext cx="109080" cy="1681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BCA0557-F7E3-A2E1-FC57-CE61E7E5D2FD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998350" y="6044890"/>
                  <a:ext cx="1447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7A157036-CC2A-7B14-1D47-FBD0158A4D06}"/>
                    </a:ext>
                  </a:extLst>
                </p14:cNvPr>
                <p14:cNvContentPartPr/>
                <p14:nvPr/>
              </p14:nvContentPartPr>
              <p14:xfrm>
                <a:off x="5018150" y="6119050"/>
                <a:ext cx="47520" cy="79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7A157036-CC2A-7B14-1D47-FBD0158A4D06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000150" y="6101410"/>
                  <a:ext cx="83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EDF73BA-BE03-2183-C789-AA935C19C397}"/>
                    </a:ext>
                  </a:extLst>
                </p14:cNvPr>
                <p14:cNvContentPartPr/>
                <p14:nvPr/>
              </p14:nvContentPartPr>
              <p14:xfrm>
                <a:off x="5179070" y="6049210"/>
                <a:ext cx="83880" cy="1602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EDF73BA-BE03-2183-C789-AA935C19C39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5161430" y="6031210"/>
                  <a:ext cx="119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BF40601-D0DD-5343-18A7-E25957859E38}"/>
                    </a:ext>
                  </a:extLst>
                </p14:cNvPr>
                <p14:cNvContentPartPr/>
                <p14:nvPr/>
              </p14:nvContentPartPr>
              <p14:xfrm>
                <a:off x="5326670" y="6010330"/>
                <a:ext cx="100080" cy="1717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BF40601-D0DD-5343-18A7-E25957859E3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308670" y="5992330"/>
                  <a:ext cx="135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9EB81DC-67CA-BDA5-FA10-CC376F29DEFD}"/>
                    </a:ext>
                  </a:extLst>
                </p14:cNvPr>
                <p14:cNvContentPartPr/>
                <p14:nvPr/>
              </p14:nvContentPartPr>
              <p14:xfrm>
                <a:off x="5383550" y="6097810"/>
                <a:ext cx="31320" cy="172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9EB81DC-67CA-BDA5-FA10-CC376F29DEFD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365910" y="6080170"/>
                  <a:ext cx="669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9032AAF-322F-D310-E77F-B47D75B72034}"/>
                    </a:ext>
                  </a:extLst>
                </p14:cNvPr>
                <p14:cNvContentPartPr/>
                <p14:nvPr/>
              </p14:nvContentPartPr>
              <p14:xfrm>
                <a:off x="5528630" y="6015010"/>
                <a:ext cx="122760" cy="1566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9032AAF-322F-D310-E77F-B47D75B72034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510990" y="5997370"/>
                  <a:ext cx="158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264BD65-DA4D-477C-924C-BBAD8C4D614C}"/>
                    </a:ext>
                  </a:extLst>
                </p14:cNvPr>
                <p14:cNvContentPartPr/>
                <p14:nvPr/>
              </p14:nvContentPartPr>
              <p14:xfrm>
                <a:off x="5704670" y="6010330"/>
                <a:ext cx="112680" cy="1627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264BD65-DA4D-477C-924C-BBAD8C4D614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5686670" y="5992690"/>
                  <a:ext cx="1483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D0C46E7-DBC3-7EF8-173E-249FD7DE8EA7}"/>
                    </a:ext>
                  </a:extLst>
                </p14:cNvPr>
                <p14:cNvContentPartPr/>
                <p14:nvPr/>
              </p14:nvContentPartPr>
              <p14:xfrm>
                <a:off x="5892230" y="5984410"/>
                <a:ext cx="120240" cy="1738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D0C46E7-DBC3-7EF8-173E-249FD7DE8EA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874590" y="5966410"/>
                  <a:ext cx="15588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A04D2EF7-1B4F-F97F-F117-41B049F8016A}"/>
                  </a:ext>
                </a:extLst>
              </p14:cNvPr>
              <p14:cNvContentPartPr/>
              <p14:nvPr/>
            </p14:nvContentPartPr>
            <p14:xfrm>
              <a:off x="2912510" y="6457450"/>
              <a:ext cx="1282320" cy="8028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A04D2EF7-1B4F-F97F-F117-41B049F8016A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2894510" y="6439810"/>
                <a:ext cx="1317960" cy="11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1" name="Group 330">
            <a:extLst>
              <a:ext uri="{FF2B5EF4-FFF2-40B4-BE49-F238E27FC236}">
                <a16:creationId xmlns:a16="http://schemas.microsoft.com/office/drawing/2014/main" id="{1C7F5C9D-0A9C-7B7A-AB44-A9CB0E7EF9F3}"/>
              </a:ext>
            </a:extLst>
          </p:cNvPr>
          <p:cNvGrpSpPr/>
          <p:nvPr/>
        </p:nvGrpSpPr>
        <p:grpSpPr>
          <a:xfrm>
            <a:off x="6328910" y="5870650"/>
            <a:ext cx="1615320" cy="343440"/>
            <a:chOff x="6328910" y="5870650"/>
            <a:chExt cx="16153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6509FE2-E3A7-5F27-6F70-739B9843D2B3}"/>
                    </a:ext>
                  </a:extLst>
                </p14:cNvPr>
                <p14:cNvContentPartPr/>
                <p14:nvPr/>
              </p14:nvContentPartPr>
              <p14:xfrm>
                <a:off x="6328910" y="5973610"/>
                <a:ext cx="216360" cy="2404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6509FE2-E3A7-5F27-6F70-739B9843D2B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310910" y="5955610"/>
                  <a:ext cx="252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BD1AB2B-A6A8-47C3-CAFA-36DC942924B2}"/>
                    </a:ext>
                  </a:extLst>
                </p14:cNvPr>
                <p14:cNvContentPartPr/>
                <p14:nvPr/>
              </p14:nvContentPartPr>
              <p14:xfrm>
                <a:off x="6377150" y="6097810"/>
                <a:ext cx="163800" cy="280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BD1AB2B-A6A8-47C3-CAFA-36DC942924B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359510" y="6080170"/>
                  <a:ext cx="199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8D9EECB-54DB-C483-33DB-4C36358A56AE}"/>
                    </a:ext>
                  </a:extLst>
                </p14:cNvPr>
                <p14:cNvContentPartPr/>
                <p14:nvPr/>
              </p14:nvContentPartPr>
              <p14:xfrm>
                <a:off x="6746510" y="5953450"/>
                <a:ext cx="170640" cy="1857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8D9EECB-54DB-C483-33DB-4C36358A56A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6728510" y="5935810"/>
                  <a:ext cx="206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AFBA0857-D76E-C63F-5B1D-6E30DFB03F33}"/>
                    </a:ext>
                  </a:extLst>
                </p14:cNvPr>
                <p14:cNvContentPartPr/>
                <p14:nvPr/>
              </p14:nvContentPartPr>
              <p14:xfrm>
                <a:off x="7007150" y="5955970"/>
                <a:ext cx="102600" cy="172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AFBA0857-D76E-C63F-5B1D-6E30DFB03F33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989150" y="5938330"/>
                  <a:ext cx="138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3FB02472-312A-C505-236E-E850C3A2263C}"/>
                    </a:ext>
                  </a:extLst>
                </p14:cNvPr>
                <p14:cNvContentPartPr/>
                <p14:nvPr/>
              </p14:nvContentPartPr>
              <p14:xfrm>
                <a:off x="7195430" y="5923210"/>
                <a:ext cx="108360" cy="2052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3FB02472-312A-C505-236E-E850C3A2263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177430" y="5905570"/>
                  <a:ext cx="1440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A7167A3-E383-6AF5-9397-FD5DD55D6BDB}"/>
                    </a:ext>
                  </a:extLst>
                </p14:cNvPr>
                <p14:cNvContentPartPr/>
                <p14:nvPr/>
              </p14:nvContentPartPr>
              <p14:xfrm>
                <a:off x="7405670" y="5955610"/>
                <a:ext cx="26640" cy="151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A7167A3-E383-6AF5-9397-FD5DD55D6BDB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388030" y="5937970"/>
                  <a:ext cx="62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A7D176B-683A-308E-EE53-42AA20F93F69}"/>
                    </a:ext>
                  </a:extLst>
                </p14:cNvPr>
                <p14:cNvContentPartPr/>
                <p14:nvPr/>
              </p14:nvContentPartPr>
              <p14:xfrm>
                <a:off x="7357070" y="5888650"/>
                <a:ext cx="289800" cy="2095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A7D176B-683A-308E-EE53-42AA20F93F6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7339430" y="5870650"/>
                  <a:ext cx="3254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D2297A6-12E4-AAD7-7EBF-788AFCB29463}"/>
                    </a:ext>
                  </a:extLst>
                </p14:cNvPr>
                <p14:cNvContentPartPr/>
                <p14:nvPr/>
              </p14:nvContentPartPr>
              <p14:xfrm>
                <a:off x="7744790" y="5880370"/>
                <a:ext cx="10440" cy="2091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D2297A6-12E4-AAD7-7EBF-788AFCB29463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7727150" y="5862730"/>
                  <a:ext cx="460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3AEDA58-8E8C-39B9-C451-FD98B7DD5001}"/>
                    </a:ext>
                  </a:extLst>
                </p14:cNvPr>
                <p14:cNvContentPartPr/>
                <p14:nvPr/>
              </p14:nvContentPartPr>
              <p14:xfrm>
                <a:off x="7754510" y="5870650"/>
                <a:ext cx="189720" cy="2595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3AEDA58-8E8C-39B9-C451-FD98B7DD5001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7736510" y="5853010"/>
                  <a:ext cx="22536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12284A75-D919-7696-E802-02A582813A5D}"/>
              </a:ext>
            </a:extLst>
          </p:cNvPr>
          <p:cNvGrpSpPr/>
          <p:nvPr/>
        </p:nvGrpSpPr>
        <p:grpSpPr>
          <a:xfrm>
            <a:off x="8214230" y="5841130"/>
            <a:ext cx="308520" cy="245160"/>
            <a:chOff x="8214230" y="5841130"/>
            <a:chExt cx="30852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31C3EE1-FEE2-2D4C-3233-915C046DD702}"/>
                    </a:ext>
                  </a:extLst>
                </p14:cNvPr>
                <p14:cNvContentPartPr/>
                <p14:nvPr/>
              </p14:nvContentPartPr>
              <p14:xfrm>
                <a:off x="8214230" y="5854810"/>
                <a:ext cx="175320" cy="2314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31C3EE1-FEE2-2D4C-3233-915C046DD70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196590" y="5837170"/>
                  <a:ext cx="210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D003060-17F8-5BB5-D851-BDBEFF364FDA}"/>
                    </a:ext>
                  </a:extLst>
                </p14:cNvPr>
                <p14:cNvContentPartPr/>
                <p14:nvPr/>
              </p14:nvContentPartPr>
              <p14:xfrm>
                <a:off x="8495750" y="5841130"/>
                <a:ext cx="27000" cy="2149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D003060-17F8-5BB5-D851-BDBEFF364FDA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477750" y="5823490"/>
                  <a:ext cx="6264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D7BCB7E8-95B1-7B42-70A7-4AE2F88ECC00}"/>
              </a:ext>
            </a:extLst>
          </p:cNvPr>
          <p:cNvGrpSpPr/>
          <p:nvPr/>
        </p:nvGrpSpPr>
        <p:grpSpPr>
          <a:xfrm>
            <a:off x="8800670" y="5765890"/>
            <a:ext cx="616680" cy="300240"/>
            <a:chOff x="8800670" y="5765890"/>
            <a:chExt cx="616680" cy="3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613FDC8-82CC-8D08-C5AD-B88400547506}"/>
                    </a:ext>
                  </a:extLst>
                </p14:cNvPr>
                <p14:cNvContentPartPr/>
                <p14:nvPr/>
              </p14:nvContentPartPr>
              <p14:xfrm>
                <a:off x="8800670" y="5810170"/>
                <a:ext cx="187560" cy="2559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613FDC8-82CC-8D08-C5AD-B88400547506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782670" y="5792530"/>
                  <a:ext cx="223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E8A2049-A71A-1E31-1DA5-50413BAB1881}"/>
                    </a:ext>
                  </a:extLst>
                </p14:cNvPr>
                <p14:cNvContentPartPr/>
                <p14:nvPr/>
              </p14:nvContentPartPr>
              <p14:xfrm>
                <a:off x="8836670" y="5978290"/>
                <a:ext cx="132480" cy="32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E8A2049-A71A-1E31-1DA5-50413BAB188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818670" y="5960650"/>
                  <a:ext cx="1681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FAF950B-5825-09AC-2780-EC5A1D8019CF}"/>
                    </a:ext>
                  </a:extLst>
                </p14:cNvPr>
                <p14:cNvContentPartPr/>
                <p14:nvPr/>
              </p14:nvContentPartPr>
              <p14:xfrm>
                <a:off x="9074270" y="5807650"/>
                <a:ext cx="135720" cy="2350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FAF950B-5825-09AC-2780-EC5A1D8019C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056270" y="5789650"/>
                  <a:ext cx="171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54CB72E-876B-0F20-383B-35E1EEB0B935}"/>
                    </a:ext>
                  </a:extLst>
                </p14:cNvPr>
                <p14:cNvContentPartPr/>
                <p14:nvPr/>
              </p14:nvContentPartPr>
              <p14:xfrm>
                <a:off x="9285590" y="5765890"/>
                <a:ext cx="131760" cy="2995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54CB72E-876B-0F20-383B-35E1EEB0B93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267590" y="5748250"/>
                  <a:ext cx="167400" cy="33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0028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EC41E-B418-8D11-D4A1-6A84E756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71" y="229138"/>
            <a:ext cx="10515600" cy="1131215"/>
          </a:xfrm>
        </p:spPr>
        <p:txBody>
          <a:bodyPr>
            <a:noAutofit/>
          </a:bodyPr>
          <a:lstStyle/>
          <a:p>
            <a:r>
              <a:rPr lang="en-US" sz="3600" dirty="0"/>
              <a:t>Business Agentic application: </a:t>
            </a:r>
            <a:r>
              <a:rPr lang="en-US" sz="3600" b="1" dirty="0"/>
              <a:t>FinWise</a:t>
            </a:r>
            <a:br>
              <a:rPr lang="en-US" sz="3600" b="1" dirty="0"/>
            </a:br>
            <a:r>
              <a:rPr lang="en-US" sz="3600" i="1" dirty="0"/>
              <a:t>(Personalized financial investment advisor)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E30164-09A1-4982-1BFD-3716C3E7CB4B}"/>
              </a:ext>
            </a:extLst>
          </p:cNvPr>
          <p:cNvSpPr/>
          <p:nvPr/>
        </p:nvSpPr>
        <p:spPr>
          <a:xfrm>
            <a:off x="2991943" y="1958460"/>
            <a:ext cx="2357862" cy="3720663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C27C5-E7DD-8F9C-F868-3D98648D22A1}"/>
              </a:ext>
            </a:extLst>
          </p:cNvPr>
          <p:cNvSpPr txBox="1"/>
          <p:nvPr/>
        </p:nvSpPr>
        <p:spPr>
          <a:xfrm>
            <a:off x="2922060" y="1922216"/>
            <a:ext cx="2497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</p:txBody>
      </p:sp>
      <p:pic>
        <p:nvPicPr>
          <p:cNvPr id="6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2255B426-5CBA-C454-6208-BB4DFA7AC9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2773" b="20435"/>
          <a:stretch>
            <a:fillRect/>
          </a:stretch>
        </p:blipFill>
        <p:spPr bwMode="auto">
          <a:xfrm>
            <a:off x="934570" y="3058703"/>
            <a:ext cx="1475241" cy="1520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1FAD0E-56D1-E042-C18D-E21255E12C61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2409811" y="3818792"/>
            <a:ext cx="5821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A35535-88F9-A24B-3BB8-28F40FE85912}"/>
              </a:ext>
            </a:extLst>
          </p:cNvPr>
          <p:cNvSpPr txBox="1"/>
          <p:nvPr/>
        </p:nvSpPr>
        <p:spPr>
          <a:xfrm>
            <a:off x="3093137" y="4117216"/>
            <a:ext cx="2155473" cy="46166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B00B4C5-2406-F316-788A-7A01D5ABE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0255" y="2620877"/>
            <a:ext cx="598386" cy="598386"/>
          </a:xfrm>
          <a:prstGeom prst="rect">
            <a:avLst/>
          </a:prstGeom>
        </p:spPr>
      </p:pic>
      <p:pic>
        <p:nvPicPr>
          <p:cNvPr id="10" name="Picture 9" descr="File:ChatGPT-Logo.svg - Wikimedia Commons">
            <a:extLst>
              <a:ext uri="{FF2B5EF4-FFF2-40B4-BE49-F238E27FC236}">
                <a16:creationId xmlns:a16="http://schemas.microsoft.com/office/drawing/2014/main" id="{94096E55-2C06-CA10-895B-FE9FC45F9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730" y="2591017"/>
            <a:ext cx="638460" cy="63846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0FCB25-FB1B-C2E1-32E2-33F859B4206A}"/>
              </a:ext>
            </a:extLst>
          </p:cNvPr>
          <p:cNvCxnSpPr>
            <a:cxnSpLocks/>
            <a:stCxn id="14" idx="3"/>
            <a:endCxn id="24" idx="1"/>
          </p:cNvCxnSpPr>
          <p:nvPr/>
        </p:nvCxnSpPr>
        <p:spPr>
          <a:xfrm flipV="1">
            <a:off x="5648971" y="3740733"/>
            <a:ext cx="1296903" cy="60731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0650BB-45AD-A6EF-2AB5-D13E68506D6A}"/>
              </a:ext>
            </a:extLst>
          </p:cNvPr>
          <p:cNvSpPr txBox="1"/>
          <p:nvPr/>
        </p:nvSpPr>
        <p:spPr>
          <a:xfrm>
            <a:off x="3093137" y="2288068"/>
            <a:ext cx="1246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B03E0-3927-C274-25C8-283693C648CF}"/>
              </a:ext>
            </a:extLst>
          </p:cNvPr>
          <p:cNvSpPr txBox="1"/>
          <p:nvPr/>
        </p:nvSpPr>
        <p:spPr>
          <a:xfrm>
            <a:off x="4008394" y="2282152"/>
            <a:ext cx="1446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ChatGPT </a:t>
            </a:r>
          </a:p>
        </p:txBody>
      </p:sp>
      <p:pic>
        <p:nvPicPr>
          <p:cNvPr id="14" name="Picture 8" descr="MCP (Model Context Protocol) Logo Fr ...">
            <a:extLst>
              <a:ext uri="{FF2B5EF4-FFF2-40B4-BE49-F238E27FC236}">
                <a16:creationId xmlns:a16="http://schemas.microsoft.com/office/drawing/2014/main" id="{B2AB1981-23BA-2F8A-2931-7CC7307A1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190" y="4039157"/>
            <a:ext cx="617781" cy="617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Github Copilot White Icon SVG Vector &amp; PNG Free Download ...">
            <a:extLst>
              <a:ext uri="{FF2B5EF4-FFF2-40B4-BE49-F238E27FC236}">
                <a16:creationId xmlns:a16="http://schemas.microsoft.com/office/drawing/2014/main" id="{04A734ED-2736-D68B-5FFB-53B4BE49AEE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rgbClr val="444444"/>
              <a:srgbClr val="444444"/>
            </a:duotone>
          </a:blip>
          <a:stretch>
            <a:fillRect/>
          </a:stretch>
        </p:blipFill>
        <p:spPr>
          <a:xfrm>
            <a:off x="3902698" y="3538625"/>
            <a:ext cx="456469" cy="45646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491BC00-9595-C07A-D815-653492C7CF38}"/>
              </a:ext>
            </a:extLst>
          </p:cNvPr>
          <p:cNvSpPr txBox="1"/>
          <p:nvPr/>
        </p:nvSpPr>
        <p:spPr>
          <a:xfrm>
            <a:off x="3239946" y="3281834"/>
            <a:ext cx="1861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GitHub Copilot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426C4D-2DAF-C88D-E63B-8010B6440F0B}"/>
              </a:ext>
            </a:extLst>
          </p:cNvPr>
          <p:cNvSpPr/>
          <p:nvPr/>
        </p:nvSpPr>
        <p:spPr>
          <a:xfrm>
            <a:off x="7272235" y="1958460"/>
            <a:ext cx="2497626" cy="372066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A7E7B-1E65-04FD-A1C0-C6978663CEA7}"/>
              </a:ext>
            </a:extLst>
          </p:cNvPr>
          <p:cNvSpPr txBox="1"/>
          <p:nvPr/>
        </p:nvSpPr>
        <p:spPr>
          <a:xfrm>
            <a:off x="7237293" y="1958460"/>
            <a:ext cx="2497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FinWise</a:t>
            </a:r>
          </a:p>
        </p:txBody>
      </p:sp>
      <p:pic>
        <p:nvPicPr>
          <p:cNvPr id="24" name="Picture 8" descr="MCP (Model Context Protocol) Logo Fr ...">
            <a:extLst>
              <a:ext uri="{FF2B5EF4-FFF2-40B4-BE49-F238E27FC236}">
                <a16:creationId xmlns:a16="http://schemas.microsoft.com/office/drawing/2014/main" id="{206A695B-2BBF-2337-711A-F9A75C45E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874" y="3431842"/>
            <a:ext cx="617781" cy="617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4095D7-F20F-B086-C87F-BBD8B77751D3}"/>
              </a:ext>
            </a:extLst>
          </p:cNvPr>
          <p:cNvSpPr/>
          <p:nvPr/>
        </p:nvSpPr>
        <p:spPr>
          <a:xfrm>
            <a:off x="7822868" y="3651166"/>
            <a:ext cx="1396360" cy="168980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B5D1E5-A644-9E38-97A0-3ACE0E5E4CF4}"/>
              </a:ext>
            </a:extLst>
          </p:cNvPr>
          <p:cNvSpPr txBox="1"/>
          <p:nvPr/>
        </p:nvSpPr>
        <p:spPr>
          <a:xfrm>
            <a:off x="7979195" y="3651166"/>
            <a:ext cx="11254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Workflow</a:t>
            </a:r>
          </a:p>
        </p:txBody>
      </p:sp>
      <p:pic>
        <p:nvPicPr>
          <p:cNvPr id="28" name="Picture 27" descr="Microsoft Agent Framework AI - Framework for generative AI agents">
            <a:extLst>
              <a:ext uri="{FF2B5EF4-FFF2-40B4-BE49-F238E27FC236}">
                <a16:creationId xmlns:a16="http://schemas.microsoft.com/office/drawing/2014/main" id="{A2A2D0E1-400E-771D-1655-426C0690AF4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43" t="10521" r="8469" b="16361"/>
          <a:stretch>
            <a:fillRect/>
          </a:stretch>
        </p:blipFill>
        <p:spPr>
          <a:xfrm>
            <a:off x="8107084" y="4117216"/>
            <a:ext cx="801616" cy="536978"/>
          </a:xfrm>
          <a:prstGeom prst="rect">
            <a:avLst/>
          </a:prstGeom>
        </p:spPr>
      </p:pic>
      <p:pic>
        <p:nvPicPr>
          <p:cNvPr id="30" name="Picture 29" descr="AI Model Catalog | Azure AI Foundry Models">
            <a:extLst>
              <a:ext uri="{FF2B5EF4-FFF2-40B4-BE49-F238E27FC236}">
                <a16:creationId xmlns:a16="http://schemas.microsoft.com/office/drawing/2014/main" id="{E700BD7E-BB56-6EA5-9B49-03376737A3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9195" y="4787913"/>
            <a:ext cx="560689" cy="29436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ABB55F6-7581-31D2-A7E5-58372F288D7C}"/>
              </a:ext>
            </a:extLst>
          </p:cNvPr>
          <p:cNvSpPr txBox="1"/>
          <p:nvPr/>
        </p:nvSpPr>
        <p:spPr>
          <a:xfrm>
            <a:off x="8393240" y="4758989"/>
            <a:ext cx="605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Azure AI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Foundry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E902A2-C21B-33DB-3E92-C5545126BC67}"/>
              </a:ext>
            </a:extLst>
          </p:cNvPr>
          <p:cNvSpPr txBox="1"/>
          <p:nvPr/>
        </p:nvSpPr>
        <p:spPr>
          <a:xfrm>
            <a:off x="7463709" y="2450837"/>
            <a:ext cx="22313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Flexible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extensible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multi-agent workflow of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specialized agents for financial investment advice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8ADCD4-82D1-B074-FCC0-E91D9A9396F2}"/>
              </a:ext>
            </a:extLst>
          </p:cNvPr>
          <p:cNvSpPr txBox="1"/>
          <p:nvPr/>
        </p:nvSpPr>
        <p:spPr>
          <a:xfrm>
            <a:off x="5787067" y="3651166"/>
            <a:ext cx="63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282080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5B97-BEFA-0978-A202-DB8B39CF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22EF-467C-A7D4-8BCD-AF19C7CA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025" y="208958"/>
            <a:ext cx="11791950" cy="795855"/>
          </a:xfrm>
        </p:spPr>
        <p:txBody>
          <a:bodyPr/>
          <a:lstStyle/>
          <a:p>
            <a:r>
              <a:rPr lang="en-US" dirty="0"/>
              <a:t>FinWise v0.1.0 – Architecture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33B0B8-9DE0-5747-BE89-F17E3A67F844}"/>
              </a:ext>
            </a:extLst>
          </p:cNvPr>
          <p:cNvSpPr/>
          <p:nvPr/>
        </p:nvSpPr>
        <p:spPr>
          <a:xfrm>
            <a:off x="254000" y="1311965"/>
            <a:ext cx="11791950" cy="54351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4D3495-FCA2-2EF2-783B-D754EAEECC17}"/>
              </a:ext>
            </a:extLst>
          </p:cNvPr>
          <p:cNvSpPr/>
          <p:nvPr/>
        </p:nvSpPr>
        <p:spPr>
          <a:xfrm>
            <a:off x="4056382" y="2065924"/>
            <a:ext cx="6610648" cy="31048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852F0C-1CE2-152B-5963-D833F3C96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86" y="2945183"/>
            <a:ext cx="388323" cy="3441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29505A-6E56-1C47-E057-08C634582285}"/>
              </a:ext>
            </a:extLst>
          </p:cNvPr>
          <p:cNvSpPr/>
          <p:nvPr/>
        </p:nvSpPr>
        <p:spPr>
          <a:xfrm>
            <a:off x="1455136" y="3063133"/>
            <a:ext cx="2047461" cy="1103244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32780-A2CE-83CF-58F4-159B67C63837}"/>
              </a:ext>
            </a:extLst>
          </p:cNvPr>
          <p:cNvSpPr txBox="1"/>
          <p:nvPr/>
        </p:nvSpPr>
        <p:spPr>
          <a:xfrm>
            <a:off x="2225476" y="3073777"/>
            <a:ext cx="11893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Claude, ChatGPT, GitHub CoPilot, Cursor, etc..</a:t>
            </a:r>
          </a:p>
        </p:txBody>
      </p:sp>
      <p:pic>
        <p:nvPicPr>
          <p:cNvPr id="10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16C7DB70-1C01-A2BD-C728-8787236A36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0355" b="20435"/>
          <a:stretch>
            <a:fillRect/>
          </a:stretch>
        </p:blipFill>
        <p:spPr bwMode="auto">
          <a:xfrm>
            <a:off x="332408" y="3253528"/>
            <a:ext cx="732147" cy="72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D63B05-07DE-B442-375B-DAABE1896C9C}"/>
              </a:ext>
            </a:extLst>
          </p:cNvPr>
          <p:cNvSpPr txBox="1"/>
          <p:nvPr/>
        </p:nvSpPr>
        <p:spPr>
          <a:xfrm>
            <a:off x="272774" y="3921342"/>
            <a:ext cx="891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BA826B-0F38-21F4-91E0-395A126C6CAF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1064555" y="3614755"/>
            <a:ext cx="390581" cy="7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031476-477D-B063-8FB0-445AC1C68805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3502597" y="3614755"/>
            <a:ext cx="553785" cy="36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A0EF237-8B9F-49D3-CF89-8F98FDBE9C15}"/>
              </a:ext>
            </a:extLst>
          </p:cNvPr>
          <p:cNvSpPr txBox="1"/>
          <p:nvPr/>
        </p:nvSpPr>
        <p:spPr>
          <a:xfrm>
            <a:off x="2370933" y="3781752"/>
            <a:ext cx="1026415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D968AB-4648-6ECD-FF61-6DAAAFACE3BD}"/>
              </a:ext>
            </a:extLst>
          </p:cNvPr>
          <p:cNvSpPr txBox="1"/>
          <p:nvPr/>
        </p:nvSpPr>
        <p:spPr>
          <a:xfrm>
            <a:off x="3353488" y="3613686"/>
            <a:ext cx="844613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Http Streaming)</a:t>
            </a:r>
          </a:p>
        </p:txBody>
      </p:sp>
      <p:pic>
        <p:nvPicPr>
          <p:cNvPr id="18" name="Picture 8" descr="MCP (Model Context Protocol) Logo Fr ...">
            <a:extLst>
              <a:ext uri="{FF2B5EF4-FFF2-40B4-BE49-F238E27FC236}">
                <a16:creationId xmlns:a16="http://schemas.microsoft.com/office/drawing/2014/main" id="{7757E597-748C-A2F7-8E2B-E40185705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193" y="3466848"/>
            <a:ext cx="261889" cy="26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Microsoft Dot Net icon SVG Vector &amp; PNG ...">
            <a:extLst>
              <a:ext uri="{FF2B5EF4-FFF2-40B4-BE49-F238E27FC236}">
                <a16:creationId xmlns:a16="http://schemas.microsoft.com/office/drawing/2014/main" id="{30489B17-ACF0-DE06-D6FD-7BA2E169E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949" y="1968794"/>
            <a:ext cx="521080" cy="52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43F71E6-57F2-FFE1-8DDF-11F3BF8C60D1}"/>
              </a:ext>
            </a:extLst>
          </p:cNvPr>
          <p:cNvSpPr txBox="1"/>
          <p:nvPr/>
        </p:nvSpPr>
        <p:spPr>
          <a:xfrm>
            <a:off x="4559893" y="3438118"/>
            <a:ext cx="8522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SDK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.NET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CAAED4E8-56D0-A002-5687-E31EA38E8726}"/>
              </a:ext>
            </a:extLst>
          </p:cNvPr>
          <p:cNvSpPr>
            <a:spLocks noChangeAspect="1"/>
          </p:cNvSpPr>
          <p:nvPr/>
        </p:nvSpPr>
        <p:spPr>
          <a:xfrm>
            <a:off x="9513247" y="5743724"/>
            <a:ext cx="439592" cy="43959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913C00-A87A-9BA4-FD77-2383F7ABA8AC}"/>
              </a:ext>
            </a:extLst>
          </p:cNvPr>
          <p:cNvSpPr txBox="1"/>
          <p:nvPr/>
        </p:nvSpPr>
        <p:spPr>
          <a:xfrm>
            <a:off x="9511145" y="6179268"/>
            <a:ext cx="4437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F63DF0FB-FE15-1EE9-ED8F-78C6C6DA277D}"/>
              </a:ext>
            </a:extLst>
          </p:cNvPr>
          <p:cNvCxnSpPr>
            <a:cxnSpLocks/>
            <a:stCxn id="89" idx="2"/>
            <a:endCxn id="30" idx="1"/>
          </p:cNvCxnSpPr>
          <p:nvPr/>
        </p:nvCxnSpPr>
        <p:spPr>
          <a:xfrm rot="16200000" flipH="1">
            <a:off x="8639258" y="4869735"/>
            <a:ext cx="1227656" cy="649076"/>
          </a:xfrm>
          <a:prstGeom prst="curvedConnector3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zure AI Foundry - Visual Studio Marketplace">
            <a:extLst>
              <a:ext uri="{FF2B5EF4-FFF2-40B4-BE49-F238E27FC236}">
                <a16:creationId xmlns:a16="http://schemas.microsoft.com/office/drawing/2014/main" id="{8CAC239E-6DFC-CF4F-5189-3F934E651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480" y="5413595"/>
            <a:ext cx="439592" cy="43959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1134232-4239-60CC-2E5F-78B579D15527}"/>
              </a:ext>
            </a:extLst>
          </p:cNvPr>
          <p:cNvSpPr txBox="1"/>
          <p:nvPr/>
        </p:nvSpPr>
        <p:spPr>
          <a:xfrm>
            <a:off x="9896998" y="5651253"/>
            <a:ext cx="64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pic>
        <p:nvPicPr>
          <p:cNvPr id="50" name="Picture 49" descr="A blue and purple toy">
            <a:extLst>
              <a:ext uri="{FF2B5EF4-FFF2-40B4-BE49-F238E27FC236}">
                <a16:creationId xmlns:a16="http://schemas.microsoft.com/office/drawing/2014/main" id="{E438C644-EE71-4BCC-30CE-2FECA6FDCF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2684" y="3553630"/>
            <a:ext cx="507034" cy="50703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CDCB348A-4A44-7F0C-853B-8C246C1C0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0583" y="3295647"/>
            <a:ext cx="284945" cy="284945"/>
          </a:xfrm>
          <a:prstGeom prst="rect">
            <a:avLst/>
          </a:prstGeom>
        </p:spPr>
      </p:pic>
      <p:pic>
        <p:nvPicPr>
          <p:cNvPr id="57" name="Picture 56" descr="File:ChatGPT-Logo.svg - Wikimedia Commons">
            <a:extLst>
              <a:ext uri="{FF2B5EF4-FFF2-40B4-BE49-F238E27FC236}">
                <a16:creationId xmlns:a16="http://schemas.microsoft.com/office/drawing/2014/main" id="{4EC2C518-83AB-FC26-A930-0C2060B1F3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2152" y="3286104"/>
            <a:ext cx="304029" cy="304029"/>
          </a:xfrm>
          <a:prstGeom prst="rect">
            <a:avLst/>
          </a:prstGeom>
        </p:spPr>
      </p:pic>
      <p:pic>
        <p:nvPicPr>
          <p:cNvPr id="58" name="Picture 57" descr="Cursor AI Logo Icon for Modern Designs">
            <a:extLst>
              <a:ext uri="{FF2B5EF4-FFF2-40B4-BE49-F238E27FC236}">
                <a16:creationId xmlns:a16="http://schemas.microsoft.com/office/drawing/2014/main" id="{16B783CA-01CC-B464-D58B-05B4B190CD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1330" y="3590133"/>
            <a:ext cx="398002" cy="398002"/>
          </a:xfrm>
          <a:prstGeom prst="rect">
            <a:avLst/>
          </a:prstGeom>
        </p:spPr>
      </p:pic>
      <p:pic>
        <p:nvPicPr>
          <p:cNvPr id="59" name="Picture 58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C5226B8A-48A5-EE9D-B50F-64B965A445B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3616"/>
          <a:stretch>
            <a:fillRect/>
          </a:stretch>
        </p:blipFill>
        <p:spPr>
          <a:xfrm>
            <a:off x="9610591" y="5839069"/>
            <a:ext cx="247141" cy="24890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211499C-AA33-49CB-25BE-072D7BDD4DC3}"/>
              </a:ext>
            </a:extLst>
          </p:cNvPr>
          <p:cNvSpPr txBox="1"/>
          <p:nvPr/>
        </p:nvSpPr>
        <p:spPr>
          <a:xfrm>
            <a:off x="5580300" y="2058118"/>
            <a:ext cx="392477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 / Http Service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(Process) 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BD37D31-0919-95AE-53B3-798AC955231D}"/>
              </a:ext>
            </a:extLst>
          </p:cNvPr>
          <p:cNvSpPr/>
          <p:nvPr/>
        </p:nvSpPr>
        <p:spPr>
          <a:xfrm>
            <a:off x="5666860" y="3182780"/>
            <a:ext cx="118934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5CD416-2F6F-A3CB-EDF3-A5CCAA1BD187}"/>
              </a:ext>
            </a:extLst>
          </p:cNvPr>
          <p:cNvSpPr txBox="1"/>
          <p:nvPr/>
        </p:nvSpPr>
        <p:spPr>
          <a:xfrm>
            <a:off x="5682061" y="3154486"/>
            <a:ext cx="1189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Workflow</a:t>
            </a:r>
          </a:p>
        </p:txBody>
      </p:sp>
      <p:pic>
        <p:nvPicPr>
          <p:cNvPr id="63" name="Picture 62" descr="Microsoft Agent Framework AI - Framework for generative AI agents">
            <a:extLst>
              <a:ext uri="{FF2B5EF4-FFF2-40B4-BE49-F238E27FC236}">
                <a16:creationId xmlns:a16="http://schemas.microsoft.com/office/drawing/2014/main" id="{4D92FC94-4608-7DF9-6F35-8B8A78B14CE7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43" t="10521" r="8469" b="16361"/>
          <a:stretch>
            <a:fillRect/>
          </a:stretch>
        </p:blipFill>
        <p:spPr>
          <a:xfrm>
            <a:off x="5924857" y="3562796"/>
            <a:ext cx="673352" cy="451057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06BEA15A-1183-774C-261F-342EF0752689}"/>
              </a:ext>
            </a:extLst>
          </p:cNvPr>
          <p:cNvSpPr/>
          <p:nvPr/>
        </p:nvSpPr>
        <p:spPr>
          <a:xfrm>
            <a:off x="4263882" y="3182780"/>
            <a:ext cx="118934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B18B30-5890-4EA7-66E1-913C7CF09814}"/>
              </a:ext>
            </a:extLst>
          </p:cNvPr>
          <p:cNvSpPr txBox="1"/>
          <p:nvPr/>
        </p:nvSpPr>
        <p:spPr>
          <a:xfrm>
            <a:off x="4279083" y="3154486"/>
            <a:ext cx="11893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Tools</a:t>
            </a:r>
          </a:p>
        </p:txBody>
      </p:sp>
      <p:pic>
        <p:nvPicPr>
          <p:cNvPr id="76" name="Picture 75" descr="Hi-Res C# Logo Download | Logos - NUMI">
            <a:extLst>
              <a:ext uri="{FF2B5EF4-FFF2-40B4-BE49-F238E27FC236}">
                <a16:creationId xmlns:a16="http://schemas.microsoft.com/office/drawing/2014/main" id="{35632DD2-33AE-C00A-B864-E202AEA413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1066" y="1661242"/>
            <a:ext cx="320845" cy="320845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68311503-3109-CFED-47BF-C3109CEBAFAD}"/>
              </a:ext>
            </a:extLst>
          </p:cNvPr>
          <p:cNvSpPr/>
          <p:nvPr/>
        </p:nvSpPr>
        <p:spPr>
          <a:xfrm>
            <a:off x="7072254" y="3175943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31B9D12-F941-B6A3-9D66-F062A69B0F09}"/>
              </a:ext>
            </a:extLst>
          </p:cNvPr>
          <p:cNvSpPr txBox="1"/>
          <p:nvPr/>
        </p:nvSpPr>
        <p:spPr>
          <a:xfrm>
            <a:off x="6990151" y="3137597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Orchestrator</a:t>
            </a:r>
          </a:p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6A3003F4-76F9-C739-47FE-D52AAA18E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890" y="3599262"/>
            <a:ext cx="388323" cy="344114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863AB2A0-9CF4-9326-659E-FA5972A4F9CC}"/>
              </a:ext>
            </a:extLst>
          </p:cNvPr>
          <p:cNvSpPr/>
          <p:nvPr/>
        </p:nvSpPr>
        <p:spPr>
          <a:xfrm>
            <a:off x="8446750" y="2505548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A23D8D6-0146-1071-67E0-5F881DE52F21}"/>
              </a:ext>
            </a:extLst>
          </p:cNvPr>
          <p:cNvSpPr txBox="1"/>
          <p:nvPr/>
        </p:nvSpPr>
        <p:spPr>
          <a:xfrm>
            <a:off x="8364647" y="2467202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Profile</a:t>
            </a:r>
          </a:p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9ACBA9F-4F51-E59F-2D54-CB491F43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86" y="4150293"/>
            <a:ext cx="388323" cy="344114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0FC3CD94-80F6-40A0-605C-C874E61F470C}"/>
              </a:ext>
            </a:extLst>
          </p:cNvPr>
          <p:cNvSpPr/>
          <p:nvPr/>
        </p:nvSpPr>
        <p:spPr>
          <a:xfrm>
            <a:off x="8446750" y="3710658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A62BB8-F322-CC99-4D70-418BB207E79D}"/>
              </a:ext>
            </a:extLst>
          </p:cNvPr>
          <p:cNvSpPr txBox="1"/>
          <p:nvPr/>
        </p:nvSpPr>
        <p:spPr>
          <a:xfrm>
            <a:off x="8364647" y="3672312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Advisor</a:t>
            </a:r>
          </a:p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0EB35DD-BE18-D4AB-1CAF-19F1911DF5FE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5453228" y="3617674"/>
            <a:ext cx="24279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5A51D3F-B95D-B640-6D00-FF9588F403E3}"/>
              </a:ext>
            </a:extLst>
          </p:cNvPr>
          <p:cNvCxnSpPr>
            <a:cxnSpLocks/>
            <a:stCxn id="61" idx="3"/>
            <a:endCxn id="79" idx="1"/>
          </p:cNvCxnSpPr>
          <p:nvPr/>
        </p:nvCxnSpPr>
        <p:spPr>
          <a:xfrm flipV="1">
            <a:off x="6856206" y="3610837"/>
            <a:ext cx="216048" cy="683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BCE2334-75EF-34CC-D8CF-212EC46F9F86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8035850" y="2940441"/>
            <a:ext cx="410900" cy="6703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198F9AC-7898-8552-EB39-AC1D5E34D485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8035849" y="3580592"/>
            <a:ext cx="410901" cy="5649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3631B5F-B7B5-67EE-3A61-019E2D7A169D}"/>
              </a:ext>
            </a:extLst>
          </p:cNvPr>
          <p:cNvSpPr/>
          <p:nvPr/>
        </p:nvSpPr>
        <p:spPr>
          <a:xfrm>
            <a:off x="9574552" y="3159384"/>
            <a:ext cx="963596" cy="371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D1BFBEA-75E8-63A0-2781-03583AA01471}"/>
              </a:ext>
            </a:extLst>
          </p:cNvPr>
          <p:cNvSpPr txBox="1"/>
          <p:nvPr/>
        </p:nvSpPr>
        <p:spPr>
          <a:xfrm>
            <a:off x="9492449" y="3121037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Profile</a:t>
            </a:r>
          </a:p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In-Memory</a:t>
            </a:r>
          </a:p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Store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008585F-81A4-B080-5C5E-ED8C39E8CF68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9410346" y="2940442"/>
            <a:ext cx="164206" cy="26891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CB9E1E5-7958-6EC6-448F-716C7061AE1A}"/>
              </a:ext>
            </a:extLst>
          </p:cNvPr>
          <p:cNvSpPr txBox="1"/>
          <p:nvPr/>
        </p:nvSpPr>
        <p:spPr>
          <a:xfrm>
            <a:off x="9423045" y="2786249"/>
            <a:ext cx="758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IProfileStore</a:t>
            </a:r>
          </a:p>
          <a:p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endParaRPr lang="en-US" sz="800" dirty="0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92187ED7-6565-CBE9-E93E-D208FCC25918}"/>
              </a:ext>
            </a:extLst>
          </p:cNvPr>
          <p:cNvSpPr/>
          <p:nvPr/>
        </p:nvSpPr>
        <p:spPr>
          <a:xfrm>
            <a:off x="8968258" y="5340284"/>
            <a:ext cx="1698772" cy="1226936"/>
          </a:xfrm>
          <a:prstGeom prst="roundRect">
            <a:avLst/>
          </a:prstGeom>
          <a:noFill/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2" name="Picture 141" descr="Microsoft Azure, Microsoft Azure MVP - BizStream">
            <a:extLst>
              <a:ext uri="{FF2B5EF4-FFF2-40B4-BE49-F238E27FC236}">
                <a16:creationId xmlns:a16="http://schemas.microsoft.com/office/drawing/2014/main" id="{45984D8B-D9D3-B36F-7E6E-B4B474E3C0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56046" y="5186713"/>
            <a:ext cx="1197514" cy="409550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6DAB3420-19C5-4F5E-133A-147C69FEED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66193" y="2091380"/>
            <a:ext cx="1114107" cy="287231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AD6BB1E4-BC27-422C-3127-784119A30021}"/>
              </a:ext>
            </a:extLst>
          </p:cNvPr>
          <p:cNvSpPr txBox="1"/>
          <p:nvPr/>
        </p:nvSpPr>
        <p:spPr>
          <a:xfrm>
            <a:off x="8023949" y="3414506"/>
            <a:ext cx="758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Hand-off</a:t>
            </a:r>
          </a:p>
          <a:p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strategy</a:t>
            </a:r>
            <a:endParaRPr lang="en-US" sz="800" dirty="0"/>
          </a:p>
        </p:txBody>
      </p:sp>
      <p:cxnSp>
        <p:nvCxnSpPr>
          <p:cNvPr id="146" name="Connector: Curved 145">
            <a:extLst>
              <a:ext uri="{FF2B5EF4-FFF2-40B4-BE49-F238E27FC236}">
                <a16:creationId xmlns:a16="http://schemas.microsoft.com/office/drawing/2014/main" id="{8BE039A9-DA82-33FE-CB8B-E12B672F0BF3}"/>
              </a:ext>
            </a:extLst>
          </p:cNvPr>
          <p:cNvCxnSpPr>
            <a:cxnSpLocks/>
            <a:stCxn id="84" idx="2"/>
            <a:endCxn id="30" idx="0"/>
          </p:cNvCxnSpPr>
          <p:nvPr/>
        </p:nvCxnSpPr>
        <p:spPr>
          <a:xfrm rot="16200000" flipH="1">
            <a:off x="8146601" y="4157281"/>
            <a:ext cx="2368389" cy="804495"/>
          </a:xfrm>
          <a:prstGeom prst="curvedConnector3">
            <a:avLst>
              <a:gd name="adj1" fmla="val 7638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Curved 154">
            <a:extLst>
              <a:ext uri="{FF2B5EF4-FFF2-40B4-BE49-F238E27FC236}">
                <a16:creationId xmlns:a16="http://schemas.microsoft.com/office/drawing/2014/main" id="{CE2645F5-8D72-5B6B-2144-3EB0E9815260}"/>
              </a:ext>
            </a:extLst>
          </p:cNvPr>
          <p:cNvCxnSpPr>
            <a:cxnSpLocks/>
            <a:stCxn id="79" idx="2"/>
            <a:endCxn id="30" idx="2"/>
          </p:cNvCxnSpPr>
          <p:nvPr/>
        </p:nvCxnSpPr>
        <p:spPr>
          <a:xfrm rot="16200000" flipH="1">
            <a:off x="7574754" y="4025027"/>
            <a:ext cx="1917790" cy="1959195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F31655-D371-55C4-B1CB-2980322050F2}"/>
              </a:ext>
            </a:extLst>
          </p:cNvPr>
          <p:cNvSpPr txBox="1"/>
          <p:nvPr/>
        </p:nvSpPr>
        <p:spPr>
          <a:xfrm>
            <a:off x="4268571" y="2908683"/>
            <a:ext cx="118934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rgbClr val="1471EC"/>
                </a:solidFill>
              </a:rPr>
              <a:t>MCPSession</a:t>
            </a:r>
          </a:p>
          <a:p>
            <a:r>
              <a:rPr lang="en-US" sz="500" b="0" dirty="0">
                <a:solidFill>
                  <a:srgbClr val="1471EC"/>
                </a:solidFill>
              </a:rPr>
              <a:t>(StatefulSessionManager)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57076-696E-A98C-901D-2C21211F60D5}"/>
              </a:ext>
            </a:extLst>
          </p:cNvPr>
          <p:cNvSpPr txBox="1"/>
          <p:nvPr/>
        </p:nvSpPr>
        <p:spPr>
          <a:xfrm>
            <a:off x="5658920" y="2908683"/>
            <a:ext cx="118934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rgbClr val="1471EC"/>
                </a:solidFill>
              </a:rPr>
              <a:t>AgentSessionManager</a:t>
            </a:r>
          </a:p>
          <a:p>
            <a:r>
              <a:rPr lang="en-US" sz="500" b="0" dirty="0">
                <a:solidFill>
                  <a:srgbClr val="1471EC"/>
                </a:solidFill>
              </a:rPr>
              <a:t>(In-Memory Agent Session Store)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0398E68-228F-528C-37FB-2E1D1627069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457917" y="3036955"/>
            <a:ext cx="201003" cy="2533"/>
          </a:xfrm>
          <a:prstGeom prst="straightConnector1">
            <a:avLst/>
          </a:prstGeom>
          <a:ln>
            <a:solidFill>
              <a:srgbClr val="1571EC"/>
            </a:solidFill>
            <a:prstDash val="sysDash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 descr="Laptop Coding icon in Windows 11 Color ...">
            <a:extLst>
              <a:ext uri="{FF2B5EF4-FFF2-40B4-BE49-F238E27FC236}">
                <a16:creationId xmlns:a16="http://schemas.microsoft.com/office/drawing/2014/main" id="{3793337D-5C47-412A-F795-DCF21BC0CC95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9849" y="1385632"/>
            <a:ext cx="586832" cy="5868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6443BD-3227-28A2-64D4-575313E472F0}"/>
              </a:ext>
            </a:extLst>
          </p:cNvPr>
          <p:cNvSpPr txBox="1"/>
          <p:nvPr/>
        </p:nvSpPr>
        <p:spPr>
          <a:xfrm>
            <a:off x="828280" y="1513170"/>
            <a:ext cx="1206561" cy="2801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Dev computer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755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55AF-4EF7-7F42-0274-AEBBB6F8E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11012"/>
            <a:ext cx="11791950" cy="795855"/>
          </a:xfrm>
        </p:spPr>
        <p:txBody>
          <a:bodyPr/>
          <a:lstStyle/>
          <a:p>
            <a:r>
              <a:rPr lang="en-US" dirty="0"/>
              <a:t>FinWise v0.1.1 – Architecture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D8277-5D5B-8137-0B21-964187CCD077}"/>
              </a:ext>
            </a:extLst>
          </p:cNvPr>
          <p:cNvSpPr/>
          <p:nvPr/>
        </p:nvSpPr>
        <p:spPr>
          <a:xfrm>
            <a:off x="254000" y="1311965"/>
            <a:ext cx="11791950" cy="54351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1B90A5-8F85-A3A3-F39B-1FBCB5EAF4D8}"/>
              </a:ext>
            </a:extLst>
          </p:cNvPr>
          <p:cNvSpPr/>
          <p:nvPr/>
        </p:nvSpPr>
        <p:spPr>
          <a:xfrm>
            <a:off x="4056382" y="2065924"/>
            <a:ext cx="6610648" cy="31048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FD8C1A-FC5B-5ABA-7247-904EBD2FD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86" y="2945183"/>
            <a:ext cx="388323" cy="3441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36FD4F-CEEB-335C-1325-5235FB817EA1}"/>
              </a:ext>
            </a:extLst>
          </p:cNvPr>
          <p:cNvSpPr/>
          <p:nvPr/>
        </p:nvSpPr>
        <p:spPr>
          <a:xfrm>
            <a:off x="1455136" y="3063133"/>
            <a:ext cx="2047461" cy="1103244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8D9118-AA7E-356E-56BC-8A3B987032D3}"/>
              </a:ext>
            </a:extLst>
          </p:cNvPr>
          <p:cNvSpPr txBox="1"/>
          <p:nvPr/>
        </p:nvSpPr>
        <p:spPr>
          <a:xfrm>
            <a:off x="2225476" y="3073777"/>
            <a:ext cx="11893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Claude, ChatGPT, GitHub CoPilot, Cursor, etc..</a:t>
            </a:r>
          </a:p>
        </p:txBody>
      </p:sp>
      <p:pic>
        <p:nvPicPr>
          <p:cNvPr id="10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1561F285-3B67-5202-FC91-3FA528C5E1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0355" b="20435"/>
          <a:stretch>
            <a:fillRect/>
          </a:stretch>
        </p:blipFill>
        <p:spPr bwMode="auto">
          <a:xfrm>
            <a:off x="332408" y="3253528"/>
            <a:ext cx="732147" cy="72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29AEDD-01EC-8577-BF31-14E99B25BE41}"/>
              </a:ext>
            </a:extLst>
          </p:cNvPr>
          <p:cNvSpPr txBox="1"/>
          <p:nvPr/>
        </p:nvSpPr>
        <p:spPr>
          <a:xfrm>
            <a:off x="272774" y="3921342"/>
            <a:ext cx="891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D61073-EDB7-4AE6-51AA-823431F6FF97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1064555" y="3614755"/>
            <a:ext cx="390581" cy="7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03EEA1-219C-9627-BE4F-51009F103652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3502597" y="3614755"/>
            <a:ext cx="553785" cy="36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E010E9-27C7-357F-9888-5F7C7DE1DBC5}"/>
              </a:ext>
            </a:extLst>
          </p:cNvPr>
          <p:cNvSpPr txBox="1"/>
          <p:nvPr/>
        </p:nvSpPr>
        <p:spPr>
          <a:xfrm>
            <a:off x="2370933" y="3781752"/>
            <a:ext cx="1026415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D1A2F9-01CA-206D-805C-2F7BA4331D18}"/>
              </a:ext>
            </a:extLst>
          </p:cNvPr>
          <p:cNvSpPr txBox="1"/>
          <p:nvPr/>
        </p:nvSpPr>
        <p:spPr>
          <a:xfrm>
            <a:off x="3353488" y="3613686"/>
            <a:ext cx="844613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white">
                    <a:lumMod val="50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Http Streaming)</a:t>
            </a:r>
          </a:p>
        </p:txBody>
      </p:sp>
      <p:pic>
        <p:nvPicPr>
          <p:cNvPr id="18" name="Picture 8" descr="MCP (Model Context Protocol) Logo Fr ...">
            <a:extLst>
              <a:ext uri="{FF2B5EF4-FFF2-40B4-BE49-F238E27FC236}">
                <a16:creationId xmlns:a16="http://schemas.microsoft.com/office/drawing/2014/main" id="{B9FD9E47-C4AF-56C5-5CA0-EA943C68F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6193" y="3466848"/>
            <a:ext cx="261889" cy="26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Microsoft Dot Net icon SVG Vector &amp; PNG ...">
            <a:extLst>
              <a:ext uri="{FF2B5EF4-FFF2-40B4-BE49-F238E27FC236}">
                <a16:creationId xmlns:a16="http://schemas.microsoft.com/office/drawing/2014/main" id="{3098BB68-7BC0-BC59-D5E2-354E5A2C9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949" y="1968794"/>
            <a:ext cx="521080" cy="52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49C792-6B9C-7F22-6D33-DEAEDCBBCC1D}"/>
              </a:ext>
            </a:extLst>
          </p:cNvPr>
          <p:cNvSpPr txBox="1"/>
          <p:nvPr/>
        </p:nvSpPr>
        <p:spPr>
          <a:xfrm>
            <a:off x="4559893" y="3438118"/>
            <a:ext cx="8522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SDK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For .NET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44E35864-3335-9B0F-240D-D9AD75E04B9F}"/>
              </a:ext>
            </a:extLst>
          </p:cNvPr>
          <p:cNvSpPr>
            <a:spLocks noChangeAspect="1"/>
          </p:cNvSpPr>
          <p:nvPr/>
        </p:nvSpPr>
        <p:spPr>
          <a:xfrm>
            <a:off x="9513247" y="5743724"/>
            <a:ext cx="439592" cy="43959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7AEB19-A4A0-2072-46CE-93E9EB7C4079}"/>
              </a:ext>
            </a:extLst>
          </p:cNvPr>
          <p:cNvSpPr txBox="1"/>
          <p:nvPr/>
        </p:nvSpPr>
        <p:spPr>
          <a:xfrm>
            <a:off x="9511145" y="6179268"/>
            <a:ext cx="4437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FDB02A6E-FD34-918C-909E-62908BF8ED99}"/>
              </a:ext>
            </a:extLst>
          </p:cNvPr>
          <p:cNvCxnSpPr>
            <a:cxnSpLocks/>
            <a:stCxn id="89" idx="2"/>
            <a:endCxn id="30" idx="1"/>
          </p:cNvCxnSpPr>
          <p:nvPr/>
        </p:nvCxnSpPr>
        <p:spPr>
          <a:xfrm rot="16200000" flipH="1">
            <a:off x="8639258" y="4869735"/>
            <a:ext cx="1227656" cy="649076"/>
          </a:xfrm>
          <a:prstGeom prst="curvedConnector3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zure AI Foundry - Visual Studio Marketplace">
            <a:extLst>
              <a:ext uri="{FF2B5EF4-FFF2-40B4-BE49-F238E27FC236}">
                <a16:creationId xmlns:a16="http://schemas.microsoft.com/office/drawing/2014/main" id="{165E8364-0751-8FC8-94CE-00881C3B9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2480" y="5413595"/>
            <a:ext cx="439592" cy="43959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F4E8670-BA99-0038-72FD-E9F670502261}"/>
              </a:ext>
            </a:extLst>
          </p:cNvPr>
          <p:cNvSpPr txBox="1"/>
          <p:nvPr/>
        </p:nvSpPr>
        <p:spPr>
          <a:xfrm>
            <a:off x="9896998" y="5651253"/>
            <a:ext cx="64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pic>
        <p:nvPicPr>
          <p:cNvPr id="50" name="Picture 49" descr="A blue and purple toy">
            <a:extLst>
              <a:ext uri="{FF2B5EF4-FFF2-40B4-BE49-F238E27FC236}">
                <a16:creationId xmlns:a16="http://schemas.microsoft.com/office/drawing/2014/main" id="{C3CBEA84-F6B7-9641-97FF-BDDD0AE84B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2684" y="3553630"/>
            <a:ext cx="507034" cy="50703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23A606E5-F210-377B-AE82-42AD123DA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50583" y="3295647"/>
            <a:ext cx="284945" cy="284945"/>
          </a:xfrm>
          <a:prstGeom prst="rect">
            <a:avLst/>
          </a:prstGeom>
        </p:spPr>
      </p:pic>
      <p:pic>
        <p:nvPicPr>
          <p:cNvPr id="57" name="Picture 56" descr="File:ChatGPT-Logo.svg - Wikimedia Commons">
            <a:extLst>
              <a:ext uri="{FF2B5EF4-FFF2-40B4-BE49-F238E27FC236}">
                <a16:creationId xmlns:a16="http://schemas.microsoft.com/office/drawing/2014/main" id="{13982E72-E721-9037-6FD9-AA6AB98214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2152" y="3286104"/>
            <a:ext cx="304029" cy="304029"/>
          </a:xfrm>
          <a:prstGeom prst="rect">
            <a:avLst/>
          </a:prstGeom>
        </p:spPr>
      </p:pic>
      <p:pic>
        <p:nvPicPr>
          <p:cNvPr id="58" name="Picture 57" descr="Cursor AI Logo Icon for Modern Designs">
            <a:extLst>
              <a:ext uri="{FF2B5EF4-FFF2-40B4-BE49-F238E27FC236}">
                <a16:creationId xmlns:a16="http://schemas.microsoft.com/office/drawing/2014/main" id="{BD83DEFF-6B31-9836-D7BB-5835EE4EE8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1330" y="3590133"/>
            <a:ext cx="398002" cy="398002"/>
          </a:xfrm>
          <a:prstGeom prst="rect">
            <a:avLst/>
          </a:prstGeom>
        </p:spPr>
      </p:pic>
      <p:pic>
        <p:nvPicPr>
          <p:cNvPr id="59" name="Picture 58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395EA34C-8A26-05CC-90F8-807F9E3F0E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3616"/>
          <a:stretch>
            <a:fillRect/>
          </a:stretch>
        </p:blipFill>
        <p:spPr>
          <a:xfrm>
            <a:off x="9610591" y="5839069"/>
            <a:ext cx="247141" cy="24890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405545A-9CBE-73CA-272E-50AA53563FA0}"/>
              </a:ext>
            </a:extLst>
          </p:cNvPr>
          <p:cNvSpPr txBox="1"/>
          <p:nvPr/>
        </p:nvSpPr>
        <p:spPr>
          <a:xfrm>
            <a:off x="5580300" y="2058118"/>
            <a:ext cx="3924777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 / Http Service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(Process) </a:t>
            </a: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540DB11-4810-69EF-9AB8-DD860B4A972D}"/>
              </a:ext>
            </a:extLst>
          </p:cNvPr>
          <p:cNvSpPr/>
          <p:nvPr/>
        </p:nvSpPr>
        <p:spPr>
          <a:xfrm>
            <a:off x="5666860" y="3182780"/>
            <a:ext cx="118934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69BF84-03C2-21A1-174D-CF7A4D1E0F66}"/>
              </a:ext>
            </a:extLst>
          </p:cNvPr>
          <p:cNvSpPr txBox="1"/>
          <p:nvPr/>
        </p:nvSpPr>
        <p:spPr>
          <a:xfrm>
            <a:off x="5682061" y="3154486"/>
            <a:ext cx="1189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Workflow</a:t>
            </a:r>
          </a:p>
        </p:txBody>
      </p:sp>
      <p:pic>
        <p:nvPicPr>
          <p:cNvPr id="63" name="Picture 62" descr="Microsoft Agent Framework AI - Framework for generative AI agents">
            <a:extLst>
              <a:ext uri="{FF2B5EF4-FFF2-40B4-BE49-F238E27FC236}">
                <a16:creationId xmlns:a16="http://schemas.microsoft.com/office/drawing/2014/main" id="{82A6A7F5-ABF4-88C4-AAEE-451DBBF7FBBA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43" t="10521" r="8469" b="16361"/>
          <a:stretch>
            <a:fillRect/>
          </a:stretch>
        </p:blipFill>
        <p:spPr>
          <a:xfrm>
            <a:off x="5924857" y="3562796"/>
            <a:ext cx="673352" cy="451057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B5E35BDA-585C-4A4C-0DCD-ACD3BB161D58}"/>
              </a:ext>
            </a:extLst>
          </p:cNvPr>
          <p:cNvSpPr/>
          <p:nvPr/>
        </p:nvSpPr>
        <p:spPr>
          <a:xfrm>
            <a:off x="4263882" y="3182780"/>
            <a:ext cx="118934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001A3B-16D1-58A8-D2AF-855CFC169B65}"/>
              </a:ext>
            </a:extLst>
          </p:cNvPr>
          <p:cNvSpPr txBox="1"/>
          <p:nvPr/>
        </p:nvSpPr>
        <p:spPr>
          <a:xfrm>
            <a:off x="4279083" y="3154486"/>
            <a:ext cx="11893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Tools</a:t>
            </a:r>
          </a:p>
        </p:txBody>
      </p:sp>
      <p:pic>
        <p:nvPicPr>
          <p:cNvPr id="76" name="Picture 75" descr="Hi-Res C# Logo Download | Logos - NUMI">
            <a:extLst>
              <a:ext uri="{FF2B5EF4-FFF2-40B4-BE49-F238E27FC236}">
                <a16:creationId xmlns:a16="http://schemas.microsoft.com/office/drawing/2014/main" id="{4DD1DBB3-B401-7A2E-F6BF-057EF97058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81066" y="1661242"/>
            <a:ext cx="320845" cy="320845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1C382719-58C2-1A5E-2EC4-FB91AFDDAFDB}"/>
              </a:ext>
            </a:extLst>
          </p:cNvPr>
          <p:cNvSpPr/>
          <p:nvPr/>
        </p:nvSpPr>
        <p:spPr>
          <a:xfrm>
            <a:off x="7072254" y="3175943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7998A3-8E5B-B3F9-820F-CCCC51EFDD40}"/>
              </a:ext>
            </a:extLst>
          </p:cNvPr>
          <p:cNvSpPr txBox="1"/>
          <p:nvPr/>
        </p:nvSpPr>
        <p:spPr>
          <a:xfrm>
            <a:off x="6990151" y="3137597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Orchestrator</a:t>
            </a:r>
          </a:p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D832D9F9-A112-54B2-D95E-300B226E2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890" y="3599262"/>
            <a:ext cx="388323" cy="344114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9A985CCF-C5C0-7547-7F32-985E44EE1099}"/>
              </a:ext>
            </a:extLst>
          </p:cNvPr>
          <p:cNvSpPr/>
          <p:nvPr/>
        </p:nvSpPr>
        <p:spPr>
          <a:xfrm>
            <a:off x="8446750" y="2505548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FE818A-0A52-E221-7A9A-95B8FC471C19}"/>
              </a:ext>
            </a:extLst>
          </p:cNvPr>
          <p:cNvSpPr txBox="1"/>
          <p:nvPr/>
        </p:nvSpPr>
        <p:spPr>
          <a:xfrm>
            <a:off x="8364647" y="2467202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Profile</a:t>
            </a:r>
          </a:p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BACFCD47-7E24-DC4B-F935-1EFE9D41D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86" y="4150293"/>
            <a:ext cx="388323" cy="344114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DEC32BE1-387C-726B-46AE-933EF110F3BA}"/>
              </a:ext>
            </a:extLst>
          </p:cNvPr>
          <p:cNvSpPr/>
          <p:nvPr/>
        </p:nvSpPr>
        <p:spPr>
          <a:xfrm>
            <a:off x="8446750" y="3710658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FF7F6FA-B190-E880-772D-02AED61C5501}"/>
              </a:ext>
            </a:extLst>
          </p:cNvPr>
          <p:cNvSpPr txBox="1"/>
          <p:nvPr/>
        </p:nvSpPr>
        <p:spPr>
          <a:xfrm>
            <a:off x="8364647" y="3672312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Advisor</a:t>
            </a:r>
          </a:p>
          <a:p>
            <a:pPr lvl="0" algn="ctr">
              <a:defRPr/>
            </a:pPr>
            <a:r>
              <a:rPr lang="en-US" sz="12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2BF9C66-431B-BF8B-FEE3-861623D9B87A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5453228" y="3617674"/>
            <a:ext cx="242796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4F441A3-BA9A-83E2-3E24-6CB4479C8446}"/>
              </a:ext>
            </a:extLst>
          </p:cNvPr>
          <p:cNvCxnSpPr>
            <a:cxnSpLocks/>
            <a:stCxn id="61" idx="3"/>
            <a:endCxn id="79" idx="1"/>
          </p:cNvCxnSpPr>
          <p:nvPr/>
        </p:nvCxnSpPr>
        <p:spPr>
          <a:xfrm flipV="1">
            <a:off x="6856206" y="3610837"/>
            <a:ext cx="216048" cy="683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19E201F-B8A1-F75D-5653-550FE889440B}"/>
              </a:ext>
            </a:extLst>
          </p:cNvPr>
          <p:cNvCxnSpPr>
            <a:cxnSpLocks/>
            <a:stCxn id="79" idx="3"/>
          </p:cNvCxnSpPr>
          <p:nvPr/>
        </p:nvCxnSpPr>
        <p:spPr>
          <a:xfrm flipV="1">
            <a:off x="8035850" y="2940441"/>
            <a:ext cx="410900" cy="6703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A080486-2DCC-CC8F-C093-664DC2CD95C1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8035849" y="3580592"/>
            <a:ext cx="410901" cy="5649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59550C59-911F-0CA9-2A6D-345BF700C57E}"/>
              </a:ext>
            </a:extLst>
          </p:cNvPr>
          <p:cNvSpPr/>
          <p:nvPr/>
        </p:nvSpPr>
        <p:spPr>
          <a:xfrm>
            <a:off x="9574552" y="2308699"/>
            <a:ext cx="963596" cy="371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9D75398-4389-FE63-7B1C-DD77E1B9476A}"/>
              </a:ext>
            </a:extLst>
          </p:cNvPr>
          <p:cNvSpPr txBox="1"/>
          <p:nvPr/>
        </p:nvSpPr>
        <p:spPr>
          <a:xfrm>
            <a:off x="9656654" y="2270352"/>
            <a:ext cx="799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Profile</a:t>
            </a:r>
          </a:p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CosmosDB</a:t>
            </a:r>
          </a:p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Store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1E2B226-1001-2F7F-5602-BF160CE4AE9E}"/>
              </a:ext>
            </a:extLst>
          </p:cNvPr>
          <p:cNvSpPr/>
          <p:nvPr/>
        </p:nvSpPr>
        <p:spPr>
          <a:xfrm>
            <a:off x="9574552" y="3159384"/>
            <a:ext cx="963596" cy="371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06C1ED3-C7F7-A059-6E76-BE525F463132}"/>
              </a:ext>
            </a:extLst>
          </p:cNvPr>
          <p:cNvSpPr txBox="1"/>
          <p:nvPr/>
        </p:nvSpPr>
        <p:spPr>
          <a:xfrm>
            <a:off x="9492449" y="3121037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Profile</a:t>
            </a:r>
          </a:p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In-Memory</a:t>
            </a:r>
          </a:p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Store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E586303-6C3E-D829-4ACD-93A101B21AF8}"/>
              </a:ext>
            </a:extLst>
          </p:cNvPr>
          <p:cNvCxnSpPr>
            <a:cxnSpLocks/>
          </p:cNvCxnSpPr>
          <p:nvPr/>
        </p:nvCxnSpPr>
        <p:spPr>
          <a:xfrm flipV="1">
            <a:off x="9410346" y="2683525"/>
            <a:ext cx="164206" cy="26165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9F816F4-8C4A-4010-3F25-BA3A59C7B1A4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9410346" y="2940442"/>
            <a:ext cx="164206" cy="26891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58220BB3-2F6B-9E1E-43CF-79AA6792D7E5}"/>
              </a:ext>
            </a:extLst>
          </p:cNvPr>
          <p:cNvSpPr txBox="1"/>
          <p:nvPr/>
        </p:nvSpPr>
        <p:spPr>
          <a:xfrm>
            <a:off x="9423045" y="2786249"/>
            <a:ext cx="758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IProfileStore</a:t>
            </a:r>
          </a:p>
          <a:p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endParaRPr lang="en-US" sz="800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E75A683-32BB-1D7F-242E-C56411739AE4}"/>
              </a:ext>
            </a:extLst>
          </p:cNvPr>
          <p:cNvSpPr/>
          <p:nvPr/>
        </p:nvSpPr>
        <p:spPr>
          <a:xfrm>
            <a:off x="10879978" y="1880887"/>
            <a:ext cx="963596" cy="9655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22" name="Picture 121" descr="Azure Cosmos DB">
            <a:extLst>
              <a:ext uri="{FF2B5EF4-FFF2-40B4-BE49-F238E27FC236}">
                <a16:creationId xmlns:a16="http://schemas.microsoft.com/office/drawing/2014/main" id="{07B42FD8-A296-2393-64EA-3C57E5183146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46346" y="1933032"/>
            <a:ext cx="409349" cy="409349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A3685737-FF07-C4E4-3188-2C84B6DC710A}"/>
              </a:ext>
            </a:extLst>
          </p:cNvPr>
          <p:cNvSpPr txBox="1"/>
          <p:nvPr/>
        </p:nvSpPr>
        <p:spPr>
          <a:xfrm>
            <a:off x="10848526" y="2359386"/>
            <a:ext cx="1040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Cosmos-DB</a:t>
            </a:r>
          </a:p>
          <a:p>
            <a:pPr lvl="0" algn="ctr">
              <a:defRPr/>
            </a:pPr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Emulator</a:t>
            </a:r>
          </a:p>
          <a:p>
            <a:pPr lvl="0" algn="ctr">
              <a:defRPr/>
            </a:pPr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(Docker container )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E515A22B-3DD1-2DD3-E577-A368475DAD1D}"/>
              </a:ext>
            </a:extLst>
          </p:cNvPr>
          <p:cNvSpPr/>
          <p:nvPr/>
        </p:nvSpPr>
        <p:spPr>
          <a:xfrm>
            <a:off x="10763250" y="1507421"/>
            <a:ext cx="1231900" cy="1433020"/>
          </a:xfrm>
          <a:prstGeom prst="roundRect">
            <a:avLst/>
          </a:prstGeom>
          <a:noFill/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546E56B-FA02-7D06-1363-1C0668584816}"/>
              </a:ext>
            </a:extLst>
          </p:cNvPr>
          <p:cNvCxnSpPr>
            <a:cxnSpLocks/>
            <a:stCxn id="106" idx="3"/>
            <a:endCxn id="123" idx="1"/>
          </p:cNvCxnSpPr>
          <p:nvPr/>
        </p:nvCxnSpPr>
        <p:spPr>
          <a:xfrm flipV="1">
            <a:off x="10538148" y="2363658"/>
            <a:ext cx="341830" cy="13054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4BB8731D-5EA0-7B7A-77F8-77DAC75EDB64}"/>
              </a:ext>
            </a:extLst>
          </p:cNvPr>
          <p:cNvSpPr/>
          <p:nvPr/>
        </p:nvSpPr>
        <p:spPr>
          <a:xfrm>
            <a:off x="8968258" y="5340284"/>
            <a:ext cx="1698772" cy="1226936"/>
          </a:xfrm>
          <a:prstGeom prst="roundRect">
            <a:avLst/>
          </a:prstGeom>
          <a:noFill/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2" name="Picture 141" descr="Microsoft Azure, Microsoft Azure MVP - BizStream">
            <a:extLst>
              <a:ext uri="{FF2B5EF4-FFF2-40B4-BE49-F238E27FC236}">
                <a16:creationId xmlns:a16="http://schemas.microsoft.com/office/drawing/2014/main" id="{80564DF1-8EDE-ACF7-E8BD-EB64C9E861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56046" y="5186713"/>
            <a:ext cx="1197514" cy="409550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0EA56835-96D9-785A-C2B0-8EAC830A272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66193" y="2091380"/>
            <a:ext cx="1114107" cy="287231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73D6D882-2F5F-DF1A-6B21-C9776AE1E1EE}"/>
              </a:ext>
            </a:extLst>
          </p:cNvPr>
          <p:cNvSpPr txBox="1"/>
          <p:nvPr/>
        </p:nvSpPr>
        <p:spPr>
          <a:xfrm>
            <a:off x="8023949" y="3414506"/>
            <a:ext cx="758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Hand-off</a:t>
            </a:r>
          </a:p>
          <a:p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strategy</a:t>
            </a:r>
            <a:endParaRPr lang="en-US" sz="800" dirty="0"/>
          </a:p>
        </p:txBody>
      </p:sp>
      <p:cxnSp>
        <p:nvCxnSpPr>
          <p:cNvPr id="146" name="Connector: Curved 145">
            <a:extLst>
              <a:ext uri="{FF2B5EF4-FFF2-40B4-BE49-F238E27FC236}">
                <a16:creationId xmlns:a16="http://schemas.microsoft.com/office/drawing/2014/main" id="{BC9808E7-1EF2-7EF5-2D72-37563E3575C7}"/>
              </a:ext>
            </a:extLst>
          </p:cNvPr>
          <p:cNvCxnSpPr>
            <a:cxnSpLocks/>
            <a:stCxn id="84" idx="2"/>
            <a:endCxn id="30" idx="0"/>
          </p:cNvCxnSpPr>
          <p:nvPr/>
        </p:nvCxnSpPr>
        <p:spPr>
          <a:xfrm rot="16200000" flipH="1">
            <a:off x="8146601" y="4157281"/>
            <a:ext cx="2368389" cy="804495"/>
          </a:xfrm>
          <a:prstGeom prst="curvedConnector3">
            <a:avLst>
              <a:gd name="adj1" fmla="val 7638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Curved 154">
            <a:extLst>
              <a:ext uri="{FF2B5EF4-FFF2-40B4-BE49-F238E27FC236}">
                <a16:creationId xmlns:a16="http://schemas.microsoft.com/office/drawing/2014/main" id="{48F8C133-10A0-658D-A343-EF2BF797F7F4}"/>
              </a:ext>
            </a:extLst>
          </p:cNvPr>
          <p:cNvCxnSpPr>
            <a:cxnSpLocks/>
            <a:stCxn id="79" idx="2"/>
            <a:endCxn id="30" idx="2"/>
          </p:cNvCxnSpPr>
          <p:nvPr/>
        </p:nvCxnSpPr>
        <p:spPr>
          <a:xfrm rot="16200000" flipH="1">
            <a:off x="7574754" y="4025027"/>
            <a:ext cx="1917790" cy="1959195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D58DE0-DEC4-CC9D-DB0E-EBA36C52A52A}"/>
              </a:ext>
            </a:extLst>
          </p:cNvPr>
          <p:cNvSpPr txBox="1"/>
          <p:nvPr/>
        </p:nvSpPr>
        <p:spPr>
          <a:xfrm>
            <a:off x="4268571" y="2908683"/>
            <a:ext cx="118934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rgbClr val="1471EC"/>
                </a:solidFill>
              </a:rPr>
              <a:t>MCPSession</a:t>
            </a:r>
          </a:p>
          <a:p>
            <a:r>
              <a:rPr lang="en-US" sz="500" b="0" dirty="0">
                <a:solidFill>
                  <a:srgbClr val="1471EC"/>
                </a:solidFill>
              </a:rPr>
              <a:t>(StatefulSessionManager)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AFB6D-E50F-08F8-5189-EA269BE5661A}"/>
              </a:ext>
            </a:extLst>
          </p:cNvPr>
          <p:cNvSpPr txBox="1"/>
          <p:nvPr/>
        </p:nvSpPr>
        <p:spPr>
          <a:xfrm>
            <a:off x="5658920" y="2908683"/>
            <a:ext cx="118934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rgbClr val="1471EC"/>
                </a:solidFill>
              </a:rPr>
              <a:t>AgentSessionManager</a:t>
            </a:r>
          </a:p>
          <a:p>
            <a:r>
              <a:rPr lang="en-US" sz="500" b="0" dirty="0">
                <a:solidFill>
                  <a:srgbClr val="1471EC"/>
                </a:solidFill>
              </a:rPr>
              <a:t>(In-Memory Agent Session Store)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24D9E50-B8F9-82A5-C40C-66248C0F9E4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457917" y="3036955"/>
            <a:ext cx="201003" cy="2533"/>
          </a:xfrm>
          <a:prstGeom prst="straightConnector1">
            <a:avLst/>
          </a:prstGeom>
          <a:ln>
            <a:solidFill>
              <a:srgbClr val="1571EC"/>
            </a:solidFill>
            <a:prstDash val="sysDash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 descr="Laptop Coding icon in Windows 11 Color ...">
            <a:extLst>
              <a:ext uri="{FF2B5EF4-FFF2-40B4-BE49-F238E27FC236}">
                <a16:creationId xmlns:a16="http://schemas.microsoft.com/office/drawing/2014/main" id="{E15A1DFB-F366-60B7-FDD7-BAB1D1195747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9849" y="1385632"/>
            <a:ext cx="586832" cy="58683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7D6124-0EB5-9726-0FA6-97DDC057E920}"/>
              </a:ext>
            </a:extLst>
          </p:cNvPr>
          <p:cNvSpPr txBox="1"/>
          <p:nvPr/>
        </p:nvSpPr>
        <p:spPr>
          <a:xfrm>
            <a:off x="828280" y="1513170"/>
            <a:ext cx="1206561" cy="2801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Dev computer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23" name="Picture 22" descr="Docker Logo and symbol, meaning, history, PNG, brand">
            <a:extLst>
              <a:ext uri="{FF2B5EF4-FFF2-40B4-BE49-F238E27FC236}">
                <a16:creationId xmlns:a16="http://schemas.microsoft.com/office/drawing/2014/main" id="{60B726F1-F1B1-1862-CC2B-F47D0ED6430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9028" y="1525693"/>
            <a:ext cx="533697" cy="30020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C8BC3F5-031D-3173-240A-AF30DCC596F6}"/>
              </a:ext>
            </a:extLst>
          </p:cNvPr>
          <p:cNvSpPr txBox="1"/>
          <p:nvPr/>
        </p:nvSpPr>
        <p:spPr>
          <a:xfrm>
            <a:off x="11286015" y="1567689"/>
            <a:ext cx="7599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Docker host</a:t>
            </a:r>
          </a:p>
          <a:p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(Docker Desktop)</a:t>
            </a:r>
          </a:p>
        </p:txBody>
      </p:sp>
    </p:spTree>
    <p:extLst>
      <p:ext uri="{BB962C8B-B14F-4D97-AF65-F5344CB8AC3E}">
        <p14:creationId xmlns:p14="http://schemas.microsoft.com/office/powerpoint/2010/main" val="1788924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852989-5E5F-99AD-E601-201FAC3DE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026" y="0"/>
            <a:ext cx="8947948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CD212F5-C078-A135-E825-C44513BCB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024" y="132743"/>
            <a:ext cx="5187950" cy="627545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FFFF00"/>
                </a:solidFill>
              </a:rPr>
              <a:t>FinWise v0.1 –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101040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A317E-8E14-5946-9240-3EB57066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5EA48A-4048-52F6-077B-8C848DB5F163}"/>
              </a:ext>
            </a:extLst>
          </p:cNvPr>
          <p:cNvSpPr/>
          <p:nvPr/>
        </p:nvSpPr>
        <p:spPr>
          <a:xfrm>
            <a:off x="95250" y="1311965"/>
            <a:ext cx="11950700" cy="54351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BF012265-3448-6BBB-73F3-A9882B9BD5BC}"/>
              </a:ext>
            </a:extLst>
          </p:cNvPr>
          <p:cNvSpPr/>
          <p:nvPr/>
        </p:nvSpPr>
        <p:spPr>
          <a:xfrm>
            <a:off x="10763250" y="1507421"/>
            <a:ext cx="1231900" cy="14330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E6E452D-08CF-54F5-7511-AB1EB3A70B0E}"/>
              </a:ext>
            </a:extLst>
          </p:cNvPr>
          <p:cNvSpPr/>
          <p:nvPr/>
        </p:nvSpPr>
        <p:spPr>
          <a:xfrm>
            <a:off x="5494842" y="2236181"/>
            <a:ext cx="5116308" cy="26888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3EC64-7EBA-A767-5131-4B7E29B9C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11012"/>
            <a:ext cx="11791950" cy="795855"/>
          </a:xfrm>
        </p:spPr>
        <p:txBody>
          <a:bodyPr/>
          <a:lstStyle/>
          <a:p>
            <a:r>
              <a:rPr lang="en-US" dirty="0"/>
              <a:t>FinWise v0.2 (Decoupled) – Architecture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07036AD-6447-BFA7-AFB4-E482CB4C5FD1}"/>
              </a:ext>
            </a:extLst>
          </p:cNvPr>
          <p:cNvSpPr/>
          <p:nvPr/>
        </p:nvSpPr>
        <p:spPr>
          <a:xfrm>
            <a:off x="3878582" y="1880887"/>
            <a:ext cx="6819900" cy="328993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33B5E-6273-065C-5BD9-915CCC181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186" y="2945183"/>
            <a:ext cx="388323" cy="34411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05DE39-919F-D57F-A7A5-A2E5CD8B5B69}"/>
              </a:ext>
            </a:extLst>
          </p:cNvPr>
          <p:cNvSpPr/>
          <p:nvPr/>
        </p:nvSpPr>
        <p:spPr>
          <a:xfrm>
            <a:off x="1277336" y="3063133"/>
            <a:ext cx="2047461" cy="1103244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845D31-CFAF-0DBB-D772-1B641E0E3523}"/>
              </a:ext>
            </a:extLst>
          </p:cNvPr>
          <p:cNvSpPr txBox="1"/>
          <p:nvPr/>
        </p:nvSpPr>
        <p:spPr>
          <a:xfrm>
            <a:off x="2047676" y="3073777"/>
            <a:ext cx="11893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Claude, ChatGPT, GitHub CoPilot, Cursor, etc..</a:t>
            </a:r>
          </a:p>
        </p:txBody>
      </p:sp>
      <p:pic>
        <p:nvPicPr>
          <p:cNvPr id="10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6F1B7AC1-9325-0762-012D-01CC4598B2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0355" b="20435"/>
          <a:stretch>
            <a:fillRect/>
          </a:stretch>
        </p:blipFill>
        <p:spPr bwMode="auto">
          <a:xfrm>
            <a:off x="154608" y="3253528"/>
            <a:ext cx="732147" cy="72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E777CF-D4CA-5071-90E1-F68682D52BD9}"/>
              </a:ext>
            </a:extLst>
          </p:cNvPr>
          <p:cNvSpPr txBox="1"/>
          <p:nvPr/>
        </p:nvSpPr>
        <p:spPr>
          <a:xfrm>
            <a:off x="94974" y="3921342"/>
            <a:ext cx="8916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874F25-87BC-F1AB-445A-20E2CDEA628D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 flipV="1">
            <a:off x="886755" y="3614755"/>
            <a:ext cx="390581" cy="7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CE5FCF-B86C-9733-FD40-5719EBA5F30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324797" y="3614755"/>
            <a:ext cx="553785" cy="36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8A4D60-342B-8A74-CC6B-D7EFB5EC8C30}"/>
              </a:ext>
            </a:extLst>
          </p:cNvPr>
          <p:cNvSpPr txBox="1"/>
          <p:nvPr/>
        </p:nvSpPr>
        <p:spPr>
          <a:xfrm>
            <a:off x="2193133" y="3781752"/>
            <a:ext cx="1026415" cy="3077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2A87D1-FED7-9208-7C01-C77D48802A96}"/>
              </a:ext>
            </a:extLst>
          </p:cNvPr>
          <p:cNvSpPr txBox="1"/>
          <p:nvPr/>
        </p:nvSpPr>
        <p:spPr>
          <a:xfrm>
            <a:off x="3156638" y="3613686"/>
            <a:ext cx="844613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Http Streaming)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CAADF956-2363-1FCD-8926-994D7E56261F}"/>
              </a:ext>
            </a:extLst>
          </p:cNvPr>
          <p:cNvSpPr>
            <a:spLocks noChangeAspect="1"/>
          </p:cNvSpPr>
          <p:nvPr/>
        </p:nvSpPr>
        <p:spPr>
          <a:xfrm>
            <a:off x="9513247" y="5743724"/>
            <a:ext cx="439592" cy="439592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C17FD8-C6E4-DAF8-664A-8BF06E976B78}"/>
              </a:ext>
            </a:extLst>
          </p:cNvPr>
          <p:cNvSpPr txBox="1"/>
          <p:nvPr/>
        </p:nvSpPr>
        <p:spPr>
          <a:xfrm>
            <a:off x="9511145" y="6179268"/>
            <a:ext cx="4437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B85C7C74-A04B-1DA2-403D-5F3AD6FCD2AF}"/>
              </a:ext>
            </a:extLst>
          </p:cNvPr>
          <p:cNvCxnSpPr>
            <a:cxnSpLocks/>
            <a:stCxn id="89" idx="2"/>
            <a:endCxn id="30" idx="1"/>
          </p:cNvCxnSpPr>
          <p:nvPr/>
        </p:nvCxnSpPr>
        <p:spPr>
          <a:xfrm rot="16200000" flipH="1">
            <a:off x="8537658" y="4768135"/>
            <a:ext cx="1227656" cy="852276"/>
          </a:xfrm>
          <a:prstGeom prst="curvedConnector3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zure AI Foundry - Visual Studio Marketplace">
            <a:extLst>
              <a:ext uri="{FF2B5EF4-FFF2-40B4-BE49-F238E27FC236}">
                <a16:creationId xmlns:a16="http://schemas.microsoft.com/office/drawing/2014/main" id="{C2819269-92A6-46FC-1FE7-22CD618CB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7080" y="5413595"/>
            <a:ext cx="439592" cy="43959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C6903962-0578-F70B-8466-AF6BCE9E5F08}"/>
              </a:ext>
            </a:extLst>
          </p:cNvPr>
          <p:cNvSpPr txBox="1"/>
          <p:nvPr/>
        </p:nvSpPr>
        <p:spPr>
          <a:xfrm>
            <a:off x="9896998" y="5651253"/>
            <a:ext cx="641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pic>
        <p:nvPicPr>
          <p:cNvPr id="50" name="Picture 49" descr="A blue and purple toy">
            <a:extLst>
              <a:ext uri="{FF2B5EF4-FFF2-40B4-BE49-F238E27FC236}">
                <a16:creationId xmlns:a16="http://schemas.microsoft.com/office/drawing/2014/main" id="{4FD32D9A-E4BF-6994-C905-992EB9197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884" y="3553630"/>
            <a:ext cx="507034" cy="50703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DA551E8B-DEFE-0AC2-13CD-DE78157AC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2783" y="3295647"/>
            <a:ext cx="284945" cy="284945"/>
          </a:xfrm>
          <a:prstGeom prst="rect">
            <a:avLst/>
          </a:prstGeom>
        </p:spPr>
      </p:pic>
      <p:pic>
        <p:nvPicPr>
          <p:cNvPr id="57" name="Picture 56" descr="File:ChatGPT-Logo.svg - Wikimedia Commons">
            <a:extLst>
              <a:ext uri="{FF2B5EF4-FFF2-40B4-BE49-F238E27FC236}">
                <a16:creationId xmlns:a16="http://schemas.microsoft.com/office/drawing/2014/main" id="{890CC638-A811-65C1-19F2-752FFDD1D4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64352" y="3286104"/>
            <a:ext cx="304029" cy="304029"/>
          </a:xfrm>
          <a:prstGeom prst="rect">
            <a:avLst/>
          </a:prstGeom>
        </p:spPr>
      </p:pic>
      <p:pic>
        <p:nvPicPr>
          <p:cNvPr id="58" name="Picture 57" descr="Cursor AI Logo Icon for Modern Designs">
            <a:extLst>
              <a:ext uri="{FF2B5EF4-FFF2-40B4-BE49-F238E27FC236}">
                <a16:creationId xmlns:a16="http://schemas.microsoft.com/office/drawing/2014/main" id="{6CE68F44-BC9E-3905-FD27-0F7F27EEFA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530" y="3590133"/>
            <a:ext cx="398002" cy="398002"/>
          </a:xfrm>
          <a:prstGeom prst="rect">
            <a:avLst/>
          </a:prstGeom>
        </p:spPr>
      </p:pic>
      <p:pic>
        <p:nvPicPr>
          <p:cNvPr id="59" name="Picture 58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4FDE5CD3-C013-357C-5DDD-B75CEA4E725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63616"/>
          <a:stretch>
            <a:fillRect/>
          </a:stretch>
        </p:blipFill>
        <p:spPr>
          <a:xfrm>
            <a:off x="9610591" y="5839069"/>
            <a:ext cx="247141" cy="24890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F6761E9-EBC0-8BC8-BAAE-0D0EDA043F89}"/>
              </a:ext>
            </a:extLst>
          </p:cNvPr>
          <p:cNvSpPr txBox="1"/>
          <p:nvPr/>
        </p:nvSpPr>
        <p:spPr>
          <a:xfrm>
            <a:off x="6090209" y="1841899"/>
            <a:ext cx="2524500" cy="3231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 </a:t>
            </a: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(Process)</a:t>
            </a:r>
            <a:endParaRPr kumimoji="0" lang="en-US" sz="15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D013D0-8B70-087C-720F-FE9AFAEE895F}"/>
              </a:ext>
            </a:extLst>
          </p:cNvPr>
          <p:cNvSpPr/>
          <p:nvPr/>
        </p:nvSpPr>
        <p:spPr>
          <a:xfrm>
            <a:off x="5616060" y="3182780"/>
            <a:ext cx="118934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3F02EF-4966-4B33-9A5D-5D1CAC6028B2}"/>
              </a:ext>
            </a:extLst>
          </p:cNvPr>
          <p:cNvSpPr txBox="1"/>
          <p:nvPr/>
        </p:nvSpPr>
        <p:spPr>
          <a:xfrm>
            <a:off x="5631261" y="3154486"/>
            <a:ext cx="1189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Workflow</a:t>
            </a:r>
          </a:p>
        </p:txBody>
      </p:sp>
      <p:pic>
        <p:nvPicPr>
          <p:cNvPr id="63" name="Picture 62" descr="Microsoft Agent Framework AI - Framework for generative AI agents">
            <a:extLst>
              <a:ext uri="{FF2B5EF4-FFF2-40B4-BE49-F238E27FC236}">
                <a16:creationId xmlns:a16="http://schemas.microsoft.com/office/drawing/2014/main" id="{95907466-DD4C-CB7B-E252-D881469B2D5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43" t="10521" r="8469" b="16361"/>
          <a:stretch>
            <a:fillRect/>
          </a:stretch>
        </p:blipFill>
        <p:spPr>
          <a:xfrm>
            <a:off x="5874057" y="3562796"/>
            <a:ext cx="673352" cy="451057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996B88B3-41F1-BA0A-7C6F-56031BC16E63}"/>
              </a:ext>
            </a:extLst>
          </p:cNvPr>
          <p:cNvSpPr/>
          <p:nvPr/>
        </p:nvSpPr>
        <p:spPr>
          <a:xfrm>
            <a:off x="7021454" y="3175943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7523A2-7E5C-9B99-D37E-A4B9F7A89F84}"/>
              </a:ext>
            </a:extLst>
          </p:cNvPr>
          <p:cNvSpPr txBox="1"/>
          <p:nvPr/>
        </p:nvSpPr>
        <p:spPr>
          <a:xfrm>
            <a:off x="6939351" y="3137597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Orchestrator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2AE7E2FB-60EE-2E21-5CBA-377BE0F1E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090" y="3599262"/>
            <a:ext cx="388323" cy="344114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2C3B2F16-6C37-B93A-5940-9B5CCD140799}"/>
              </a:ext>
            </a:extLst>
          </p:cNvPr>
          <p:cNvSpPr/>
          <p:nvPr/>
        </p:nvSpPr>
        <p:spPr>
          <a:xfrm>
            <a:off x="8243550" y="2505548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426794-39FC-E898-A2E3-EA8BEC853B7E}"/>
              </a:ext>
            </a:extLst>
          </p:cNvPr>
          <p:cNvSpPr txBox="1"/>
          <p:nvPr/>
        </p:nvSpPr>
        <p:spPr>
          <a:xfrm>
            <a:off x="8161447" y="2467202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B49004FB-3A17-FE90-63A6-71E4E93E9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186" y="4150293"/>
            <a:ext cx="388323" cy="344114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933B65B9-CC18-3851-4135-16F8CF8418AF}"/>
              </a:ext>
            </a:extLst>
          </p:cNvPr>
          <p:cNvSpPr/>
          <p:nvPr/>
        </p:nvSpPr>
        <p:spPr>
          <a:xfrm>
            <a:off x="8243550" y="3710658"/>
            <a:ext cx="96359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9896627-5947-DCB4-006E-272FEA675C18}"/>
              </a:ext>
            </a:extLst>
          </p:cNvPr>
          <p:cNvSpPr txBox="1"/>
          <p:nvPr/>
        </p:nvSpPr>
        <p:spPr>
          <a:xfrm>
            <a:off x="8161447" y="3672312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Advisor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F65E0DF-76ED-95C3-2998-76B7E2764F79}"/>
              </a:ext>
            </a:extLst>
          </p:cNvPr>
          <p:cNvCxnSpPr>
            <a:cxnSpLocks/>
            <a:stCxn id="61" idx="3"/>
            <a:endCxn id="79" idx="1"/>
          </p:cNvCxnSpPr>
          <p:nvPr/>
        </p:nvCxnSpPr>
        <p:spPr>
          <a:xfrm flipV="1">
            <a:off x="6805406" y="3610837"/>
            <a:ext cx="216048" cy="683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E4E9562-96DA-2C49-8B48-28DA821108C5}"/>
              </a:ext>
            </a:extLst>
          </p:cNvPr>
          <p:cNvCxnSpPr>
            <a:cxnSpLocks/>
            <a:stCxn id="79" idx="3"/>
            <a:endCxn id="84" idx="1"/>
          </p:cNvCxnSpPr>
          <p:nvPr/>
        </p:nvCxnSpPr>
        <p:spPr>
          <a:xfrm flipV="1">
            <a:off x="7985050" y="2940442"/>
            <a:ext cx="258500" cy="67039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4C2117F8-9AC2-9206-3C66-D63B1F6FE9AB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7985326" y="3610837"/>
            <a:ext cx="258224" cy="53471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090559F-F8B6-1702-7EF9-EA877C460012}"/>
              </a:ext>
            </a:extLst>
          </p:cNvPr>
          <p:cNvSpPr/>
          <p:nvPr/>
        </p:nvSpPr>
        <p:spPr>
          <a:xfrm>
            <a:off x="9371352" y="2308699"/>
            <a:ext cx="963596" cy="371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91D5D6-4230-4127-6C31-E65CE7DD3605}"/>
              </a:ext>
            </a:extLst>
          </p:cNvPr>
          <p:cNvSpPr txBox="1"/>
          <p:nvPr/>
        </p:nvSpPr>
        <p:spPr>
          <a:xfrm>
            <a:off x="9453454" y="2270352"/>
            <a:ext cx="799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CosmosDB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AAAEF52-B544-4DA4-44B1-98BD9C173C18}"/>
              </a:ext>
            </a:extLst>
          </p:cNvPr>
          <p:cNvSpPr/>
          <p:nvPr/>
        </p:nvSpPr>
        <p:spPr>
          <a:xfrm>
            <a:off x="9371352" y="3159384"/>
            <a:ext cx="963596" cy="371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08EC209-2180-30B2-6F7C-08797335319F}"/>
              </a:ext>
            </a:extLst>
          </p:cNvPr>
          <p:cNvSpPr txBox="1"/>
          <p:nvPr/>
        </p:nvSpPr>
        <p:spPr>
          <a:xfrm>
            <a:off x="9289249" y="3121037"/>
            <a:ext cx="1127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0E3EB65-5B10-05B1-EFEF-13D25C18AD10}"/>
              </a:ext>
            </a:extLst>
          </p:cNvPr>
          <p:cNvCxnSpPr>
            <a:cxnSpLocks/>
          </p:cNvCxnSpPr>
          <p:nvPr/>
        </p:nvCxnSpPr>
        <p:spPr>
          <a:xfrm flipV="1">
            <a:off x="9207146" y="2683525"/>
            <a:ext cx="164206" cy="26165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9DB907B-1961-6488-CFED-437143919B94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9207146" y="2940442"/>
            <a:ext cx="164206" cy="26891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9824D002-F928-EE2C-3266-C1B7F513D0C5}"/>
              </a:ext>
            </a:extLst>
          </p:cNvPr>
          <p:cNvSpPr/>
          <p:nvPr/>
        </p:nvSpPr>
        <p:spPr>
          <a:xfrm>
            <a:off x="10899028" y="1880887"/>
            <a:ext cx="963596" cy="96554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22" name="Picture 121" descr="Azure Cosmos DB">
            <a:extLst>
              <a:ext uri="{FF2B5EF4-FFF2-40B4-BE49-F238E27FC236}">
                <a16:creationId xmlns:a16="http://schemas.microsoft.com/office/drawing/2014/main" id="{884808A1-C09D-08C2-8FAB-10852AA072C0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65396" y="1933032"/>
            <a:ext cx="409349" cy="409349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C58980D4-56F6-7D7F-A8DF-51BB7BCFE465}"/>
              </a:ext>
            </a:extLst>
          </p:cNvPr>
          <p:cNvSpPr txBox="1"/>
          <p:nvPr/>
        </p:nvSpPr>
        <p:spPr>
          <a:xfrm>
            <a:off x="10867576" y="2359386"/>
            <a:ext cx="10408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8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Azure Cosmos-DB</a:t>
            </a:r>
          </a:p>
          <a:p>
            <a:pPr lvl="0" algn="ctr">
              <a:defRPr/>
            </a:pPr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Emulator</a:t>
            </a:r>
          </a:p>
          <a:p>
            <a:pPr lvl="0" algn="ctr">
              <a:defRPr/>
            </a:pPr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(Docker container )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262D91B-3786-F9A5-E15F-C151E6F7852F}"/>
              </a:ext>
            </a:extLst>
          </p:cNvPr>
          <p:cNvCxnSpPr>
            <a:cxnSpLocks/>
            <a:stCxn id="106" idx="3"/>
            <a:endCxn id="123" idx="1"/>
          </p:cNvCxnSpPr>
          <p:nvPr/>
        </p:nvCxnSpPr>
        <p:spPr>
          <a:xfrm flipV="1">
            <a:off x="10334948" y="2363658"/>
            <a:ext cx="564080" cy="13054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CE06A879-0E69-BD8C-AC83-3492DD6AA177}"/>
              </a:ext>
            </a:extLst>
          </p:cNvPr>
          <p:cNvSpPr/>
          <p:nvPr/>
        </p:nvSpPr>
        <p:spPr>
          <a:xfrm>
            <a:off x="8968258" y="5340284"/>
            <a:ext cx="1698772" cy="1226936"/>
          </a:xfrm>
          <a:prstGeom prst="roundRect">
            <a:avLst/>
          </a:prstGeom>
          <a:noFill/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2" name="Picture 141" descr="Microsoft Azure, Microsoft Azure MVP - BizStream">
            <a:extLst>
              <a:ext uri="{FF2B5EF4-FFF2-40B4-BE49-F238E27FC236}">
                <a16:creationId xmlns:a16="http://schemas.microsoft.com/office/drawing/2014/main" id="{0BDBB908-10C9-D264-B164-F4AB3F0130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56046" y="5186713"/>
            <a:ext cx="1197514" cy="409550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34AD89-B721-C927-B846-C81D8CEE0297}"/>
              </a:ext>
            </a:extLst>
          </p:cNvPr>
          <p:cNvSpPr/>
          <p:nvPr/>
        </p:nvSpPr>
        <p:spPr>
          <a:xfrm>
            <a:off x="3973897" y="2236181"/>
            <a:ext cx="1379368" cy="26888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8" descr="MCP (Model Context Protocol) Logo Fr ...">
            <a:extLst>
              <a:ext uri="{FF2B5EF4-FFF2-40B4-BE49-F238E27FC236}">
                <a16:creationId xmlns:a16="http://schemas.microsoft.com/office/drawing/2014/main" id="{99508F58-53A5-4604-3DFA-7962B7FF2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347" y="3528829"/>
            <a:ext cx="261889" cy="26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BACAF3-8554-F613-70B6-C5FBB67B86EA}"/>
              </a:ext>
            </a:extLst>
          </p:cNvPr>
          <p:cNvSpPr txBox="1"/>
          <p:nvPr/>
        </p:nvSpPr>
        <p:spPr>
          <a:xfrm>
            <a:off x="4244035" y="3746313"/>
            <a:ext cx="8522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SDK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.NET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6C86A62-8057-C9ED-8F97-045887C3D4C4}"/>
              </a:ext>
            </a:extLst>
          </p:cNvPr>
          <p:cNvSpPr/>
          <p:nvPr/>
        </p:nvSpPr>
        <p:spPr>
          <a:xfrm>
            <a:off x="4073382" y="3182780"/>
            <a:ext cx="1189346" cy="8697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9C4977-F1FA-D126-BB3A-6CB238BA9C48}"/>
              </a:ext>
            </a:extLst>
          </p:cNvPr>
          <p:cNvSpPr txBox="1"/>
          <p:nvPr/>
        </p:nvSpPr>
        <p:spPr>
          <a:xfrm>
            <a:off x="4088583" y="3154486"/>
            <a:ext cx="11893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Tools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734C3F4-5F69-AB3B-79A1-7E7A82563DE0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5262728" y="3617674"/>
            <a:ext cx="353332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18E9DA6-E2FE-364C-4FF9-3F7D297BD40D}"/>
              </a:ext>
            </a:extLst>
          </p:cNvPr>
          <p:cNvSpPr txBox="1"/>
          <p:nvPr/>
        </p:nvSpPr>
        <p:spPr>
          <a:xfrm>
            <a:off x="4073382" y="2229059"/>
            <a:ext cx="1189346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 service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(Project)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2610D3-82A8-9691-05B9-C9D77FBCB7F8}"/>
              </a:ext>
            </a:extLst>
          </p:cNvPr>
          <p:cNvSpPr txBox="1"/>
          <p:nvPr/>
        </p:nvSpPr>
        <p:spPr>
          <a:xfrm>
            <a:off x="5800885" y="2212203"/>
            <a:ext cx="1978835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 Workflow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(.dll Class-Library Project)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1B074C-07D9-8135-E1A4-83FD6B321B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07631" y="4259308"/>
            <a:ext cx="911899" cy="235099"/>
          </a:xfrm>
          <a:prstGeom prst="rect">
            <a:avLst/>
          </a:prstGeom>
        </p:spPr>
      </p:pic>
      <p:pic>
        <p:nvPicPr>
          <p:cNvPr id="19" name="Picture 10" descr="Microsoft Dot Net icon SVG Vector &amp; PNG ...">
            <a:extLst>
              <a:ext uri="{FF2B5EF4-FFF2-40B4-BE49-F238E27FC236}">
                <a16:creationId xmlns:a16="http://schemas.microsoft.com/office/drawing/2014/main" id="{CA176610-26F2-53DD-4893-B305FB52F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289" y="4467703"/>
            <a:ext cx="375215" cy="37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Hi-Res C# Logo Download | Logos - NUMI">
            <a:extLst>
              <a:ext uri="{FF2B5EF4-FFF2-40B4-BE49-F238E27FC236}">
                <a16:creationId xmlns:a16="http://schemas.microsoft.com/office/drawing/2014/main" id="{9DEF6586-6C79-18A0-700E-1C8F18A309D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3195" y="4497216"/>
            <a:ext cx="320845" cy="320845"/>
          </a:xfrm>
          <a:prstGeom prst="rect">
            <a:avLst/>
          </a:prstGeom>
        </p:spPr>
      </p:pic>
      <p:pic>
        <p:nvPicPr>
          <p:cNvPr id="28" name="Picture 10" descr="Microsoft Dot Net icon SVG Vector &amp; PNG ...">
            <a:extLst>
              <a:ext uri="{FF2B5EF4-FFF2-40B4-BE49-F238E27FC236}">
                <a16:creationId xmlns:a16="http://schemas.microsoft.com/office/drawing/2014/main" id="{361C9631-5DFF-4A67-F811-2DEE174DA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401" y="4465514"/>
            <a:ext cx="375215" cy="37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Hi-Res C# Logo Download | Logos - NUMI">
            <a:extLst>
              <a:ext uri="{FF2B5EF4-FFF2-40B4-BE49-F238E27FC236}">
                <a16:creationId xmlns:a16="http://schemas.microsoft.com/office/drawing/2014/main" id="{7F01C1F6-407A-AA98-5626-1D3D00C29EF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24307" y="4495027"/>
            <a:ext cx="320845" cy="32084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D91BF3C-FA5D-9F75-0AA8-15ADD3FE9804}"/>
              </a:ext>
            </a:extLst>
          </p:cNvPr>
          <p:cNvSpPr txBox="1"/>
          <p:nvPr/>
        </p:nvSpPr>
        <p:spPr>
          <a:xfrm>
            <a:off x="9219845" y="2786249"/>
            <a:ext cx="758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IProfileStore</a:t>
            </a:r>
          </a:p>
          <a:p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Interface</a:t>
            </a:r>
            <a:endParaRPr lang="en-US" sz="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FA0125-E94C-5268-5396-B6F661128395}"/>
              </a:ext>
            </a:extLst>
          </p:cNvPr>
          <p:cNvSpPr txBox="1"/>
          <p:nvPr/>
        </p:nvSpPr>
        <p:spPr>
          <a:xfrm>
            <a:off x="7979499" y="3414506"/>
            <a:ext cx="7580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Hand-off</a:t>
            </a:r>
          </a:p>
          <a:p>
            <a:r>
              <a:rPr lang="en-US" sz="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strategy</a:t>
            </a:r>
            <a:endParaRPr lang="en-US" sz="8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7D354237-5DDE-643B-3B2A-0E933C78B1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46601" y="4157281"/>
            <a:ext cx="2368389" cy="804495"/>
          </a:xfrm>
          <a:prstGeom prst="curvedConnector3">
            <a:avLst>
              <a:gd name="adj1" fmla="val 7638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370FC463-796A-69E6-F636-BD96C2CD3D4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74754" y="4025027"/>
            <a:ext cx="1917790" cy="1959195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D3E74D-32C5-4EE0-6343-5433C5A2D36F}"/>
              </a:ext>
            </a:extLst>
          </p:cNvPr>
          <p:cNvSpPr txBox="1"/>
          <p:nvPr/>
        </p:nvSpPr>
        <p:spPr>
          <a:xfrm>
            <a:off x="4073382" y="2880824"/>
            <a:ext cx="118934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rgbClr val="1471EC"/>
                </a:solidFill>
              </a:rPr>
              <a:t>MCPSession</a:t>
            </a:r>
          </a:p>
          <a:p>
            <a:r>
              <a:rPr lang="en-US" sz="500" b="0" dirty="0">
                <a:solidFill>
                  <a:srgbClr val="1471EC"/>
                </a:solidFill>
              </a:rPr>
              <a:t>(StatefulSessionManager)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9BD4D-1DF9-DD44-9D40-226C531874B7}"/>
              </a:ext>
            </a:extLst>
          </p:cNvPr>
          <p:cNvSpPr txBox="1"/>
          <p:nvPr/>
        </p:nvSpPr>
        <p:spPr>
          <a:xfrm>
            <a:off x="5503789" y="3509131"/>
            <a:ext cx="6012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Injected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Dependencies</a:t>
            </a:r>
            <a:endParaRPr kumimoji="0" lang="en-US" sz="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D5FE2C-E73A-71F8-1F10-60179F254FF6}"/>
              </a:ext>
            </a:extLst>
          </p:cNvPr>
          <p:cNvSpPr txBox="1"/>
          <p:nvPr/>
        </p:nvSpPr>
        <p:spPr>
          <a:xfrm>
            <a:off x="5616128" y="2880824"/>
            <a:ext cx="1189346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>
                <a:solidFill>
                  <a:srgbClr val="1471EC"/>
                </a:solidFill>
              </a:rPr>
              <a:t>AgentSessionManager</a:t>
            </a:r>
          </a:p>
          <a:p>
            <a:r>
              <a:rPr lang="en-US" sz="500" b="0" dirty="0">
                <a:solidFill>
                  <a:srgbClr val="1471EC"/>
                </a:solidFill>
              </a:rPr>
              <a:t>(In-Memory Agent Session Store)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68CD48-B646-F0FB-D1B4-02CB75651F27}"/>
              </a:ext>
            </a:extLst>
          </p:cNvPr>
          <p:cNvSpPr txBox="1"/>
          <p:nvPr/>
        </p:nvSpPr>
        <p:spPr>
          <a:xfrm>
            <a:off x="8689158" y="4514877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8FA00F-CE60-BF82-CAFF-43DB2D4F591E}"/>
              </a:ext>
            </a:extLst>
          </p:cNvPr>
          <p:cNvSpPr txBox="1"/>
          <p:nvPr/>
        </p:nvSpPr>
        <p:spPr>
          <a:xfrm>
            <a:off x="7038958" y="3963066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C1D1AE-F36B-1E21-1C73-E7CB063E16B6}"/>
              </a:ext>
            </a:extLst>
          </p:cNvPr>
          <p:cNvSpPr txBox="1"/>
          <p:nvPr/>
        </p:nvSpPr>
        <p:spPr>
          <a:xfrm>
            <a:off x="8434536" y="3275809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7BFEB16C-E6AA-D598-2D1A-9C44BE3F1FD1}"/>
              </a:ext>
            </a:extLst>
          </p:cNvPr>
          <p:cNvSpPr/>
          <p:nvPr/>
        </p:nvSpPr>
        <p:spPr>
          <a:xfrm>
            <a:off x="7507471" y="4000942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D038A284-638D-2E42-D603-6C9162FE9263}"/>
              </a:ext>
            </a:extLst>
          </p:cNvPr>
          <p:cNvSpPr/>
          <p:nvPr/>
        </p:nvSpPr>
        <p:spPr>
          <a:xfrm>
            <a:off x="8687621" y="4532478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64C187D8-B5F1-B019-06D6-3BA9F9482305}"/>
              </a:ext>
            </a:extLst>
          </p:cNvPr>
          <p:cNvSpPr/>
          <p:nvPr/>
        </p:nvSpPr>
        <p:spPr>
          <a:xfrm>
            <a:off x="8882105" y="3336401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DC4E4F5-B004-7BE5-703D-035C284B53BE}"/>
              </a:ext>
            </a:extLst>
          </p:cNvPr>
          <p:cNvCxnSpPr>
            <a:cxnSpLocks/>
          </p:cNvCxnSpPr>
          <p:nvPr/>
        </p:nvCxnSpPr>
        <p:spPr>
          <a:xfrm>
            <a:off x="5262728" y="3009096"/>
            <a:ext cx="353332" cy="0"/>
          </a:xfrm>
          <a:prstGeom prst="straightConnector1">
            <a:avLst/>
          </a:prstGeom>
          <a:ln>
            <a:solidFill>
              <a:srgbClr val="1571EC"/>
            </a:solidFill>
            <a:prstDash val="sysDash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Picture 39" descr="Laptop Coding icon in Windows 11 Color ...">
            <a:extLst>
              <a:ext uri="{FF2B5EF4-FFF2-40B4-BE49-F238E27FC236}">
                <a16:creationId xmlns:a16="http://schemas.microsoft.com/office/drawing/2014/main" id="{EE92114D-2EC7-0A9B-D490-C4C69B11807A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6850" y="1404127"/>
            <a:ext cx="586832" cy="58683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0E7D456-BF44-19AB-7EF1-3452B379A529}"/>
              </a:ext>
            </a:extLst>
          </p:cNvPr>
          <p:cNvSpPr txBox="1"/>
          <p:nvPr/>
        </p:nvSpPr>
        <p:spPr>
          <a:xfrm>
            <a:off x="665281" y="1531665"/>
            <a:ext cx="1206561" cy="2801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Dev computer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3" name="Picture 42" descr="Docker Logo and symbol, meaning, history, PNG, brand">
            <a:extLst>
              <a:ext uri="{FF2B5EF4-FFF2-40B4-BE49-F238E27FC236}">
                <a16:creationId xmlns:a16="http://schemas.microsoft.com/office/drawing/2014/main" id="{D36895A1-085A-F108-099D-5B7A38CBE2D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99028" y="1525693"/>
            <a:ext cx="533697" cy="300204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1C4D9D2-67A7-FE70-AC88-D60B2D00344A}"/>
              </a:ext>
            </a:extLst>
          </p:cNvPr>
          <p:cNvSpPr txBox="1"/>
          <p:nvPr/>
        </p:nvSpPr>
        <p:spPr>
          <a:xfrm>
            <a:off x="11286015" y="1567689"/>
            <a:ext cx="7599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Docker host</a:t>
            </a:r>
          </a:p>
          <a:p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(Docker Desktop)</a:t>
            </a:r>
          </a:p>
        </p:txBody>
      </p:sp>
    </p:spTree>
    <p:extLst>
      <p:ext uri="{BB962C8B-B14F-4D97-AF65-F5344CB8AC3E}">
        <p14:creationId xmlns:p14="http://schemas.microsoft.com/office/powerpoint/2010/main" val="853383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E67C-F263-8835-5954-AFC45FC4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512BDF-1930-0E87-A810-6EFB7B2BB1DB}"/>
              </a:ext>
            </a:extLst>
          </p:cNvPr>
          <p:cNvSpPr/>
          <p:nvPr/>
        </p:nvSpPr>
        <p:spPr>
          <a:xfrm>
            <a:off x="313381" y="981219"/>
            <a:ext cx="11601449" cy="35722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57B904BB-189D-CB25-F152-6953F8E080D5}"/>
              </a:ext>
            </a:extLst>
          </p:cNvPr>
          <p:cNvSpPr/>
          <p:nvPr/>
        </p:nvSpPr>
        <p:spPr>
          <a:xfrm>
            <a:off x="2422770" y="4646037"/>
            <a:ext cx="7541157" cy="1516505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A2A254C-FCF3-7DDE-80BA-787A5FE1C839}"/>
              </a:ext>
            </a:extLst>
          </p:cNvPr>
          <p:cNvSpPr/>
          <p:nvPr/>
        </p:nvSpPr>
        <p:spPr>
          <a:xfrm>
            <a:off x="10155164" y="1123049"/>
            <a:ext cx="1650600" cy="334613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AF30E-66B2-E30A-DC1E-7614FF09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355" y="98404"/>
            <a:ext cx="11791950" cy="795855"/>
          </a:xfrm>
        </p:spPr>
        <p:txBody>
          <a:bodyPr/>
          <a:lstStyle/>
          <a:p>
            <a:r>
              <a:rPr lang="en-US" dirty="0"/>
              <a:t>FinWise v0.3.0 – Architecture Diagram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7575837-9CF5-06C5-8154-7DB79AFE0ED3}"/>
              </a:ext>
            </a:extLst>
          </p:cNvPr>
          <p:cNvSpPr/>
          <p:nvPr/>
        </p:nvSpPr>
        <p:spPr>
          <a:xfrm>
            <a:off x="4367466" y="1423338"/>
            <a:ext cx="4930869" cy="28737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247A18-7E88-8CF5-9635-660CA28EF753}"/>
              </a:ext>
            </a:extLst>
          </p:cNvPr>
          <p:cNvSpPr/>
          <p:nvPr/>
        </p:nvSpPr>
        <p:spPr>
          <a:xfrm>
            <a:off x="2492733" y="1123049"/>
            <a:ext cx="7471194" cy="334613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4B528-82C2-21D1-1DFF-9E6AF2063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99" y="2949340"/>
            <a:ext cx="271826" cy="24088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4646C7-D75E-DB33-8116-121EF710DF7A}"/>
              </a:ext>
            </a:extLst>
          </p:cNvPr>
          <p:cNvSpPr/>
          <p:nvPr/>
        </p:nvSpPr>
        <p:spPr>
          <a:xfrm>
            <a:off x="1157854" y="2273300"/>
            <a:ext cx="785954" cy="1734953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054A55-10F3-4416-165F-1F3646C1F000}"/>
              </a:ext>
            </a:extLst>
          </p:cNvPr>
          <p:cNvSpPr txBox="1"/>
          <p:nvPr/>
        </p:nvSpPr>
        <p:spPr>
          <a:xfrm>
            <a:off x="1095937" y="2759784"/>
            <a:ext cx="8325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Claude, ChatGPT, GitHub CoPilot, Cursor, etc..</a:t>
            </a:r>
          </a:p>
        </p:txBody>
      </p:sp>
      <p:pic>
        <p:nvPicPr>
          <p:cNvPr id="10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33A32B8D-7092-6E47-23D1-400CF592D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0355" b="20435"/>
          <a:stretch>
            <a:fillRect/>
          </a:stretch>
        </p:blipFill>
        <p:spPr bwMode="auto">
          <a:xfrm>
            <a:off x="371944" y="2885781"/>
            <a:ext cx="512503" cy="50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F7ADD6-D413-3F9F-C1C0-766B59FB8CD1}"/>
              </a:ext>
            </a:extLst>
          </p:cNvPr>
          <p:cNvSpPr txBox="1"/>
          <p:nvPr/>
        </p:nvSpPr>
        <p:spPr>
          <a:xfrm>
            <a:off x="330200" y="3353251"/>
            <a:ext cx="6241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5894B9-7396-1DCA-790A-E83C294FF3D3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884447" y="3139144"/>
            <a:ext cx="273407" cy="1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1FF980-7BF8-40E4-2398-D9C0A561640F}"/>
              </a:ext>
            </a:extLst>
          </p:cNvPr>
          <p:cNvSpPr txBox="1"/>
          <p:nvPr/>
        </p:nvSpPr>
        <p:spPr>
          <a:xfrm>
            <a:off x="1188267" y="3268644"/>
            <a:ext cx="7184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6890E1-9DA3-74DC-23CC-4A0A3F31FD48}"/>
              </a:ext>
            </a:extLst>
          </p:cNvPr>
          <p:cNvSpPr txBox="1"/>
          <p:nvPr/>
        </p:nvSpPr>
        <p:spPr>
          <a:xfrm>
            <a:off x="1860328" y="3115213"/>
            <a:ext cx="636555" cy="80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Streaming)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B4BF233E-9C02-36E1-3133-C032078E052A}"/>
              </a:ext>
            </a:extLst>
          </p:cNvPr>
          <p:cNvSpPr>
            <a:spLocks noChangeAspect="1"/>
          </p:cNvSpPr>
          <p:nvPr/>
        </p:nvSpPr>
        <p:spPr>
          <a:xfrm>
            <a:off x="9169653" y="5528146"/>
            <a:ext cx="307714" cy="30771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26D208-27ED-0330-B796-FBB7EAA67944}"/>
              </a:ext>
            </a:extLst>
          </p:cNvPr>
          <p:cNvSpPr txBox="1"/>
          <p:nvPr/>
        </p:nvSpPr>
        <p:spPr>
          <a:xfrm>
            <a:off x="9133827" y="5826677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6460CFA4-DBE3-C8E0-0B69-2B617D44FF0A}"/>
              </a:ext>
            </a:extLst>
          </p:cNvPr>
          <p:cNvCxnSpPr>
            <a:cxnSpLocks/>
            <a:stCxn id="89" idx="2"/>
            <a:endCxn id="30" idx="1"/>
          </p:cNvCxnSpPr>
          <p:nvPr/>
        </p:nvCxnSpPr>
        <p:spPr>
          <a:xfrm rot="16200000" flipH="1">
            <a:off x="7520222" y="3878714"/>
            <a:ext cx="1517287" cy="1871704"/>
          </a:xfrm>
          <a:prstGeom prst="curvedConnector3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zure AI Foundry - Visual Studio Marketplace">
            <a:extLst>
              <a:ext uri="{FF2B5EF4-FFF2-40B4-BE49-F238E27FC236}">
                <a16:creationId xmlns:a16="http://schemas.microsoft.com/office/drawing/2014/main" id="{258CD7EF-AA9C-073B-23EB-B6756712F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8336" y="5297056"/>
            <a:ext cx="307714" cy="30771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92D407-F8A2-4D9B-99EE-75754D470567}"/>
              </a:ext>
            </a:extLst>
          </p:cNvPr>
          <p:cNvSpPr txBox="1"/>
          <p:nvPr/>
        </p:nvSpPr>
        <p:spPr>
          <a:xfrm>
            <a:off x="9438278" y="5463417"/>
            <a:ext cx="499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pic>
        <p:nvPicPr>
          <p:cNvPr id="50" name="Picture 49" descr="A blue and purple toy">
            <a:extLst>
              <a:ext uri="{FF2B5EF4-FFF2-40B4-BE49-F238E27FC236}">
                <a16:creationId xmlns:a16="http://schemas.microsoft.com/office/drawing/2014/main" id="{3ECE0BFB-6EB9-FBC3-CE78-C681AF85C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2589" y="2523985"/>
            <a:ext cx="354924" cy="35492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2AB0BE0D-A510-1A21-957B-1E3486E5C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1118" y="2343396"/>
            <a:ext cx="199462" cy="199462"/>
          </a:xfrm>
          <a:prstGeom prst="rect">
            <a:avLst/>
          </a:prstGeom>
        </p:spPr>
      </p:pic>
      <p:pic>
        <p:nvPicPr>
          <p:cNvPr id="57" name="Picture 56" descr="File:ChatGPT-Logo.svg - Wikimedia Commons">
            <a:extLst>
              <a:ext uri="{FF2B5EF4-FFF2-40B4-BE49-F238E27FC236}">
                <a16:creationId xmlns:a16="http://schemas.microsoft.com/office/drawing/2014/main" id="{FEB3FE61-EFC0-BD91-E9D6-E946750350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217" y="2336716"/>
            <a:ext cx="212820" cy="212820"/>
          </a:xfrm>
          <a:prstGeom prst="rect">
            <a:avLst/>
          </a:prstGeom>
        </p:spPr>
      </p:pic>
      <p:pic>
        <p:nvPicPr>
          <p:cNvPr id="58" name="Picture 57" descr="Cursor AI Logo Icon for Modern Designs">
            <a:extLst>
              <a:ext uri="{FF2B5EF4-FFF2-40B4-BE49-F238E27FC236}">
                <a16:creationId xmlns:a16="http://schemas.microsoft.com/office/drawing/2014/main" id="{98F0CCD0-0A09-C410-2712-457F348B6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3641" y="2549537"/>
            <a:ext cx="278601" cy="278601"/>
          </a:xfrm>
          <a:prstGeom prst="rect">
            <a:avLst/>
          </a:prstGeom>
        </p:spPr>
      </p:pic>
      <p:pic>
        <p:nvPicPr>
          <p:cNvPr id="59" name="Picture 58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237ECD32-70C1-9C5A-AB06-C9249F6E428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3616"/>
          <a:stretch>
            <a:fillRect/>
          </a:stretch>
        </p:blipFill>
        <p:spPr>
          <a:xfrm>
            <a:off x="9237794" y="5594888"/>
            <a:ext cx="172999" cy="17423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31D32049-BA87-596C-B0DD-9A5D75A3CE28}"/>
              </a:ext>
            </a:extLst>
          </p:cNvPr>
          <p:cNvSpPr txBox="1"/>
          <p:nvPr/>
        </p:nvSpPr>
        <p:spPr>
          <a:xfrm>
            <a:off x="3502316" y="1087005"/>
            <a:ext cx="1802121" cy="2801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(Process)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05C4B2-CFC6-1537-CD45-CA02AD3FD47C}"/>
              </a:ext>
            </a:extLst>
          </p:cNvPr>
          <p:cNvSpPr/>
          <p:nvPr/>
        </p:nvSpPr>
        <p:spPr>
          <a:xfrm>
            <a:off x="4747411" y="2836258"/>
            <a:ext cx="832542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8CEBDBC-2C1D-5104-377D-C7C35EEECCC9}"/>
              </a:ext>
            </a:extLst>
          </p:cNvPr>
          <p:cNvSpPr txBox="1"/>
          <p:nvPr/>
        </p:nvSpPr>
        <p:spPr>
          <a:xfrm>
            <a:off x="4758051" y="2841852"/>
            <a:ext cx="832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Workflow</a:t>
            </a:r>
          </a:p>
        </p:txBody>
      </p:sp>
      <p:pic>
        <p:nvPicPr>
          <p:cNvPr id="63" name="Picture 62" descr="Microsoft Agent Framework AI - Framework for generative AI agents">
            <a:extLst>
              <a:ext uri="{FF2B5EF4-FFF2-40B4-BE49-F238E27FC236}">
                <a16:creationId xmlns:a16="http://schemas.microsoft.com/office/drawing/2014/main" id="{A5BDD5F0-B543-5BD5-B53E-70C4C1A17A2C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43" t="10521" r="8469" b="16361"/>
          <a:stretch>
            <a:fillRect/>
          </a:stretch>
        </p:blipFill>
        <p:spPr>
          <a:xfrm>
            <a:off x="4911061" y="3102269"/>
            <a:ext cx="494643" cy="331346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F7E18DEB-497B-5A08-1225-2A5636722493}"/>
              </a:ext>
            </a:extLst>
          </p:cNvPr>
          <p:cNvSpPr/>
          <p:nvPr/>
        </p:nvSpPr>
        <p:spPr>
          <a:xfrm>
            <a:off x="6150286" y="3072772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0EF3CA-75CE-4D1A-F740-18BAD5793AAD}"/>
              </a:ext>
            </a:extLst>
          </p:cNvPr>
          <p:cNvSpPr txBox="1"/>
          <p:nvPr/>
        </p:nvSpPr>
        <p:spPr>
          <a:xfrm>
            <a:off x="6099164" y="3026879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Orchestrator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4D1C6C69-6AB2-0DB4-252E-A90F8707D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32" y="3413545"/>
            <a:ext cx="271826" cy="24088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15BBEC19-5DC9-53E6-26B7-4343B21E48B3}"/>
              </a:ext>
            </a:extLst>
          </p:cNvPr>
          <p:cNvSpPr/>
          <p:nvPr/>
        </p:nvSpPr>
        <p:spPr>
          <a:xfrm>
            <a:off x="7005754" y="2603495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51BD2D-542F-4D69-700E-13B81E11B846}"/>
              </a:ext>
            </a:extLst>
          </p:cNvPr>
          <p:cNvSpPr txBox="1"/>
          <p:nvPr/>
        </p:nvSpPr>
        <p:spPr>
          <a:xfrm>
            <a:off x="6948282" y="2557603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6D4E618A-F22F-4796-2BE6-23BE4A5A8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99" y="3799267"/>
            <a:ext cx="271826" cy="24088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A4FCCB2D-69E2-DA02-5C4C-9CDF23FBE20E}"/>
              </a:ext>
            </a:extLst>
          </p:cNvPr>
          <p:cNvSpPr/>
          <p:nvPr/>
        </p:nvSpPr>
        <p:spPr>
          <a:xfrm>
            <a:off x="7005754" y="3447072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C83918-849A-0E03-F3E9-AA79297CDDF4}"/>
              </a:ext>
            </a:extLst>
          </p:cNvPr>
          <p:cNvSpPr txBox="1"/>
          <p:nvPr/>
        </p:nvSpPr>
        <p:spPr>
          <a:xfrm>
            <a:off x="6948282" y="3407530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Advisor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1CB985D-A4DA-0763-ED61-A470C7B56FDC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579951" y="3127795"/>
            <a:ext cx="570335" cy="24940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EE0D5FF-2829-BCDB-AA3A-77BB79128235}"/>
              </a:ext>
            </a:extLst>
          </p:cNvPr>
          <p:cNvCxnSpPr>
            <a:cxnSpLocks/>
            <a:stCxn id="79" idx="3"/>
            <a:endCxn id="84" idx="1"/>
          </p:cNvCxnSpPr>
          <p:nvPr/>
        </p:nvCxnSpPr>
        <p:spPr>
          <a:xfrm flipV="1">
            <a:off x="6824804" y="2907921"/>
            <a:ext cx="180950" cy="46927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94A230B-A7CA-625F-7A80-B9E718BAE944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6824997" y="3377197"/>
            <a:ext cx="180757" cy="37430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CB2860E-7969-F0A5-0422-99D3FB37E24D}"/>
              </a:ext>
            </a:extLst>
          </p:cNvPr>
          <p:cNvSpPr/>
          <p:nvPr/>
        </p:nvSpPr>
        <p:spPr>
          <a:xfrm>
            <a:off x="7795215" y="3005451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BB8FE9D-F831-0FC1-463F-C4D87ED9BFD0}"/>
              </a:ext>
            </a:extLst>
          </p:cNvPr>
          <p:cNvSpPr txBox="1"/>
          <p:nvPr/>
        </p:nvSpPr>
        <p:spPr>
          <a:xfrm>
            <a:off x="7817232" y="2965908"/>
            <a:ext cx="6204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55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CosmosDB</a:t>
            </a:r>
            <a:endParaRPr kumimoji="0" lang="en-US" sz="55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4383A9D-ABAC-A82A-CC55-9B10008BBC11}"/>
              </a:ext>
            </a:extLst>
          </p:cNvPr>
          <p:cNvSpPr/>
          <p:nvPr/>
        </p:nvSpPr>
        <p:spPr>
          <a:xfrm>
            <a:off x="7798162" y="2563073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6D09489-78C9-692F-E4F0-9FE7E86BEA86}"/>
              </a:ext>
            </a:extLst>
          </p:cNvPr>
          <p:cNvSpPr txBox="1"/>
          <p:nvPr/>
        </p:nvSpPr>
        <p:spPr>
          <a:xfrm>
            <a:off x="7690670" y="2523530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lvl="0" algn="ctr">
              <a:defRPr/>
            </a:pPr>
            <a:r>
              <a:rPr lang="en-US" sz="550" b="1" dirty="0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UserProfile</a:t>
            </a:r>
            <a:endParaRPr kumimoji="0" lang="en-US" sz="55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09A95E2-C83B-2BD6-6A06-77B1D31D0C35}"/>
              </a:ext>
            </a:extLst>
          </p:cNvPr>
          <p:cNvCxnSpPr>
            <a:cxnSpLocks/>
          </p:cNvCxnSpPr>
          <p:nvPr/>
        </p:nvCxnSpPr>
        <p:spPr>
          <a:xfrm flipV="1">
            <a:off x="7680271" y="2728079"/>
            <a:ext cx="114944" cy="18316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54E98D4-54CF-47AA-4C62-E68730404979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7680271" y="2907921"/>
            <a:ext cx="114944" cy="18824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787BCF49-C6FD-9DB7-E204-3904429E6D5F}"/>
              </a:ext>
            </a:extLst>
          </p:cNvPr>
          <p:cNvSpPr/>
          <p:nvPr/>
        </p:nvSpPr>
        <p:spPr>
          <a:xfrm>
            <a:off x="10483138" y="3289844"/>
            <a:ext cx="1081431" cy="566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22" name="Picture 121" descr="Azure Cosmos DB">
            <a:extLst>
              <a:ext uri="{FF2B5EF4-FFF2-40B4-BE49-F238E27FC236}">
                <a16:creationId xmlns:a16="http://schemas.microsoft.com/office/drawing/2014/main" id="{1163A921-15D1-EDE4-41AB-24AC4AA09C80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71998" y="3312157"/>
            <a:ext cx="253677" cy="253677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6D47DBEF-281D-51F5-CABA-4C096B356555}"/>
              </a:ext>
            </a:extLst>
          </p:cNvPr>
          <p:cNvSpPr txBox="1"/>
          <p:nvPr/>
        </p:nvSpPr>
        <p:spPr>
          <a:xfrm>
            <a:off x="10702948" y="3526082"/>
            <a:ext cx="835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CosmosDB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Emulator</a:t>
            </a:r>
          </a:p>
          <a:p>
            <a:pPr lvl="0" algn="ctr">
              <a:defRPr/>
            </a:pPr>
            <a:r>
              <a:rPr lang="en-US" sz="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(Docker container)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A58E2B3B-5CB0-1332-6164-892746CD4290}"/>
              </a:ext>
            </a:extLst>
          </p:cNvPr>
          <p:cNvCxnSpPr>
            <a:cxnSpLocks/>
            <a:stCxn id="106" idx="3"/>
            <a:endCxn id="123" idx="1"/>
          </p:cNvCxnSpPr>
          <p:nvPr/>
        </p:nvCxnSpPr>
        <p:spPr>
          <a:xfrm>
            <a:off x="8469732" y="3135302"/>
            <a:ext cx="2013406" cy="437958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2" name="Picture 141" descr="Microsoft Azure, Microsoft Azure MVP - BizStream">
            <a:extLst>
              <a:ext uri="{FF2B5EF4-FFF2-40B4-BE49-F238E27FC236}">
                <a16:creationId xmlns:a16="http://schemas.microsoft.com/office/drawing/2014/main" id="{345859A9-569A-3B73-4193-6F54145171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4353" y="4691717"/>
            <a:ext cx="1133666" cy="38771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650CA17-3D53-C7A2-9B24-7C03C4E87E9A}"/>
              </a:ext>
            </a:extLst>
          </p:cNvPr>
          <p:cNvSpPr/>
          <p:nvPr/>
        </p:nvSpPr>
        <p:spPr>
          <a:xfrm>
            <a:off x="2651643" y="1423338"/>
            <a:ext cx="1587962" cy="28737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8" descr="MCP (Model Context Protocol) Logo Fr ...">
            <a:extLst>
              <a:ext uri="{FF2B5EF4-FFF2-40B4-BE49-F238E27FC236}">
                <a16:creationId xmlns:a16="http://schemas.microsoft.com/office/drawing/2014/main" id="{86E5480B-AC21-7043-CFC8-76FFF854A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661" y="3078492"/>
            <a:ext cx="183322" cy="18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9651392-8D05-E4AD-B604-78553DE59DF0}"/>
              </a:ext>
            </a:extLst>
          </p:cNvPr>
          <p:cNvSpPr txBox="1"/>
          <p:nvPr/>
        </p:nvSpPr>
        <p:spPr>
          <a:xfrm>
            <a:off x="3431393" y="3218031"/>
            <a:ext cx="596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SDK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.NET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0AB8B66-A793-88C1-8F97-9FB0610919B1}"/>
              </a:ext>
            </a:extLst>
          </p:cNvPr>
          <p:cNvSpPr/>
          <p:nvPr/>
        </p:nvSpPr>
        <p:spPr>
          <a:xfrm>
            <a:off x="3318286" y="2836258"/>
            <a:ext cx="832542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A57B6E5-BF42-2FC9-F0D3-E8FAC4E6C06F}"/>
              </a:ext>
            </a:extLst>
          </p:cNvPr>
          <p:cNvSpPr txBox="1"/>
          <p:nvPr/>
        </p:nvSpPr>
        <p:spPr>
          <a:xfrm>
            <a:off x="3328927" y="2831865"/>
            <a:ext cx="8325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Tools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6EDCEFA-7CA8-1246-B201-136105803AE1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4150828" y="3140683"/>
            <a:ext cx="581823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97CBEC-4646-2556-106E-478DB6C2AD7A}"/>
              </a:ext>
            </a:extLst>
          </p:cNvPr>
          <p:cNvSpPr txBox="1"/>
          <p:nvPr/>
        </p:nvSpPr>
        <p:spPr>
          <a:xfrm>
            <a:off x="3086411" y="1407257"/>
            <a:ext cx="832542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 service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(Project)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BA9F6E-4830-77E1-28B7-867FE02C2C97}"/>
              </a:ext>
            </a:extLst>
          </p:cNvPr>
          <p:cNvSpPr txBox="1"/>
          <p:nvPr/>
        </p:nvSpPr>
        <p:spPr>
          <a:xfrm>
            <a:off x="4541566" y="1451914"/>
            <a:ext cx="1385185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 Workflow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(.dll Class-Library Project)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9E66ED-37C7-C228-7E34-9396494D3C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2104" y="3787478"/>
            <a:ext cx="638329" cy="164569"/>
          </a:xfrm>
          <a:prstGeom prst="rect">
            <a:avLst/>
          </a:prstGeom>
        </p:spPr>
      </p:pic>
      <p:pic>
        <p:nvPicPr>
          <p:cNvPr id="19" name="Picture 10" descr="Microsoft Dot Net icon SVG Vector &amp; PNG ...">
            <a:extLst>
              <a:ext uri="{FF2B5EF4-FFF2-40B4-BE49-F238E27FC236}">
                <a16:creationId xmlns:a16="http://schemas.microsoft.com/office/drawing/2014/main" id="{557BD67D-F275-0F5B-3AB1-FCCE31D0D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33" y="3979474"/>
            <a:ext cx="262651" cy="26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Hi-Res C# Logo Download | Logos - NUMI">
            <a:extLst>
              <a:ext uri="{FF2B5EF4-FFF2-40B4-BE49-F238E27FC236}">
                <a16:creationId xmlns:a16="http://schemas.microsoft.com/office/drawing/2014/main" id="{0745EF59-EB2F-C101-60E7-78C00EC65BD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39867" y="4000133"/>
            <a:ext cx="224592" cy="224592"/>
          </a:xfrm>
          <a:prstGeom prst="rect">
            <a:avLst/>
          </a:prstGeom>
        </p:spPr>
      </p:pic>
      <p:pic>
        <p:nvPicPr>
          <p:cNvPr id="28" name="Picture 10" descr="Microsoft Dot Net icon SVG Vector &amp; PNG ...">
            <a:extLst>
              <a:ext uri="{FF2B5EF4-FFF2-40B4-BE49-F238E27FC236}">
                <a16:creationId xmlns:a16="http://schemas.microsoft.com/office/drawing/2014/main" id="{7652AFBC-CC71-0AD0-655D-F63D4ACA4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247" y="3963749"/>
            <a:ext cx="262651" cy="26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Hi-Res C# Logo Download | Logos - NUMI">
            <a:extLst>
              <a:ext uri="{FF2B5EF4-FFF2-40B4-BE49-F238E27FC236}">
                <a16:creationId xmlns:a16="http://schemas.microsoft.com/office/drawing/2014/main" id="{647120C3-EC8A-5611-E0BA-36554894805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6882" y="3984408"/>
            <a:ext cx="224592" cy="22459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6246BD1-8BBC-2F31-058F-923205E0EDE8}"/>
              </a:ext>
            </a:extLst>
          </p:cNvPr>
          <p:cNvSpPr txBox="1"/>
          <p:nvPr/>
        </p:nvSpPr>
        <p:spPr>
          <a:xfrm>
            <a:off x="7689160" y="2799986"/>
            <a:ext cx="530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IProfileStore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(Interface)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57F01D-0B6F-9219-53B6-878019ABFE6D}"/>
              </a:ext>
            </a:extLst>
          </p:cNvPr>
          <p:cNvSpPr txBox="1"/>
          <p:nvPr/>
        </p:nvSpPr>
        <p:spPr>
          <a:xfrm>
            <a:off x="6795518" y="3227066"/>
            <a:ext cx="530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Hand-off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strategy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95CA3914-959B-6C9D-6782-1645B3032D55}"/>
              </a:ext>
            </a:extLst>
          </p:cNvPr>
          <p:cNvCxnSpPr>
            <a:cxnSpLocks/>
            <a:stCxn id="84" idx="2"/>
            <a:endCxn id="30" idx="1"/>
          </p:cNvCxnSpPr>
          <p:nvPr/>
        </p:nvCxnSpPr>
        <p:spPr>
          <a:xfrm rot="16200000" flipH="1">
            <a:off x="7098433" y="3456926"/>
            <a:ext cx="2360864" cy="1871704"/>
          </a:xfrm>
          <a:prstGeom prst="curvedConnector3">
            <a:avLst>
              <a:gd name="adj1" fmla="val 10730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8BA9389B-767A-53F6-68D7-CD1C6BC58483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6646889" y="3719723"/>
            <a:ext cx="2522764" cy="1962280"/>
          </a:xfrm>
          <a:prstGeom prst="curvedConnector3">
            <a:avLst>
              <a:gd name="adj1" fmla="val 14761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E51CBCF4-614E-0C04-B2A4-2A30BFF9FB42}"/>
              </a:ext>
            </a:extLst>
          </p:cNvPr>
          <p:cNvSpPr/>
          <p:nvPr/>
        </p:nvSpPr>
        <p:spPr>
          <a:xfrm>
            <a:off x="7292482" y="4017787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0C02EA0E-F72D-DE9C-4EB2-087B264A7B96}"/>
              </a:ext>
            </a:extLst>
          </p:cNvPr>
          <p:cNvSpPr/>
          <p:nvPr/>
        </p:nvSpPr>
        <p:spPr>
          <a:xfrm>
            <a:off x="7296569" y="3163207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E092C58-DD07-989A-28D4-20165CA7039E}"/>
              </a:ext>
            </a:extLst>
          </p:cNvPr>
          <p:cNvSpPr/>
          <p:nvPr/>
        </p:nvSpPr>
        <p:spPr>
          <a:xfrm>
            <a:off x="6637951" y="3648078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ECBA74-C28B-6AAD-92D2-D163CCAEA9C6}"/>
              </a:ext>
            </a:extLst>
          </p:cNvPr>
          <p:cNvSpPr txBox="1"/>
          <p:nvPr/>
        </p:nvSpPr>
        <p:spPr>
          <a:xfrm>
            <a:off x="7277154" y="3968066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931705-57DF-C442-A97A-B60A9BAB3782}"/>
              </a:ext>
            </a:extLst>
          </p:cNvPr>
          <p:cNvSpPr txBox="1"/>
          <p:nvPr/>
        </p:nvSpPr>
        <p:spPr>
          <a:xfrm>
            <a:off x="6409056" y="3609700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665B4D-5D67-E8F3-D4A2-2049D4889B02}"/>
              </a:ext>
            </a:extLst>
          </p:cNvPr>
          <p:cNvSpPr txBox="1"/>
          <p:nvPr/>
        </p:nvSpPr>
        <p:spPr>
          <a:xfrm>
            <a:off x="7141971" y="3119758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DE8D101-9C20-5D08-2447-D93DF530D13D}"/>
              </a:ext>
            </a:extLst>
          </p:cNvPr>
          <p:cNvSpPr/>
          <p:nvPr/>
        </p:nvSpPr>
        <p:spPr>
          <a:xfrm>
            <a:off x="5382117" y="5066641"/>
            <a:ext cx="674517" cy="6088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8855E8A-0AB8-0199-31EF-EC2A79C79505}"/>
              </a:ext>
            </a:extLst>
          </p:cNvPr>
          <p:cNvSpPr txBox="1"/>
          <p:nvPr/>
        </p:nvSpPr>
        <p:spPr>
          <a:xfrm>
            <a:off x="5324645" y="5039799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D2D38BB-46A0-7309-3E1F-F105E3BAAEFB}"/>
              </a:ext>
            </a:extLst>
          </p:cNvPr>
          <p:cNvSpPr/>
          <p:nvPr/>
        </p:nvSpPr>
        <p:spPr>
          <a:xfrm>
            <a:off x="6477664" y="1556073"/>
            <a:ext cx="848498" cy="511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D7B0C33-6FB5-757E-C293-94F904A0D2E2}"/>
              </a:ext>
            </a:extLst>
          </p:cNvPr>
          <p:cNvSpPr txBox="1"/>
          <p:nvPr/>
        </p:nvSpPr>
        <p:spPr>
          <a:xfrm>
            <a:off x="6386065" y="1699867"/>
            <a:ext cx="102153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AgentSessionManager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27AB8F3-BFB3-F0FB-8FC7-829995EB199E}"/>
              </a:ext>
            </a:extLst>
          </p:cNvPr>
          <p:cNvCxnSpPr>
            <a:cxnSpLocks/>
            <a:stCxn id="61" idx="0"/>
            <a:endCxn id="74" idx="1"/>
          </p:cNvCxnSpPr>
          <p:nvPr/>
        </p:nvCxnSpPr>
        <p:spPr>
          <a:xfrm flipV="1">
            <a:off x="5163682" y="1811582"/>
            <a:ext cx="1313982" cy="102467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" name="Picture 103" descr="Azure AI Foundry - Visual Studio Marketplace">
            <a:extLst>
              <a:ext uri="{FF2B5EF4-FFF2-40B4-BE49-F238E27FC236}">
                <a16:creationId xmlns:a16="http://schemas.microsoft.com/office/drawing/2014/main" id="{B8EAD603-19EE-B6BD-87D7-E8241A28C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630" y="4874766"/>
            <a:ext cx="307714" cy="307714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DC4BDF0F-341A-52B6-6944-5096E5013B28}"/>
              </a:ext>
            </a:extLst>
          </p:cNvPr>
          <p:cNvSpPr txBox="1"/>
          <p:nvPr/>
        </p:nvSpPr>
        <p:spPr>
          <a:xfrm>
            <a:off x="6065572" y="5041127"/>
            <a:ext cx="499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154B1488-021D-F48B-E77F-1F4B0EC1B032}"/>
              </a:ext>
            </a:extLst>
          </p:cNvPr>
          <p:cNvSpPr>
            <a:spLocks noChangeAspect="1"/>
          </p:cNvSpPr>
          <p:nvPr/>
        </p:nvSpPr>
        <p:spPr>
          <a:xfrm>
            <a:off x="6281132" y="5592280"/>
            <a:ext cx="307714" cy="30771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AA68E7F-B103-7274-7236-60FC73D5ED6A}"/>
              </a:ext>
            </a:extLst>
          </p:cNvPr>
          <p:cNvSpPr txBox="1"/>
          <p:nvPr/>
        </p:nvSpPr>
        <p:spPr>
          <a:xfrm>
            <a:off x="6245306" y="5890811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pic>
        <p:nvPicPr>
          <p:cNvPr id="113" name="Picture 112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2E0049BA-A6D4-E163-9D20-796E08F8406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3616"/>
          <a:stretch>
            <a:fillRect/>
          </a:stretch>
        </p:blipFill>
        <p:spPr>
          <a:xfrm>
            <a:off x="6349273" y="5659022"/>
            <a:ext cx="172999" cy="174231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C15102D0-9DA9-C207-0891-B195BF38A932}"/>
              </a:ext>
            </a:extLst>
          </p:cNvPr>
          <p:cNvSpPr/>
          <p:nvPr/>
        </p:nvSpPr>
        <p:spPr>
          <a:xfrm>
            <a:off x="7797766" y="1908525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1216BCF-CB4A-E17F-5827-75FE7ABDF088}"/>
              </a:ext>
            </a:extLst>
          </p:cNvPr>
          <p:cNvSpPr txBox="1"/>
          <p:nvPr/>
        </p:nvSpPr>
        <p:spPr>
          <a:xfrm>
            <a:off x="7805186" y="1866639"/>
            <a:ext cx="64453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Redis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0C65B09-2193-1B2C-8141-4B3174E90341}"/>
              </a:ext>
            </a:extLst>
          </p:cNvPr>
          <p:cNvSpPr/>
          <p:nvPr/>
        </p:nvSpPr>
        <p:spPr>
          <a:xfrm>
            <a:off x="7800713" y="1466147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7BF78E2-A9FA-91E0-623A-4BDACD823C14}"/>
              </a:ext>
            </a:extLst>
          </p:cNvPr>
          <p:cNvSpPr txBox="1"/>
          <p:nvPr/>
        </p:nvSpPr>
        <p:spPr>
          <a:xfrm>
            <a:off x="7716800" y="1424616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BB35E042-EDC5-7F8B-FC92-F82B5CF5040F}"/>
              </a:ext>
            </a:extLst>
          </p:cNvPr>
          <p:cNvCxnSpPr>
            <a:cxnSpLocks/>
            <a:stCxn id="74" idx="3"/>
            <a:endCxn id="131" idx="1"/>
          </p:cNvCxnSpPr>
          <p:nvPr/>
        </p:nvCxnSpPr>
        <p:spPr>
          <a:xfrm flipV="1">
            <a:off x="7326162" y="1595998"/>
            <a:ext cx="474551" cy="21558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CA24A9B7-D708-8240-A5A3-201884BDEA9F}"/>
              </a:ext>
            </a:extLst>
          </p:cNvPr>
          <p:cNvCxnSpPr>
            <a:cxnSpLocks/>
            <a:stCxn id="74" idx="3"/>
            <a:endCxn id="126" idx="1"/>
          </p:cNvCxnSpPr>
          <p:nvPr/>
        </p:nvCxnSpPr>
        <p:spPr>
          <a:xfrm>
            <a:off x="7326162" y="1811582"/>
            <a:ext cx="471604" cy="22679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EC7E214A-26AB-3D30-FA61-A975CF29DFF6}"/>
              </a:ext>
            </a:extLst>
          </p:cNvPr>
          <p:cNvSpPr txBox="1"/>
          <p:nvPr/>
        </p:nvSpPr>
        <p:spPr>
          <a:xfrm>
            <a:off x="7397162" y="1685816"/>
            <a:ext cx="693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(Abstract class)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ED2E1456-CA53-2F62-B6D7-151D2618F444}"/>
              </a:ext>
            </a:extLst>
          </p:cNvPr>
          <p:cNvSpPr/>
          <p:nvPr/>
        </p:nvSpPr>
        <p:spPr>
          <a:xfrm>
            <a:off x="10473930" y="1751992"/>
            <a:ext cx="1081431" cy="566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19E05B8-3E4C-ECB0-A851-96F44D6AAF63}"/>
              </a:ext>
            </a:extLst>
          </p:cNvPr>
          <p:cNvSpPr txBox="1"/>
          <p:nvPr/>
        </p:nvSpPr>
        <p:spPr>
          <a:xfrm>
            <a:off x="10657344" y="2067090"/>
            <a:ext cx="80196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container)</a:t>
            </a:r>
          </a:p>
        </p:txBody>
      </p:sp>
      <p:pic>
        <p:nvPicPr>
          <p:cNvPr id="148" name="Picture 147" descr="Redis Database: A Complete Guide | Leninmhs">
            <a:extLst>
              <a:ext uri="{FF2B5EF4-FFF2-40B4-BE49-F238E27FC236}">
                <a16:creationId xmlns:a16="http://schemas.microsoft.com/office/drawing/2014/main" id="{1B835F8B-1590-1B51-0D69-5EC9956F248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47105" y="1790468"/>
            <a:ext cx="387060" cy="326739"/>
          </a:xfrm>
          <a:prstGeom prst="rect">
            <a:avLst/>
          </a:prstGeom>
        </p:spPr>
      </p:pic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1928065B-DAB8-6408-959E-69C89699D9B0}"/>
              </a:ext>
            </a:extLst>
          </p:cNvPr>
          <p:cNvCxnSpPr>
            <a:cxnSpLocks/>
            <a:stCxn id="126" idx="3"/>
            <a:endCxn id="145" idx="1"/>
          </p:cNvCxnSpPr>
          <p:nvPr/>
        </p:nvCxnSpPr>
        <p:spPr>
          <a:xfrm flipV="1">
            <a:off x="8472283" y="2035408"/>
            <a:ext cx="2001647" cy="2968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D76777FF-F4FA-4583-414C-99D1AFA3EB64}"/>
              </a:ext>
            </a:extLst>
          </p:cNvPr>
          <p:cNvCxnSpPr>
            <a:cxnSpLocks/>
            <a:stCxn id="51" idx="3"/>
            <a:endCxn id="111" idx="0"/>
          </p:cNvCxnSpPr>
          <p:nvPr/>
        </p:nvCxnSpPr>
        <p:spPr>
          <a:xfrm>
            <a:off x="6056634" y="5371067"/>
            <a:ext cx="378355" cy="221213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373786D0-3A99-8CD7-AB1D-5360D552A7C1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76228" y="5708593"/>
            <a:ext cx="711984" cy="3193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68" name="Connector: Curved 167">
            <a:extLst>
              <a:ext uri="{FF2B5EF4-FFF2-40B4-BE49-F238E27FC236}">
                <a16:creationId xmlns:a16="http://schemas.microsoft.com/office/drawing/2014/main" id="{42571F4E-EEFC-21CE-D9D0-2A61AA926EC2}"/>
              </a:ext>
            </a:extLst>
          </p:cNvPr>
          <p:cNvCxnSpPr>
            <a:cxnSpLocks/>
            <a:endCxn id="167" idx="0"/>
          </p:cNvCxnSpPr>
          <p:nvPr/>
        </p:nvCxnSpPr>
        <p:spPr>
          <a:xfrm rot="10800000" flipV="1">
            <a:off x="4532221" y="5374381"/>
            <a:ext cx="849901" cy="334211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B5295D4-86EB-626B-CB94-9B266DE7FE8E}"/>
              </a:ext>
            </a:extLst>
          </p:cNvPr>
          <p:cNvSpPr txBox="1"/>
          <p:nvPr/>
        </p:nvSpPr>
        <p:spPr>
          <a:xfrm>
            <a:off x="5002617" y="5371066"/>
            <a:ext cx="54791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CD41314F-C56D-F589-0093-3BBEDDCFBF19}"/>
              </a:ext>
            </a:extLst>
          </p:cNvPr>
          <p:cNvCxnSpPr>
            <a:cxnSpLocks/>
            <a:stCxn id="51" idx="2"/>
            <a:endCxn id="157" idx="1"/>
          </p:cNvCxnSpPr>
          <p:nvPr/>
        </p:nvCxnSpPr>
        <p:spPr>
          <a:xfrm rot="5400000">
            <a:off x="5556098" y="5724310"/>
            <a:ext cx="212096" cy="114460"/>
          </a:xfrm>
          <a:prstGeom prst="curvedConnector4">
            <a:avLst>
              <a:gd name="adj1" fmla="val 15305"/>
              <a:gd name="adj2" fmla="val 299720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7" name="Picture 156" descr="Documents symbol - Free interface icons">
            <a:extLst>
              <a:ext uri="{FF2B5EF4-FFF2-40B4-BE49-F238E27FC236}">
                <a16:creationId xmlns:a16="http://schemas.microsoft.com/office/drawing/2014/main" id="{5C2BA52A-A1E8-1458-E918-57A375A7E60A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04916" y="5740416"/>
            <a:ext cx="294344" cy="294344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393EE669-C0FE-CA5F-DBD3-FB74526FB532}"/>
              </a:ext>
            </a:extLst>
          </p:cNvPr>
          <p:cNvSpPr txBox="1"/>
          <p:nvPr/>
        </p:nvSpPr>
        <p:spPr>
          <a:xfrm>
            <a:off x="5234158" y="5870392"/>
            <a:ext cx="54791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F9B889D-981D-EC80-B35B-CF062F561293}"/>
              </a:ext>
            </a:extLst>
          </p:cNvPr>
          <p:cNvSpPr txBox="1"/>
          <p:nvPr/>
        </p:nvSpPr>
        <p:spPr>
          <a:xfrm>
            <a:off x="5803717" y="5751221"/>
            <a:ext cx="4085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Stocks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C109CB3-7C79-20C2-EBE6-9102F4A64067}"/>
              </a:ext>
            </a:extLst>
          </p:cNvPr>
          <p:cNvSpPr/>
          <p:nvPr/>
        </p:nvSpPr>
        <p:spPr>
          <a:xfrm>
            <a:off x="3324657" y="2030105"/>
            <a:ext cx="826171" cy="511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60DA0E7-C80F-1421-D884-2D0DD5BAEC8E}"/>
              </a:ext>
            </a:extLst>
          </p:cNvPr>
          <p:cNvSpPr txBox="1"/>
          <p:nvPr/>
        </p:nvSpPr>
        <p:spPr>
          <a:xfrm>
            <a:off x="3223791" y="2016468"/>
            <a:ext cx="102153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MCPSession</a:t>
            </a:r>
          </a:p>
          <a:p>
            <a:r>
              <a:rPr lang="en-US" sz="500" b="0" dirty="0"/>
              <a:t>(Stateful Session Manager </a:t>
            </a:r>
          </a:p>
          <a:p>
            <a:r>
              <a:rPr lang="en-US" sz="500" b="0" dirty="0"/>
              <a:t>or</a:t>
            </a:r>
          </a:p>
          <a:p>
            <a:r>
              <a:rPr lang="en-US" sz="500" b="0" dirty="0">
                <a:solidFill>
                  <a:srgbClr val="00B050"/>
                </a:solidFill>
              </a:rPr>
              <a:t>ISessionMigrationHandler</a:t>
            </a:r>
            <a:r>
              <a:rPr lang="en-US" sz="500" b="0" dirty="0"/>
              <a:t>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5CF1F14-4F01-2CC0-6F13-D4DB3077C1C9}"/>
              </a:ext>
            </a:extLst>
          </p:cNvPr>
          <p:cNvSpPr txBox="1"/>
          <p:nvPr/>
        </p:nvSpPr>
        <p:spPr>
          <a:xfrm>
            <a:off x="4337529" y="2075614"/>
            <a:ext cx="1283103" cy="245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dirty="0">
                <a:solidFill>
                  <a:srgbClr val="00B050"/>
                </a:solidFill>
                <a:latin typeface="Consolas" panose="020B0609020204030204" pitchFamily="49" charset="0"/>
              </a:rPr>
              <a:t>RedisSessionMigrationHandler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13EE7BB-731A-8E9C-E45B-375B6DF9B231}"/>
              </a:ext>
            </a:extLst>
          </p:cNvPr>
          <p:cNvSpPr txBox="1"/>
          <p:nvPr/>
        </p:nvSpPr>
        <p:spPr>
          <a:xfrm>
            <a:off x="10914625" y="2419740"/>
            <a:ext cx="6499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Persisted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Agent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F78B54DC-EC7D-0B2F-FEB5-D593EDF58D9B}"/>
              </a:ext>
            </a:extLst>
          </p:cNvPr>
          <p:cNvSpPr txBox="1"/>
          <p:nvPr/>
        </p:nvSpPr>
        <p:spPr>
          <a:xfrm>
            <a:off x="10907445" y="2592962"/>
            <a:ext cx="6343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Persisted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MCP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95" name="Picture 194" descr="Tropical blue database 5 icon - Free tropical blue database icons">
            <a:extLst>
              <a:ext uri="{FF2B5EF4-FFF2-40B4-BE49-F238E27FC236}">
                <a16:creationId xmlns:a16="http://schemas.microsoft.com/office/drawing/2014/main" id="{384B32F9-24D9-B76B-A3D8-B27AAE0260B6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868019" y="2493736"/>
            <a:ext cx="111600" cy="111600"/>
          </a:xfrm>
          <a:prstGeom prst="rect">
            <a:avLst/>
          </a:prstGeom>
        </p:spPr>
      </p:pic>
      <p:pic>
        <p:nvPicPr>
          <p:cNvPr id="196" name="Picture 195" descr="Tropical blue database 5 icon - Free tropical blue database icons">
            <a:extLst>
              <a:ext uri="{FF2B5EF4-FFF2-40B4-BE49-F238E27FC236}">
                <a16:creationId xmlns:a16="http://schemas.microsoft.com/office/drawing/2014/main" id="{536F9231-F46E-BD26-86D4-F433C4A7EB26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868019" y="2667324"/>
            <a:ext cx="111600" cy="111600"/>
          </a:xfrm>
          <a:prstGeom prst="rect">
            <a:avLst/>
          </a:prstGeom>
        </p:spPr>
      </p:pic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6FA275F5-075C-2453-3515-0F5E3F3DF2AB}"/>
              </a:ext>
            </a:extLst>
          </p:cNvPr>
          <p:cNvCxnSpPr>
            <a:cxnSpLocks/>
            <a:stCxn id="178" idx="3"/>
          </p:cNvCxnSpPr>
          <p:nvPr/>
        </p:nvCxnSpPr>
        <p:spPr>
          <a:xfrm flipV="1">
            <a:off x="4150828" y="2258169"/>
            <a:ext cx="6332310" cy="27445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453F918E-303F-1342-14AA-969B984B8AA7}"/>
              </a:ext>
            </a:extLst>
          </p:cNvPr>
          <p:cNvCxnSpPr>
            <a:cxnSpLocks/>
            <a:stCxn id="72" idx="0"/>
            <a:endCxn id="178" idx="2"/>
          </p:cNvCxnSpPr>
          <p:nvPr/>
        </p:nvCxnSpPr>
        <p:spPr>
          <a:xfrm flipV="1">
            <a:off x="3734557" y="2541122"/>
            <a:ext cx="3186" cy="29513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C5CD6EDF-7B19-FD35-6B32-5DA8B9061D4D}"/>
              </a:ext>
            </a:extLst>
          </p:cNvPr>
          <p:cNvSpPr txBox="1"/>
          <p:nvPr/>
        </p:nvSpPr>
        <p:spPr>
          <a:xfrm>
            <a:off x="4259210" y="3117673"/>
            <a:ext cx="6012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Injected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Dependencies</a:t>
            </a:r>
            <a:endParaRPr kumimoji="0" lang="en-US" sz="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685238C-BCC8-791E-FA86-597F5E0F6D10}"/>
              </a:ext>
            </a:extLst>
          </p:cNvPr>
          <p:cNvSpPr txBox="1"/>
          <p:nvPr/>
        </p:nvSpPr>
        <p:spPr>
          <a:xfrm>
            <a:off x="10938580" y="2849523"/>
            <a:ext cx="5813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Persisted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 Profiles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214" name="Picture 213" descr="Tropical blue database 5 icon - Free tropical blue database icons">
            <a:extLst>
              <a:ext uri="{FF2B5EF4-FFF2-40B4-BE49-F238E27FC236}">
                <a16:creationId xmlns:a16="http://schemas.microsoft.com/office/drawing/2014/main" id="{F1D6A55F-EF7D-6D88-A653-D202B61B8650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68019" y="2924149"/>
            <a:ext cx="111600" cy="111600"/>
          </a:xfrm>
          <a:prstGeom prst="rect">
            <a:avLst/>
          </a:prstGeom>
        </p:spPr>
      </p:pic>
      <p:pic>
        <p:nvPicPr>
          <p:cNvPr id="216" name="Picture 215" descr="Docker - Quick start guide | Packagecloud Blog">
            <a:extLst>
              <a:ext uri="{FF2B5EF4-FFF2-40B4-BE49-F238E27FC236}">
                <a16:creationId xmlns:a16="http://schemas.microsoft.com/office/drawing/2014/main" id="{06225AE8-A298-0971-908F-CB0E810CE53F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10347048" y="1618870"/>
            <a:ext cx="401977" cy="293702"/>
          </a:xfrm>
          <a:prstGeom prst="rect">
            <a:avLst/>
          </a:prstGeom>
        </p:spPr>
      </p:pic>
      <p:pic>
        <p:nvPicPr>
          <p:cNvPr id="217" name="Picture 216" descr="Docker - Quick start guide | Packagecloud Blog">
            <a:extLst>
              <a:ext uri="{FF2B5EF4-FFF2-40B4-BE49-F238E27FC236}">
                <a16:creationId xmlns:a16="http://schemas.microsoft.com/office/drawing/2014/main" id="{749B56A4-1CD1-CDE6-BDDC-544614257D79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10390188" y="3194496"/>
            <a:ext cx="401977" cy="293702"/>
          </a:xfrm>
          <a:prstGeom prst="rect">
            <a:avLst/>
          </a:prstGeom>
        </p:spPr>
      </p:pic>
      <p:pic>
        <p:nvPicPr>
          <p:cNvPr id="218" name="Picture 217" descr="Docker Logo and symbol, meaning, history, PNG, brand">
            <a:extLst>
              <a:ext uri="{FF2B5EF4-FFF2-40B4-BE49-F238E27FC236}">
                <a16:creationId xmlns:a16="http://schemas.microsoft.com/office/drawing/2014/main" id="{8A41A88C-5F26-8115-46E6-0BE49AF5515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82147" y="1156854"/>
            <a:ext cx="675014" cy="379695"/>
          </a:xfrm>
          <a:prstGeom prst="rect">
            <a:avLst/>
          </a:prstGeom>
        </p:spPr>
      </p:pic>
      <p:sp>
        <p:nvSpPr>
          <p:cNvPr id="220" name="TextBox 219">
            <a:extLst>
              <a:ext uri="{FF2B5EF4-FFF2-40B4-BE49-F238E27FC236}">
                <a16:creationId xmlns:a16="http://schemas.microsoft.com/office/drawing/2014/main" id="{0DA7B2AD-4944-3CBD-A397-DF49454D7D43}"/>
              </a:ext>
            </a:extLst>
          </p:cNvPr>
          <p:cNvSpPr txBox="1"/>
          <p:nvPr/>
        </p:nvSpPr>
        <p:spPr>
          <a:xfrm>
            <a:off x="11132357" y="1197853"/>
            <a:ext cx="10596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Docker host</a:t>
            </a:r>
          </a:p>
          <a:p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(Docker Desktop)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5A09A82-A3D8-1ADC-265B-ECA8A776EBC8}"/>
              </a:ext>
            </a:extLst>
          </p:cNvPr>
          <p:cNvSpPr/>
          <p:nvPr/>
        </p:nvSpPr>
        <p:spPr>
          <a:xfrm>
            <a:off x="2780194" y="2836460"/>
            <a:ext cx="459961" cy="608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973572C6-1600-D10C-90C7-8D03CC2A735D}"/>
              </a:ext>
            </a:extLst>
          </p:cNvPr>
          <p:cNvSpPr txBox="1"/>
          <p:nvPr/>
        </p:nvSpPr>
        <p:spPr>
          <a:xfrm>
            <a:off x="2721493" y="2856194"/>
            <a:ext cx="596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(Kestrel)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1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ASP.NET Core</a:t>
            </a:r>
            <a:endParaRPr kumimoji="0" lang="en-US" sz="6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313CF3EC-3C69-80F1-CCCB-039B437FB804}"/>
              </a:ext>
            </a:extLst>
          </p:cNvPr>
          <p:cNvCxnSpPr>
            <a:cxnSpLocks/>
            <a:stCxn id="72" idx="1"/>
            <a:endCxn id="221" idx="3"/>
          </p:cNvCxnSpPr>
          <p:nvPr/>
        </p:nvCxnSpPr>
        <p:spPr>
          <a:xfrm flipH="1">
            <a:off x="3240155" y="3140684"/>
            <a:ext cx="78131" cy="10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6E6DD0-4D8A-4206-C193-6F860A3BCCA2}"/>
              </a:ext>
            </a:extLst>
          </p:cNvPr>
          <p:cNvCxnSpPr>
            <a:cxnSpLocks/>
          </p:cNvCxnSpPr>
          <p:nvPr/>
        </p:nvCxnSpPr>
        <p:spPr>
          <a:xfrm>
            <a:off x="1950496" y="3135301"/>
            <a:ext cx="842398" cy="548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23A65DA2-A01E-9A94-5978-8252A861525A}"/>
              </a:ext>
            </a:extLst>
          </p:cNvPr>
          <p:cNvSpPr txBox="1"/>
          <p:nvPr/>
        </p:nvSpPr>
        <p:spPr>
          <a:xfrm>
            <a:off x="6205237" y="3258879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500" dirty="0"/>
              <a:t>ChatClientAgent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B00BEF2-E25E-AF8E-774E-9637E02CBB7B}"/>
              </a:ext>
            </a:extLst>
          </p:cNvPr>
          <p:cNvSpPr txBox="1"/>
          <p:nvPr/>
        </p:nvSpPr>
        <p:spPr>
          <a:xfrm>
            <a:off x="7069573" y="2794926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500" dirty="0"/>
              <a:t>ChatClientAgent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3430EDC5-9CEB-534B-FC07-D8A7A6A692DE}"/>
              </a:ext>
            </a:extLst>
          </p:cNvPr>
          <p:cNvSpPr txBox="1"/>
          <p:nvPr/>
        </p:nvSpPr>
        <p:spPr>
          <a:xfrm>
            <a:off x="7055518" y="3633047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500" dirty="0"/>
              <a:t>ChatClientAgent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66B7C42-04F7-7F50-7B0C-3A2537F5DEB1}"/>
              </a:ext>
            </a:extLst>
          </p:cNvPr>
          <p:cNvGrpSpPr/>
          <p:nvPr/>
        </p:nvGrpSpPr>
        <p:grpSpPr>
          <a:xfrm>
            <a:off x="3232239" y="4857027"/>
            <a:ext cx="501755" cy="580648"/>
            <a:chOff x="2427818" y="5077457"/>
            <a:chExt cx="501755" cy="580648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9A1ADCBB-41F6-DDEB-D570-51C34E5AEE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444020" y="5077457"/>
              <a:ext cx="370462" cy="370462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AC04C56-5AB4-262B-F0DE-294328F362D2}"/>
                </a:ext>
              </a:extLst>
            </p:cNvPr>
            <p:cNvSpPr txBox="1"/>
            <p:nvPr/>
          </p:nvSpPr>
          <p:spPr>
            <a:xfrm>
              <a:off x="2427818" y="5374595"/>
              <a:ext cx="501755" cy="283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1271EC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Azure Entra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413F63DF-661B-487B-64DC-E1D31CD367BF}"/>
              </a:ext>
            </a:extLst>
          </p:cNvPr>
          <p:cNvSpPr/>
          <p:nvPr/>
        </p:nvSpPr>
        <p:spPr>
          <a:xfrm>
            <a:off x="3918953" y="4835335"/>
            <a:ext cx="674517" cy="6088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EDE54265-CA26-058A-7930-FA3AB2A209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40105" y="5041792"/>
            <a:ext cx="250098" cy="25009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A172EEF8-A991-8101-9945-DCA4FF272936}"/>
              </a:ext>
            </a:extLst>
          </p:cNvPr>
          <p:cNvSpPr txBox="1"/>
          <p:nvPr/>
        </p:nvSpPr>
        <p:spPr>
          <a:xfrm>
            <a:off x="3866226" y="4798250"/>
            <a:ext cx="798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 err="1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Finwise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App </a:t>
            </a:r>
            <a:r>
              <a:rPr lang="en-US" sz="600" b="1" dirty="0">
                <a:solidFill>
                  <a:srgbClr val="1271E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Registration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1271E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0FB6A0-15FB-096D-009A-DC79DC2E4FE0}"/>
              </a:ext>
            </a:extLst>
          </p:cNvPr>
          <p:cNvSpPr txBox="1"/>
          <p:nvPr/>
        </p:nvSpPr>
        <p:spPr>
          <a:xfrm>
            <a:off x="3954035" y="5233524"/>
            <a:ext cx="65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Service Principal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 secret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96EE2BB0-6498-FF35-5FF7-FA4A0DB280EE}"/>
              </a:ext>
            </a:extLst>
          </p:cNvPr>
          <p:cNvCxnSpPr>
            <a:cxnSpLocks/>
            <a:stCxn id="65" idx="1"/>
            <a:endCxn id="27" idx="3"/>
          </p:cNvCxnSpPr>
          <p:nvPr/>
        </p:nvCxnSpPr>
        <p:spPr>
          <a:xfrm rot="10800000">
            <a:off x="3618903" y="5042259"/>
            <a:ext cx="300050" cy="97503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864918CD-8D4A-F1C5-9D4A-E3AACE9686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591051" y="3856433"/>
            <a:ext cx="1652637" cy="1145265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CC6770C2-19D5-877D-8AEB-C20AB5BCF3AE}"/>
              </a:ext>
            </a:extLst>
          </p:cNvPr>
          <p:cNvSpPr/>
          <p:nvPr/>
        </p:nvSpPr>
        <p:spPr>
          <a:xfrm>
            <a:off x="3175839" y="4777994"/>
            <a:ext cx="1556812" cy="710849"/>
          </a:xfrm>
          <a:prstGeom prst="roundRect">
            <a:avLst/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3" name="Connector: Curved 92">
            <a:extLst>
              <a:ext uri="{FF2B5EF4-FFF2-40B4-BE49-F238E27FC236}">
                <a16:creationId xmlns:a16="http://schemas.microsoft.com/office/drawing/2014/main" id="{210DB576-D03D-5CEF-C620-E19DC42EBECC}"/>
              </a:ext>
            </a:extLst>
          </p:cNvPr>
          <p:cNvCxnSpPr>
            <a:cxnSpLocks/>
            <a:stCxn id="65" idx="3"/>
          </p:cNvCxnSpPr>
          <p:nvPr/>
        </p:nvCxnSpPr>
        <p:spPr>
          <a:xfrm>
            <a:off x="4593470" y="5139761"/>
            <a:ext cx="795195" cy="157295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D50BB6B1-8891-D711-BBEF-08EF514886F8}"/>
              </a:ext>
            </a:extLst>
          </p:cNvPr>
          <p:cNvSpPr txBox="1"/>
          <p:nvPr/>
        </p:nvSpPr>
        <p:spPr>
          <a:xfrm>
            <a:off x="4842685" y="5052845"/>
            <a:ext cx="60475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Authorization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65B1068E-6463-ECC4-A969-3918972E8A8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58843" y="5360266"/>
            <a:ext cx="311500" cy="302536"/>
          </a:xfrm>
          <a:prstGeom prst="rect">
            <a:avLst/>
          </a:prstGeom>
        </p:spPr>
      </p:pic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8669FB64-0742-B624-5FA4-D43BE7AD0FD5}"/>
              </a:ext>
            </a:extLst>
          </p:cNvPr>
          <p:cNvCxnSpPr>
            <a:cxnSpLocks/>
          </p:cNvCxnSpPr>
          <p:nvPr/>
        </p:nvCxnSpPr>
        <p:spPr>
          <a:xfrm flipH="1">
            <a:off x="5719376" y="3679347"/>
            <a:ext cx="621185" cy="134919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E6F629E-76EE-93C1-32E2-FC2C3134A547}"/>
              </a:ext>
            </a:extLst>
          </p:cNvPr>
          <p:cNvGrpSpPr/>
          <p:nvPr/>
        </p:nvGrpSpPr>
        <p:grpSpPr>
          <a:xfrm>
            <a:off x="5798655" y="3641646"/>
            <a:ext cx="581126" cy="196395"/>
            <a:chOff x="5233262" y="3876692"/>
            <a:chExt cx="581126" cy="196395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9542B1E-FFA2-63E3-9AE8-DC10D794AC71}"/>
                </a:ext>
              </a:extLst>
            </p:cNvPr>
            <p:cNvSpPr txBox="1"/>
            <p:nvPr/>
          </p:nvSpPr>
          <p:spPr>
            <a:xfrm>
              <a:off x="5233262" y="3876692"/>
              <a:ext cx="523651" cy="1511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sz="500" dirty="0">
                  <a:solidFill>
                    <a:srgbClr val="1471EC"/>
                  </a:solidFill>
                  <a:latin typeface="Consolas" panose="020B0609020204030204" pitchFamily="49" charset="0"/>
                </a:rPr>
                <a:t>FoundryAgent</a:t>
              </a: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BF3CCE69-F91A-D1CC-F7AE-7FEC86335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5645020" y="3908593"/>
              <a:ext cx="169368" cy="164494"/>
            </a:xfrm>
            <a:prstGeom prst="rect">
              <a:avLst/>
            </a:prstGeom>
          </p:spPr>
        </p:pic>
      </p:grpSp>
      <p:pic>
        <p:nvPicPr>
          <p:cNvPr id="137" name="Picture 136" descr="Laptop Coding icon in Windows 11 Color ...">
            <a:extLst>
              <a:ext uri="{FF2B5EF4-FFF2-40B4-BE49-F238E27FC236}">
                <a16:creationId xmlns:a16="http://schemas.microsoft.com/office/drawing/2014/main" id="{850108F5-057A-C960-C555-424ED261B9B2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336" y="813317"/>
            <a:ext cx="586832" cy="586832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FCAC641A-57A4-F648-FF43-06DB8FBAF675}"/>
              </a:ext>
            </a:extLst>
          </p:cNvPr>
          <p:cNvSpPr txBox="1"/>
          <p:nvPr/>
        </p:nvSpPr>
        <p:spPr>
          <a:xfrm>
            <a:off x="653767" y="940855"/>
            <a:ext cx="1206561" cy="2801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Dev computer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1F2571B-5376-B082-E4F8-6BE8B176E777}"/>
              </a:ext>
            </a:extLst>
          </p:cNvPr>
          <p:cNvSpPr txBox="1"/>
          <p:nvPr/>
        </p:nvSpPr>
        <p:spPr>
          <a:xfrm>
            <a:off x="4708247" y="4691717"/>
            <a:ext cx="51442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 secret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1FCC8-A05E-ED7C-C538-1D4B81960E4A}"/>
              </a:ext>
            </a:extLst>
          </p:cNvPr>
          <p:cNvSpPr txBox="1"/>
          <p:nvPr/>
        </p:nvSpPr>
        <p:spPr>
          <a:xfrm>
            <a:off x="2445096" y="3099367"/>
            <a:ext cx="4151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Port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5000</a:t>
            </a:r>
          </a:p>
        </p:txBody>
      </p:sp>
      <p:pic>
        <p:nvPicPr>
          <p:cNvPr id="49" name="Picture 48" descr="Database Icon Images – Browse 737,461 Stock Photos, Vectors ...">
            <a:extLst>
              <a:ext uri="{FF2B5EF4-FFF2-40B4-BE49-F238E27FC236}">
                <a16:creationId xmlns:a16="http://schemas.microsoft.com/office/drawing/2014/main" id="{550049A2-BBD5-53E2-D885-0AF05B95ACFC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216" t="6592" r="53182" b="5157"/>
          <a:stretch>
            <a:fillRect/>
          </a:stretch>
        </p:blipFill>
        <p:spPr>
          <a:xfrm>
            <a:off x="10563766" y="2374164"/>
            <a:ext cx="176392" cy="22933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C354C90-E1FC-4F02-071F-6B7D38C2ABD7}"/>
              </a:ext>
            </a:extLst>
          </p:cNvPr>
          <p:cNvSpPr txBox="1"/>
          <p:nvPr/>
        </p:nvSpPr>
        <p:spPr>
          <a:xfrm>
            <a:off x="10206389" y="2612201"/>
            <a:ext cx="49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Docker</a:t>
            </a:r>
          </a:p>
          <a:p>
            <a:pPr algn="ctr"/>
            <a:r>
              <a:rPr lang="en-US" sz="600" dirty="0"/>
              <a:t>Host </a:t>
            </a:r>
          </a:p>
          <a:p>
            <a:pPr algn="ctr"/>
            <a:r>
              <a:rPr lang="en-US" sz="600" b="1" dirty="0"/>
              <a:t>Volumes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D79E3BA-690C-F9BE-0D8F-374FC4D7F5AD}"/>
              </a:ext>
            </a:extLst>
          </p:cNvPr>
          <p:cNvSpPr/>
          <p:nvPr/>
        </p:nvSpPr>
        <p:spPr>
          <a:xfrm>
            <a:off x="10642403" y="2434806"/>
            <a:ext cx="922166" cy="700495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A273A5D-E838-44AE-6962-5A18BD32588D}"/>
              </a:ext>
            </a:extLst>
          </p:cNvPr>
          <p:cNvCxnSpPr>
            <a:cxnSpLocks/>
            <a:stCxn id="145" idx="2"/>
          </p:cNvCxnSpPr>
          <p:nvPr/>
        </p:nvCxnSpPr>
        <p:spPr>
          <a:xfrm>
            <a:off x="11014646" y="2318823"/>
            <a:ext cx="0" cy="124303"/>
          </a:xfrm>
          <a:prstGeom prst="straightConnector1">
            <a:avLst/>
          </a:prstGeom>
          <a:ln>
            <a:solidFill>
              <a:srgbClr val="A56A52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DACC5CA-66E7-55E4-2638-4C5723A04E07}"/>
              </a:ext>
            </a:extLst>
          </p:cNvPr>
          <p:cNvCxnSpPr>
            <a:cxnSpLocks/>
            <a:stCxn id="123" idx="0"/>
          </p:cNvCxnSpPr>
          <p:nvPr/>
        </p:nvCxnSpPr>
        <p:spPr>
          <a:xfrm flipH="1" flipV="1">
            <a:off x="11023853" y="3127795"/>
            <a:ext cx="1" cy="162049"/>
          </a:xfrm>
          <a:prstGeom prst="straightConnector1">
            <a:avLst/>
          </a:prstGeom>
          <a:ln>
            <a:solidFill>
              <a:srgbClr val="0078D7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564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90111-D19B-1C5A-2D06-69AF1CDB6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E8D297-6123-00D1-87DA-FFE1311F21B7}"/>
              </a:ext>
            </a:extLst>
          </p:cNvPr>
          <p:cNvSpPr/>
          <p:nvPr/>
        </p:nvSpPr>
        <p:spPr>
          <a:xfrm>
            <a:off x="184150" y="596900"/>
            <a:ext cx="11747500" cy="41309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87B6F1F-3D63-2BAC-DE48-0E50DF265698}"/>
              </a:ext>
            </a:extLst>
          </p:cNvPr>
          <p:cNvSpPr/>
          <p:nvPr/>
        </p:nvSpPr>
        <p:spPr>
          <a:xfrm>
            <a:off x="2197848" y="676044"/>
            <a:ext cx="9607916" cy="398485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75ED21-D940-3F6C-10C6-02FBF1E5CE3A}"/>
              </a:ext>
            </a:extLst>
          </p:cNvPr>
          <p:cNvSpPr/>
          <p:nvPr/>
        </p:nvSpPr>
        <p:spPr>
          <a:xfrm>
            <a:off x="2427337" y="974576"/>
            <a:ext cx="7113019" cy="34873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424BD-F298-0A3B-2175-B60CC60B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40" y="69930"/>
            <a:ext cx="11855450" cy="514198"/>
          </a:xfrm>
        </p:spPr>
        <p:txBody>
          <a:bodyPr>
            <a:normAutofit/>
          </a:bodyPr>
          <a:lstStyle/>
          <a:p>
            <a:r>
              <a:rPr lang="en-US" sz="2800" dirty="0"/>
              <a:t>FinWise v0.3.1 – Architecture Diagram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4C266C1-42FF-4F13-4439-AC5DBBB96AD6}"/>
              </a:ext>
            </a:extLst>
          </p:cNvPr>
          <p:cNvSpPr/>
          <p:nvPr/>
        </p:nvSpPr>
        <p:spPr>
          <a:xfrm>
            <a:off x="4367466" y="1423338"/>
            <a:ext cx="4930869" cy="28737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185AB9-EB6D-7C59-C048-CA06035878DA}"/>
              </a:ext>
            </a:extLst>
          </p:cNvPr>
          <p:cNvSpPr/>
          <p:nvPr/>
        </p:nvSpPr>
        <p:spPr>
          <a:xfrm>
            <a:off x="2515319" y="1220608"/>
            <a:ext cx="6895474" cy="316089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08A331-8788-CA10-1275-369B3AB4F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99" y="2930290"/>
            <a:ext cx="271826" cy="24088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7A5C1E-8DCB-8BF8-F236-FC4872D4F8C4}"/>
              </a:ext>
            </a:extLst>
          </p:cNvPr>
          <p:cNvSpPr/>
          <p:nvPr/>
        </p:nvSpPr>
        <p:spPr>
          <a:xfrm>
            <a:off x="948304" y="2273300"/>
            <a:ext cx="785954" cy="1734953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4A550C-B717-EEB8-4DC9-16950131B971}"/>
              </a:ext>
            </a:extLst>
          </p:cNvPr>
          <p:cNvSpPr txBox="1"/>
          <p:nvPr/>
        </p:nvSpPr>
        <p:spPr>
          <a:xfrm>
            <a:off x="886387" y="2759784"/>
            <a:ext cx="8325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Claude, ChatGPT, GitHub CoPilot, Cursor, etc..</a:t>
            </a:r>
          </a:p>
        </p:txBody>
      </p:sp>
      <p:pic>
        <p:nvPicPr>
          <p:cNvPr id="10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45984543-FBD3-5D15-AABE-0344616E2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2773" b="20435"/>
          <a:stretch>
            <a:fillRect/>
          </a:stretch>
        </p:blipFill>
        <p:spPr bwMode="auto">
          <a:xfrm>
            <a:off x="244944" y="2885781"/>
            <a:ext cx="491747" cy="50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933618-AF87-D062-DB9D-9ED0E5020715}"/>
              </a:ext>
            </a:extLst>
          </p:cNvPr>
          <p:cNvSpPr txBox="1"/>
          <p:nvPr/>
        </p:nvSpPr>
        <p:spPr>
          <a:xfrm>
            <a:off x="203200" y="3353251"/>
            <a:ext cx="6241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5DE7E8-5982-F517-E323-0B9D8DF0CCAA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736691" y="3139144"/>
            <a:ext cx="211613" cy="1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21B4A3E-DB69-9402-4AFA-5868B735DBF0}"/>
              </a:ext>
            </a:extLst>
          </p:cNvPr>
          <p:cNvSpPr txBox="1"/>
          <p:nvPr/>
        </p:nvSpPr>
        <p:spPr>
          <a:xfrm>
            <a:off x="978717" y="3268644"/>
            <a:ext cx="7184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15912E-DD59-A18B-1CDB-1A328972F3C5}"/>
              </a:ext>
            </a:extLst>
          </p:cNvPr>
          <p:cNvSpPr txBox="1"/>
          <p:nvPr/>
        </p:nvSpPr>
        <p:spPr>
          <a:xfrm>
            <a:off x="1638078" y="3115213"/>
            <a:ext cx="636555" cy="80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Streaming)</a:t>
            </a:r>
          </a:p>
        </p:txBody>
      </p:sp>
      <p:pic>
        <p:nvPicPr>
          <p:cNvPr id="50" name="Picture 49" descr="A blue and purple toy">
            <a:extLst>
              <a:ext uri="{FF2B5EF4-FFF2-40B4-BE49-F238E27FC236}">
                <a16:creationId xmlns:a16="http://schemas.microsoft.com/office/drawing/2014/main" id="{26E9E4EE-3905-14B8-4AD2-D89004E12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39" y="2523985"/>
            <a:ext cx="354924" cy="35492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96CDF134-1B35-F976-AFAB-76FB0924B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8" y="2343396"/>
            <a:ext cx="199462" cy="199462"/>
          </a:xfrm>
          <a:prstGeom prst="rect">
            <a:avLst/>
          </a:prstGeom>
        </p:spPr>
      </p:pic>
      <p:pic>
        <p:nvPicPr>
          <p:cNvPr id="57" name="Picture 56" descr="File:ChatGPT-Logo.svg - Wikimedia Commons">
            <a:extLst>
              <a:ext uri="{FF2B5EF4-FFF2-40B4-BE49-F238E27FC236}">
                <a16:creationId xmlns:a16="http://schemas.microsoft.com/office/drawing/2014/main" id="{E361150D-7E19-750B-B2DF-F250C08843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667" y="2336716"/>
            <a:ext cx="212820" cy="212820"/>
          </a:xfrm>
          <a:prstGeom prst="rect">
            <a:avLst/>
          </a:prstGeom>
        </p:spPr>
      </p:pic>
      <p:pic>
        <p:nvPicPr>
          <p:cNvPr id="58" name="Picture 57" descr="Cursor AI Logo Icon for Modern Designs">
            <a:extLst>
              <a:ext uri="{FF2B5EF4-FFF2-40B4-BE49-F238E27FC236}">
                <a16:creationId xmlns:a16="http://schemas.microsoft.com/office/drawing/2014/main" id="{ABEF9379-463F-F83C-E35B-45D0BB12A4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4091" y="2549537"/>
            <a:ext cx="278601" cy="27860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27675C9-CCBF-4B8F-C6F1-667980A082BB}"/>
              </a:ext>
            </a:extLst>
          </p:cNvPr>
          <p:cNvSpPr txBox="1"/>
          <p:nvPr/>
        </p:nvSpPr>
        <p:spPr>
          <a:xfrm>
            <a:off x="3439353" y="1205287"/>
            <a:ext cx="1802121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(Process)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01456CA-3325-60D4-B083-DEC256664343}"/>
              </a:ext>
            </a:extLst>
          </p:cNvPr>
          <p:cNvSpPr/>
          <p:nvPr/>
        </p:nvSpPr>
        <p:spPr>
          <a:xfrm>
            <a:off x="4747411" y="2836258"/>
            <a:ext cx="832542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A4BE96-1899-947A-2DC0-EB6F7A232247}"/>
              </a:ext>
            </a:extLst>
          </p:cNvPr>
          <p:cNvSpPr txBox="1"/>
          <p:nvPr/>
        </p:nvSpPr>
        <p:spPr>
          <a:xfrm>
            <a:off x="4758051" y="2841852"/>
            <a:ext cx="832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Workflow</a:t>
            </a:r>
          </a:p>
        </p:txBody>
      </p:sp>
      <p:pic>
        <p:nvPicPr>
          <p:cNvPr id="63" name="Picture 62" descr="Microsoft Agent Framework AI - Framework for generative AI agents">
            <a:extLst>
              <a:ext uri="{FF2B5EF4-FFF2-40B4-BE49-F238E27FC236}">
                <a16:creationId xmlns:a16="http://schemas.microsoft.com/office/drawing/2014/main" id="{91722A94-854A-E1D1-D12A-F10BA3643FB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43" t="10521" r="8469" b="16361"/>
          <a:stretch>
            <a:fillRect/>
          </a:stretch>
        </p:blipFill>
        <p:spPr>
          <a:xfrm>
            <a:off x="4928008" y="3102269"/>
            <a:ext cx="471346" cy="31574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352FC0E0-4414-F905-D891-5AEE155B3921}"/>
              </a:ext>
            </a:extLst>
          </p:cNvPr>
          <p:cNvSpPr/>
          <p:nvPr/>
        </p:nvSpPr>
        <p:spPr>
          <a:xfrm>
            <a:off x="6150286" y="3072772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B8E31B-B83A-4DCC-DB75-F32A28C3C98D}"/>
              </a:ext>
            </a:extLst>
          </p:cNvPr>
          <p:cNvSpPr txBox="1"/>
          <p:nvPr/>
        </p:nvSpPr>
        <p:spPr>
          <a:xfrm>
            <a:off x="6099164" y="3026879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Orchestrator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818608A1-0A54-AA3E-5D51-64E532858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82" y="3419895"/>
            <a:ext cx="271826" cy="24088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78E88EB6-7B8D-23DD-D384-2ABDA79A48E4}"/>
              </a:ext>
            </a:extLst>
          </p:cNvPr>
          <p:cNvSpPr/>
          <p:nvPr/>
        </p:nvSpPr>
        <p:spPr>
          <a:xfrm>
            <a:off x="7005754" y="2603495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7B5A87-8361-B07E-E7D1-D21CF7D5B265}"/>
              </a:ext>
            </a:extLst>
          </p:cNvPr>
          <p:cNvSpPr txBox="1"/>
          <p:nvPr/>
        </p:nvSpPr>
        <p:spPr>
          <a:xfrm>
            <a:off x="6948282" y="2557603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E35E4B04-A2B6-80C7-53F0-AB65D57ED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99" y="3786567"/>
            <a:ext cx="271826" cy="24088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E134DF00-DD81-728D-2E30-C716F7F94C15}"/>
              </a:ext>
            </a:extLst>
          </p:cNvPr>
          <p:cNvSpPr/>
          <p:nvPr/>
        </p:nvSpPr>
        <p:spPr>
          <a:xfrm>
            <a:off x="7005754" y="3447072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FD13A05-D2DF-570C-81E5-09EE88626FB5}"/>
              </a:ext>
            </a:extLst>
          </p:cNvPr>
          <p:cNvSpPr txBox="1"/>
          <p:nvPr/>
        </p:nvSpPr>
        <p:spPr>
          <a:xfrm>
            <a:off x="6948282" y="3401180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Advisor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6EBFC76-1C9C-1668-33F5-A1C56154ABA1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579951" y="3127795"/>
            <a:ext cx="570335" cy="24940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DA50023-3FEE-7058-8251-0EC39CB2E63B}"/>
              </a:ext>
            </a:extLst>
          </p:cNvPr>
          <p:cNvCxnSpPr>
            <a:cxnSpLocks/>
            <a:stCxn id="79" idx="3"/>
            <a:endCxn id="84" idx="1"/>
          </p:cNvCxnSpPr>
          <p:nvPr/>
        </p:nvCxnSpPr>
        <p:spPr>
          <a:xfrm flipV="1">
            <a:off x="6824804" y="2907921"/>
            <a:ext cx="180950" cy="46927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B843BB9-6799-6C2E-F44E-22FF93A6FC17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6824997" y="3377197"/>
            <a:ext cx="180757" cy="37430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8CE2197-99A4-563C-09B4-663DAF06E747}"/>
              </a:ext>
            </a:extLst>
          </p:cNvPr>
          <p:cNvSpPr/>
          <p:nvPr/>
        </p:nvSpPr>
        <p:spPr>
          <a:xfrm>
            <a:off x="7795215" y="3005451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D5E3C4-C9BD-163A-A24F-17E0FCB351EE}"/>
              </a:ext>
            </a:extLst>
          </p:cNvPr>
          <p:cNvSpPr txBox="1"/>
          <p:nvPr/>
        </p:nvSpPr>
        <p:spPr>
          <a:xfrm>
            <a:off x="7817232" y="2965908"/>
            <a:ext cx="6204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CosmosDB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01F3BAE-DB0A-5036-6FCD-2A568B770640}"/>
              </a:ext>
            </a:extLst>
          </p:cNvPr>
          <p:cNvSpPr/>
          <p:nvPr/>
        </p:nvSpPr>
        <p:spPr>
          <a:xfrm>
            <a:off x="7798162" y="2563073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E3499E0-E326-43F1-74DA-6BBD337F6A78}"/>
              </a:ext>
            </a:extLst>
          </p:cNvPr>
          <p:cNvSpPr txBox="1"/>
          <p:nvPr/>
        </p:nvSpPr>
        <p:spPr>
          <a:xfrm>
            <a:off x="7690670" y="2523530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0A73EB3-F362-8619-DD59-815A60CEDA29}"/>
              </a:ext>
            </a:extLst>
          </p:cNvPr>
          <p:cNvCxnSpPr>
            <a:cxnSpLocks/>
          </p:cNvCxnSpPr>
          <p:nvPr/>
        </p:nvCxnSpPr>
        <p:spPr>
          <a:xfrm flipV="1">
            <a:off x="7680271" y="2728079"/>
            <a:ext cx="114944" cy="18316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5D3887AD-FC8B-56BE-BEEC-C120BDC3A850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7680271" y="2907921"/>
            <a:ext cx="114944" cy="18824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0B0EB2EB-5A3F-A7CE-32CF-821082B54DCD}"/>
              </a:ext>
            </a:extLst>
          </p:cNvPr>
          <p:cNvCxnSpPr>
            <a:cxnSpLocks/>
            <a:stCxn id="106" idx="3"/>
            <a:endCxn id="93" idx="1"/>
          </p:cNvCxnSpPr>
          <p:nvPr/>
        </p:nvCxnSpPr>
        <p:spPr>
          <a:xfrm>
            <a:off x="8469732" y="3135302"/>
            <a:ext cx="1701741" cy="480129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F4F2BE8F-63D4-E11C-A2B8-450D242B2E05}"/>
              </a:ext>
            </a:extLst>
          </p:cNvPr>
          <p:cNvSpPr/>
          <p:nvPr/>
        </p:nvSpPr>
        <p:spPr>
          <a:xfrm>
            <a:off x="2197848" y="4973777"/>
            <a:ext cx="9733802" cy="1458659"/>
          </a:xfrm>
          <a:prstGeom prst="roundRect">
            <a:avLst/>
          </a:prstGeom>
          <a:solidFill>
            <a:srgbClr val="DCEAF7"/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142" name="Picture 141" descr="Microsoft Azure, Microsoft Azure MVP - BizStream">
            <a:extLst>
              <a:ext uri="{FF2B5EF4-FFF2-40B4-BE49-F238E27FC236}">
                <a16:creationId xmlns:a16="http://schemas.microsoft.com/office/drawing/2014/main" id="{3BE40365-7EC1-3BF8-373A-8538CBF7C2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82385" y="5007812"/>
            <a:ext cx="1133666" cy="38771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01938E-623D-04A4-1A35-5DAF2FAB86CE}"/>
              </a:ext>
            </a:extLst>
          </p:cNvPr>
          <p:cNvSpPr/>
          <p:nvPr/>
        </p:nvSpPr>
        <p:spPr>
          <a:xfrm>
            <a:off x="2651643" y="1423338"/>
            <a:ext cx="1587962" cy="28737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8" descr="MCP (Model Context Protocol) Logo Fr ...">
            <a:extLst>
              <a:ext uri="{FF2B5EF4-FFF2-40B4-BE49-F238E27FC236}">
                <a16:creationId xmlns:a16="http://schemas.microsoft.com/office/drawing/2014/main" id="{52139E24-9A66-968D-B88D-29FE1E697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661" y="3078492"/>
            <a:ext cx="183322" cy="18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AAC900-B9AC-F6C7-2874-BF70EFFC570B}"/>
              </a:ext>
            </a:extLst>
          </p:cNvPr>
          <p:cNvSpPr txBox="1"/>
          <p:nvPr/>
        </p:nvSpPr>
        <p:spPr>
          <a:xfrm>
            <a:off x="3431393" y="3218031"/>
            <a:ext cx="596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SDK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.NET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AC55EB3-19D6-7844-17EB-4145C078CDA9}"/>
              </a:ext>
            </a:extLst>
          </p:cNvPr>
          <p:cNvSpPr/>
          <p:nvPr/>
        </p:nvSpPr>
        <p:spPr>
          <a:xfrm>
            <a:off x="3318286" y="2836258"/>
            <a:ext cx="832542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A6D88E-EDD5-E09C-0079-369223B7C0A6}"/>
              </a:ext>
            </a:extLst>
          </p:cNvPr>
          <p:cNvSpPr txBox="1"/>
          <p:nvPr/>
        </p:nvSpPr>
        <p:spPr>
          <a:xfrm>
            <a:off x="3328927" y="2831865"/>
            <a:ext cx="8325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Tools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E332498-D39F-1B5F-B2A7-20896D96154A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4150828" y="3140683"/>
            <a:ext cx="581823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37F592-C9A4-1971-2931-CA4B36A3E45E}"/>
              </a:ext>
            </a:extLst>
          </p:cNvPr>
          <p:cNvSpPr txBox="1"/>
          <p:nvPr/>
        </p:nvSpPr>
        <p:spPr>
          <a:xfrm>
            <a:off x="3086411" y="1407257"/>
            <a:ext cx="832542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 service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(Project)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43261C-A5F9-68C0-C2D3-BE4BBDAFC71F}"/>
              </a:ext>
            </a:extLst>
          </p:cNvPr>
          <p:cNvSpPr txBox="1"/>
          <p:nvPr/>
        </p:nvSpPr>
        <p:spPr>
          <a:xfrm>
            <a:off x="4541566" y="1451914"/>
            <a:ext cx="1385185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 Workflow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(.dll Class-Library Project)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6BCE74-F9C7-09E8-2253-E71EF51CD6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2104" y="3787478"/>
            <a:ext cx="638329" cy="164569"/>
          </a:xfrm>
          <a:prstGeom prst="rect">
            <a:avLst/>
          </a:prstGeom>
        </p:spPr>
      </p:pic>
      <p:pic>
        <p:nvPicPr>
          <p:cNvPr id="19" name="Picture 10" descr="Microsoft Dot Net icon SVG Vector &amp; PNG ...">
            <a:extLst>
              <a:ext uri="{FF2B5EF4-FFF2-40B4-BE49-F238E27FC236}">
                <a16:creationId xmlns:a16="http://schemas.microsoft.com/office/drawing/2014/main" id="{73585671-7283-2AEE-6A7E-84514D851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33" y="3979474"/>
            <a:ext cx="262651" cy="26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Hi-Res C# Logo Download | Logos - NUMI">
            <a:extLst>
              <a:ext uri="{FF2B5EF4-FFF2-40B4-BE49-F238E27FC236}">
                <a16:creationId xmlns:a16="http://schemas.microsoft.com/office/drawing/2014/main" id="{FCC435CF-591D-4661-779A-E3C88ED611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39867" y="4000133"/>
            <a:ext cx="224592" cy="224592"/>
          </a:xfrm>
          <a:prstGeom prst="rect">
            <a:avLst/>
          </a:prstGeom>
        </p:spPr>
      </p:pic>
      <p:pic>
        <p:nvPicPr>
          <p:cNvPr id="28" name="Picture 10" descr="Microsoft Dot Net icon SVG Vector &amp; PNG ...">
            <a:extLst>
              <a:ext uri="{FF2B5EF4-FFF2-40B4-BE49-F238E27FC236}">
                <a16:creationId xmlns:a16="http://schemas.microsoft.com/office/drawing/2014/main" id="{CD0D8CB2-4654-453E-9C71-7DF5BC297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247" y="3963749"/>
            <a:ext cx="262651" cy="26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Hi-Res C# Logo Download | Logos - NUMI">
            <a:extLst>
              <a:ext uri="{FF2B5EF4-FFF2-40B4-BE49-F238E27FC236}">
                <a16:creationId xmlns:a16="http://schemas.microsoft.com/office/drawing/2014/main" id="{B4008333-0561-7B18-D439-3EAFC8225C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6882" y="3984408"/>
            <a:ext cx="224592" cy="22459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4DA8B9A-EDD2-E085-1049-18AE890D54E4}"/>
              </a:ext>
            </a:extLst>
          </p:cNvPr>
          <p:cNvSpPr txBox="1"/>
          <p:nvPr/>
        </p:nvSpPr>
        <p:spPr>
          <a:xfrm>
            <a:off x="7689160" y="2799986"/>
            <a:ext cx="530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IProfileStore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(Interface)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8540B3-96E1-E70D-279E-761D82EF9ED6}"/>
              </a:ext>
            </a:extLst>
          </p:cNvPr>
          <p:cNvSpPr txBox="1"/>
          <p:nvPr/>
        </p:nvSpPr>
        <p:spPr>
          <a:xfrm>
            <a:off x="6795518" y="3227066"/>
            <a:ext cx="530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Hand-off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strategy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687CA01E-A4CB-2F1D-AFC8-4469842D975A}"/>
              </a:ext>
            </a:extLst>
          </p:cNvPr>
          <p:cNvCxnSpPr>
            <a:cxnSpLocks/>
            <a:stCxn id="84" idx="2"/>
            <a:endCxn id="30" idx="1"/>
          </p:cNvCxnSpPr>
          <p:nvPr/>
        </p:nvCxnSpPr>
        <p:spPr>
          <a:xfrm rot="16200000" flipH="1">
            <a:off x="6990483" y="3564876"/>
            <a:ext cx="2576764" cy="1871704"/>
          </a:xfrm>
          <a:prstGeom prst="curvedConnector3">
            <a:avLst>
              <a:gd name="adj1" fmla="val 11035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7B0E3F8B-A122-A79A-CD61-872F3CD5A808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6637951" y="3681623"/>
            <a:ext cx="2531702" cy="2216280"/>
          </a:xfrm>
          <a:prstGeom prst="curvedConnector3">
            <a:avLst>
              <a:gd name="adj1" fmla="val 15062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142D036A-191E-990D-5459-52DDA82EDCCD}"/>
              </a:ext>
            </a:extLst>
          </p:cNvPr>
          <p:cNvSpPr/>
          <p:nvPr/>
        </p:nvSpPr>
        <p:spPr>
          <a:xfrm>
            <a:off x="7292482" y="4017787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7E9F6E39-9C54-6E09-1204-58555BDC8250}"/>
              </a:ext>
            </a:extLst>
          </p:cNvPr>
          <p:cNvSpPr/>
          <p:nvPr/>
        </p:nvSpPr>
        <p:spPr>
          <a:xfrm>
            <a:off x="7296569" y="3163207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E160AFF5-1E15-A1C0-20DC-337207BF08FD}"/>
              </a:ext>
            </a:extLst>
          </p:cNvPr>
          <p:cNvSpPr/>
          <p:nvPr/>
        </p:nvSpPr>
        <p:spPr>
          <a:xfrm>
            <a:off x="6637951" y="3648078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8068AD2-9C1A-7898-515B-73B9DFBA80E6}"/>
              </a:ext>
            </a:extLst>
          </p:cNvPr>
          <p:cNvSpPr/>
          <p:nvPr/>
        </p:nvSpPr>
        <p:spPr>
          <a:xfrm>
            <a:off x="5382117" y="5282541"/>
            <a:ext cx="674517" cy="6088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381D6DE-558D-23FC-0DB3-400FA13F54EA}"/>
              </a:ext>
            </a:extLst>
          </p:cNvPr>
          <p:cNvSpPr/>
          <p:nvPr/>
        </p:nvSpPr>
        <p:spPr>
          <a:xfrm>
            <a:off x="6477664" y="1556073"/>
            <a:ext cx="848498" cy="511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6245101-3124-B4C1-5FD8-EFA4BA8F7F8B}"/>
              </a:ext>
            </a:extLst>
          </p:cNvPr>
          <p:cNvSpPr txBox="1"/>
          <p:nvPr/>
        </p:nvSpPr>
        <p:spPr>
          <a:xfrm>
            <a:off x="6386065" y="1699867"/>
            <a:ext cx="102153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AgentSessionManager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A85F4E0-4DD9-B302-2E5A-2EBD273B2F09}"/>
              </a:ext>
            </a:extLst>
          </p:cNvPr>
          <p:cNvCxnSpPr>
            <a:cxnSpLocks/>
            <a:stCxn id="61" idx="0"/>
            <a:endCxn id="74" idx="1"/>
          </p:cNvCxnSpPr>
          <p:nvPr/>
        </p:nvCxnSpPr>
        <p:spPr>
          <a:xfrm flipV="1">
            <a:off x="5163682" y="1811582"/>
            <a:ext cx="1313982" cy="102467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" name="Picture 103" descr="Azure AI Foundry - Visual Studio Marketplace">
            <a:extLst>
              <a:ext uri="{FF2B5EF4-FFF2-40B4-BE49-F238E27FC236}">
                <a16:creationId xmlns:a16="http://schemas.microsoft.com/office/drawing/2014/main" id="{E443E7FF-D6E4-6B91-06A4-868112E7C39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25630" y="5090666"/>
            <a:ext cx="307714" cy="307714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1C218783-E605-93CD-F918-0D3B7076D102}"/>
              </a:ext>
            </a:extLst>
          </p:cNvPr>
          <p:cNvSpPr txBox="1"/>
          <p:nvPr/>
        </p:nvSpPr>
        <p:spPr>
          <a:xfrm>
            <a:off x="6065572" y="5257027"/>
            <a:ext cx="499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E26A4C01-4900-8841-ABB5-A9801052E974}"/>
              </a:ext>
            </a:extLst>
          </p:cNvPr>
          <p:cNvSpPr>
            <a:spLocks noChangeAspect="1"/>
          </p:cNvSpPr>
          <p:nvPr/>
        </p:nvSpPr>
        <p:spPr>
          <a:xfrm>
            <a:off x="6281132" y="5808180"/>
            <a:ext cx="307714" cy="30771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5C58F42-790A-9DD3-5390-FF2912D75644}"/>
              </a:ext>
            </a:extLst>
          </p:cNvPr>
          <p:cNvSpPr txBox="1"/>
          <p:nvPr/>
        </p:nvSpPr>
        <p:spPr>
          <a:xfrm>
            <a:off x="6245306" y="6106711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pic>
        <p:nvPicPr>
          <p:cNvPr id="113" name="Picture 112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718C6122-014B-E979-51CF-5B457003FCA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63616"/>
          <a:stretch>
            <a:fillRect/>
          </a:stretch>
        </p:blipFill>
        <p:spPr>
          <a:xfrm>
            <a:off x="6349273" y="5874922"/>
            <a:ext cx="172999" cy="174231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CC224E60-4BC8-50E9-7235-B2F337F56E8B}"/>
              </a:ext>
            </a:extLst>
          </p:cNvPr>
          <p:cNvSpPr/>
          <p:nvPr/>
        </p:nvSpPr>
        <p:spPr>
          <a:xfrm>
            <a:off x="7797766" y="1908525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E8F687D-4727-8B27-4224-BC94B7FCC07F}"/>
              </a:ext>
            </a:extLst>
          </p:cNvPr>
          <p:cNvSpPr txBox="1"/>
          <p:nvPr/>
        </p:nvSpPr>
        <p:spPr>
          <a:xfrm>
            <a:off x="7805186" y="1866639"/>
            <a:ext cx="64453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Redis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2604CE3-EFAC-B5E8-91F9-4903D9C60C23}"/>
              </a:ext>
            </a:extLst>
          </p:cNvPr>
          <p:cNvSpPr/>
          <p:nvPr/>
        </p:nvSpPr>
        <p:spPr>
          <a:xfrm>
            <a:off x="7800713" y="1466147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34340DC-5C8B-93B2-D9B2-7F63D5186C5A}"/>
              </a:ext>
            </a:extLst>
          </p:cNvPr>
          <p:cNvSpPr txBox="1"/>
          <p:nvPr/>
        </p:nvSpPr>
        <p:spPr>
          <a:xfrm>
            <a:off x="7716800" y="1424616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D4EF61D-0711-527D-BE86-21CCCD86A8CF}"/>
              </a:ext>
            </a:extLst>
          </p:cNvPr>
          <p:cNvCxnSpPr>
            <a:cxnSpLocks/>
            <a:stCxn id="74" idx="3"/>
            <a:endCxn id="131" idx="1"/>
          </p:cNvCxnSpPr>
          <p:nvPr/>
        </p:nvCxnSpPr>
        <p:spPr>
          <a:xfrm flipV="1">
            <a:off x="7326162" y="1595998"/>
            <a:ext cx="474551" cy="21558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33F98AF-528F-8817-6D31-807E6611F72C}"/>
              </a:ext>
            </a:extLst>
          </p:cNvPr>
          <p:cNvCxnSpPr>
            <a:cxnSpLocks/>
            <a:stCxn id="74" idx="3"/>
            <a:endCxn id="126" idx="1"/>
          </p:cNvCxnSpPr>
          <p:nvPr/>
        </p:nvCxnSpPr>
        <p:spPr>
          <a:xfrm>
            <a:off x="7326162" y="1811582"/>
            <a:ext cx="471604" cy="22679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4D98E718-B009-E273-E842-8F226A0D4040}"/>
              </a:ext>
            </a:extLst>
          </p:cNvPr>
          <p:cNvSpPr txBox="1"/>
          <p:nvPr/>
        </p:nvSpPr>
        <p:spPr>
          <a:xfrm>
            <a:off x="7397162" y="1685816"/>
            <a:ext cx="693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(Abstract class)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D3458C9-CD92-AE2A-3F50-244E43B21AEB}"/>
              </a:ext>
            </a:extLst>
          </p:cNvPr>
          <p:cNvCxnSpPr>
            <a:cxnSpLocks/>
            <a:stCxn id="126" idx="3"/>
          </p:cNvCxnSpPr>
          <p:nvPr/>
        </p:nvCxnSpPr>
        <p:spPr>
          <a:xfrm>
            <a:off x="8472283" y="2038376"/>
            <a:ext cx="1699190" cy="0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856F8C90-F9C6-DAFB-D7AE-780E8D91C25F}"/>
              </a:ext>
            </a:extLst>
          </p:cNvPr>
          <p:cNvCxnSpPr>
            <a:cxnSpLocks/>
            <a:stCxn id="51" idx="3"/>
            <a:endCxn id="111" idx="0"/>
          </p:cNvCxnSpPr>
          <p:nvPr/>
        </p:nvCxnSpPr>
        <p:spPr>
          <a:xfrm>
            <a:off x="6056634" y="5586967"/>
            <a:ext cx="378355" cy="221213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D1F2EE58-F265-D119-97CD-89C9D02656CB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76228" y="5924493"/>
            <a:ext cx="711984" cy="3193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68" name="Connector: Curved 167">
            <a:extLst>
              <a:ext uri="{FF2B5EF4-FFF2-40B4-BE49-F238E27FC236}">
                <a16:creationId xmlns:a16="http://schemas.microsoft.com/office/drawing/2014/main" id="{4EF1CB0D-945C-548E-00A0-6F655BA56039}"/>
              </a:ext>
            </a:extLst>
          </p:cNvPr>
          <p:cNvCxnSpPr>
            <a:cxnSpLocks/>
            <a:endCxn id="167" idx="0"/>
          </p:cNvCxnSpPr>
          <p:nvPr/>
        </p:nvCxnSpPr>
        <p:spPr>
          <a:xfrm rot="10800000" flipV="1">
            <a:off x="4532221" y="5590281"/>
            <a:ext cx="849901" cy="334211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49C97686-5171-09DE-E8AB-4C5EC37515F5}"/>
              </a:ext>
            </a:extLst>
          </p:cNvPr>
          <p:cNvSpPr txBox="1"/>
          <p:nvPr/>
        </p:nvSpPr>
        <p:spPr>
          <a:xfrm>
            <a:off x="5002617" y="5586966"/>
            <a:ext cx="54791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7E7D6EAC-5B3B-00D3-3853-DE09F3D749FD}"/>
              </a:ext>
            </a:extLst>
          </p:cNvPr>
          <p:cNvCxnSpPr>
            <a:cxnSpLocks/>
            <a:stCxn id="51" idx="2"/>
            <a:endCxn id="157" idx="1"/>
          </p:cNvCxnSpPr>
          <p:nvPr/>
        </p:nvCxnSpPr>
        <p:spPr>
          <a:xfrm rot="5400000">
            <a:off x="5556098" y="5940210"/>
            <a:ext cx="212096" cy="114460"/>
          </a:xfrm>
          <a:prstGeom prst="curvedConnector4">
            <a:avLst>
              <a:gd name="adj1" fmla="val 15305"/>
              <a:gd name="adj2" fmla="val 299720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7" name="Picture 156" descr="Documents symbol - Free interface icons">
            <a:extLst>
              <a:ext uri="{FF2B5EF4-FFF2-40B4-BE49-F238E27FC236}">
                <a16:creationId xmlns:a16="http://schemas.microsoft.com/office/drawing/2014/main" id="{AF831745-C243-4D9C-8F05-55E6AA1E502D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04916" y="5956316"/>
            <a:ext cx="294344" cy="294344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D2E7EE66-9A56-4F4C-F904-ECFCC2392A02}"/>
              </a:ext>
            </a:extLst>
          </p:cNvPr>
          <p:cNvSpPr txBox="1"/>
          <p:nvPr/>
        </p:nvSpPr>
        <p:spPr>
          <a:xfrm>
            <a:off x="5234158" y="6086292"/>
            <a:ext cx="54791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BF7589E1-54AD-7FBB-4759-482C3E9F28AA}"/>
              </a:ext>
            </a:extLst>
          </p:cNvPr>
          <p:cNvSpPr txBox="1"/>
          <p:nvPr/>
        </p:nvSpPr>
        <p:spPr>
          <a:xfrm>
            <a:off x="5803717" y="5967121"/>
            <a:ext cx="4085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Stocks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reports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8680FDD-F727-8699-575D-9278CA086611}"/>
              </a:ext>
            </a:extLst>
          </p:cNvPr>
          <p:cNvSpPr/>
          <p:nvPr/>
        </p:nvSpPr>
        <p:spPr>
          <a:xfrm>
            <a:off x="3324657" y="2030105"/>
            <a:ext cx="826171" cy="511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436F9F1-3986-E09B-961C-F2FD0ED50BEB}"/>
              </a:ext>
            </a:extLst>
          </p:cNvPr>
          <p:cNvSpPr txBox="1"/>
          <p:nvPr/>
        </p:nvSpPr>
        <p:spPr>
          <a:xfrm>
            <a:off x="3223791" y="2016468"/>
            <a:ext cx="102153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(Stateful Session Manager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ISessionMigrationHandler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DE5DD26-6A8A-1560-D50F-C0BE22A5C9AA}"/>
              </a:ext>
            </a:extLst>
          </p:cNvPr>
          <p:cNvSpPr txBox="1"/>
          <p:nvPr/>
        </p:nvSpPr>
        <p:spPr>
          <a:xfrm>
            <a:off x="4337529" y="2075614"/>
            <a:ext cx="1283103" cy="245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RedisSessionMigrationHandler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24BA2FE1-2C30-4F41-6010-583B0D7D21F1}"/>
              </a:ext>
            </a:extLst>
          </p:cNvPr>
          <p:cNvCxnSpPr>
            <a:cxnSpLocks/>
            <a:stCxn id="178" idx="3"/>
          </p:cNvCxnSpPr>
          <p:nvPr/>
        </p:nvCxnSpPr>
        <p:spPr>
          <a:xfrm flipV="1">
            <a:off x="4150828" y="2262437"/>
            <a:ext cx="6020645" cy="23177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B454ADF9-7991-178F-7CD4-B0E864BAE39A}"/>
              </a:ext>
            </a:extLst>
          </p:cNvPr>
          <p:cNvCxnSpPr>
            <a:cxnSpLocks/>
            <a:stCxn id="72" idx="0"/>
            <a:endCxn id="178" idx="2"/>
          </p:cNvCxnSpPr>
          <p:nvPr/>
        </p:nvCxnSpPr>
        <p:spPr>
          <a:xfrm flipV="1">
            <a:off x="3734557" y="2541122"/>
            <a:ext cx="3186" cy="29513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DC54ACFD-D023-2167-51E6-791350703169}"/>
              </a:ext>
            </a:extLst>
          </p:cNvPr>
          <p:cNvSpPr txBox="1"/>
          <p:nvPr/>
        </p:nvSpPr>
        <p:spPr>
          <a:xfrm>
            <a:off x="4259210" y="3117673"/>
            <a:ext cx="6012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Injected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Dependencies</a:t>
            </a:r>
            <a:endParaRPr kumimoji="0" lang="en-US" sz="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8" name="Picture 217" descr="Docker Logo and symbol, meaning, history, PNG, brand">
            <a:extLst>
              <a:ext uri="{FF2B5EF4-FFF2-40B4-BE49-F238E27FC236}">
                <a16:creationId xmlns:a16="http://schemas.microsoft.com/office/drawing/2014/main" id="{8400BA98-DCA9-4903-6EEA-75CCE0BDC9B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30109" y="722725"/>
            <a:ext cx="1059688" cy="596073"/>
          </a:xfrm>
          <a:prstGeom prst="rect">
            <a:avLst/>
          </a:prstGeom>
        </p:spPr>
      </p:pic>
      <p:sp>
        <p:nvSpPr>
          <p:cNvPr id="220" name="TextBox 219">
            <a:extLst>
              <a:ext uri="{FF2B5EF4-FFF2-40B4-BE49-F238E27FC236}">
                <a16:creationId xmlns:a16="http://schemas.microsoft.com/office/drawing/2014/main" id="{86485007-5694-B73C-87C1-1D2C2B125C42}"/>
              </a:ext>
            </a:extLst>
          </p:cNvPr>
          <p:cNvSpPr txBox="1"/>
          <p:nvPr/>
        </p:nvSpPr>
        <p:spPr>
          <a:xfrm>
            <a:off x="9498775" y="824648"/>
            <a:ext cx="13817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Docker host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Desktop)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D24031E2-1797-D689-DB31-E9C5A447B4E8}"/>
              </a:ext>
            </a:extLst>
          </p:cNvPr>
          <p:cNvSpPr/>
          <p:nvPr/>
        </p:nvSpPr>
        <p:spPr>
          <a:xfrm>
            <a:off x="2780194" y="2836460"/>
            <a:ext cx="459961" cy="608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39D92EC-55F8-6374-E8CF-007AC76A9E2B}"/>
              </a:ext>
            </a:extLst>
          </p:cNvPr>
          <p:cNvSpPr txBox="1"/>
          <p:nvPr/>
        </p:nvSpPr>
        <p:spPr>
          <a:xfrm>
            <a:off x="2721493" y="2856194"/>
            <a:ext cx="596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(Kestrel)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ASP.NET Core</a:t>
            </a: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A2638CB7-B5B8-15B3-813C-D1302CB8C2A3}"/>
              </a:ext>
            </a:extLst>
          </p:cNvPr>
          <p:cNvCxnSpPr>
            <a:cxnSpLocks/>
            <a:stCxn id="72" idx="1"/>
            <a:endCxn id="221" idx="3"/>
          </p:cNvCxnSpPr>
          <p:nvPr/>
        </p:nvCxnSpPr>
        <p:spPr>
          <a:xfrm flipH="1">
            <a:off x="3240155" y="3140684"/>
            <a:ext cx="78131" cy="10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41D434-F176-9176-8BAD-2C7C17CA4077}"/>
              </a:ext>
            </a:extLst>
          </p:cNvPr>
          <p:cNvCxnSpPr>
            <a:cxnSpLocks/>
            <a:stCxn id="8" idx="3"/>
            <a:endCxn id="221" idx="1"/>
          </p:cNvCxnSpPr>
          <p:nvPr/>
        </p:nvCxnSpPr>
        <p:spPr>
          <a:xfrm>
            <a:off x="1734258" y="3140777"/>
            <a:ext cx="1045936" cy="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 descr="Docker - Quick start guide | Packagecloud Blog">
            <a:extLst>
              <a:ext uri="{FF2B5EF4-FFF2-40B4-BE49-F238E27FC236}">
                <a16:creationId xmlns:a16="http://schemas.microsoft.com/office/drawing/2014/main" id="{BE888867-AD61-8668-82A9-F3A42D1F05F4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2488137" y="830161"/>
            <a:ext cx="484632" cy="3540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B571E27-998B-481D-DFFC-AD2CCA8BB53A}"/>
              </a:ext>
            </a:extLst>
          </p:cNvPr>
          <p:cNvSpPr txBox="1"/>
          <p:nvPr/>
        </p:nvSpPr>
        <p:spPr>
          <a:xfrm>
            <a:off x="2837054" y="934263"/>
            <a:ext cx="961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FinWise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Docker container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4AA678-6918-9078-086C-D216C43873AB}"/>
              </a:ext>
            </a:extLst>
          </p:cNvPr>
          <p:cNvSpPr txBox="1"/>
          <p:nvPr/>
        </p:nvSpPr>
        <p:spPr>
          <a:xfrm>
            <a:off x="7283964" y="3960018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77152E-F90E-7DFF-376A-DFD4B0BE05E2}"/>
              </a:ext>
            </a:extLst>
          </p:cNvPr>
          <p:cNvSpPr txBox="1"/>
          <p:nvPr/>
        </p:nvSpPr>
        <p:spPr>
          <a:xfrm>
            <a:off x="6422216" y="3614352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B5FB8-7EE3-0DA0-36B6-250A69F2B0E0}"/>
              </a:ext>
            </a:extLst>
          </p:cNvPr>
          <p:cNvSpPr txBox="1"/>
          <p:nvPr/>
        </p:nvSpPr>
        <p:spPr>
          <a:xfrm>
            <a:off x="6218397" y="3244481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500" dirty="0"/>
              <a:t>ChatClientAgent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B66CDB-BADD-FD84-D120-540241329B2A}"/>
              </a:ext>
            </a:extLst>
          </p:cNvPr>
          <p:cNvSpPr txBox="1"/>
          <p:nvPr/>
        </p:nvSpPr>
        <p:spPr>
          <a:xfrm>
            <a:off x="7082733" y="2780528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500" dirty="0"/>
              <a:t>ChatClientAgent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CA782A-DE6C-81C7-2B8C-9697BA452794}"/>
              </a:ext>
            </a:extLst>
          </p:cNvPr>
          <p:cNvSpPr txBox="1"/>
          <p:nvPr/>
        </p:nvSpPr>
        <p:spPr>
          <a:xfrm>
            <a:off x="7068678" y="3618649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500" dirty="0"/>
              <a:t>ChatClientAgent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476A26-70C6-525C-0D34-01D8F6DE5AC6}"/>
              </a:ext>
            </a:extLst>
          </p:cNvPr>
          <p:cNvGrpSpPr/>
          <p:nvPr/>
        </p:nvGrpSpPr>
        <p:grpSpPr>
          <a:xfrm>
            <a:off x="2824776" y="5210404"/>
            <a:ext cx="501755" cy="580648"/>
            <a:chOff x="2427818" y="5077457"/>
            <a:chExt cx="501755" cy="580648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CD167EBC-F87E-2BE0-C2A1-6A7E8BF22D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444020" y="5077457"/>
              <a:ext cx="370462" cy="370462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FA52E46-868E-4AEA-F65C-9D52BE0DF987}"/>
                </a:ext>
              </a:extLst>
            </p:cNvPr>
            <p:cNvSpPr txBox="1"/>
            <p:nvPr/>
          </p:nvSpPr>
          <p:spPr>
            <a:xfrm>
              <a:off x="2427818" y="5374595"/>
              <a:ext cx="501755" cy="283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1271EC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Azure Entra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61042E19-3FD3-A247-1A9C-6E25A52EDBD3}"/>
              </a:ext>
            </a:extLst>
          </p:cNvPr>
          <p:cNvSpPr/>
          <p:nvPr/>
        </p:nvSpPr>
        <p:spPr>
          <a:xfrm>
            <a:off x="3511490" y="5188712"/>
            <a:ext cx="674517" cy="6088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B637DFE-3E26-3D9C-3FEE-1BB5D33FA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732642" y="5395169"/>
            <a:ext cx="250098" cy="25009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DEEC562-56D0-77CA-AD38-019FA539F3C0}"/>
              </a:ext>
            </a:extLst>
          </p:cNvPr>
          <p:cNvSpPr txBox="1"/>
          <p:nvPr/>
        </p:nvSpPr>
        <p:spPr>
          <a:xfrm>
            <a:off x="3458763" y="5151627"/>
            <a:ext cx="798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i="0" u="none" strike="noStrike" kern="1200" cap="none" spc="0" normalizeH="0" baseline="0" noProof="0" dirty="0" err="1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Finwise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App </a:t>
            </a:r>
            <a:r>
              <a:rPr lang="en-US" sz="600" b="1" dirty="0">
                <a:solidFill>
                  <a:srgbClr val="1271E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Registration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1271EC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E18C4E-33F7-C2BB-3212-A5761E42EF72}"/>
              </a:ext>
            </a:extLst>
          </p:cNvPr>
          <p:cNvSpPr txBox="1"/>
          <p:nvPr/>
        </p:nvSpPr>
        <p:spPr>
          <a:xfrm>
            <a:off x="3546572" y="5586901"/>
            <a:ext cx="65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Service Principal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 secret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8064D2DA-9126-C69F-2399-E8811D7FA565}"/>
              </a:ext>
            </a:extLst>
          </p:cNvPr>
          <p:cNvCxnSpPr>
            <a:cxnSpLocks/>
            <a:stCxn id="45" idx="1"/>
            <a:endCxn id="27" idx="3"/>
          </p:cNvCxnSpPr>
          <p:nvPr/>
        </p:nvCxnSpPr>
        <p:spPr>
          <a:xfrm rot="10800000">
            <a:off x="3211440" y="5395636"/>
            <a:ext cx="300050" cy="97503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B18F574-7B91-3B9B-4D8C-8A873E450F61}"/>
              </a:ext>
            </a:extLst>
          </p:cNvPr>
          <p:cNvSpPr/>
          <p:nvPr/>
        </p:nvSpPr>
        <p:spPr>
          <a:xfrm>
            <a:off x="2768376" y="5131371"/>
            <a:ext cx="1556812" cy="710849"/>
          </a:xfrm>
          <a:prstGeom prst="roundRect">
            <a:avLst/>
          </a:prstGeom>
          <a:noFill/>
          <a:ln w="12700">
            <a:solidFill>
              <a:srgbClr val="FFA1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81283C26-83BD-E92B-BB1F-2E83F946483E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4186007" y="5358788"/>
            <a:ext cx="1196109" cy="134350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99B86AB-C740-6355-91E9-2097C543F7CF}"/>
              </a:ext>
            </a:extLst>
          </p:cNvPr>
          <p:cNvSpPr txBox="1"/>
          <p:nvPr/>
        </p:nvSpPr>
        <p:spPr>
          <a:xfrm>
            <a:off x="4784613" y="5226249"/>
            <a:ext cx="60475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Authorization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1B9EE8C-02D7-9C39-0E99-69D6D5BD32FE}"/>
              </a:ext>
            </a:extLst>
          </p:cNvPr>
          <p:cNvSpPr txBox="1"/>
          <p:nvPr/>
        </p:nvSpPr>
        <p:spPr>
          <a:xfrm>
            <a:off x="5334824" y="5256735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27244657-66AC-97F1-F40E-A65080CB262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5724" y="3846818"/>
            <a:ext cx="2056559" cy="1548706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Picture 101">
            <a:extLst>
              <a:ext uri="{FF2B5EF4-FFF2-40B4-BE49-F238E27FC236}">
                <a16:creationId xmlns:a16="http://schemas.microsoft.com/office/drawing/2014/main" id="{D3EDB6D6-2856-4DFF-292C-67A51334C83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72806" y="5570872"/>
            <a:ext cx="311500" cy="302536"/>
          </a:xfrm>
          <a:prstGeom prst="rect">
            <a:avLst/>
          </a:prstGeom>
        </p:spPr>
      </p:pic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62B73D0-E19E-1777-FE80-2273967D7B65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5719376" y="3673547"/>
            <a:ext cx="608009" cy="160899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7FA3B4A8-0D6F-A8E5-C2B1-0F3E38A155F3}"/>
              </a:ext>
            </a:extLst>
          </p:cNvPr>
          <p:cNvSpPr>
            <a:spLocks noChangeAspect="1"/>
          </p:cNvSpPr>
          <p:nvPr/>
        </p:nvSpPr>
        <p:spPr>
          <a:xfrm>
            <a:off x="9169653" y="5744046"/>
            <a:ext cx="307714" cy="30771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B65599-B241-B49E-CD74-D4749E6358F8}"/>
              </a:ext>
            </a:extLst>
          </p:cNvPr>
          <p:cNvSpPr txBox="1"/>
          <p:nvPr/>
        </p:nvSpPr>
        <p:spPr>
          <a:xfrm>
            <a:off x="9133827" y="6042577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pic>
        <p:nvPicPr>
          <p:cNvPr id="47" name="Picture 46" descr="Azure AI Foundry - Visual Studio Marketplace">
            <a:extLst>
              <a:ext uri="{FF2B5EF4-FFF2-40B4-BE49-F238E27FC236}">
                <a16:creationId xmlns:a16="http://schemas.microsoft.com/office/drawing/2014/main" id="{A2E39B6C-178C-D4BA-F7FD-2DB379D389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8336" y="5512956"/>
            <a:ext cx="307714" cy="30771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2FDBF69-CD79-F809-F3EE-EECE2DF59635}"/>
              </a:ext>
            </a:extLst>
          </p:cNvPr>
          <p:cNvSpPr txBox="1"/>
          <p:nvPr/>
        </p:nvSpPr>
        <p:spPr>
          <a:xfrm>
            <a:off x="9438278" y="5679317"/>
            <a:ext cx="499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pic>
        <p:nvPicPr>
          <p:cNvPr id="59" name="Picture 58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D371B0E2-C814-86CF-F57F-3519C538C8D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63616"/>
          <a:stretch>
            <a:fillRect/>
          </a:stretch>
        </p:blipFill>
        <p:spPr>
          <a:xfrm>
            <a:off x="9237794" y="5810788"/>
            <a:ext cx="172999" cy="174231"/>
          </a:xfrm>
          <a:prstGeom prst="rect">
            <a:avLst/>
          </a:prstGeom>
        </p:spPr>
      </p:pic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E52A6E2B-0E38-B637-E4D6-18E521203C84}"/>
              </a:ext>
            </a:extLst>
          </p:cNvPr>
          <p:cNvCxnSpPr>
            <a:cxnSpLocks/>
            <a:stCxn id="89" idx="2"/>
            <a:endCxn id="30" idx="1"/>
          </p:cNvCxnSpPr>
          <p:nvPr/>
        </p:nvCxnSpPr>
        <p:spPr>
          <a:xfrm rot="16200000" flipH="1">
            <a:off x="7412272" y="3986664"/>
            <a:ext cx="1733187" cy="1871704"/>
          </a:xfrm>
          <a:prstGeom prst="curvedConnector3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7" name="Picture 126" descr="Laptop Coding icon in Windows 11 Color ...">
            <a:extLst>
              <a:ext uri="{FF2B5EF4-FFF2-40B4-BE49-F238E27FC236}">
                <a16:creationId xmlns:a16="http://schemas.microsoft.com/office/drawing/2014/main" id="{46012116-A3A8-52BD-3012-715E79C8DE0B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3200" y="552795"/>
            <a:ext cx="586832" cy="586832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F26CAEF6-C806-C1DF-A1F8-AD3F92A18206}"/>
              </a:ext>
            </a:extLst>
          </p:cNvPr>
          <p:cNvSpPr txBox="1"/>
          <p:nvPr/>
        </p:nvSpPr>
        <p:spPr>
          <a:xfrm>
            <a:off x="671631" y="680333"/>
            <a:ext cx="1206561" cy="2801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Dev computer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E0490F3-4ECB-3B49-0DBE-2D872E9F3B0C}"/>
              </a:ext>
            </a:extLst>
          </p:cNvPr>
          <p:cNvSpPr txBox="1"/>
          <p:nvPr/>
        </p:nvSpPr>
        <p:spPr>
          <a:xfrm>
            <a:off x="4509560" y="5026405"/>
            <a:ext cx="51442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i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 secret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F98061E-1D39-BEFD-829F-0D0924C5258A}"/>
              </a:ext>
            </a:extLst>
          </p:cNvPr>
          <p:cNvGrpSpPr/>
          <p:nvPr/>
        </p:nvGrpSpPr>
        <p:grpSpPr>
          <a:xfrm>
            <a:off x="5776255" y="3642670"/>
            <a:ext cx="587640" cy="202965"/>
            <a:chOff x="5226748" y="3870122"/>
            <a:chExt cx="587640" cy="202965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8134AB6-D303-F65A-C543-9A736DC806DB}"/>
                </a:ext>
              </a:extLst>
            </p:cNvPr>
            <p:cNvSpPr txBox="1"/>
            <p:nvPr/>
          </p:nvSpPr>
          <p:spPr>
            <a:xfrm>
              <a:off x="5226748" y="3870122"/>
              <a:ext cx="436542" cy="1511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sz="500" dirty="0">
                  <a:solidFill>
                    <a:srgbClr val="1471EC"/>
                  </a:solidFill>
                  <a:latin typeface="Consolas" panose="020B0609020204030204" pitchFamily="49" charset="0"/>
                </a:rPr>
                <a:t>FoundryAgent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E08077A3-0740-29A5-ED35-AF95C6370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645020" y="3908593"/>
              <a:ext cx="169368" cy="164494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2A25041-A9AE-01C8-6287-9177D45FC5B4}"/>
              </a:ext>
            </a:extLst>
          </p:cNvPr>
          <p:cNvSpPr txBox="1"/>
          <p:nvPr/>
        </p:nvSpPr>
        <p:spPr>
          <a:xfrm>
            <a:off x="7298699" y="3098249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500" b="0" dirty="0">
                <a:solidFill>
                  <a:srgbClr val="1471EC"/>
                </a:solidFill>
                <a:effectLst/>
                <a:latin typeface="Consolas" panose="020B0609020204030204" pitchFamily="49" charset="0"/>
              </a:rPr>
              <a:t>IChatClient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019C24-7766-8A37-ECA6-2B14EA58CD0C}"/>
              </a:ext>
            </a:extLst>
          </p:cNvPr>
          <p:cNvSpPr txBox="1"/>
          <p:nvPr/>
        </p:nvSpPr>
        <p:spPr>
          <a:xfrm>
            <a:off x="3597233" y="963620"/>
            <a:ext cx="18021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Ports 5000:5000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008ABD-7CCA-E3C3-B63E-FC9DE0B2602E}"/>
              </a:ext>
            </a:extLst>
          </p:cNvPr>
          <p:cNvSpPr txBox="1"/>
          <p:nvPr/>
        </p:nvSpPr>
        <p:spPr>
          <a:xfrm>
            <a:off x="3874654" y="1444502"/>
            <a:ext cx="4151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Port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/>
              <a:t>5000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FE79C8D1-E9EA-D8EF-04BC-7338DBB15814}"/>
              </a:ext>
            </a:extLst>
          </p:cNvPr>
          <p:cNvSpPr/>
          <p:nvPr/>
        </p:nvSpPr>
        <p:spPr>
          <a:xfrm>
            <a:off x="10171473" y="3332015"/>
            <a:ext cx="1081431" cy="566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94" name="Picture 93" descr="Azure Cosmos DB">
            <a:extLst>
              <a:ext uri="{FF2B5EF4-FFF2-40B4-BE49-F238E27FC236}">
                <a16:creationId xmlns:a16="http://schemas.microsoft.com/office/drawing/2014/main" id="{CD172BF7-E204-8A9A-2060-22350C50B033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60333" y="3354328"/>
            <a:ext cx="253677" cy="253677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B00F41C-94BC-F62B-44CE-E89C1B8E9D3F}"/>
              </a:ext>
            </a:extLst>
          </p:cNvPr>
          <p:cNvSpPr txBox="1"/>
          <p:nvPr/>
        </p:nvSpPr>
        <p:spPr>
          <a:xfrm>
            <a:off x="10391283" y="3568253"/>
            <a:ext cx="835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CosmosDB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Emulator</a:t>
            </a:r>
          </a:p>
          <a:p>
            <a:pPr lvl="0" algn="ctr">
              <a:defRPr/>
            </a:pPr>
            <a:r>
              <a:rPr lang="en-US" sz="6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(Docker container)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BD1B328-0729-34A8-82FE-8C607E63757A}"/>
              </a:ext>
            </a:extLst>
          </p:cNvPr>
          <p:cNvSpPr/>
          <p:nvPr/>
        </p:nvSpPr>
        <p:spPr>
          <a:xfrm>
            <a:off x="10162265" y="1794163"/>
            <a:ext cx="1081431" cy="566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9523CE-7F97-63AF-4A72-9A308FDCAE2E}"/>
              </a:ext>
            </a:extLst>
          </p:cNvPr>
          <p:cNvSpPr txBox="1"/>
          <p:nvPr/>
        </p:nvSpPr>
        <p:spPr>
          <a:xfrm>
            <a:off x="10345679" y="2109261"/>
            <a:ext cx="80196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container)</a:t>
            </a:r>
          </a:p>
        </p:txBody>
      </p:sp>
      <p:pic>
        <p:nvPicPr>
          <p:cNvPr id="100" name="Picture 99" descr="Redis Database: A Complete Guide | Leninmhs">
            <a:extLst>
              <a:ext uri="{FF2B5EF4-FFF2-40B4-BE49-F238E27FC236}">
                <a16:creationId xmlns:a16="http://schemas.microsoft.com/office/drawing/2014/main" id="{5BE990D1-244A-160A-F656-750C9236FE1B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35440" y="1832639"/>
            <a:ext cx="387060" cy="326739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60EBFA54-4AFB-07C8-BD9C-B4D8A76B48D2}"/>
              </a:ext>
            </a:extLst>
          </p:cNvPr>
          <p:cNvSpPr txBox="1"/>
          <p:nvPr/>
        </p:nvSpPr>
        <p:spPr>
          <a:xfrm>
            <a:off x="10602960" y="2461911"/>
            <a:ext cx="6499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Persisted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Agent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9D08A96-7568-5845-F13A-F618CCDB203C}"/>
              </a:ext>
            </a:extLst>
          </p:cNvPr>
          <p:cNvSpPr txBox="1"/>
          <p:nvPr/>
        </p:nvSpPr>
        <p:spPr>
          <a:xfrm>
            <a:off x="10595780" y="2635133"/>
            <a:ext cx="6343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Persisted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MCP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18" name="Picture 117" descr="Tropical blue database 5 icon - Free tropical blue database icons">
            <a:extLst>
              <a:ext uri="{FF2B5EF4-FFF2-40B4-BE49-F238E27FC236}">
                <a16:creationId xmlns:a16="http://schemas.microsoft.com/office/drawing/2014/main" id="{0443B9B2-1AC2-3E64-7EA1-3EE46000314D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56354" y="2535907"/>
            <a:ext cx="111600" cy="111600"/>
          </a:xfrm>
          <a:prstGeom prst="rect">
            <a:avLst/>
          </a:prstGeom>
        </p:spPr>
      </p:pic>
      <p:pic>
        <p:nvPicPr>
          <p:cNvPr id="119" name="Picture 118" descr="Tropical blue database 5 icon - Free tropical blue database icons">
            <a:extLst>
              <a:ext uri="{FF2B5EF4-FFF2-40B4-BE49-F238E27FC236}">
                <a16:creationId xmlns:a16="http://schemas.microsoft.com/office/drawing/2014/main" id="{45D47893-638E-E57D-6F43-41CD19C6BD28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56354" y="2709495"/>
            <a:ext cx="111600" cy="111600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0523D222-4572-64FF-AD97-7B9DA6EC8C93}"/>
              </a:ext>
            </a:extLst>
          </p:cNvPr>
          <p:cNvSpPr txBox="1"/>
          <p:nvPr/>
        </p:nvSpPr>
        <p:spPr>
          <a:xfrm>
            <a:off x="10626915" y="2891694"/>
            <a:ext cx="5813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Persisted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 Profiles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21" name="Picture 120" descr="Tropical blue database 5 icon - Free tropical blue database icons">
            <a:extLst>
              <a:ext uri="{FF2B5EF4-FFF2-40B4-BE49-F238E27FC236}">
                <a16:creationId xmlns:a16="http://schemas.microsoft.com/office/drawing/2014/main" id="{367B33BD-77BF-2E39-6D20-56677257CE97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6354" y="2966320"/>
            <a:ext cx="111600" cy="111600"/>
          </a:xfrm>
          <a:prstGeom prst="rect">
            <a:avLst/>
          </a:prstGeom>
        </p:spPr>
      </p:pic>
      <p:pic>
        <p:nvPicPr>
          <p:cNvPr id="124" name="Picture 123" descr="Docker - Quick start guide | Packagecloud Blog">
            <a:extLst>
              <a:ext uri="{FF2B5EF4-FFF2-40B4-BE49-F238E27FC236}">
                <a16:creationId xmlns:a16="http://schemas.microsoft.com/office/drawing/2014/main" id="{CABD637A-C690-5F7F-47D6-92A8277D3B1A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10035383" y="1661041"/>
            <a:ext cx="401977" cy="293702"/>
          </a:xfrm>
          <a:prstGeom prst="rect">
            <a:avLst/>
          </a:prstGeom>
        </p:spPr>
      </p:pic>
      <p:pic>
        <p:nvPicPr>
          <p:cNvPr id="137" name="Picture 136" descr="Docker - Quick start guide | Packagecloud Blog">
            <a:extLst>
              <a:ext uri="{FF2B5EF4-FFF2-40B4-BE49-F238E27FC236}">
                <a16:creationId xmlns:a16="http://schemas.microsoft.com/office/drawing/2014/main" id="{09ECEAEE-6782-D751-B578-FF143352E522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10078523" y="3236667"/>
            <a:ext cx="401977" cy="293702"/>
          </a:xfrm>
          <a:prstGeom prst="rect">
            <a:avLst/>
          </a:prstGeom>
        </p:spPr>
      </p:pic>
      <p:pic>
        <p:nvPicPr>
          <p:cNvPr id="140" name="Picture 139" descr="Database Icon Images – Browse 737,461 Stock Photos, Vectors ...">
            <a:extLst>
              <a:ext uri="{FF2B5EF4-FFF2-40B4-BE49-F238E27FC236}">
                <a16:creationId xmlns:a16="http://schemas.microsoft.com/office/drawing/2014/main" id="{686A7871-8988-5AC7-9348-58A482D2679D}"/>
              </a:ext>
            </a:extLst>
          </p:cNvPr>
          <p:cNvPicPr>
            <a:picLocks noChangeAspect="1"/>
          </p:cNvPicPr>
          <p:nvPr/>
        </p:nvPicPr>
        <p:blipFill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216" t="6592" r="53182" b="5157"/>
          <a:stretch>
            <a:fillRect/>
          </a:stretch>
        </p:blipFill>
        <p:spPr>
          <a:xfrm>
            <a:off x="10252101" y="2416335"/>
            <a:ext cx="176392" cy="229331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9855848B-ABED-D544-1E42-8ED0384679A3}"/>
              </a:ext>
            </a:extLst>
          </p:cNvPr>
          <p:cNvSpPr txBox="1"/>
          <p:nvPr/>
        </p:nvSpPr>
        <p:spPr>
          <a:xfrm>
            <a:off x="9881319" y="2653384"/>
            <a:ext cx="49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Docker</a:t>
            </a:r>
          </a:p>
          <a:p>
            <a:pPr algn="ctr"/>
            <a:r>
              <a:rPr lang="en-US" sz="600" dirty="0"/>
              <a:t>Host </a:t>
            </a:r>
          </a:p>
          <a:p>
            <a:pPr algn="ctr"/>
            <a:r>
              <a:rPr lang="en-US" sz="600" b="1" dirty="0"/>
              <a:t>Volumes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4CF2EB33-0B2E-C8DE-5343-E955D77CCFB0}"/>
              </a:ext>
            </a:extLst>
          </p:cNvPr>
          <p:cNvSpPr/>
          <p:nvPr/>
        </p:nvSpPr>
        <p:spPr>
          <a:xfrm>
            <a:off x="10330738" y="2476977"/>
            <a:ext cx="922166" cy="700495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0F3ADF9-F10E-0F50-4740-2B5935606385}"/>
              </a:ext>
            </a:extLst>
          </p:cNvPr>
          <p:cNvCxnSpPr>
            <a:cxnSpLocks/>
            <a:stCxn id="97" idx="2"/>
          </p:cNvCxnSpPr>
          <p:nvPr/>
        </p:nvCxnSpPr>
        <p:spPr>
          <a:xfrm>
            <a:off x="10702981" y="2360994"/>
            <a:ext cx="0" cy="124303"/>
          </a:xfrm>
          <a:prstGeom prst="straightConnector1">
            <a:avLst/>
          </a:prstGeom>
          <a:ln>
            <a:solidFill>
              <a:srgbClr val="A56A52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6CBCF60-1794-950D-3653-9D036A50D785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10712188" y="3169966"/>
            <a:ext cx="1" cy="162049"/>
          </a:xfrm>
          <a:prstGeom prst="straightConnector1">
            <a:avLst/>
          </a:prstGeom>
          <a:ln>
            <a:solidFill>
              <a:srgbClr val="0078D7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12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466D-203F-E812-B9F7-2F41860F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1D36CC25-F5EF-31C7-CC7F-70B7FE05D100}"/>
              </a:ext>
            </a:extLst>
          </p:cNvPr>
          <p:cNvSpPr/>
          <p:nvPr/>
        </p:nvSpPr>
        <p:spPr>
          <a:xfrm>
            <a:off x="10203576" y="810914"/>
            <a:ext cx="1728074" cy="5821098"/>
          </a:xfrm>
          <a:prstGeom prst="roundRect">
            <a:avLst/>
          </a:prstGeom>
          <a:solidFill>
            <a:srgbClr val="DCEAF7"/>
          </a:solidFill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465DC3-9548-FB7E-F872-01E76EC78FCD}"/>
              </a:ext>
            </a:extLst>
          </p:cNvPr>
          <p:cNvSpPr/>
          <p:nvPr/>
        </p:nvSpPr>
        <p:spPr>
          <a:xfrm>
            <a:off x="184150" y="810913"/>
            <a:ext cx="9666432" cy="41309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42BFE82-7B59-18AC-EA00-6DC7A9D19668}"/>
              </a:ext>
            </a:extLst>
          </p:cNvPr>
          <p:cNvSpPr/>
          <p:nvPr/>
        </p:nvSpPr>
        <p:spPr>
          <a:xfrm>
            <a:off x="2197848" y="890057"/>
            <a:ext cx="7478833" cy="398485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853C74-52E1-CA80-1053-83758E0F7737}"/>
              </a:ext>
            </a:extLst>
          </p:cNvPr>
          <p:cNvSpPr/>
          <p:nvPr/>
        </p:nvSpPr>
        <p:spPr>
          <a:xfrm>
            <a:off x="2427337" y="1188589"/>
            <a:ext cx="7113019" cy="34873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4F439-6596-7F89-23E3-D37EBF555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69930"/>
            <a:ext cx="11855450" cy="514198"/>
          </a:xfrm>
        </p:spPr>
        <p:txBody>
          <a:bodyPr>
            <a:normAutofit/>
          </a:bodyPr>
          <a:lstStyle/>
          <a:p>
            <a:r>
              <a:rPr lang="en-US" sz="2800" dirty="0"/>
              <a:t>FinWise v0.4.0 – Architecture Diagram – Prod. Databases in Azure cloud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D2CE904-C1CE-1AAC-3AC9-EB2EB5F02D5D}"/>
              </a:ext>
            </a:extLst>
          </p:cNvPr>
          <p:cNvSpPr/>
          <p:nvPr/>
        </p:nvSpPr>
        <p:spPr>
          <a:xfrm>
            <a:off x="4367466" y="1637351"/>
            <a:ext cx="4930869" cy="28737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5FE25E-3FE9-604D-1E29-F83B6DDF4427}"/>
              </a:ext>
            </a:extLst>
          </p:cNvPr>
          <p:cNvSpPr/>
          <p:nvPr/>
        </p:nvSpPr>
        <p:spPr>
          <a:xfrm>
            <a:off x="2515319" y="1434621"/>
            <a:ext cx="6895474" cy="316089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27D463-4025-38E9-D26B-9F43E3A6C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99" y="3144303"/>
            <a:ext cx="271826" cy="24088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91C74D-BBAB-093A-29CC-02DAB47F9B09}"/>
              </a:ext>
            </a:extLst>
          </p:cNvPr>
          <p:cNvSpPr/>
          <p:nvPr/>
        </p:nvSpPr>
        <p:spPr>
          <a:xfrm>
            <a:off x="948304" y="2487313"/>
            <a:ext cx="785954" cy="1734953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8450A-037A-B3C7-DD6F-9FAD99CA0609}"/>
              </a:ext>
            </a:extLst>
          </p:cNvPr>
          <p:cNvSpPr txBox="1"/>
          <p:nvPr/>
        </p:nvSpPr>
        <p:spPr>
          <a:xfrm>
            <a:off x="886387" y="2973797"/>
            <a:ext cx="83254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Claude, ChatGPT, GitHub CoPilot, Cursor, etc..</a:t>
            </a:r>
          </a:p>
        </p:txBody>
      </p:sp>
      <p:pic>
        <p:nvPicPr>
          <p:cNvPr id="10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AE0DD88C-337A-75EA-95E4-5FF4465923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2773" b="20435"/>
          <a:stretch>
            <a:fillRect/>
          </a:stretch>
        </p:blipFill>
        <p:spPr bwMode="auto">
          <a:xfrm>
            <a:off x="244944" y="3099794"/>
            <a:ext cx="491747" cy="50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53CFF2-DB40-4765-76F2-9CC3B8A5DBAC}"/>
              </a:ext>
            </a:extLst>
          </p:cNvPr>
          <p:cNvSpPr txBox="1"/>
          <p:nvPr/>
        </p:nvSpPr>
        <p:spPr>
          <a:xfrm>
            <a:off x="203200" y="3567264"/>
            <a:ext cx="6241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BD4B35-76F2-C806-886A-3E7FA7DC5D99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736691" y="3353157"/>
            <a:ext cx="211613" cy="1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7A0F88-53C9-289B-3040-F7854BBF2D8B}"/>
              </a:ext>
            </a:extLst>
          </p:cNvPr>
          <p:cNvSpPr txBox="1"/>
          <p:nvPr/>
        </p:nvSpPr>
        <p:spPr>
          <a:xfrm>
            <a:off x="978717" y="3482657"/>
            <a:ext cx="7184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A1694-BF44-DEC3-6D34-5D2A7A9EBA84}"/>
              </a:ext>
            </a:extLst>
          </p:cNvPr>
          <p:cNvSpPr txBox="1"/>
          <p:nvPr/>
        </p:nvSpPr>
        <p:spPr>
          <a:xfrm>
            <a:off x="1638078" y="3329226"/>
            <a:ext cx="636555" cy="80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Streaming)</a:t>
            </a:r>
          </a:p>
        </p:txBody>
      </p:sp>
      <p:pic>
        <p:nvPicPr>
          <p:cNvPr id="50" name="Picture 49" descr="A blue and purple toy">
            <a:extLst>
              <a:ext uri="{FF2B5EF4-FFF2-40B4-BE49-F238E27FC236}">
                <a16:creationId xmlns:a16="http://schemas.microsoft.com/office/drawing/2014/main" id="{6FECB6EE-78C1-737A-3BAF-B4B4FA37D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39" y="2737998"/>
            <a:ext cx="354924" cy="354924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BA98AFAE-0D17-F082-ABEF-0684AC53BC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8" y="2557409"/>
            <a:ext cx="199462" cy="199462"/>
          </a:xfrm>
          <a:prstGeom prst="rect">
            <a:avLst/>
          </a:prstGeom>
        </p:spPr>
      </p:pic>
      <p:pic>
        <p:nvPicPr>
          <p:cNvPr id="57" name="Picture 56" descr="File:ChatGPT-Logo.svg - Wikimedia Commons">
            <a:extLst>
              <a:ext uri="{FF2B5EF4-FFF2-40B4-BE49-F238E27FC236}">
                <a16:creationId xmlns:a16="http://schemas.microsoft.com/office/drawing/2014/main" id="{47102581-2B43-5867-2A81-7945372287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667" y="2550729"/>
            <a:ext cx="212820" cy="212820"/>
          </a:xfrm>
          <a:prstGeom prst="rect">
            <a:avLst/>
          </a:prstGeom>
        </p:spPr>
      </p:pic>
      <p:pic>
        <p:nvPicPr>
          <p:cNvPr id="58" name="Picture 57" descr="Cursor AI Logo Icon for Modern Designs">
            <a:extLst>
              <a:ext uri="{FF2B5EF4-FFF2-40B4-BE49-F238E27FC236}">
                <a16:creationId xmlns:a16="http://schemas.microsoft.com/office/drawing/2014/main" id="{80FF12AF-8804-03AF-B6A1-B97525AEA7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4091" y="2763550"/>
            <a:ext cx="278601" cy="27860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068DB50-544D-AC04-9C33-BA2ACE45BDA5}"/>
              </a:ext>
            </a:extLst>
          </p:cNvPr>
          <p:cNvSpPr txBox="1"/>
          <p:nvPr/>
        </p:nvSpPr>
        <p:spPr>
          <a:xfrm>
            <a:off x="3439353" y="1419300"/>
            <a:ext cx="1802121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(Process)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B28EC58-C739-45FF-DA56-208A6512DA73}"/>
              </a:ext>
            </a:extLst>
          </p:cNvPr>
          <p:cNvSpPr/>
          <p:nvPr/>
        </p:nvSpPr>
        <p:spPr>
          <a:xfrm>
            <a:off x="4747411" y="3050271"/>
            <a:ext cx="832542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20B614-3CF6-5DCF-5D06-8B613BD4E665}"/>
              </a:ext>
            </a:extLst>
          </p:cNvPr>
          <p:cNvSpPr txBox="1"/>
          <p:nvPr/>
        </p:nvSpPr>
        <p:spPr>
          <a:xfrm>
            <a:off x="4758051" y="3055865"/>
            <a:ext cx="832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Workflow</a:t>
            </a:r>
          </a:p>
        </p:txBody>
      </p:sp>
      <p:pic>
        <p:nvPicPr>
          <p:cNvPr id="63" name="Picture 62" descr="Microsoft Agent Framework AI - Framework for generative AI agents">
            <a:extLst>
              <a:ext uri="{FF2B5EF4-FFF2-40B4-BE49-F238E27FC236}">
                <a16:creationId xmlns:a16="http://schemas.microsoft.com/office/drawing/2014/main" id="{BB67AB93-8ADD-186A-FF36-93F6C6BE94F5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643" t="10521" r="8469" b="16361"/>
          <a:stretch>
            <a:fillRect/>
          </a:stretch>
        </p:blipFill>
        <p:spPr>
          <a:xfrm>
            <a:off x="4928008" y="3316282"/>
            <a:ext cx="471346" cy="315740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011702D4-50F0-16F1-8580-E645762D4B9A}"/>
              </a:ext>
            </a:extLst>
          </p:cNvPr>
          <p:cNvSpPr/>
          <p:nvPr/>
        </p:nvSpPr>
        <p:spPr>
          <a:xfrm>
            <a:off x="6150286" y="3286785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61CFF38-901D-BF80-E774-71B081D925A4}"/>
              </a:ext>
            </a:extLst>
          </p:cNvPr>
          <p:cNvSpPr txBox="1"/>
          <p:nvPr/>
        </p:nvSpPr>
        <p:spPr>
          <a:xfrm>
            <a:off x="6099164" y="3240892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Orchestrator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FC8D13AB-9FE2-05E8-33DC-0B77A4AE7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82" y="3633908"/>
            <a:ext cx="271826" cy="240880"/>
          </a:xfrm>
          <a:prstGeom prst="rect">
            <a:avLst/>
          </a:prstGeom>
        </p:spPr>
      </p:pic>
      <p:sp>
        <p:nvSpPr>
          <p:cNvPr id="84" name="Rectangle 83">
            <a:extLst>
              <a:ext uri="{FF2B5EF4-FFF2-40B4-BE49-F238E27FC236}">
                <a16:creationId xmlns:a16="http://schemas.microsoft.com/office/drawing/2014/main" id="{0300ED7F-8B5E-E3CA-E6A0-671F4A037C2C}"/>
              </a:ext>
            </a:extLst>
          </p:cNvPr>
          <p:cNvSpPr/>
          <p:nvPr/>
        </p:nvSpPr>
        <p:spPr>
          <a:xfrm>
            <a:off x="7005754" y="2817508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CD7EB8-5868-13DF-2EFE-EC8AB4772F13}"/>
              </a:ext>
            </a:extLst>
          </p:cNvPr>
          <p:cNvSpPr txBox="1"/>
          <p:nvPr/>
        </p:nvSpPr>
        <p:spPr>
          <a:xfrm>
            <a:off x="6948282" y="2771616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6A372FB-8F06-232F-E66D-072E8D1FA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099" y="4000580"/>
            <a:ext cx="271826" cy="24088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ED425452-1D91-2C5D-C355-235F3734659C}"/>
              </a:ext>
            </a:extLst>
          </p:cNvPr>
          <p:cNvSpPr/>
          <p:nvPr/>
        </p:nvSpPr>
        <p:spPr>
          <a:xfrm>
            <a:off x="7005754" y="3661085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28ACE36-2A52-E51E-03FE-5884F9A5C705}"/>
              </a:ext>
            </a:extLst>
          </p:cNvPr>
          <p:cNvSpPr txBox="1"/>
          <p:nvPr/>
        </p:nvSpPr>
        <p:spPr>
          <a:xfrm>
            <a:off x="6948282" y="3615193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Advisor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1CD157A-FD5B-948B-7877-3A6EF5E15D99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579951" y="3341808"/>
            <a:ext cx="570335" cy="24940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F0C5146-B7CD-E5C3-40D7-11748F64031A}"/>
              </a:ext>
            </a:extLst>
          </p:cNvPr>
          <p:cNvCxnSpPr>
            <a:cxnSpLocks/>
            <a:stCxn id="79" idx="3"/>
            <a:endCxn id="84" idx="1"/>
          </p:cNvCxnSpPr>
          <p:nvPr/>
        </p:nvCxnSpPr>
        <p:spPr>
          <a:xfrm flipV="1">
            <a:off x="6824804" y="3121934"/>
            <a:ext cx="180950" cy="46927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33BA3DE-84AC-7FDC-AE5B-10513E215487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6824997" y="3591210"/>
            <a:ext cx="180757" cy="37430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0E23308-7B74-B641-DD97-B7A8D5B9DC63}"/>
              </a:ext>
            </a:extLst>
          </p:cNvPr>
          <p:cNvSpPr/>
          <p:nvPr/>
        </p:nvSpPr>
        <p:spPr>
          <a:xfrm>
            <a:off x="7795215" y="3219464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D980A37-A683-85DD-E83F-B48D259A2D47}"/>
              </a:ext>
            </a:extLst>
          </p:cNvPr>
          <p:cNvSpPr txBox="1"/>
          <p:nvPr/>
        </p:nvSpPr>
        <p:spPr>
          <a:xfrm>
            <a:off x="7817232" y="3179921"/>
            <a:ext cx="6204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CosmosDB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31C552E-150B-B139-8C46-1478C40F8C00}"/>
              </a:ext>
            </a:extLst>
          </p:cNvPr>
          <p:cNvSpPr/>
          <p:nvPr/>
        </p:nvSpPr>
        <p:spPr>
          <a:xfrm>
            <a:off x="7798162" y="2777086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F39FBBF-C0D7-AD09-39CF-95B7AD5ABF58}"/>
              </a:ext>
            </a:extLst>
          </p:cNvPr>
          <p:cNvSpPr txBox="1"/>
          <p:nvPr/>
        </p:nvSpPr>
        <p:spPr>
          <a:xfrm>
            <a:off x="7690670" y="2737543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5327E17F-4BD6-73F9-3ABA-7098FB1D0A0B}"/>
              </a:ext>
            </a:extLst>
          </p:cNvPr>
          <p:cNvCxnSpPr>
            <a:cxnSpLocks/>
          </p:cNvCxnSpPr>
          <p:nvPr/>
        </p:nvCxnSpPr>
        <p:spPr>
          <a:xfrm flipV="1">
            <a:off x="7680271" y="2942092"/>
            <a:ext cx="114944" cy="18316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0059C8E-AF17-D2AB-D51C-EBF1C6825A4D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7680271" y="3121934"/>
            <a:ext cx="114944" cy="18824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2" name="Picture 121" descr="Azure Cosmos DB">
            <a:extLst>
              <a:ext uri="{FF2B5EF4-FFF2-40B4-BE49-F238E27FC236}">
                <a16:creationId xmlns:a16="http://schemas.microsoft.com/office/drawing/2014/main" id="{14F1FD3B-99E6-28E0-722F-6E32C74B2307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33701" y="2947552"/>
            <a:ext cx="543824" cy="543824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B151FD34-B127-4DA1-B448-0D125514CDA9}"/>
              </a:ext>
            </a:extLst>
          </p:cNvPr>
          <p:cNvSpPr txBox="1"/>
          <p:nvPr/>
        </p:nvSpPr>
        <p:spPr>
          <a:xfrm>
            <a:off x="10867931" y="3443333"/>
            <a:ext cx="871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CosmosDB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E0066EEA-1E74-D073-296D-E2F08AF384A9}"/>
              </a:ext>
            </a:extLst>
          </p:cNvPr>
          <p:cNvCxnSpPr>
            <a:cxnSpLocks/>
            <a:stCxn id="106" idx="3"/>
            <a:endCxn id="214" idx="1"/>
          </p:cNvCxnSpPr>
          <p:nvPr/>
        </p:nvCxnSpPr>
        <p:spPr>
          <a:xfrm>
            <a:off x="8469732" y="3349315"/>
            <a:ext cx="2142340" cy="2193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B77E5C68-9856-AE55-9BD5-EEAC6C372689}"/>
              </a:ext>
            </a:extLst>
          </p:cNvPr>
          <p:cNvSpPr/>
          <p:nvPr/>
        </p:nvSpPr>
        <p:spPr>
          <a:xfrm>
            <a:off x="2197848" y="5187790"/>
            <a:ext cx="9733802" cy="1458659"/>
          </a:xfrm>
          <a:prstGeom prst="roundRect">
            <a:avLst/>
          </a:prstGeom>
          <a:solidFill>
            <a:srgbClr val="DCEAF7"/>
          </a:solidFill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2" name="Picture 141" descr="Microsoft Azure, Microsoft Azure MVP - BizStream">
            <a:extLst>
              <a:ext uri="{FF2B5EF4-FFF2-40B4-BE49-F238E27FC236}">
                <a16:creationId xmlns:a16="http://schemas.microsoft.com/office/drawing/2014/main" id="{D2E77FAC-2D77-C521-9351-F0521BE7FD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9731" y="5686447"/>
            <a:ext cx="1686312" cy="576719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362A40-14F7-483B-D337-8B79030D5660}"/>
              </a:ext>
            </a:extLst>
          </p:cNvPr>
          <p:cNvSpPr/>
          <p:nvPr/>
        </p:nvSpPr>
        <p:spPr>
          <a:xfrm>
            <a:off x="2651643" y="1637351"/>
            <a:ext cx="1587962" cy="28737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8" descr="MCP (Model Context Protocol) Logo Fr ...">
            <a:extLst>
              <a:ext uri="{FF2B5EF4-FFF2-40B4-BE49-F238E27FC236}">
                <a16:creationId xmlns:a16="http://schemas.microsoft.com/office/drawing/2014/main" id="{D9029BBA-F849-12F6-14A0-19AE0AF6B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661" y="3292505"/>
            <a:ext cx="183322" cy="18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0333067-1F21-BA3D-7CF7-1DCBE08C9CB2}"/>
              </a:ext>
            </a:extLst>
          </p:cNvPr>
          <p:cNvSpPr txBox="1"/>
          <p:nvPr/>
        </p:nvSpPr>
        <p:spPr>
          <a:xfrm>
            <a:off x="3431393" y="3432044"/>
            <a:ext cx="5965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SDK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For .NET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8EC9486-259D-216D-2D21-179EDEDF592E}"/>
              </a:ext>
            </a:extLst>
          </p:cNvPr>
          <p:cNvSpPr/>
          <p:nvPr/>
        </p:nvSpPr>
        <p:spPr>
          <a:xfrm>
            <a:off x="3318286" y="3050271"/>
            <a:ext cx="832542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158211-460C-7A34-96DE-8F19B10C562B}"/>
              </a:ext>
            </a:extLst>
          </p:cNvPr>
          <p:cNvSpPr txBox="1"/>
          <p:nvPr/>
        </p:nvSpPr>
        <p:spPr>
          <a:xfrm>
            <a:off x="3328927" y="3045878"/>
            <a:ext cx="8325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Tools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42318CF-6163-6601-0BA6-B5F5EA575258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4150828" y="3354696"/>
            <a:ext cx="581823" cy="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4DF88C5-B001-1857-2A95-CF57A806496B}"/>
              </a:ext>
            </a:extLst>
          </p:cNvPr>
          <p:cNvSpPr txBox="1"/>
          <p:nvPr/>
        </p:nvSpPr>
        <p:spPr>
          <a:xfrm>
            <a:off x="3086411" y="1621270"/>
            <a:ext cx="832542" cy="5078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 service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(Project)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2851EA-112F-1D0F-1EFE-6C43A3B2BC8F}"/>
              </a:ext>
            </a:extLst>
          </p:cNvPr>
          <p:cNvSpPr txBox="1"/>
          <p:nvPr/>
        </p:nvSpPr>
        <p:spPr>
          <a:xfrm>
            <a:off x="4541566" y="1665927"/>
            <a:ext cx="1385185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Multi-Agent Workflow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(.dll Class-Library Project)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93B784-176E-EFED-EB75-2459C83C9C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2104" y="4001491"/>
            <a:ext cx="638329" cy="164569"/>
          </a:xfrm>
          <a:prstGeom prst="rect">
            <a:avLst/>
          </a:prstGeom>
        </p:spPr>
      </p:pic>
      <p:pic>
        <p:nvPicPr>
          <p:cNvPr id="19" name="Picture 10" descr="Microsoft Dot Net icon SVG Vector &amp; PNG ...">
            <a:extLst>
              <a:ext uri="{FF2B5EF4-FFF2-40B4-BE49-F238E27FC236}">
                <a16:creationId xmlns:a16="http://schemas.microsoft.com/office/drawing/2014/main" id="{EF1642F9-0115-FD21-A82D-61CD710D2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33" y="4193487"/>
            <a:ext cx="262651" cy="26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Hi-Res C# Logo Download | Logos - NUMI">
            <a:extLst>
              <a:ext uri="{FF2B5EF4-FFF2-40B4-BE49-F238E27FC236}">
                <a16:creationId xmlns:a16="http://schemas.microsoft.com/office/drawing/2014/main" id="{9736E3DC-E2D8-2054-BFBA-F3D2F699AB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39867" y="4214146"/>
            <a:ext cx="224592" cy="224592"/>
          </a:xfrm>
          <a:prstGeom prst="rect">
            <a:avLst/>
          </a:prstGeom>
        </p:spPr>
      </p:pic>
      <p:pic>
        <p:nvPicPr>
          <p:cNvPr id="28" name="Picture 10" descr="Microsoft Dot Net icon SVG Vector &amp; PNG ...">
            <a:extLst>
              <a:ext uri="{FF2B5EF4-FFF2-40B4-BE49-F238E27FC236}">
                <a16:creationId xmlns:a16="http://schemas.microsoft.com/office/drawing/2014/main" id="{B40DACBD-91DD-970B-9B10-9EA6C87AB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247" y="4177762"/>
            <a:ext cx="262651" cy="26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Hi-Res C# Logo Download | Logos - NUMI">
            <a:extLst>
              <a:ext uri="{FF2B5EF4-FFF2-40B4-BE49-F238E27FC236}">
                <a16:creationId xmlns:a16="http://schemas.microsoft.com/office/drawing/2014/main" id="{970D296F-406C-0CD0-2187-3C2989F1FD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6882" y="4198421"/>
            <a:ext cx="224592" cy="22459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2D0BBAA-7A07-458E-331D-77833B896F07}"/>
              </a:ext>
            </a:extLst>
          </p:cNvPr>
          <p:cNvSpPr txBox="1"/>
          <p:nvPr/>
        </p:nvSpPr>
        <p:spPr>
          <a:xfrm>
            <a:off x="7689160" y="3013999"/>
            <a:ext cx="530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IProfileStore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(Interface)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B61FC9-EC5C-5464-D911-6E1872D10F85}"/>
              </a:ext>
            </a:extLst>
          </p:cNvPr>
          <p:cNvSpPr txBox="1"/>
          <p:nvPr/>
        </p:nvSpPr>
        <p:spPr>
          <a:xfrm>
            <a:off x="6795518" y="3441079"/>
            <a:ext cx="530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Hand-off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strategy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3BD6CFDF-A080-7C69-897D-D40201D85593}"/>
              </a:ext>
            </a:extLst>
          </p:cNvPr>
          <p:cNvCxnSpPr>
            <a:cxnSpLocks/>
            <a:stCxn id="84" idx="2"/>
            <a:endCxn id="30" idx="1"/>
          </p:cNvCxnSpPr>
          <p:nvPr/>
        </p:nvCxnSpPr>
        <p:spPr>
          <a:xfrm rot="16200000" flipH="1">
            <a:off x="6599091" y="4170280"/>
            <a:ext cx="2576764" cy="1088921"/>
          </a:xfrm>
          <a:prstGeom prst="curvedConnector3">
            <a:avLst>
              <a:gd name="adj1" fmla="val 7793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1E239035-6B01-D656-AD0F-145438588718}"/>
              </a:ext>
            </a:extLst>
          </p:cNvPr>
          <p:cNvCxnSpPr>
            <a:cxnSpLocks/>
            <a:endCxn id="30" idx="2"/>
          </p:cNvCxnSpPr>
          <p:nvPr/>
        </p:nvCxnSpPr>
        <p:spPr>
          <a:xfrm rot="16200000" flipH="1">
            <a:off x="6453575" y="4178621"/>
            <a:ext cx="2164106" cy="1702484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A9E8194F-AEAF-01A3-E40F-08EA2750779B}"/>
              </a:ext>
            </a:extLst>
          </p:cNvPr>
          <p:cNvSpPr/>
          <p:nvPr/>
        </p:nvSpPr>
        <p:spPr>
          <a:xfrm>
            <a:off x="7292482" y="4231800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A21895F5-6C6B-E241-9478-5CA9E35CD4B9}"/>
              </a:ext>
            </a:extLst>
          </p:cNvPr>
          <p:cNvSpPr/>
          <p:nvPr/>
        </p:nvSpPr>
        <p:spPr>
          <a:xfrm>
            <a:off x="7296569" y="3377220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89092F18-0CCB-9916-1C8B-ECA521877EA3}"/>
              </a:ext>
            </a:extLst>
          </p:cNvPr>
          <p:cNvSpPr/>
          <p:nvPr/>
        </p:nvSpPr>
        <p:spPr>
          <a:xfrm>
            <a:off x="6637951" y="3862091"/>
            <a:ext cx="92885" cy="85717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1A0D46-B562-A793-D043-618858564401}"/>
              </a:ext>
            </a:extLst>
          </p:cNvPr>
          <p:cNvSpPr/>
          <p:nvPr/>
        </p:nvSpPr>
        <p:spPr>
          <a:xfrm>
            <a:off x="5873954" y="5496554"/>
            <a:ext cx="674517" cy="6088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12BCE17-753E-F941-5272-7D782267DED6}"/>
              </a:ext>
            </a:extLst>
          </p:cNvPr>
          <p:cNvSpPr/>
          <p:nvPr/>
        </p:nvSpPr>
        <p:spPr>
          <a:xfrm>
            <a:off x="6477664" y="1770086"/>
            <a:ext cx="848498" cy="511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8160BE-53C9-5DE1-EADE-92996B4354EB}"/>
              </a:ext>
            </a:extLst>
          </p:cNvPr>
          <p:cNvSpPr txBox="1"/>
          <p:nvPr/>
        </p:nvSpPr>
        <p:spPr>
          <a:xfrm>
            <a:off x="6386065" y="1913880"/>
            <a:ext cx="102153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AgentSessionManager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0F78202-F8A4-EE91-545B-AAD85A967F9A}"/>
              </a:ext>
            </a:extLst>
          </p:cNvPr>
          <p:cNvCxnSpPr>
            <a:cxnSpLocks/>
            <a:stCxn id="61" idx="0"/>
            <a:endCxn id="74" idx="1"/>
          </p:cNvCxnSpPr>
          <p:nvPr/>
        </p:nvCxnSpPr>
        <p:spPr>
          <a:xfrm flipV="1">
            <a:off x="5163682" y="2025595"/>
            <a:ext cx="1313982" cy="102467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4" name="Picture 103" descr="Azure AI Foundry - Visual Studio Marketplace">
            <a:extLst>
              <a:ext uri="{FF2B5EF4-FFF2-40B4-BE49-F238E27FC236}">
                <a16:creationId xmlns:a16="http://schemas.microsoft.com/office/drawing/2014/main" id="{E8EF115B-BC4E-9E59-5E60-F01C6EEC76F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96686" y="5304679"/>
            <a:ext cx="307714" cy="307714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861D4E8E-F1F7-EE9E-5C64-7CCEC0F6FA27}"/>
              </a:ext>
            </a:extLst>
          </p:cNvPr>
          <p:cNvSpPr txBox="1"/>
          <p:nvPr/>
        </p:nvSpPr>
        <p:spPr>
          <a:xfrm>
            <a:off x="6557409" y="5471040"/>
            <a:ext cx="499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sp>
        <p:nvSpPr>
          <p:cNvPr id="111" name="Flowchart: Connector 110">
            <a:extLst>
              <a:ext uri="{FF2B5EF4-FFF2-40B4-BE49-F238E27FC236}">
                <a16:creationId xmlns:a16="http://schemas.microsoft.com/office/drawing/2014/main" id="{C94D83AD-1D89-E572-A36B-81D65C348C88}"/>
              </a:ext>
            </a:extLst>
          </p:cNvPr>
          <p:cNvSpPr>
            <a:spLocks noChangeAspect="1"/>
          </p:cNvSpPr>
          <p:nvPr/>
        </p:nvSpPr>
        <p:spPr>
          <a:xfrm>
            <a:off x="6772969" y="6022193"/>
            <a:ext cx="307714" cy="30771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D2F78CE-0F04-ECA7-A0D7-6F510FA5CED6}"/>
              </a:ext>
            </a:extLst>
          </p:cNvPr>
          <p:cNvSpPr txBox="1"/>
          <p:nvPr/>
        </p:nvSpPr>
        <p:spPr>
          <a:xfrm>
            <a:off x="6737143" y="6320724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pic>
        <p:nvPicPr>
          <p:cNvPr id="113" name="Picture 112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9A4ADF79-3831-DF5C-A1AD-E22DEDC3CFC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63616"/>
          <a:stretch>
            <a:fillRect/>
          </a:stretch>
        </p:blipFill>
        <p:spPr>
          <a:xfrm>
            <a:off x="6841110" y="6088935"/>
            <a:ext cx="172999" cy="174231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FD9804F4-47B3-0189-799C-F52C2A8F1B1B}"/>
              </a:ext>
            </a:extLst>
          </p:cNvPr>
          <p:cNvSpPr/>
          <p:nvPr/>
        </p:nvSpPr>
        <p:spPr>
          <a:xfrm>
            <a:off x="7797766" y="2122538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76ACC99-692D-80DA-CE32-7F6AE51EA71E}"/>
              </a:ext>
            </a:extLst>
          </p:cNvPr>
          <p:cNvSpPr txBox="1"/>
          <p:nvPr/>
        </p:nvSpPr>
        <p:spPr>
          <a:xfrm>
            <a:off x="7805186" y="2080652"/>
            <a:ext cx="64453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Redis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A737ECF-1F2F-41B3-5485-425FAD8F95D3}"/>
              </a:ext>
            </a:extLst>
          </p:cNvPr>
          <p:cNvSpPr/>
          <p:nvPr/>
        </p:nvSpPr>
        <p:spPr>
          <a:xfrm>
            <a:off x="7800713" y="1680160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0BE1582-519C-39F2-B1FC-7520FE8F5334}"/>
              </a:ext>
            </a:extLst>
          </p:cNvPr>
          <p:cNvSpPr txBox="1"/>
          <p:nvPr/>
        </p:nvSpPr>
        <p:spPr>
          <a:xfrm>
            <a:off x="7716800" y="1638629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6750CE5-212E-FED3-AFC2-80461A33A8B8}"/>
              </a:ext>
            </a:extLst>
          </p:cNvPr>
          <p:cNvCxnSpPr>
            <a:cxnSpLocks/>
            <a:stCxn id="74" idx="3"/>
            <a:endCxn id="131" idx="1"/>
          </p:cNvCxnSpPr>
          <p:nvPr/>
        </p:nvCxnSpPr>
        <p:spPr>
          <a:xfrm flipV="1">
            <a:off x="7326162" y="1810011"/>
            <a:ext cx="474551" cy="21558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76DEA9E-AB05-3F06-A71C-11FEA29C5EE9}"/>
              </a:ext>
            </a:extLst>
          </p:cNvPr>
          <p:cNvCxnSpPr>
            <a:cxnSpLocks/>
            <a:stCxn id="74" idx="3"/>
            <a:endCxn id="126" idx="1"/>
          </p:cNvCxnSpPr>
          <p:nvPr/>
        </p:nvCxnSpPr>
        <p:spPr>
          <a:xfrm>
            <a:off x="7326162" y="2025595"/>
            <a:ext cx="471604" cy="22679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0ADC8443-F50A-E1FE-67A6-2072CEC2B0B3}"/>
              </a:ext>
            </a:extLst>
          </p:cNvPr>
          <p:cNvSpPr txBox="1"/>
          <p:nvPr/>
        </p:nvSpPr>
        <p:spPr>
          <a:xfrm>
            <a:off x="7397162" y="1899829"/>
            <a:ext cx="693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(Abstract class)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48" name="Picture 147" descr="Redis Database: A Complete Guide | Leninmhs">
            <a:extLst>
              <a:ext uri="{FF2B5EF4-FFF2-40B4-BE49-F238E27FC236}">
                <a16:creationId xmlns:a16="http://schemas.microsoft.com/office/drawing/2014/main" id="{E2179AF4-20EA-B091-785F-1C6C371C9BF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21443" y="2004481"/>
            <a:ext cx="678948" cy="573138"/>
          </a:xfrm>
          <a:prstGeom prst="rect">
            <a:avLst/>
          </a:prstGeom>
        </p:spPr>
      </p:pic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44CD2686-0446-A9B7-7665-804462B5220C}"/>
              </a:ext>
            </a:extLst>
          </p:cNvPr>
          <p:cNvCxnSpPr>
            <a:cxnSpLocks/>
            <a:stCxn id="126" idx="3"/>
            <a:endCxn id="195" idx="1"/>
          </p:cNvCxnSpPr>
          <p:nvPr/>
        </p:nvCxnSpPr>
        <p:spPr>
          <a:xfrm flipV="1">
            <a:off x="8472283" y="2249213"/>
            <a:ext cx="2151676" cy="3176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8FF18EFA-1F58-EC18-48F1-7026FAED1D9C}"/>
              </a:ext>
            </a:extLst>
          </p:cNvPr>
          <p:cNvCxnSpPr>
            <a:cxnSpLocks/>
            <a:stCxn id="51" idx="3"/>
            <a:endCxn id="111" idx="0"/>
          </p:cNvCxnSpPr>
          <p:nvPr/>
        </p:nvCxnSpPr>
        <p:spPr>
          <a:xfrm>
            <a:off x="6548471" y="5800980"/>
            <a:ext cx="378355" cy="221213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D997CF5E-6A73-8FA6-29F5-928AF54756D4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68065" y="6138506"/>
            <a:ext cx="711984" cy="3193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cxnSp>
        <p:nvCxnSpPr>
          <p:cNvPr id="168" name="Connector: Curved 167">
            <a:extLst>
              <a:ext uri="{FF2B5EF4-FFF2-40B4-BE49-F238E27FC236}">
                <a16:creationId xmlns:a16="http://schemas.microsoft.com/office/drawing/2014/main" id="{8AD26464-C6A2-C8E5-DE30-A6C3772E40F0}"/>
              </a:ext>
            </a:extLst>
          </p:cNvPr>
          <p:cNvCxnSpPr>
            <a:cxnSpLocks/>
            <a:endCxn id="167" idx="0"/>
          </p:cNvCxnSpPr>
          <p:nvPr/>
        </p:nvCxnSpPr>
        <p:spPr>
          <a:xfrm rot="10800000" flipV="1">
            <a:off x="5024058" y="5804294"/>
            <a:ext cx="849901" cy="334211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6A188E8-F2DC-DAC2-7DB1-EE92749749FA}"/>
              </a:ext>
            </a:extLst>
          </p:cNvPr>
          <p:cNvSpPr txBox="1"/>
          <p:nvPr/>
        </p:nvSpPr>
        <p:spPr>
          <a:xfrm>
            <a:off x="5494454" y="5800979"/>
            <a:ext cx="54791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B5951717-5474-5C33-B46B-D551C5A8CB3C}"/>
              </a:ext>
            </a:extLst>
          </p:cNvPr>
          <p:cNvCxnSpPr>
            <a:cxnSpLocks/>
            <a:stCxn id="51" idx="2"/>
            <a:endCxn id="157" idx="1"/>
          </p:cNvCxnSpPr>
          <p:nvPr/>
        </p:nvCxnSpPr>
        <p:spPr>
          <a:xfrm rot="5400000">
            <a:off x="6047935" y="6154223"/>
            <a:ext cx="212096" cy="114460"/>
          </a:xfrm>
          <a:prstGeom prst="curvedConnector4">
            <a:avLst>
              <a:gd name="adj1" fmla="val 15305"/>
              <a:gd name="adj2" fmla="val 299720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7" name="Picture 156" descr="Documents symbol - Free interface icons">
            <a:extLst>
              <a:ext uri="{FF2B5EF4-FFF2-40B4-BE49-F238E27FC236}">
                <a16:creationId xmlns:a16="http://schemas.microsoft.com/office/drawing/2014/main" id="{246363CC-C2F6-FB4C-6F81-7E49384C00DA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753" y="6170329"/>
            <a:ext cx="294344" cy="294344"/>
          </a:xfrm>
          <a:prstGeom prst="rect">
            <a:avLst/>
          </a:prstGeom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71DA206A-8C14-D4C8-FB09-1A9DD19CD2A7}"/>
              </a:ext>
            </a:extLst>
          </p:cNvPr>
          <p:cNvSpPr txBox="1"/>
          <p:nvPr/>
        </p:nvSpPr>
        <p:spPr>
          <a:xfrm>
            <a:off x="5725995" y="6300305"/>
            <a:ext cx="547915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A4FFCEF-9FF7-EF18-4C79-3EF7A996B134}"/>
              </a:ext>
            </a:extLst>
          </p:cNvPr>
          <p:cNvSpPr txBox="1"/>
          <p:nvPr/>
        </p:nvSpPr>
        <p:spPr>
          <a:xfrm>
            <a:off x="6295554" y="6181134"/>
            <a:ext cx="4085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Stocks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reports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0BFD5A5-70E7-7D75-9594-2FDE2BA67143}"/>
              </a:ext>
            </a:extLst>
          </p:cNvPr>
          <p:cNvSpPr/>
          <p:nvPr/>
        </p:nvSpPr>
        <p:spPr>
          <a:xfrm>
            <a:off x="3324657" y="2244118"/>
            <a:ext cx="826171" cy="511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D4600B6-1D5F-AF0E-3D49-14A52A348843}"/>
              </a:ext>
            </a:extLst>
          </p:cNvPr>
          <p:cNvSpPr txBox="1"/>
          <p:nvPr/>
        </p:nvSpPr>
        <p:spPr>
          <a:xfrm>
            <a:off x="3223791" y="2230481"/>
            <a:ext cx="102153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(Stateful Session Manager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ISessionMigrationHandler</a:t>
            </a: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)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CDD9A40-76AE-B05F-62FA-133E31FACD2A}"/>
              </a:ext>
            </a:extLst>
          </p:cNvPr>
          <p:cNvSpPr txBox="1"/>
          <p:nvPr/>
        </p:nvSpPr>
        <p:spPr>
          <a:xfrm>
            <a:off x="4337529" y="2289627"/>
            <a:ext cx="1283103" cy="245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RedisSessionMigrationHandler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F452CDA-C140-D18B-1A21-66BEB15060FB}"/>
              </a:ext>
            </a:extLst>
          </p:cNvPr>
          <p:cNvSpPr txBox="1"/>
          <p:nvPr/>
        </p:nvSpPr>
        <p:spPr>
          <a:xfrm>
            <a:off x="10453500" y="2046999"/>
            <a:ext cx="71106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 </a:t>
            </a:r>
            <a:r>
              <a:rPr lang="en-US" sz="5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8F29ADC-5749-DABD-CBDE-28CCBEE0B421}"/>
              </a:ext>
            </a:extLst>
          </p:cNvPr>
          <p:cNvSpPr txBox="1"/>
          <p:nvPr/>
        </p:nvSpPr>
        <p:spPr>
          <a:xfrm>
            <a:off x="10466947" y="2280536"/>
            <a:ext cx="60303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95" name="Picture 194" descr="Tropical blue database 5 icon - Free tropical blue database icons">
            <a:extLst>
              <a:ext uri="{FF2B5EF4-FFF2-40B4-BE49-F238E27FC236}">
                <a16:creationId xmlns:a16="http://schemas.microsoft.com/office/drawing/2014/main" id="{B8B2D161-950E-5259-B387-6C889FF8D969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623959" y="2193413"/>
            <a:ext cx="111600" cy="111600"/>
          </a:xfrm>
          <a:prstGeom prst="rect">
            <a:avLst/>
          </a:prstGeom>
        </p:spPr>
      </p:pic>
      <p:pic>
        <p:nvPicPr>
          <p:cNvPr id="196" name="Picture 195" descr="Tropical blue database 5 icon - Free tropical blue database icons">
            <a:extLst>
              <a:ext uri="{FF2B5EF4-FFF2-40B4-BE49-F238E27FC236}">
                <a16:creationId xmlns:a16="http://schemas.microsoft.com/office/drawing/2014/main" id="{08583103-1560-ED15-DAF4-FAD76018A82A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623959" y="2411089"/>
            <a:ext cx="111600" cy="111600"/>
          </a:xfrm>
          <a:prstGeom prst="rect">
            <a:avLst/>
          </a:prstGeom>
        </p:spPr>
      </p:pic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D9415D4-B21B-8348-BBB6-FE1CFBC9D1DB}"/>
              </a:ext>
            </a:extLst>
          </p:cNvPr>
          <p:cNvCxnSpPr>
            <a:cxnSpLocks/>
            <a:stCxn id="178" idx="3"/>
            <a:endCxn id="196" idx="1"/>
          </p:cNvCxnSpPr>
          <p:nvPr/>
        </p:nvCxnSpPr>
        <p:spPr>
          <a:xfrm flipV="1">
            <a:off x="4150828" y="2466889"/>
            <a:ext cx="6473131" cy="32738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63B8A7A0-192E-E0D7-881C-042F15EE2AB5}"/>
              </a:ext>
            </a:extLst>
          </p:cNvPr>
          <p:cNvCxnSpPr>
            <a:cxnSpLocks/>
            <a:stCxn id="72" idx="0"/>
            <a:endCxn id="178" idx="2"/>
          </p:cNvCxnSpPr>
          <p:nvPr/>
        </p:nvCxnSpPr>
        <p:spPr>
          <a:xfrm flipV="1">
            <a:off x="3734557" y="2755135"/>
            <a:ext cx="3186" cy="29513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D994D957-07FF-7B35-9B65-4E12999264C0}"/>
              </a:ext>
            </a:extLst>
          </p:cNvPr>
          <p:cNvSpPr txBox="1"/>
          <p:nvPr/>
        </p:nvSpPr>
        <p:spPr>
          <a:xfrm>
            <a:off x="4259210" y="3331686"/>
            <a:ext cx="60129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Injected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Dependencies</a:t>
            </a:r>
            <a:endParaRPr kumimoji="0" lang="en-US" sz="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12BF265-D15A-7653-699A-F5362DA0B460}"/>
              </a:ext>
            </a:extLst>
          </p:cNvPr>
          <p:cNvSpPr txBox="1"/>
          <p:nvPr/>
        </p:nvSpPr>
        <p:spPr>
          <a:xfrm>
            <a:off x="10446397" y="3074393"/>
            <a:ext cx="5813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Persisted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 Profiles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214" name="Picture 213" descr="Tropical blue database 5 icon - Free tropical blue database icons">
            <a:extLst>
              <a:ext uri="{FF2B5EF4-FFF2-40B4-BE49-F238E27FC236}">
                <a16:creationId xmlns:a16="http://schemas.microsoft.com/office/drawing/2014/main" id="{0CF11AA2-1390-1D28-3BE9-19BF1471A145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12072" y="3295708"/>
            <a:ext cx="111600" cy="111600"/>
          </a:xfrm>
          <a:prstGeom prst="rect">
            <a:avLst/>
          </a:prstGeom>
        </p:spPr>
      </p:pic>
      <p:sp>
        <p:nvSpPr>
          <p:cNvPr id="221" name="Rectangle 220">
            <a:extLst>
              <a:ext uri="{FF2B5EF4-FFF2-40B4-BE49-F238E27FC236}">
                <a16:creationId xmlns:a16="http://schemas.microsoft.com/office/drawing/2014/main" id="{6EC6C484-5944-AED2-B763-6F4C59BDC70A}"/>
              </a:ext>
            </a:extLst>
          </p:cNvPr>
          <p:cNvSpPr/>
          <p:nvPr/>
        </p:nvSpPr>
        <p:spPr>
          <a:xfrm>
            <a:off x="2780194" y="3050473"/>
            <a:ext cx="459961" cy="6086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B9A91F82-B761-22E7-C22B-FD3C4F51E248}"/>
              </a:ext>
            </a:extLst>
          </p:cNvPr>
          <p:cNvSpPr txBox="1"/>
          <p:nvPr/>
        </p:nvSpPr>
        <p:spPr>
          <a:xfrm>
            <a:off x="2721493" y="3070207"/>
            <a:ext cx="596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service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(Kestrel)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ASP.NET Core</a:t>
            </a:r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C8E698F1-F88D-CA6D-5EFA-5014B771EB0A}"/>
              </a:ext>
            </a:extLst>
          </p:cNvPr>
          <p:cNvCxnSpPr>
            <a:cxnSpLocks/>
            <a:stCxn id="72" idx="1"/>
            <a:endCxn id="221" idx="3"/>
          </p:cNvCxnSpPr>
          <p:nvPr/>
        </p:nvCxnSpPr>
        <p:spPr>
          <a:xfrm flipH="1">
            <a:off x="3240155" y="3354697"/>
            <a:ext cx="78131" cy="10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45AED4-FCAD-7C14-DF90-70FF95A02FC1}"/>
              </a:ext>
            </a:extLst>
          </p:cNvPr>
          <p:cNvCxnSpPr>
            <a:cxnSpLocks/>
            <a:stCxn id="8" idx="3"/>
            <a:endCxn id="221" idx="1"/>
          </p:cNvCxnSpPr>
          <p:nvPr/>
        </p:nvCxnSpPr>
        <p:spPr>
          <a:xfrm>
            <a:off x="1734258" y="3354790"/>
            <a:ext cx="1045936" cy="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 descr="Docker - Quick start guide | Packagecloud Blog">
            <a:extLst>
              <a:ext uri="{FF2B5EF4-FFF2-40B4-BE49-F238E27FC236}">
                <a16:creationId xmlns:a16="http://schemas.microsoft.com/office/drawing/2014/main" id="{E71DAA88-2A3A-6E46-EC3B-8E62D9955644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2488137" y="1044174"/>
            <a:ext cx="484632" cy="3540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497F10-6AD4-1AE6-D308-305BC599900E}"/>
              </a:ext>
            </a:extLst>
          </p:cNvPr>
          <p:cNvSpPr txBox="1"/>
          <p:nvPr/>
        </p:nvSpPr>
        <p:spPr>
          <a:xfrm>
            <a:off x="2837054" y="1148276"/>
            <a:ext cx="961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FinWise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Docker container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4305B9-ABBA-B6AB-F8C1-1D5CE08409BD}"/>
              </a:ext>
            </a:extLst>
          </p:cNvPr>
          <p:cNvSpPr txBox="1"/>
          <p:nvPr/>
        </p:nvSpPr>
        <p:spPr>
          <a:xfrm>
            <a:off x="7283964" y="4174031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1471E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IChatClient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B9E5AE-1A32-DE79-1AD8-075A83000876}"/>
              </a:ext>
            </a:extLst>
          </p:cNvPr>
          <p:cNvSpPr txBox="1"/>
          <p:nvPr/>
        </p:nvSpPr>
        <p:spPr>
          <a:xfrm>
            <a:off x="6457950" y="3828365"/>
            <a:ext cx="603701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1471E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IChatClient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AD3551-83E4-72F9-08A5-FE08D2CED5BD}"/>
              </a:ext>
            </a:extLst>
          </p:cNvPr>
          <p:cNvSpPr txBox="1"/>
          <p:nvPr/>
        </p:nvSpPr>
        <p:spPr>
          <a:xfrm>
            <a:off x="6218397" y="3458494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1471E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ChatClientAgent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0044EA-5492-67CF-6CAD-BBE0851A59E9}"/>
              </a:ext>
            </a:extLst>
          </p:cNvPr>
          <p:cNvSpPr txBox="1"/>
          <p:nvPr/>
        </p:nvSpPr>
        <p:spPr>
          <a:xfrm>
            <a:off x="7082733" y="2994541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1471E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ChatClientAgent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9B81E1-35A2-26BD-55B8-D266DF5AB639}"/>
              </a:ext>
            </a:extLst>
          </p:cNvPr>
          <p:cNvSpPr txBox="1"/>
          <p:nvPr/>
        </p:nvSpPr>
        <p:spPr>
          <a:xfrm>
            <a:off x="7068678" y="3832662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1471E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ChatClientAgent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EBFD5E-EDDE-4E0D-6865-815DEB2E11A6}"/>
              </a:ext>
            </a:extLst>
          </p:cNvPr>
          <p:cNvGrpSpPr/>
          <p:nvPr/>
        </p:nvGrpSpPr>
        <p:grpSpPr>
          <a:xfrm>
            <a:off x="2824776" y="5424417"/>
            <a:ext cx="501755" cy="580648"/>
            <a:chOff x="2427818" y="5077457"/>
            <a:chExt cx="501755" cy="580648"/>
          </a:xfrm>
        </p:grpSpPr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78EE9FCD-7385-3F49-499D-7F30932579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444020" y="5077457"/>
              <a:ext cx="370462" cy="370462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A02CA41-982D-2D7D-9BA7-36EE9B77FE61}"/>
                </a:ext>
              </a:extLst>
            </p:cNvPr>
            <p:cNvSpPr txBox="1"/>
            <p:nvPr/>
          </p:nvSpPr>
          <p:spPr>
            <a:xfrm>
              <a:off x="2427818" y="5374595"/>
              <a:ext cx="501755" cy="283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1271EC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Azure Entra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89D39C71-B1B4-FC51-FBC4-DCFE4360C4E4}"/>
              </a:ext>
            </a:extLst>
          </p:cNvPr>
          <p:cNvSpPr/>
          <p:nvPr/>
        </p:nvSpPr>
        <p:spPr>
          <a:xfrm>
            <a:off x="3511490" y="5402725"/>
            <a:ext cx="674517" cy="6088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966D7BA3-1AD5-A906-06D8-63E0722E8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732642" y="5609182"/>
            <a:ext cx="250098" cy="25009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92BC88EE-5682-20D4-7790-30827155CA9D}"/>
              </a:ext>
            </a:extLst>
          </p:cNvPr>
          <p:cNvSpPr txBox="1"/>
          <p:nvPr/>
        </p:nvSpPr>
        <p:spPr>
          <a:xfrm>
            <a:off x="3458763" y="5365640"/>
            <a:ext cx="798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 err="1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Finwise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App Registration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66C8D9-208B-9E87-C6AC-E1FFB079035D}"/>
              </a:ext>
            </a:extLst>
          </p:cNvPr>
          <p:cNvSpPr txBox="1"/>
          <p:nvPr/>
        </p:nvSpPr>
        <p:spPr>
          <a:xfrm>
            <a:off x="3546572" y="5800914"/>
            <a:ext cx="65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Service Principal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App secret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5E1CB9CD-F3E5-347F-EA09-D55A1899D129}"/>
              </a:ext>
            </a:extLst>
          </p:cNvPr>
          <p:cNvCxnSpPr>
            <a:cxnSpLocks/>
            <a:stCxn id="45" idx="1"/>
            <a:endCxn id="27" idx="3"/>
          </p:cNvCxnSpPr>
          <p:nvPr/>
        </p:nvCxnSpPr>
        <p:spPr>
          <a:xfrm rot="10800000">
            <a:off x="3211440" y="5609649"/>
            <a:ext cx="300050" cy="97503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7C7A7C4B-6C2D-17AD-F971-48A865600DB6}"/>
              </a:ext>
            </a:extLst>
          </p:cNvPr>
          <p:cNvSpPr/>
          <p:nvPr/>
        </p:nvSpPr>
        <p:spPr>
          <a:xfrm>
            <a:off x="2768376" y="5345384"/>
            <a:ext cx="1556812" cy="710849"/>
          </a:xfrm>
          <a:prstGeom prst="roundRect">
            <a:avLst/>
          </a:prstGeom>
          <a:noFill/>
          <a:ln w="12700">
            <a:solidFill>
              <a:srgbClr val="FFA1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27C5C114-918F-B103-4B4C-79996519C655}"/>
              </a:ext>
            </a:extLst>
          </p:cNvPr>
          <p:cNvCxnSpPr>
            <a:cxnSpLocks/>
            <a:stCxn id="45" idx="3"/>
          </p:cNvCxnSpPr>
          <p:nvPr/>
        </p:nvCxnSpPr>
        <p:spPr>
          <a:xfrm flipV="1">
            <a:off x="4186007" y="5572801"/>
            <a:ext cx="1687946" cy="134350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863820A-D48C-669C-4FC0-94FA10249ACA}"/>
              </a:ext>
            </a:extLst>
          </p:cNvPr>
          <p:cNvSpPr txBox="1"/>
          <p:nvPr/>
        </p:nvSpPr>
        <p:spPr>
          <a:xfrm>
            <a:off x="4798467" y="5461043"/>
            <a:ext cx="60475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Authorization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2B8A184-1407-201F-FF86-92FA8EED8B31}"/>
              </a:ext>
            </a:extLst>
          </p:cNvPr>
          <p:cNvSpPr txBox="1"/>
          <p:nvPr/>
        </p:nvSpPr>
        <p:spPr>
          <a:xfrm>
            <a:off x="5826661" y="5470748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58659B66-0E38-A838-7DA3-D1B32A3444C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5726" y="4053773"/>
            <a:ext cx="2009615" cy="1555764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" name="Picture 101">
            <a:extLst>
              <a:ext uri="{FF2B5EF4-FFF2-40B4-BE49-F238E27FC236}">
                <a16:creationId xmlns:a16="http://schemas.microsoft.com/office/drawing/2014/main" id="{2A1D2CBD-6A57-E277-F2B2-079B4266A36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64643" y="5784885"/>
            <a:ext cx="311500" cy="302536"/>
          </a:xfrm>
          <a:prstGeom prst="rect">
            <a:avLst/>
          </a:prstGeom>
        </p:spPr>
      </p:pic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F4A7785-CE18-BA8A-B972-6B8A35A44E04}"/>
              </a:ext>
            </a:extLst>
          </p:cNvPr>
          <p:cNvCxnSpPr>
            <a:cxnSpLocks/>
          </p:cNvCxnSpPr>
          <p:nvPr/>
        </p:nvCxnSpPr>
        <p:spPr>
          <a:xfrm flipH="1">
            <a:off x="6214509" y="3886115"/>
            <a:ext cx="62532" cy="159471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D7603F86-4A07-745E-BA78-CC38EB7FDD0F}"/>
              </a:ext>
            </a:extLst>
          </p:cNvPr>
          <p:cNvSpPr>
            <a:spLocks noChangeAspect="1"/>
          </p:cNvSpPr>
          <p:nvPr/>
        </p:nvSpPr>
        <p:spPr>
          <a:xfrm>
            <a:off x="8386870" y="5958059"/>
            <a:ext cx="307714" cy="30771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98DA5F-C523-36CC-BA5A-702B78158DDF}"/>
              </a:ext>
            </a:extLst>
          </p:cNvPr>
          <p:cNvSpPr txBox="1"/>
          <p:nvPr/>
        </p:nvSpPr>
        <p:spPr>
          <a:xfrm>
            <a:off x="8351044" y="6256590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</a:t>
            </a:r>
          </a:p>
        </p:txBody>
      </p:sp>
      <p:pic>
        <p:nvPicPr>
          <p:cNvPr id="47" name="Picture 46" descr="Azure AI Foundry - Visual Studio Marketplace">
            <a:extLst>
              <a:ext uri="{FF2B5EF4-FFF2-40B4-BE49-F238E27FC236}">
                <a16:creationId xmlns:a16="http://schemas.microsoft.com/office/drawing/2014/main" id="{536461A7-573D-7B61-73D0-A06BFB6DC7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15553" y="5726969"/>
            <a:ext cx="307714" cy="30771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2874B14-4297-8573-EAE6-962F8586EECD}"/>
              </a:ext>
            </a:extLst>
          </p:cNvPr>
          <p:cNvSpPr txBox="1"/>
          <p:nvPr/>
        </p:nvSpPr>
        <p:spPr>
          <a:xfrm>
            <a:off x="8655495" y="5893330"/>
            <a:ext cx="499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srgbClr val="1271EC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Foundry</a:t>
            </a:r>
          </a:p>
        </p:txBody>
      </p:sp>
      <p:pic>
        <p:nvPicPr>
          <p:cNvPr id="59" name="Picture 58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307349CC-868F-0033-54BD-B423EA0C501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r="63616"/>
          <a:stretch>
            <a:fillRect/>
          </a:stretch>
        </p:blipFill>
        <p:spPr>
          <a:xfrm>
            <a:off x="8455011" y="6024801"/>
            <a:ext cx="172999" cy="174231"/>
          </a:xfrm>
          <a:prstGeom prst="rect">
            <a:avLst/>
          </a:prstGeom>
        </p:spPr>
      </p:pic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933F1EA4-F67D-EDD2-E0DE-C2EFC41AE77B}"/>
              </a:ext>
            </a:extLst>
          </p:cNvPr>
          <p:cNvCxnSpPr>
            <a:cxnSpLocks/>
            <a:stCxn id="89" idx="2"/>
            <a:endCxn id="30" idx="1"/>
          </p:cNvCxnSpPr>
          <p:nvPr/>
        </p:nvCxnSpPr>
        <p:spPr>
          <a:xfrm rot="16200000" flipH="1">
            <a:off x="7020880" y="4592068"/>
            <a:ext cx="1733187" cy="1088921"/>
          </a:xfrm>
          <a:prstGeom prst="curvedConnector3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7" name="Picture 126" descr="Laptop Coding icon in Windows 11 Color ...">
            <a:extLst>
              <a:ext uri="{FF2B5EF4-FFF2-40B4-BE49-F238E27FC236}">
                <a16:creationId xmlns:a16="http://schemas.microsoft.com/office/drawing/2014/main" id="{CF1B933E-98C5-9FBA-7835-389F9D516DE4}"/>
              </a:ext>
            </a:extLst>
          </p:cNvPr>
          <p:cNvPicPr>
            <a:picLocks noChangeAspect="1"/>
          </p:cNvPicPr>
          <p:nvPr/>
        </p:nvPicPr>
        <p:blipFill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3200" y="766808"/>
            <a:ext cx="586832" cy="586832"/>
          </a:xfrm>
          <a:prstGeom prst="rect">
            <a:avLst/>
          </a:prstGeom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907F48A3-FE8F-972E-D3C3-16A1230926AF}"/>
              </a:ext>
            </a:extLst>
          </p:cNvPr>
          <p:cNvSpPr txBox="1"/>
          <p:nvPr/>
        </p:nvSpPr>
        <p:spPr>
          <a:xfrm>
            <a:off x="671631" y="894346"/>
            <a:ext cx="1206561" cy="2801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Dev computer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270E52B-4AEE-1718-752A-DA508902BA1B}"/>
              </a:ext>
            </a:extLst>
          </p:cNvPr>
          <p:cNvSpPr txBox="1"/>
          <p:nvPr/>
        </p:nvSpPr>
        <p:spPr>
          <a:xfrm>
            <a:off x="4509560" y="5240418"/>
            <a:ext cx="514421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App secret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1ED607-F2E3-359C-D54E-1CD38CFFE1E7}"/>
              </a:ext>
            </a:extLst>
          </p:cNvPr>
          <p:cNvGrpSpPr/>
          <p:nvPr/>
        </p:nvGrpSpPr>
        <p:grpSpPr>
          <a:xfrm>
            <a:off x="5776255" y="3856683"/>
            <a:ext cx="587640" cy="202965"/>
            <a:chOff x="5226748" y="3870122"/>
            <a:chExt cx="587640" cy="202965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BF1BF48-E9A4-7763-94A3-3A88302AE2B2}"/>
                </a:ext>
              </a:extLst>
            </p:cNvPr>
            <p:cNvSpPr txBox="1"/>
            <p:nvPr/>
          </p:nvSpPr>
          <p:spPr>
            <a:xfrm>
              <a:off x="5226748" y="3870122"/>
              <a:ext cx="436542" cy="1511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42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1471EC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rPr>
                <a:t>FoundryAgent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4FB8CE6-D401-426B-8B69-279EC026B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5645020" y="3908593"/>
              <a:ext cx="169368" cy="164494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E39E930E-2140-F08A-256E-94F9D176825E}"/>
              </a:ext>
            </a:extLst>
          </p:cNvPr>
          <p:cNvSpPr txBox="1"/>
          <p:nvPr/>
        </p:nvSpPr>
        <p:spPr>
          <a:xfrm>
            <a:off x="7298699" y="3312262"/>
            <a:ext cx="658096" cy="246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1471E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IChatClient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BB47DB-E55E-5D0B-25D7-340FFA04BFB6}"/>
              </a:ext>
            </a:extLst>
          </p:cNvPr>
          <p:cNvSpPr txBox="1"/>
          <p:nvPr/>
        </p:nvSpPr>
        <p:spPr>
          <a:xfrm>
            <a:off x="3597233" y="1177633"/>
            <a:ext cx="18021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Ports 5000:5000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0534CE-2459-CB86-08FD-F3584BC8DCE8}"/>
              </a:ext>
            </a:extLst>
          </p:cNvPr>
          <p:cNvSpPr txBox="1"/>
          <p:nvPr/>
        </p:nvSpPr>
        <p:spPr>
          <a:xfrm>
            <a:off x="3874654" y="1658515"/>
            <a:ext cx="4151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Port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5000</a:t>
            </a:r>
          </a:p>
        </p:txBody>
      </p:sp>
      <p:pic>
        <p:nvPicPr>
          <p:cNvPr id="38" name="Picture 37" descr="Microsoft Azure, Microsoft Azure MVP - BizStream">
            <a:extLst>
              <a:ext uri="{FF2B5EF4-FFF2-40B4-BE49-F238E27FC236}">
                <a16:creationId xmlns:a16="http://schemas.microsoft.com/office/drawing/2014/main" id="{84AEECAC-3080-ECA6-998F-8A954DFAFE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0776" y="914739"/>
            <a:ext cx="1133666" cy="387714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C5AFD97-E515-F298-E320-C2769614D1B8}"/>
              </a:ext>
            </a:extLst>
          </p:cNvPr>
          <p:cNvSpPr/>
          <p:nvPr/>
        </p:nvSpPr>
        <p:spPr>
          <a:xfrm>
            <a:off x="10447375" y="2914301"/>
            <a:ext cx="1255465" cy="898363"/>
          </a:xfrm>
          <a:prstGeom prst="roundRect">
            <a:avLst/>
          </a:prstGeom>
          <a:noFill/>
          <a:ln w="9525">
            <a:solidFill>
              <a:srgbClr val="0863B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909EB2C2-9F85-F8AD-3A59-05F90A7F751D}"/>
              </a:ext>
            </a:extLst>
          </p:cNvPr>
          <p:cNvSpPr/>
          <p:nvPr/>
        </p:nvSpPr>
        <p:spPr>
          <a:xfrm>
            <a:off x="10442244" y="1883777"/>
            <a:ext cx="1255465" cy="898363"/>
          </a:xfrm>
          <a:prstGeom prst="roundRect">
            <a:avLst/>
          </a:prstGeom>
          <a:noFill/>
          <a:ln w="9525">
            <a:solidFill>
              <a:srgbClr val="0863B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B00305E-B9CF-F9C9-0B4F-A4A4BE2A64C8}"/>
              </a:ext>
            </a:extLst>
          </p:cNvPr>
          <p:cNvSpPr txBox="1"/>
          <p:nvPr/>
        </p:nvSpPr>
        <p:spPr>
          <a:xfrm>
            <a:off x="4541566" y="834759"/>
            <a:ext cx="1052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Docker host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Desktop)</a:t>
            </a:r>
          </a:p>
        </p:txBody>
      </p:sp>
      <p:pic>
        <p:nvPicPr>
          <p:cNvPr id="120" name="Picture 119" descr="Docker Logo and symbol, meaning, history, PNG, brand">
            <a:extLst>
              <a:ext uri="{FF2B5EF4-FFF2-40B4-BE49-F238E27FC236}">
                <a16:creationId xmlns:a16="http://schemas.microsoft.com/office/drawing/2014/main" id="{50AE3AB5-3810-57CD-13C5-505DEBA24C8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96195" y="749316"/>
            <a:ext cx="654091" cy="36792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3B72BE6-A9D7-AA0F-515F-F2E930F74C5A}"/>
              </a:ext>
            </a:extLst>
          </p:cNvPr>
          <p:cNvSpPr txBox="1"/>
          <p:nvPr/>
        </p:nvSpPr>
        <p:spPr>
          <a:xfrm>
            <a:off x="5891744" y="4947478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A2A</a:t>
            </a:r>
          </a:p>
        </p:txBody>
      </p:sp>
    </p:spTree>
    <p:extLst>
      <p:ext uri="{BB962C8B-B14F-4D97-AF65-F5344CB8AC3E}">
        <p14:creationId xmlns:p14="http://schemas.microsoft.com/office/powerpoint/2010/main" val="174277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DFC5-C344-BEDC-C8EB-752FB39D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F91D0B3F-6296-519E-5053-88893B18EA16}"/>
              </a:ext>
            </a:extLst>
          </p:cNvPr>
          <p:cNvSpPr/>
          <p:nvPr/>
        </p:nvSpPr>
        <p:spPr>
          <a:xfrm>
            <a:off x="3489796" y="1416698"/>
            <a:ext cx="7687286" cy="4876115"/>
          </a:xfrm>
          <a:prstGeom prst="roundRect">
            <a:avLst/>
          </a:prstGeom>
          <a:solidFill>
            <a:srgbClr val="DCEAF7"/>
          </a:solidFill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7B3DF436-3D65-03CF-A760-F46C26B3D081}"/>
              </a:ext>
            </a:extLst>
          </p:cNvPr>
          <p:cNvSpPr/>
          <p:nvPr/>
        </p:nvSpPr>
        <p:spPr>
          <a:xfrm>
            <a:off x="8988552" y="3161911"/>
            <a:ext cx="1255465" cy="89836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789EA1E4-3B5F-C280-3577-413BC4C50458}"/>
              </a:ext>
            </a:extLst>
          </p:cNvPr>
          <p:cNvSpPr/>
          <p:nvPr/>
        </p:nvSpPr>
        <p:spPr>
          <a:xfrm>
            <a:off x="8983421" y="2131387"/>
            <a:ext cx="1255465" cy="89836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40EC5-C8DC-3DB9-B8F6-DED28781C753}"/>
              </a:ext>
            </a:extLst>
          </p:cNvPr>
          <p:cNvSpPr/>
          <p:nvPr/>
        </p:nvSpPr>
        <p:spPr>
          <a:xfrm>
            <a:off x="1156916" y="949005"/>
            <a:ext cx="2080614" cy="53569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77B1209-B59B-0E72-0460-0EEB2A18565C}"/>
              </a:ext>
            </a:extLst>
          </p:cNvPr>
          <p:cNvSpPr/>
          <p:nvPr/>
        </p:nvSpPr>
        <p:spPr>
          <a:xfrm>
            <a:off x="5064461" y="2299523"/>
            <a:ext cx="2746992" cy="1685304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F73C4-685C-62C9-5050-8EB325B0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192" y="47576"/>
            <a:ext cx="10392458" cy="514198"/>
          </a:xfrm>
        </p:spPr>
        <p:txBody>
          <a:bodyPr>
            <a:normAutofit/>
          </a:bodyPr>
          <a:lstStyle/>
          <a:p>
            <a:r>
              <a:rPr lang="en-US" sz="2800" dirty="0"/>
              <a:t>FinWise v1.0.0 – Deployed into Azure cloud – ‘Production Environment’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D0CE4D-CD9B-BB27-A35E-DD39E1E50B48}"/>
              </a:ext>
            </a:extLst>
          </p:cNvPr>
          <p:cNvSpPr/>
          <p:nvPr/>
        </p:nvSpPr>
        <p:spPr>
          <a:xfrm>
            <a:off x="1904662" y="3739269"/>
            <a:ext cx="785954" cy="1240221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16966-E9B8-2328-6079-1ADA319A4D94}"/>
              </a:ext>
            </a:extLst>
          </p:cNvPr>
          <p:cNvSpPr txBox="1"/>
          <p:nvPr/>
        </p:nvSpPr>
        <p:spPr>
          <a:xfrm>
            <a:off x="1890295" y="4258740"/>
            <a:ext cx="83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</p:txBody>
      </p:sp>
      <p:pic>
        <p:nvPicPr>
          <p:cNvPr id="10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5747A9C9-E574-E018-DEE2-9234CC3AD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2773" b="20435"/>
          <a:stretch>
            <a:fillRect/>
          </a:stretch>
        </p:blipFill>
        <p:spPr bwMode="auto">
          <a:xfrm>
            <a:off x="1201302" y="4105549"/>
            <a:ext cx="491747" cy="50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E73C4AB-C728-F3AE-8E69-32AB672954E3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1693049" y="4358912"/>
            <a:ext cx="211613" cy="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38D56B8-D426-4A14-ACD1-BA9C79DE469E}"/>
              </a:ext>
            </a:extLst>
          </p:cNvPr>
          <p:cNvSpPr txBox="1"/>
          <p:nvPr/>
        </p:nvSpPr>
        <p:spPr>
          <a:xfrm>
            <a:off x="1938393" y="4440985"/>
            <a:ext cx="7184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53A103-25A1-19D9-237A-E551E9857B98}"/>
              </a:ext>
            </a:extLst>
          </p:cNvPr>
          <p:cNvSpPr txBox="1"/>
          <p:nvPr/>
        </p:nvSpPr>
        <p:spPr>
          <a:xfrm>
            <a:off x="2653466" y="4250080"/>
            <a:ext cx="636555" cy="80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Streaming)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2DC59111-A561-0F48-69D2-A4588C722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5553" y="3897825"/>
            <a:ext cx="199462" cy="199462"/>
          </a:xfrm>
          <a:prstGeom prst="rect">
            <a:avLst/>
          </a:prstGeom>
        </p:spPr>
      </p:pic>
      <p:pic>
        <p:nvPicPr>
          <p:cNvPr id="57" name="Picture 56" descr="File:ChatGPT-Logo.svg - Wikimedia Commons">
            <a:extLst>
              <a:ext uri="{FF2B5EF4-FFF2-40B4-BE49-F238E27FC236}">
                <a16:creationId xmlns:a16="http://schemas.microsoft.com/office/drawing/2014/main" id="{DA3A3378-0A8C-5AAD-0603-F4131C4E34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429" y="3884467"/>
            <a:ext cx="212820" cy="212820"/>
          </a:xfrm>
          <a:prstGeom prst="rect">
            <a:avLst/>
          </a:prstGeom>
        </p:spPr>
      </p:pic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784E4686-3EB2-2AFD-7EEE-BF461300BD7F}"/>
              </a:ext>
            </a:extLst>
          </p:cNvPr>
          <p:cNvCxnSpPr>
            <a:cxnSpLocks/>
            <a:stCxn id="128" idx="3"/>
            <a:endCxn id="138" idx="1"/>
          </p:cNvCxnSpPr>
          <p:nvPr/>
        </p:nvCxnSpPr>
        <p:spPr>
          <a:xfrm flipV="1">
            <a:off x="7811453" y="2580569"/>
            <a:ext cx="1171968" cy="561606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42" name="Picture 141" descr="Microsoft Azure, Microsoft Azure MVP - BizStream">
            <a:extLst>
              <a:ext uri="{FF2B5EF4-FFF2-40B4-BE49-F238E27FC236}">
                <a16:creationId xmlns:a16="http://schemas.microsoft.com/office/drawing/2014/main" id="{165126C0-C33F-1F79-7CD4-90AA49903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518" y="1496186"/>
            <a:ext cx="1854546" cy="63425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26339F-82DD-D2C0-D99C-59CBACFEBD6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690616" y="3377561"/>
            <a:ext cx="1315904" cy="98181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4143406-AA82-F500-E665-E8F05AE9C134}"/>
              </a:ext>
            </a:extLst>
          </p:cNvPr>
          <p:cNvSpPr txBox="1"/>
          <p:nvPr/>
        </p:nvSpPr>
        <p:spPr>
          <a:xfrm>
            <a:off x="6482847" y="5016927"/>
            <a:ext cx="71607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Authorization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F6C84085-2EEB-DE89-53B0-EB3B63B9D473}"/>
              </a:ext>
            </a:extLst>
          </p:cNvPr>
          <p:cNvCxnSpPr>
            <a:cxnSpLocks/>
            <a:endCxn id="96" idx="0"/>
          </p:cNvCxnSpPr>
          <p:nvPr/>
        </p:nvCxnSpPr>
        <p:spPr>
          <a:xfrm rot="5400000">
            <a:off x="5141266" y="3724862"/>
            <a:ext cx="917897" cy="587488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6A9382CA-4D43-8DE5-416E-32560E99736B}"/>
              </a:ext>
            </a:extLst>
          </p:cNvPr>
          <p:cNvCxnSpPr>
            <a:cxnSpLocks/>
            <a:endCxn id="85" idx="1"/>
          </p:cNvCxnSpPr>
          <p:nvPr/>
        </p:nvCxnSpPr>
        <p:spPr>
          <a:xfrm>
            <a:off x="6113405" y="3758556"/>
            <a:ext cx="979378" cy="123182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94EA3EEF-750C-6C3E-1C07-A84452EA43F1}"/>
              </a:ext>
            </a:extLst>
          </p:cNvPr>
          <p:cNvSpPr txBox="1"/>
          <p:nvPr/>
        </p:nvSpPr>
        <p:spPr>
          <a:xfrm>
            <a:off x="1150735" y="1030720"/>
            <a:ext cx="66327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4726903-9527-CADD-CF6D-97AA4928DA29}"/>
              </a:ext>
            </a:extLst>
          </p:cNvPr>
          <p:cNvSpPr txBox="1"/>
          <p:nvPr/>
        </p:nvSpPr>
        <p:spPr>
          <a:xfrm>
            <a:off x="5430808" y="3995664"/>
            <a:ext cx="59710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" b="0" i="1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App secret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DCA93634-7906-7353-1512-4E1A8E2A7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7589" y="2367612"/>
            <a:ext cx="466438" cy="466438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269E1C62-15C2-2840-A6C3-8D0A654E6637}"/>
              </a:ext>
            </a:extLst>
          </p:cNvPr>
          <p:cNvSpPr txBox="1"/>
          <p:nvPr/>
        </p:nvSpPr>
        <p:spPr>
          <a:xfrm>
            <a:off x="5638588" y="2439856"/>
            <a:ext cx="16610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Azure Container Apps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296E0F-01D8-B0DF-423E-85139AEE7529}"/>
              </a:ext>
            </a:extLst>
          </p:cNvPr>
          <p:cNvSpPr txBox="1"/>
          <p:nvPr/>
        </p:nvSpPr>
        <p:spPr>
          <a:xfrm>
            <a:off x="1935075" y="4051655"/>
            <a:ext cx="41543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63534D-4031-2278-D4BD-F1E16B989CBF}"/>
              </a:ext>
            </a:extLst>
          </p:cNvPr>
          <p:cNvSpPr txBox="1"/>
          <p:nvPr/>
        </p:nvSpPr>
        <p:spPr>
          <a:xfrm>
            <a:off x="2247800" y="4051655"/>
            <a:ext cx="48207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ChatGPT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F0EB1D-A0A9-BED4-ED05-F5D54452474B}"/>
              </a:ext>
            </a:extLst>
          </p:cNvPr>
          <p:cNvSpPr/>
          <p:nvPr/>
        </p:nvSpPr>
        <p:spPr>
          <a:xfrm>
            <a:off x="1903943" y="1470511"/>
            <a:ext cx="785954" cy="1240221"/>
          </a:xfrm>
          <a:prstGeom prst="roundRect">
            <a:avLst/>
          </a:prstGeom>
          <a:solidFill>
            <a:schemeClr val="bg1"/>
          </a:solidFill>
          <a:ln>
            <a:solidFill>
              <a:srgbClr val="2189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95F33C-7C35-B136-AE98-6F85B8A793B4}"/>
              </a:ext>
            </a:extLst>
          </p:cNvPr>
          <p:cNvSpPr txBox="1"/>
          <p:nvPr/>
        </p:nvSpPr>
        <p:spPr>
          <a:xfrm>
            <a:off x="1889576" y="1989982"/>
            <a:ext cx="8325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 UI</a:t>
            </a:r>
          </a:p>
        </p:txBody>
      </p:sp>
      <p:pic>
        <p:nvPicPr>
          <p:cNvPr id="25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6BF135C0-DBC1-4DBB-4A10-1A20258B8D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2773" b="20435"/>
          <a:stretch>
            <a:fillRect/>
          </a:stretch>
        </p:blipFill>
        <p:spPr bwMode="auto">
          <a:xfrm>
            <a:off x="1200583" y="1836791"/>
            <a:ext cx="491747" cy="50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D271C53-1A25-6D0A-57BD-6834170E2D29}"/>
              </a:ext>
            </a:extLst>
          </p:cNvPr>
          <p:cNvCxnSpPr>
            <a:cxnSpLocks/>
            <a:stCxn id="25" idx="3"/>
            <a:endCxn id="21" idx="1"/>
          </p:cNvCxnSpPr>
          <p:nvPr/>
        </p:nvCxnSpPr>
        <p:spPr>
          <a:xfrm>
            <a:off x="1692330" y="2090154"/>
            <a:ext cx="211613" cy="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B0A63AF-CD07-E12A-B3F6-FFEE6B1DC1CF}"/>
              </a:ext>
            </a:extLst>
          </p:cNvPr>
          <p:cNvSpPr txBox="1"/>
          <p:nvPr/>
        </p:nvSpPr>
        <p:spPr>
          <a:xfrm>
            <a:off x="1937674" y="2172227"/>
            <a:ext cx="718491" cy="2154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client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7EB3C5-0265-706A-14E5-77161472643C}"/>
              </a:ext>
            </a:extLst>
          </p:cNvPr>
          <p:cNvSpPr txBox="1"/>
          <p:nvPr/>
        </p:nvSpPr>
        <p:spPr>
          <a:xfrm>
            <a:off x="2641585" y="2398916"/>
            <a:ext cx="636555" cy="805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(Model-Context-Protocol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|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Http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Streaming)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1D771D0-1C90-F0B8-8ABC-851A66686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4834" y="1629067"/>
            <a:ext cx="199462" cy="199462"/>
          </a:xfrm>
          <a:prstGeom prst="rect">
            <a:avLst/>
          </a:prstGeom>
        </p:spPr>
      </p:pic>
      <p:pic>
        <p:nvPicPr>
          <p:cNvPr id="35" name="Picture 34" descr="File:ChatGPT-Logo.svg - Wikimedia Commons">
            <a:extLst>
              <a:ext uri="{FF2B5EF4-FFF2-40B4-BE49-F238E27FC236}">
                <a16:creationId xmlns:a16="http://schemas.microsoft.com/office/drawing/2014/main" id="{7E16A734-7D4C-523C-1AB1-FD454B5CE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710" y="1615709"/>
            <a:ext cx="212820" cy="21282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98D3F74-CBC2-A012-E5FD-C75402F6EDFA}"/>
              </a:ext>
            </a:extLst>
          </p:cNvPr>
          <p:cNvSpPr txBox="1"/>
          <p:nvPr/>
        </p:nvSpPr>
        <p:spPr>
          <a:xfrm>
            <a:off x="1934356" y="1782897"/>
            <a:ext cx="415436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Claude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F88264-CFE4-1C55-80E4-9C92646213C8}"/>
              </a:ext>
            </a:extLst>
          </p:cNvPr>
          <p:cNvSpPr txBox="1"/>
          <p:nvPr/>
        </p:nvSpPr>
        <p:spPr>
          <a:xfrm>
            <a:off x="2247081" y="1782897"/>
            <a:ext cx="48207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ChatGPT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AF3DC1C-E5BD-A337-EF5B-D1949C052AEA}"/>
              </a:ext>
            </a:extLst>
          </p:cNvPr>
          <p:cNvCxnSpPr>
            <a:stCxn id="21" idx="2"/>
            <a:endCxn id="8" idx="0"/>
          </p:cNvCxnSpPr>
          <p:nvPr/>
        </p:nvCxnSpPr>
        <p:spPr>
          <a:xfrm>
            <a:off x="2296920" y="2710732"/>
            <a:ext cx="719" cy="102853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97E687F-FB26-01B3-71B7-4DE5E8DCA682}"/>
              </a:ext>
            </a:extLst>
          </p:cNvPr>
          <p:cNvSpPr txBox="1"/>
          <p:nvPr/>
        </p:nvSpPr>
        <p:spPr>
          <a:xfrm>
            <a:off x="1428303" y="2976447"/>
            <a:ext cx="977354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Thousands of users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143708-0623-BF7E-A00E-319C9502D692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2722118" y="2097704"/>
            <a:ext cx="1290356" cy="108400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40BB3FF2-1295-8215-EEE0-25FB24E503C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3149" y="3006449"/>
            <a:ext cx="655938" cy="53446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35D27D2-488E-1BFE-FAE3-55BAC7C365A6}"/>
              </a:ext>
            </a:extLst>
          </p:cNvPr>
          <p:cNvSpPr txBox="1"/>
          <p:nvPr/>
        </p:nvSpPr>
        <p:spPr>
          <a:xfrm>
            <a:off x="3542827" y="3437595"/>
            <a:ext cx="11845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Load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Balancer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24D299B-3FF4-0A6B-F44D-4E2D1A7C5DE5}"/>
              </a:ext>
            </a:extLst>
          </p:cNvPr>
          <p:cNvGrpSpPr/>
          <p:nvPr/>
        </p:nvGrpSpPr>
        <p:grpSpPr>
          <a:xfrm>
            <a:off x="6119419" y="2795691"/>
            <a:ext cx="1498577" cy="477867"/>
            <a:chOff x="4558057" y="1800806"/>
            <a:chExt cx="1498577" cy="477867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CA73C9F2-52F7-94E0-AA5D-437C22875F6D}"/>
                </a:ext>
              </a:extLst>
            </p:cNvPr>
            <p:cNvSpPr/>
            <p:nvPr/>
          </p:nvSpPr>
          <p:spPr>
            <a:xfrm>
              <a:off x="4643325" y="1849235"/>
              <a:ext cx="1413309" cy="429438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83" name="Picture 82" descr="Docker - Quick start guide | Packagecloud Blog">
              <a:extLst>
                <a:ext uri="{FF2B5EF4-FFF2-40B4-BE49-F238E27FC236}">
                  <a16:creationId xmlns:a16="http://schemas.microsoft.com/office/drawing/2014/main" id="{14063D9B-6700-CC3C-4F75-22E6E2FED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796" t="23426" r="26955" b="17799"/>
            <a:stretch>
              <a:fillRect/>
            </a:stretch>
          </p:blipFill>
          <p:spPr>
            <a:xfrm>
              <a:off x="4558057" y="1800806"/>
              <a:ext cx="484632" cy="354093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FA87A23-74EA-03FF-FDA8-B9D6E562E614}"/>
                </a:ext>
              </a:extLst>
            </p:cNvPr>
            <p:cNvSpPr txBox="1"/>
            <p:nvPr/>
          </p:nvSpPr>
          <p:spPr>
            <a:xfrm>
              <a:off x="5001010" y="1851423"/>
              <a:ext cx="96187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(Instance ‘n’)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16F65C7-6110-EA0C-34E1-8AE0B387B923}"/>
              </a:ext>
            </a:extLst>
          </p:cNvPr>
          <p:cNvGrpSpPr/>
          <p:nvPr/>
        </p:nvGrpSpPr>
        <p:grpSpPr>
          <a:xfrm>
            <a:off x="5773735" y="3032986"/>
            <a:ext cx="1498577" cy="477867"/>
            <a:chOff x="4558057" y="1800806"/>
            <a:chExt cx="1498577" cy="477867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5893D5EC-B7E9-FB9C-4F64-5398E7E1E033}"/>
                </a:ext>
              </a:extLst>
            </p:cNvPr>
            <p:cNvSpPr/>
            <p:nvPr/>
          </p:nvSpPr>
          <p:spPr>
            <a:xfrm>
              <a:off x="4643325" y="1849235"/>
              <a:ext cx="1413309" cy="429438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79" name="Picture 78" descr="Docker - Quick start guide | Packagecloud Blog">
              <a:extLst>
                <a:ext uri="{FF2B5EF4-FFF2-40B4-BE49-F238E27FC236}">
                  <a16:creationId xmlns:a16="http://schemas.microsoft.com/office/drawing/2014/main" id="{6545D191-1647-4958-8315-1DECC7DC2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796" t="23426" r="26955" b="17799"/>
            <a:stretch>
              <a:fillRect/>
            </a:stretch>
          </p:blipFill>
          <p:spPr>
            <a:xfrm>
              <a:off x="4558057" y="1800806"/>
              <a:ext cx="484632" cy="354093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7C6A72A-7273-686E-ECB9-9A20F46B3A71}"/>
                </a:ext>
              </a:extLst>
            </p:cNvPr>
            <p:cNvSpPr txBox="1"/>
            <p:nvPr/>
          </p:nvSpPr>
          <p:spPr>
            <a:xfrm>
              <a:off x="5001010" y="1851423"/>
              <a:ext cx="96187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(Instance 2)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5BA7EE8-861E-D8F8-1388-6E408164F291}"/>
              </a:ext>
            </a:extLst>
          </p:cNvPr>
          <p:cNvGrpSpPr/>
          <p:nvPr/>
        </p:nvGrpSpPr>
        <p:grpSpPr>
          <a:xfrm>
            <a:off x="5301245" y="3280689"/>
            <a:ext cx="1498577" cy="512282"/>
            <a:chOff x="4558057" y="1800806"/>
            <a:chExt cx="1498577" cy="51228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638139A-198B-6796-57EC-3CC491F268D1}"/>
                </a:ext>
              </a:extLst>
            </p:cNvPr>
            <p:cNvSpPr/>
            <p:nvPr/>
          </p:nvSpPr>
          <p:spPr>
            <a:xfrm>
              <a:off x="4643325" y="1849235"/>
              <a:ext cx="1413309" cy="429438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6" name="Picture 5" descr="Docker - Quick start guide | Packagecloud Blog">
              <a:extLst>
                <a:ext uri="{FF2B5EF4-FFF2-40B4-BE49-F238E27FC236}">
                  <a16:creationId xmlns:a16="http://schemas.microsoft.com/office/drawing/2014/main" id="{8C95C7BA-3108-9D07-0BA6-F2E01D85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7796" t="23426" r="26955" b="17799"/>
            <a:stretch>
              <a:fillRect/>
            </a:stretch>
          </p:blipFill>
          <p:spPr>
            <a:xfrm>
              <a:off x="4558057" y="1800806"/>
              <a:ext cx="484632" cy="354093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B60A929-7C81-7BC5-DEE8-6A7DF1EC3089}"/>
                </a:ext>
              </a:extLst>
            </p:cNvPr>
            <p:cNvSpPr txBox="1"/>
            <p:nvPr/>
          </p:nvSpPr>
          <p:spPr>
            <a:xfrm>
              <a:off x="5001010" y="1851423"/>
              <a:ext cx="9618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FinWise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Docker container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(Instance 1)</a:t>
              </a:r>
            </a:p>
          </p:txBody>
        </p:sp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52B9D23-011E-1195-350A-8DC7B2940260}"/>
              </a:ext>
            </a:extLst>
          </p:cNvPr>
          <p:cNvSpPr/>
          <p:nvPr/>
        </p:nvSpPr>
        <p:spPr>
          <a:xfrm>
            <a:off x="7092783" y="4475747"/>
            <a:ext cx="1437340" cy="1029266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7" name="Picture 86" descr="AI Model Catalog | Azure AI Foundry Models">
            <a:extLst>
              <a:ext uri="{FF2B5EF4-FFF2-40B4-BE49-F238E27FC236}">
                <a16:creationId xmlns:a16="http://schemas.microsoft.com/office/drawing/2014/main" id="{5F4F5F84-6D98-3C3F-C99A-1320E071DF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6307" y="4528533"/>
            <a:ext cx="729386" cy="382928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F2754DE6-DC58-4C56-02C6-5DD0272D5BF8}"/>
              </a:ext>
            </a:extLst>
          </p:cNvPr>
          <p:cNvSpPr txBox="1"/>
          <p:nvPr/>
        </p:nvSpPr>
        <p:spPr>
          <a:xfrm>
            <a:off x="7608723" y="4481261"/>
            <a:ext cx="788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Azure AI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Foundry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354DABDD-CF5D-ED8A-F387-3D45E9031B46}"/>
              </a:ext>
            </a:extLst>
          </p:cNvPr>
          <p:cNvSpPr>
            <a:spLocks noChangeAspect="1"/>
          </p:cNvSpPr>
          <p:nvPr/>
        </p:nvSpPr>
        <p:spPr>
          <a:xfrm>
            <a:off x="8022634" y="5008529"/>
            <a:ext cx="307714" cy="307714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EE7FEF-8CD9-9875-7EBD-EBC338807C49}"/>
              </a:ext>
            </a:extLst>
          </p:cNvPr>
          <p:cNvSpPr txBox="1"/>
          <p:nvPr/>
        </p:nvSpPr>
        <p:spPr>
          <a:xfrm>
            <a:off x="7986808" y="5307060"/>
            <a:ext cx="40851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LLMs</a:t>
            </a:r>
          </a:p>
        </p:txBody>
      </p:sp>
      <p:pic>
        <p:nvPicPr>
          <p:cNvPr id="59" name="Picture 58" descr="OpenAI GPT‑5: Smarter, Faster AI for All | Varadaraj achraya | Stackademic">
            <a:extLst>
              <a:ext uri="{FF2B5EF4-FFF2-40B4-BE49-F238E27FC236}">
                <a16:creationId xmlns:a16="http://schemas.microsoft.com/office/drawing/2014/main" id="{F6887E96-3412-9F30-5320-78906A366BB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3616"/>
          <a:stretch>
            <a:fillRect/>
          </a:stretch>
        </p:blipFill>
        <p:spPr>
          <a:xfrm>
            <a:off x="8090775" y="5075271"/>
            <a:ext cx="172999" cy="174231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078A7BE9-C601-5EDA-EBFD-2C6870DA70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6707" y="5034254"/>
            <a:ext cx="311500" cy="302536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B49DEC08-0428-312E-0843-9421D4410622}"/>
              </a:ext>
            </a:extLst>
          </p:cNvPr>
          <p:cNvSpPr txBox="1"/>
          <p:nvPr/>
        </p:nvSpPr>
        <p:spPr>
          <a:xfrm>
            <a:off x="7312427" y="5307060"/>
            <a:ext cx="48557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8AFF934A-874C-D4C8-ED2F-C97CA5640AA8}"/>
              </a:ext>
            </a:extLst>
          </p:cNvPr>
          <p:cNvSpPr/>
          <p:nvPr/>
        </p:nvSpPr>
        <p:spPr>
          <a:xfrm>
            <a:off x="9008124" y="5316243"/>
            <a:ext cx="1272721" cy="67031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131B9475-BC5B-3154-F68D-A8CB60DD153A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83669" y="5477269"/>
            <a:ext cx="711984" cy="319364"/>
          </a:xfrm>
          <a:prstGeom prst="rect">
            <a:avLst/>
          </a:prstGeom>
          <a:ln>
            <a:noFill/>
          </a:ln>
        </p:spPr>
      </p:pic>
      <p:cxnSp>
        <p:nvCxnSpPr>
          <p:cNvPr id="168" name="Connector: Curved 167">
            <a:extLst>
              <a:ext uri="{FF2B5EF4-FFF2-40B4-BE49-F238E27FC236}">
                <a16:creationId xmlns:a16="http://schemas.microsoft.com/office/drawing/2014/main" id="{B31DA090-F557-77F1-949F-FE31C5773F7E}"/>
              </a:ext>
            </a:extLst>
          </p:cNvPr>
          <p:cNvCxnSpPr>
            <a:cxnSpLocks/>
            <a:stCxn id="90" idx="2"/>
            <a:endCxn id="91" idx="1"/>
          </p:cNvCxnSpPr>
          <p:nvPr/>
        </p:nvCxnSpPr>
        <p:spPr>
          <a:xfrm rot="16200000" flipH="1">
            <a:off x="8209528" y="4852801"/>
            <a:ext cx="144283" cy="1452909"/>
          </a:xfrm>
          <a:prstGeom prst="curvedConnector2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B57E2C5E-DBCB-30DC-7E6D-EEEBF84B0114}"/>
              </a:ext>
            </a:extLst>
          </p:cNvPr>
          <p:cNvSpPr txBox="1"/>
          <p:nvPr/>
        </p:nvSpPr>
        <p:spPr>
          <a:xfrm>
            <a:off x="8165920" y="5639201"/>
            <a:ext cx="71607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Grounding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99E2DB7-4900-C6FF-6542-4A0E57FEFDEC}"/>
              </a:ext>
            </a:extLst>
          </p:cNvPr>
          <p:cNvGrpSpPr/>
          <p:nvPr/>
        </p:nvGrpSpPr>
        <p:grpSpPr>
          <a:xfrm>
            <a:off x="4587800" y="4477555"/>
            <a:ext cx="1437340" cy="1029266"/>
            <a:chOff x="3015493" y="4965263"/>
            <a:chExt cx="1437340" cy="1029266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90FA58A8-1965-DAEE-7A80-84C8C53B5CD3}"/>
                </a:ext>
              </a:extLst>
            </p:cNvPr>
            <p:cNvSpPr/>
            <p:nvPr/>
          </p:nvSpPr>
          <p:spPr>
            <a:xfrm>
              <a:off x="3015493" y="4965263"/>
              <a:ext cx="1437340" cy="1029266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rgbClr val="2597EE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F293CDFB-7E7F-151F-6231-9B0BDB35CA4F}"/>
                </a:ext>
              </a:extLst>
            </p:cNvPr>
            <p:cNvSpPr txBox="1"/>
            <p:nvPr/>
          </p:nvSpPr>
          <p:spPr>
            <a:xfrm>
              <a:off x="3464233" y="5050268"/>
              <a:ext cx="96738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Azure Entra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80A03519-FB2F-CD62-8BEA-9477EB01E0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121692" y="5003536"/>
              <a:ext cx="370462" cy="370462"/>
            </a:xfrm>
            <a:prstGeom prst="rect">
              <a:avLst/>
            </a:prstGeom>
          </p:spPr>
        </p:pic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F98255A-CB6D-6147-9B8E-6CADEA431373}"/>
                </a:ext>
              </a:extLst>
            </p:cNvPr>
            <p:cNvGrpSpPr/>
            <p:nvPr/>
          </p:nvGrpSpPr>
          <p:grpSpPr>
            <a:xfrm>
              <a:off x="3522630" y="5279189"/>
              <a:ext cx="798156" cy="681495"/>
              <a:chOff x="9616447" y="4665102"/>
              <a:chExt cx="798156" cy="681495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ED2900D-5439-D092-C12C-FCB785B73E20}"/>
                  </a:ext>
                </a:extLst>
              </p:cNvPr>
              <p:cNvSpPr/>
              <p:nvPr/>
            </p:nvSpPr>
            <p:spPr>
              <a:xfrm>
                <a:off x="9669174" y="4702187"/>
                <a:ext cx="674517" cy="6088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108F74B2-4A75-6C1B-432A-B099F9026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9890326" y="4908644"/>
                <a:ext cx="250098" cy="250098"/>
              </a:xfrm>
              <a:prstGeom prst="rect">
                <a:avLst/>
              </a:prstGeom>
            </p:spPr>
          </p:pic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6E8DCE2-21C0-F206-EAAC-63D36D799162}"/>
                  </a:ext>
                </a:extLst>
              </p:cNvPr>
              <p:cNvSpPr txBox="1"/>
              <p:nvPr/>
            </p:nvSpPr>
            <p:spPr>
              <a:xfrm>
                <a:off x="9616447" y="4665102"/>
                <a:ext cx="79815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1271EC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Finwise</a:t>
                </a:r>
                <a:r>
                  <a:rPr kumimoji="0" lang="en-US" sz="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71EC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71EC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App Registration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1E1FA39-2B03-E478-0E44-1958F7F3867B}"/>
                  </a:ext>
                </a:extLst>
              </p:cNvPr>
              <p:cNvSpPr txBox="1"/>
              <p:nvPr/>
            </p:nvSpPr>
            <p:spPr>
              <a:xfrm>
                <a:off x="9704256" y="5100376"/>
                <a:ext cx="65602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Service Principal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5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rPr>
                  <a:t>App secret</a:t>
                </a:r>
                <a:endPara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4F4B6866-5DD1-FFD3-B280-9FD8974BBFA5}"/>
              </a:ext>
            </a:extLst>
          </p:cNvPr>
          <p:cNvCxnSpPr>
            <a:cxnSpLocks/>
            <a:stCxn id="45" idx="3"/>
            <a:endCxn id="85" idx="1"/>
          </p:cNvCxnSpPr>
          <p:nvPr/>
        </p:nvCxnSpPr>
        <p:spPr>
          <a:xfrm flipV="1">
            <a:off x="5822181" y="4990380"/>
            <a:ext cx="1270602" cy="142612"/>
          </a:xfrm>
          <a:prstGeom prst="curvedConnector3">
            <a:avLst>
              <a:gd name="adj1" fmla="val 50000"/>
            </a:avLst>
          </a:prstGeom>
          <a:ln w="15875">
            <a:solidFill>
              <a:srgbClr val="FFA1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4" name="Picture 123" descr="Azure Cosmos DB">
            <a:extLst>
              <a:ext uri="{FF2B5EF4-FFF2-40B4-BE49-F238E27FC236}">
                <a16:creationId xmlns:a16="http://schemas.microsoft.com/office/drawing/2014/main" id="{54B60290-0F02-D2B3-5630-8C3E281F2E4C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74878" y="3195162"/>
            <a:ext cx="543824" cy="543824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795EECAB-C9A9-1043-2534-00E773111420}"/>
              </a:ext>
            </a:extLst>
          </p:cNvPr>
          <p:cNvSpPr txBox="1"/>
          <p:nvPr/>
        </p:nvSpPr>
        <p:spPr>
          <a:xfrm>
            <a:off x="9409108" y="3690943"/>
            <a:ext cx="871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CosmosDB</a:t>
            </a:r>
          </a:p>
        </p:txBody>
      </p:sp>
      <p:pic>
        <p:nvPicPr>
          <p:cNvPr id="127" name="Picture 126" descr="Redis Database: A Complete Guide | Leninmhs">
            <a:extLst>
              <a:ext uri="{FF2B5EF4-FFF2-40B4-BE49-F238E27FC236}">
                <a16:creationId xmlns:a16="http://schemas.microsoft.com/office/drawing/2014/main" id="{7F3EAB39-86AC-D31F-281E-19F35178502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2620" y="2252091"/>
            <a:ext cx="678948" cy="573138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F5AF9F37-CC4A-F0E9-95A7-D77AC960F1D3}"/>
              </a:ext>
            </a:extLst>
          </p:cNvPr>
          <p:cNvSpPr txBox="1"/>
          <p:nvPr/>
        </p:nvSpPr>
        <p:spPr>
          <a:xfrm>
            <a:off x="8994677" y="2294609"/>
            <a:ext cx="71106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122E270-846D-6020-BC6F-BEE0709045B3}"/>
              </a:ext>
            </a:extLst>
          </p:cNvPr>
          <p:cNvSpPr txBox="1"/>
          <p:nvPr/>
        </p:nvSpPr>
        <p:spPr>
          <a:xfrm>
            <a:off x="9008124" y="2528146"/>
            <a:ext cx="60303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32" name="Picture 131" descr="Tropical blue database 5 icon - Free tropical blue database icons">
            <a:extLst>
              <a:ext uri="{FF2B5EF4-FFF2-40B4-BE49-F238E27FC236}">
                <a16:creationId xmlns:a16="http://schemas.microsoft.com/office/drawing/2014/main" id="{FFBA525E-EBDB-63AF-DC65-22D90B7B4691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65136" y="2441023"/>
            <a:ext cx="111600" cy="111600"/>
          </a:xfrm>
          <a:prstGeom prst="rect">
            <a:avLst/>
          </a:prstGeom>
        </p:spPr>
      </p:pic>
      <p:pic>
        <p:nvPicPr>
          <p:cNvPr id="133" name="Picture 132" descr="Tropical blue database 5 icon - Free tropical blue database icons">
            <a:extLst>
              <a:ext uri="{FF2B5EF4-FFF2-40B4-BE49-F238E27FC236}">
                <a16:creationId xmlns:a16="http://schemas.microsoft.com/office/drawing/2014/main" id="{CEB8C28B-297E-6ED5-40ED-00B314F575BA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165136" y="2658699"/>
            <a:ext cx="111600" cy="111600"/>
          </a:xfrm>
          <a:prstGeom prst="rect">
            <a:avLst/>
          </a:prstGeom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7D28F1B9-8005-8CB0-E99B-540697B5426A}"/>
              </a:ext>
            </a:extLst>
          </p:cNvPr>
          <p:cNvSpPr txBox="1"/>
          <p:nvPr/>
        </p:nvSpPr>
        <p:spPr>
          <a:xfrm>
            <a:off x="8987574" y="3322003"/>
            <a:ext cx="5813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Persisted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 Profiles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35" name="Picture 134" descr="Tropical blue database 5 icon - Free tropical blue database icons">
            <a:extLst>
              <a:ext uri="{FF2B5EF4-FFF2-40B4-BE49-F238E27FC236}">
                <a16:creationId xmlns:a16="http://schemas.microsoft.com/office/drawing/2014/main" id="{3F50BA0B-FEF2-DFD8-D977-B9E701C59A89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53249" y="3543318"/>
            <a:ext cx="111600" cy="111600"/>
          </a:xfrm>
          <a:prstGeom prst="rect">
            <a:avLst/>
          </a:prstGeom>
        </p:spPr>
      </p:pic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38ABED3-2952-5C2A-9668-B742A553D630}"/>
              </a:ext>
            </a:extLst>
          </p:cNvPr>
          <p:cNvCxnSpPr>
            <a:cxnSpLocks/>
            <a:stCxn id="128" idx="3"/>
            <a:endCxn id="137" idx="1"/>
          </p:cNvCxnSpPr>
          <p:nvPr/>
        </p:nvCxnSpPr>
        <p:spPr>
          <a:xfrm>
            <a:off x="7811453" y="3142175"/>
            <a:ext cx="1177099" cy="468918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ACB52A6-35F2-3128-99F9-9E29E545D97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310525" y="3276426"/>
            <a:ext cx="990720" cy="18131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4575F197-1D34-B15B-972B-B0181E0CA7D7}"/>
              </a:ext>
            </a:extLst>
          </p:cNvPr>
          <p:cNvCxnSpPr>
            <a:cxnSpLocks/>
            <a:endCxn id="79" idx="1"/>
          </p:cNvCxnSpPr>
          <p:nvPr/>
        </p:nvCxnSpPr>
        <p:spPr>
          <a:xfrm flipV="1">
            <a:off x="4285509" y="3210033"/>
            <a:ext cx="1488226" cy="59819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ACDEFCE-8E46-6754-B93F-0CFE85F94B99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4304583" y="2972738"/>
            <a:ext cx="1814836" cy="29711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F1C1A0-2238-959D-8B8A-0054F2AC410F}"/>
              </a:ext>
            </a:extLst>
          </p:cNvPr>
          <p:cNvSpPr/>
          <p:nvPr/>
        </p:nvSpPr>
        <p:spPr>
          <a:xfrm>
            <a:off x="8982878" y="4459446"/>
            <a:ext cx="1297967" cy="67031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6E7C40-B6E2-2930-CB0F-BBDE9E5B8571}"/>
              </a:ext>
            </a:extLst>
          </p:cNvPr>
          <p:cNvSpPr txBox="1"/>
          <p:nvPr/>
        </p:nvSpPr>
        <p:spPr>
          <a:xfrm>
            <a:off x="9290410" y="4568717"/>
            <a:ext cx="1099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Business/Stock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MCP tools</a:t>
            </a:r>
          </a:p>
        </p:txBody>
      </p:sp>
      <p:pic>
        <p:nvPicPr>
          <p:cNvPr id="26" name="Picture 8" descr="MCP (Model Context Protocol) Logo Fr ...">
            <a:extLst>
              <a:ext uri="{FF2B5EF4-FFF2-40B4-BE49-F238E27FC236}">
                <a16:creationId xmlns:a16="http://schemas.microsoft.com/office/drawing/2014/main" id="{4E3B1200-1D58-9A55-85E5-0B5A89344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4218" y="4678964"/>
            <a:ext cx="205927" cy="2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16793054-65B0-E43F-D1C1-D056929654E5}"/>
              </a:ext>
            </a:extLst>
          </p:cNvPr>
          <p:cNvCxnSpPr>
            <a:cxnSpLocks/>
            <a:stCxn id="85" idx="3"/>
            <a:endCxn id="14" idx="1"/>
          </p:cNvCxnSpPr>
          <p:nvPr/>
        </p:nvCxnSpPr>
        <p:spPr>
          <a:xfrm flipV="1">
            <a:off x="8530123" y="4794601"/>
            <a:ext cx="452755" cy="195779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4C05046-A48E-C6AE-7297-4D00D0E52911}"/>
              </a:ext>
            </a:extLst>
          </p:cNvPr>
          <p:cNvSpPr txBox="1"/>
          <p:nvPr/>
        </p:nvSpPr>
        <p:spPr>
          <a:xfrm>
            <a:off x="8473494" y="4978904"/>
            <a:ext cx="71607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Grounding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3" name="Picture 8" descr="MCP (Model Context Protocol) Logo Fr ...">
            <a:extLst>
              <a:ext uri="{FF2B5EF4-FFF2-40B4-BE49-F238E27FC236}">
                <a16:creationId xmlns:a16="http://schemas.microsoft.com/office/drawing/2014/main" id="{4F72A6AF-74D9-07A3-BC38-BDCB39CA2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990" y="3166888"/>
            <a:ext cx="205927" cy="2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22FE27B-CF18-CBD5-9934-37FCDFA8AD71}"/>
              </a:ext>
            </a:extLst>
          </p:cNvPr>
          <p:cNvSpPr txBox="1"/>
          <p:nvPr/>
        </p:nvSpPr>
        <p:spPr>
          <a:xfrm>
            <a:off x="4207265" y="2837414"/>
            <a:ext cx="6365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MCP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protocol</a:t>
            </a:r>
          </a:p>
        </p:txBody>
      </p:sp>
      <p:pic>
        <p:nvPicPr>
          <p:cNvPr id="58" name="Picture 8" descr="MCP (Model Context Protocol) Logo Fr ...">
            <a:extLst>
              <a:ext uri="{FF2B5EF4-FFF2-40B4-BE49-F238E27FC236}">
                <a16:creationId xmlns:a16="http://schemas.microsoft.com/office/drawing/2014/main" id="{D50284EB-2DC2-058E-7973-146B8A0BC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277" y="4252302"/>
            <a:ext cx="205927" cy="2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8" descr="MCP (Model Context Protocol) Logo Fr ...">
            <a:extLst>
              <a:ext uri="{FF2B5EF4-FFF2-40B4-BE49-F238E27FC236}">
                <a16:creationId xmlns:a16="http://schemas.microsoft.com/office/drawing/2014/main" id="{4A48DFD4-0028-6846-A011-094CEA0BF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154" y="2004193"/>
            <a:ext cx="205927" cy="2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3471E4-47DD-B6DF-6F5D-E3F6BB520C88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23151" y="3548369"/>
            <a:ext cx="379660" cy="3672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8DEA99-0D3F-DB12-D3BC-A5BF32CEDBCB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03173" y="3310219"/>
            <a:ext cx="379660" cy="3672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887C3A-3646-5E95-34C5-5B5B0ECE0C3E}"/>
              </a:ext>
            </a:extLst>
          </p:cNvPr>
          <p:cNvPicPr>
            <a:picLocks noChangeAspect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18893" y="3056302"/>
            <a:ext cx="379660" cy="36727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F309805-00B8-0F59-9CA5-D32FFF130AA0}"/>
              </a:ext>
            </a:extLst>
          </p:cNvPr>
          <p:cNvSpPr txBox="1"/>
          <p:nvPr/>
        </p:nvSpPr>
        <p:spPr>
          <a:xfrm>
            <a:off x="9705740" y="1692103"/>
            <a:ext cx="125546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Managed Redis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6B360EE-CE3D-8679-C35C-827273DFD3AB}"/>
              </a:ext>
            </a:extLst>
          </p:cNvPr>
          <p:cNvPicPr>
            <a:picLocks noChangeAspect="1"/>
          </p:cNvPicPr>
          <p:nvPr/>
        </p:nvPicPr>
        <p:blipFill>
          <a:blip r:embed="rId21">
            <a:clrChange>
              <a:clrFrom>
                <a:srgbClr val="F5F3F5"/>
              </a:clrFrom>
              <a:clrTo>
                <a:srgbClr val="F5F3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95653" y="1848404"/>
            <a:ext cx="564438" cy="54623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3D68D4C-628D-92AD-0CF0-EDD9FB3E70F1}"/>
              </a:ext>
            </a:extLst>
          </p:cNvPr>
          <p:cNvSpPr/>
          <p:nvPr/>
        </p:nvSpPr>
        <p:spPr>
          <a:xfrm>
            <a:off x="3472134" y="941445"/>
            <a:ext cx="1148783" cy="441284"/>
          </a:xfrm>
          <a:prstGeom prst="roundRect">
            <a:avLst/>
          </a:prstGeom>
          <a:solidFill>
            <a:srgbClr val="A6CAEC"/>
          </a:solidFill>
          <a:ln w="12700">
            <a:solidFill>
              <a:srgbClr val="2597E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8" name="Picture 17" descr="Docker Hub Introduction Tutorial">
            <a:extLst>
              <a:ext uri="{FF2B5EF4-FFF2-40B4-BE49-F238E27FC236}">
                <a16:creationId xmlns:a16="http://schemas.microsoft.com/office/drawing/2014/main" id="{362D8F1B-DC65-AF49-648B-4929FF89CE8E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E7E7E7"/>
              </a:clrFrom>
              <a:clrTo>
                <a:srgbClr val="E7E7E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74234" y="949349"/>
            <a:ext cx="770204" cy="433380"/>
          </a:xfrm>
          <a:prstGeom prst="rect">
            <a:avLst/>
          </a:prstGeom>
        </p:spPr>
      </p:pic>
      <p:pic>
        <p:nvPicPr>
          <p:cNvPr id="49" name="Picture 48" descr="Docker - Quick start guide | Packagecloud Blog">
            <a:extLst>
              <a:ext uri="{FF2B5EF4-FFF2-40B4-BE49-F238E27FC236}">
                <a16:creationId xmlns:a16="http://schemas.microsoft.com/office/drawing/2014/main" id="{CD70F640-59FD-BD49-CA7A-2EDDC113888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4465215" y="1156783"/>
            <a:ext cx="311404" cy="227525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99B7EBF-E7FF-A256-4735-2A51BB2861D3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4620917" y="1384308"/>
            <a:ext cx="418841" cy="1550928"/>
          </a:xfrm>
          <a:prstGeom prst="straightConnector1">
            <a:avLst/>
          </a:prstGeom>
          <a:ln>
            <a:solidFill>
              <a:srgbClr val="419AC2"/>
            </a:solidFill>
            <a:prstDash val="dash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FD1914A-7837-15B1-D860-39A1C1E7D9A9}"/>
              </a:ext>
            </a:extLst>
          </p:cNvPr>
          <p:cNvSpPr txBox="1"/>
          <p:nvPr/>
        </p:nvSpPr>
        <p:spPr>
          <a:xfrm>
            <a:off x="3354697" y="749923"/>
            <a:ext cx="13726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Container Images Registry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F5E55D-D962-6182-2949-6E058877886C}"/>
              </a:ext>
            </a:extLst>
          </p:cNvPr>
          <p:cNvSpPr txBox="1"/>
          <p:nvPr/>
        </p:nvSpPr>
        <p:spPr>
          <a:xfrm>
            <a:off x="4669227" y="1146317"/>
            <a:ext cx="87203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FinWise image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10B2BEF-7E99-301D-4E2E-888B470097E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20768" y="3318777"/>
            <a:ext cx="271826" cy="24088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7415660-E9BE-B1A0-47E3-4380D557E09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89655" y="3081254"/>
            <a:ext cx="271826" cy="24088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8ED83B9-5FA2-9FA4-B344-DA21EE4A099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46710" y="2834050"/>
            <a:ext cx="271826" cy="2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9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8A2C-6C84-9125-F05D-F034A773D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91" y="2621522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594568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994223-8C25-1A87-32F2-44119C3F7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793" y="1566860"/>
            <a:ext cx="271826" cy="2408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CFFCD3-90C9-0B83-528D-A7F25E66C6C4}"/>
              </a:ext>
            </a:extLst>
          </p:cNvPr>
          <p:cNvSpPr/>
          <p:nvPr/>
        </p:nvSpPr>
        <p:spPr>
          <a:xfrm>
            <a:off x="3594448" y="1221015"/>
            <a:ext cx="674517" cy="6088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905EF4-027E-B469-D9E3-304B6A23D367}"/>
              </a:ext>
            </a:extLst>
          </p:cNvPr>
          <p:cNvSpPr/>
          <p:nvPr/>
        </p:nvSpPr>
        <p:spPr>
          <a:xfrm>
            <a:off x="4383909" y="1622971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E1F9F-00AC-AE3B-2411-AFEB656D6FAD}"/>
              </a:ext>
            </a:extLst>
          </p:cNvPr>
          <p:cNvSpPr txBox="1"/>
          <p:nvPr/>
        </p:nvSpPr>
        <p:spPr>
          <a:xfrm>
            <a:off x="4405926" y="1583428"/>
            <a:ext cx="6204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CosmosDB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C4D48-71F4-D67B-4CCC-8653AD3DEE27}"/>
              </a:ext>
            </a:extLst>
          </p:cNvPr>
          <p:cNvSpPr/>
          <p:nvPr/>
        </p:nvSpPr>
        <p:spPr>
          <a:xfrm>
            <a:off x="4386856" y="1180593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5B150-5C63-265D-3432-A49ED6969F6E}"/>
              </a:ext>
            </a:extLst>
          </p:cNvPr>
          <p:cNvSpPr txBox="1"/>
          <p:nvPr/>
        </p:nvSpPr>
        <p:spPr>
          <a:xfrm>
            <a:off x="4279364" y="1141050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8D9494-93C3-AC6E-FC35-366DD7CC558A}"/>
              </a:ext>
            </a:extLst>
          </p:cNvPr>
          <p:cNvCxnSpPr>
            <a:cxnSpLocks/>
          </p:cNvCxnSpPr>
          <p:nvPr/>
        </p:nvCxnSpPr>
        <p:spPr>
          <a:xfrm flipV="1">
            <a:off x="4268965" y="1345599"/>
            <a:ext cx="114944" cy="18316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A7CF64-DB00-FFB7-3082-DD510D4E14F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268965" y="1525441"/>
            <a:ext cx="114944" cy="18824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181316-1283-E0CD-D92A-A14ABFD73768}"/>
              </a:ext>
            </a:extLst>
          </p:cNvPr>
          <p:cNvSpPr txBox="1"/>
          <p:nvPr/>
        </p:nvSpPr>
        <p:spPr>
          <a:xfrm>
            <a:off x="4277854" y="1417506"/>
            <a:ext cx="53064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IProfileStore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(Interface)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BE04BE-9A7F-BC5C-BAEF-F1C30437525A}"/>
              </a:ext>
            </a:extLst>
          </p:cNvPr>
          <p:cNvSpPr txBox="1"/>
          <p:nvPr/>
        </p:nvSpPr>
        <p:spPr>
          <a:xfrm>
            <a:off x="3658267" y="1412446"/>
            <a:ext cx="668300" cy="152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ts val="1425"/>
              </a:lnSpc>
              <a:buNone/>
              <a:defRPr sz="550">
                <a:solidFill>
                  <a:srgbClr val="1471EC"/>
                </a:solidFill>
                <a:latin typeface="Consolas" panose="020B06090202040302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1471E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ChatClientAgent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1FD4E1C-347B-95C5-9244-61EC8A184595}"/>
              </a:ext>
            </a:extLst>
          </p:cNvPr>
          <p:cNvSpPr/>
          <p:nvPr/>
        </p:nvSpPr>
        <p:spPr>
          <a:xfrm>
            <a:off x="5426269" y="541069"/>
            <a:ext cx="1650600" cy="18924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9" name="Picture 28" descr="Docker Logo and symbol, meaning, history, PNG, brand">
            <a:extLst>
              <a:ext uri="{FF2B5EF4-FFF2-40B4-BE49-F238E27FC236}">
                <a16:creationId xmlns:a16="http://schemas.microsoft.com/office/drawing/2014/main" id="{DCE37433-B181-158E-D554-07409AB93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570" y="616905"/>
            <a:ext cx="675014" cy="37969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70C4CA8-E00B-15A6-172D-F356EB2996BB}"/>
              </a:ext>
            </a:extLst>
          </p:cNvPr>
          <p:cNvSpPr txBox="1"/>
          <p:nvPr/>
        </p:nvSpPr>
        <p:spPr>
          <a:xfrm>
            <a:off x="6374591" y="703508"/>
            <a:ext cx="717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Docker host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Desktop)</a:t>
            </a:r>
          </a:p>
        </p:txBody>
      </p:sp>
      <p:pic>
        <p:nvPicPr>
          <p:cNvPr id="31" name="Picture 30" descr="Database Icon Images – Browse 737,461 Stock Photos, Vectors ...">
            <a:extLst>
              <a:ext uri="{FF2B5EF4-FFF2-40B4-BE49-F238E27FC236}">
                <a16:creationId xmlns:a16="http://schemas.microsoft.com/office/drawing/2014/main" id="{E8056919-A33E-20A6-6B32-B477FFBE8AA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216" t="6592" r="53182" b="5157"/>
          <a:stretch>
            <a:fillRect/>
          </a:stretch>
        </p:blipFill>
        <p:spPr>
          <a:xfrm>
            <a:off x="5847141" y="1103563"/>
            <a:ext cx="176392" cy="22933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1AF133F-78C8-7A3F-7153-BC911266282C}"/>
              </a:ext>
            </a:extLst>
          </p:cNvPr>
          <p:cNvSpPr txBox="1"/>
          <p:nvPr/>
        </p:nvSpPr>
        <p:spPr>
          <a:xfrm>
            <a:off x="5458498" y="1222418"/>
            <a:ext cx="49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Host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Volumes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9A9645-0E8D-7172-4271-6D147C21A81E}"/>
              </a:ext>
            </a:extLst>
          </p:cNvPr>
          <p:cNvSpPr/>
          <p:nvPr/>
        </p:nvSpPr>
        <p:spPr>
          <a:xfrm>
            <a:off x="5913508" y="1257001"/>
            <a:ext cx="922166" cy="30041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D58F678-501B-9ADA-206A-A209ECB6E9BF}"/>
              </a:ext>
            </a:extLst>
          </p:cNvPr>
          <p:cNvSpPr/>
          <p:nvPr/>
        </p:nvSpPr>
        <p:spPr>
          <a:xfrm>
            <a:off x="5780047" y="1709891"/>
            <a:ext cx="1081431" cy="566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5" name="Picture 34" descr="Azure Cosmos DB">
            <a:extLst>
              <a:ext uri="{FF2B5EF4-FFF2-40B4-BE49-F238E27FC236}">
                <a16:creationId xmlns:a16="http://schemas.microsoft.com/office/drawing/2014/main" id="{2821519B-A38C-DBBC-5BA2-ECE69098F31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68907" y="1732204"/>
            <a:ext cx="253677" cy="25367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0AC872F-43DA-4FF3-BE5E-D47F57754CD8}"/>
              </a:ext>
            </a:extLst>
          </p:cNvPr>
          <p:cNvSpPr txBox="1"/>
          <p:nvPr/>
        </p:nvSpPr>
        <p:spPr>
          <a:xfrm>
            <a:off x="5999857" y="1946129"/>
            <a:ext cx="835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Azure CosmosDB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Emulator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container)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D8BE06-47F0-5A92-BE74-9304F5D91B39}"/>
              </a:ext>
            </a:extLst>
          </p:cNvPr>
          <p:cNvSpPr txBox="1"/>
          <p:nvPr/>
        </p:nvSpPr>
        <p:spPr>
          <a:xfrm>
            <a:off x="6235489" y="1269570"/>
            <a:ext cx="5813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Persisted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 Profiles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1" name="Picture 40" descr="Tropical blue database 5 icon - Free tropical blue database icons">
            <a:extLst>
              <a:ext uri="{FF2B5EF4-FFF2-40B4-BE49-F238E27FC236}">
                <a16:creationId xmlns:a16="http://schemas.microsoft.com/office/drawing/2014/main" id="{434CCBF4-E283-843B-A57C-1479FB3694B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64928" y="1344196"/>
            <a:ext cx="111600" cy="111600"/>
          </a:xfrm>
          <a:prstGeom prst="rect">
            <a:avLst/>
          </a:prstGeom>
        </p:spPr>
      </p:pic>
      <p:pic>
        <p:nvPicPr>
          <p:cNvPr id="42" name="Picture 41" descr="Docker - Quick start guide | Packagecloud Blog">
            <a:extLst>
              <a:ext uri="{FF2B5EF4-FFF2-40B4-BE49-F238E27FC236}">
                <a16:creationId xmlns:a16="http://schemas.microsoft.com/office/drawing/2014/main" id="{7EEB0202-D051-F94F-2CF2-2ADE0416423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5687097" y="1614543"/>
            <a:ext cx="401977" cy="29370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CDE3EBB-4C73-6454-F69A-1A9C75EABC1D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6320762" y="1547842"/>
            <a:ext cx="1" cy="162049"/>
          </a:xfrm>
          <a:prstGeom prst="straightConnector1">
            <a:avLst/>
          </a:prstGeom>
          <a:ln>
            <a:solidFill>
              <a:srgbClr val="0078D7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6AE9598-8FA7-6C1A-E09B-1E60F2134435}"/>
              </a:ext>
            </a:extLst>
          </p:cNvPr>
          <p:cNvCxnSpPr>
            <a:cxnSpLocks/>
            <a:stCxn id="6" idx="3"/>
            <a:endCxn id="42" idx="1"/>
          </p:cNvCxnSpPr>
          <p:nvPr/>
        </p:nvCxnSpPr>
        <p:spPr>
          <a:xfrm>
            <a:off x="5058426" y="1752822"/>
            <a:ext cx="628671" cy="8572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976F71E-A56C-A303-D309-17F3056670FD}"/>
              </a:ext>
            </a:extLst>
          </p:cNvPr>
          <p:cNvSpPr txBox="1"/>
          <p:nvPr/>
        </p:nvSpPr>
        <p:spPr>
          <a:xfrm>
            <a:off x="3543649" y="1189202"/>
            <a:ext cx="78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UserProfile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 Agent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622FC54-C4FF-AF74-3FF1-3C8F417DF38D}"/>
              </a:ext>
            </a:extLst>
          </p:cNvPr>
          <p:cNvSpPr/>
          <p:nvPr/>
        </p:nvSpPr>
        <p:spPr>
          <a:xfrm>
            <a:off x="5495462" y="3619941"/>
            <a:ext cx="1650600" cy="18924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2597E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1" name="Picture 60" descr="Docker Logo and symbol, meaning, history, PNG, brand">
            <a:extLst>
              <a:ext uri="{FF2B5EF4-FFF2-40B4-BE49-F238E27FC236}">
                <a16:creationId xmlns:a16="http://schemas.microsoft.com/office/drawing/2014/main" id="{1FE9933D-4D97-C96A-F3E7-53CA8A248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763" y="3695777"/>
            <a:ext cx="675014" cy="37969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465F27A6-9756-4E47-1122-C05461F1EF5F}"/>
              </a:ext>
            </a:extLst>
          </p:cNvPr>
          <p:cNvSpPr txBox="1"/>
          <p:nvPr/>
        </p:nvSpPr>
        <p:spPr>
          <a:xfrm>
            <a:off x="6443784" y="3782380"/>
            <a:ext cx="717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Docker host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Desktop)</a:t>
            </a:r>
          </a:p>
        </p:txBody>
      </p:sp>
      <p:pic>
        <p:nvPicPr>
          <p:cNvPr id="63" name="Picture 62" descr="Database Icon Images – Browse 737,461 Stock Photos, Vectors ...">
            <a:extLst>
              <a:ext uri="{FF2B5EF4-FFF2-40B4-BE49-F238E27FC236}">
                <a16:creationId xmlns:a16="http://schemas.microsoft.com/office/drawing/2014/main" id="{EF843096-54AF-CA16-D977-6346F0B41D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216" t="6592" r="53182" b="5157"/>
          <a:stretch>
            <a:fillRect/>
          </a:stretch>
        </p:blipFill>
        <p:spPr>
          <a:xfrm>
            <a:off x="5863257" y="4108782"/>
            <a:ext cx="176392" cy="22933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B51B8AA-A799-F000-3896-45A95EB381B2}"/>
              </a:ext>
            </a:extLst>
          </p:cNvPr>
          <p:cNvSpPr txBox="1"/>
          <p:nvPr/>
        </p:nvSpPr>
        <p:spPr>
          <a:xfrm>
            <a:off x="5527691" y="4301290"/>
            <a:ext cx="494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Docker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Host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Volumes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0DF6A438-344C-BE02-5721-3BCC7FA2FFFA}"/>
              </a:ext>
            </a:extLst>
          </p:cNvPr>
          <p:cNvSpPr/>
          <p:nvPr/>
        </p:nvSpPr>
        <p:spPr>
          <a:xfrm>
            <a:off x="5982701" y="4189461"/>
            <a:ext cx="922166" cy="446824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143CDF0-5B94-3652-619E-4D65FC120740}"/>
              </a:ext>
            </a:extLst>
          </p:cNvPr>
          <p:cNvSpPr/>
          <p:nvPr/>
        </p:nvSpPr>
        <p:spPr>
          <a:xfrm>
            <a:off x="5849240" y="4788763"/>
            <a:ext cx="1081431" cy="566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1" name="Picture 70" descr="Docker - Quick start guide | Packagecloud Blog">
            <a:extLst>
              <a:ext uri="{FF2B5EF4-FFF2-40B4-BE49-F238E27FC236}">
                <a16:creationId xmlns:a16="http://schemas.microsoft.com/office/drawing/2014/main" id="{5CBF2AB8-9C1C-D3F9-8B3D-7C60847FCCA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796" t="23426" r="26955" b="17799"/>
          <a:stretch>
            <a:fillRect/>
          </a:stretch>
        </p:blipFill>
        <p:spPr>
          <a:xfrm>
            <a:off x="5756290" y="4693415"/>
            <a:ext cx="401977" cy="293702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8137FA6-66AC-8BA4-0CFC-40016FBC6E51}"/>
              </a:ext>
            </a:extLst>
          </p:cNvPr>
          <p:cNvCxnSpPr>
            <a:cxnSpLocks/>
            <a:stCxn id="66" idx="0"/>
          </p:cNvCxnSpPr>
          <p:nvPr/>
        </p:nvCxnSpPr>
        <p:spPr>
          <a:xfrm flipH="1" flipV="1">
            <a:off x="6389955" y="4626714"/>
            <a:ext cx="1" cy="162049"/>
          </a:xfrm>
          <a:prstGeom prst="straightConnector1">
            <a:avLst/>
          </a:prstGeom>
          <a:ln>
            <a:solidFill>
              <a:srgbClr val="0078D7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9A9C98A-FC00-AFC3-373E-26E0F05856A2}"/>
              </a:ext>
            </a:extLst>
          </p:cNvPr>
          <p:cNvCxnSpPr>
            <a:cxnSpLocks/>
            <a:stCxn id="78" idx="3"/>
            <a:endCxn id="71" idx="1"/>
          </p:cNvCxnSpPr>
          <p:nvPr/>
        </p:nvCxnSpPr>
        <p:spPr>
          <a:xfrm flipV="1">
            <a:off x="4826429" y="4840266"/>
            <a:ext cx="929861" cy="9410"/>
          </a:xfrm>
          <a:prstGeom prst="straightConnector1">
            <a:avLst/>
          </a:prstGeom>
          <a:ln>
            <a:solidFill>
              <a:srgbClr val="00B050"/>
            </a:solidFill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8AFE49AB-4AB2-210C-FE88-B8B5B8944EE6}"/>
              </a:ext>
            </a:extLst>
          </p:cNvPr>
          <p:cNvSpPr/>
          <p:nvPr/>
        </p:nvSpPr>
        <p:spPr>
          <a:xfrm>
            <a:off x="2854372" y="4365985"/>
            <a:ext cx="848498" cy="511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F514EF-A146-1281-45E7-C1C978A1EB05}"/>
              </a:ext>
            </a:extLst>
          </p:cNvPr>
          <p:cNvSpPr txBox="1"/>
          <p:nvPr/>
        </p:nvSpPr>
        <p:spPr>
          <a:xfrm>
            <a:off x="2762773" y="4509779"/>
            <a:ext cx="102153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AgentSessionManager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99B3B5A-F308-B180-249C-6DB11F54BB99}"/>
              </a:ext>
            </a:extLst>
          </p:cNvPr>
          <p:cNvSpPr/>
          <p:nvPr/>
        </p:nvSpPr>
        <p:spPr>
          <a:xfrm>
            <a:off x="4174474" y="4718437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4A1545-0C74-E595-CA45-6959C5FC7FDB}"/>
              </a:ext>
            </a:extLst>
          </p:cNvPr>
          <p:cNvSpPr txBox="1"/>
          <p:nvPr/>
        </p:nvSpPr>
        <p:spPr>
          <a:xfrm>
            <a:off x="4181894" y="4676551"/>
            <a:ext cx="64453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Redis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9694D28-A496-3694-5A1A-8D1B4F7142B0}"/>
              </a:ext>
            </a:extLst>
          </p:cNvPr>
          <p:cNvSpPr/>
          <p:nvPr/>
        </p:nvSpPr>
        <p:spPr>
          <a:xfrm>
            <a:off x="4177421" y="4276059"/>
            <a:ext cx="674517" cy="259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6BE7347-99FB-5B5B-0A66-08FDFB120CD0}"/>
              </a:ext>
            </a:extLst>
          </p:cNvPr>
          <p:cNvSpPr txBox="1"/>
          <p:nvPr/>
        </p:nvSpPr>
        <p:spPr>
          <a:xfrm>
            <a:off x="4093508" y="4234528"/>
            <a:ext cx="8753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In-Memory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Store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3087AA8-D4A9-5F94-50F1-31D0B05E7224}"/>
              </a:ext>
            </a:extLst>
          </p:cNvPr>
          <p:cNvCxnSpPr>
            <a:cxnSpLocks/>
            <a:stCxn id="75" idx="3"/>
            <a:endCxn id="79" idx="1"/>
          </p:cNvCxnSpPr>
          <p:nvPr/>
        </p:nvCxnSpPr>
        <p:spPr>
          <a:xfrm flipV="1">
            <a:off x="3702870" y="4405910"/>
            <a:ext cx="474551" cy="21558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EAC191B-5751-0196-FB49-48C7158DE9C6}"/>
              </a:ext>
            </a:extLst>
          </p:cNvPr>
          <p:cNvCxnSpPr>
            <a:cxnSpLocks/>
            <a:stCxn id="75" idx="3"/>
            <a:endCxn id="77" idx="1"/>
          </p:cNvCxnSpPr>
          <p:nvPr/>
        </p:nvCxnSpPr>
        <p:spPr>
          <a:xfrm>
            <a:off x="3702870" y="4621494"/>
            <a:ext cx="471604" cy="226794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7EA89F5-6BB6-0448-F81E-6197E338B3E2}"/>
              </a:ext>
            </a:extLst>
          </p:cNvPr>
          <p:cNvSpPr txBox="1"/>
          <p:nvPr/>
        </p:nvSpPr>
        <p:spPr>
          <a:xfrm>
            <a:off x="3773870" y="4495728"/>
            <a:ext cx="6938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AgentSessionStore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(Abstract class)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62E85F9-2FEE-53FD-D858-33BF2CC9B3F6}"/>
              </a:ext>
            </a:extLst>
          </p:cNvPr>
          <p:cNvSpPr txBox="1"/>
          <p:nvPr/>
        </p:nvSpPr>
        <p:spPr>
          <a:xfrm>
            <a:off x="6204873" y="4276059"/>
            <a:ext cx="6499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Persisted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Agent sessions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00" name="Picture 99" descr="Tropical blue database 5 icon - Free tropical blue database icons">
            <a:extLst>
              <a:ext uri="{FF2B5EF4-FFF2-40B4-BE49-F238E27FC236}">
                <a16:creationId xmlns:a16="http://schemas.microsoft.com/office/drawing/2014/main" id="{77557B77-CCBD-5ED1-4F40-BBD6BA72A70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58267" y="4350055"/>
            <a:ext cx="111600" cy="1116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D6F86954-5CA0-0715-270E-91FB864DEC5F}"/>
              </a:ext>
            </a:extLst>
          </p:cNvPr>
          <p:cNvSpPr txBox="1"/>
          <p:nvPr/>
        </p:nvSpPr>
        <p:spPr>
          <a:xfrm>
            <a:off x="6017534" y="5122031"/>
            <a:ext cx="80196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(Docker container)</a:t>
            </a:r>
          </a:p>
        </p:txBody>
      </p:sp>
      <p:pic>
        <p:nvPicPr>
          <p:cNvPr id="102" name="Picture 101" descr="Redis Database: A Complete Guide | Leninmhs">
            <a:extLst>
              <a:ext uri="{FF2B5EF4-FFF2-40B4-BE49-F238E27FC236}">
                <a16:creationId xmlns:a16="http://schemas.microsoft.com/office/drawing/2014/main" id="{9A48F865-EC41-3A48-3D83-679701296E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7295" y="4845409"/>
            <a:ext cx="387060" cy="3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11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F57ED-E75C-3A83-9C7D-AE848628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6" y="146350"/>
            <a:ext cx="10515600" cy="736652"/>
          </a:xfrm>
        </p:spPr>
        <p:txBody>
          <a:bodyPr/>
          <a:lstStyle/>
          <a:p>
            <a:r>
              <a:rPr lang="en-US" dirty="0"/>
              <a:t>TCP Ports in single machine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2B8D027-4EE4-A6DC-AF22-2552FF6E7313}"/>
                  </a:ext>
                </a:extLst>
              </p14:cNvPr>
              <p14:cNvContentPartPr/>
              <p14:nvPr/>
            </p14:nvContentPartPr>
            <p14:xfrm>
              <a:off x="4938016" y="3170216"/>
              <a:ext cx="64440" cy="214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2B8D027-4EE4-A6DC-AF22-2552FF6E73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20016" y="3152216"/>
                <a:ext cx="10008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97546EC-B893-A677-2FD9-0CB36092ED28}"/>
              </a:ext>
            </a:extLst>
          </p:cNvPr>
          <p:cNvGrpSpPr/>
          <p:nvPr/>
        </p:nvGrpSpPr>
        <p:grpSpPr>
          <a:xfrm>
            <a:off x="164056" y="1162136"/>
            <a:ext cx="8222040" cy="4563000"/>
            <a:chOff x="164056" y="1162136"/>
            <a:chExt cx="8222040" cy="45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06FDA8-3138-7EFF-EAC3-8EC41BA4B679}"/>
                    </a:ext>
                  </a:extLst>
                </p14:cNvPr>
                <p14:cNvContentPartPr/>
                <p14:nvPr/>
              </p14:nvContentPartPr>
              <p14:xfrm>
                <a:off x="1923376" y="1684152"/>
                <a:ext cx="146160" cy="3277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06FDA8-3138-7EFF-EAC3-8EC41BA4B67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05736" y="1666512"/>
                  <a:ext cx="181800" cy="33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7DF75AB-4D38-F0DD-8B74-B0E19AFE4D76}"/>
                    </a:ext>
                  </a:extLst>
                </p14:cNvPr>
                <p14:cNvContentPartPr/>
                <p14:nvPr/>
              </p14:nvContentPartPr>
              <p14:xfrm>
                <a:off x="1901776" y="1608896"/>
                <a:ext cx="6484320" cy="403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7DF75AB-4D38-F0DD-8B74-B0E19AFE4D7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84136" y="1590896"/>
                  <a:ext cx="6519960" cy="40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1B77C6-80E3-1348-E177-17CA6619B608}"/>
                    </a:ext>
                  </a:extLst>
                </p14:cNvPr>
                <p14:cNvContentPartPr/>
                <p14:nvPr/>
              </p14:nvContentPartPr>
              <p14:xfrm>
                <a:off x="2037856" y="4851056"/>
                <a:ext cx="29520" cy="874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1B77C6-80E3-1348-E177-17CA6619B6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19856" y="4833056"/>
                  <a:ext cx="6516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208F4B5-FDC7-C193-39B3-2DE0A9634A63}"/>
                    </a:ext>
                  </a:extLst>
                </p14:cNvPr>
                <p14:cNvContentPartPr/>
                <p14:nvPr/>
              </p14:nvContentPartPr>
              <p14:xfrm>
                <a:off x="2347096" y="1177976"/>
                <a:ext cx="24480" cy="433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208F4B5-FDC7-C193-39B3-2DE0A9634A6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29096" y="1159976"/>
                  <a:ext cx="6012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B77CCB8-92A9-023D-6658-A97763E65D00}"/>
                    </a:ext>
                  </a:extLst>
                </p14:cNvPr>
                <p14:cNvContentPartPr/>
                <p14:nvPr/>
              </p14:nvContentPartPr>
              <p14:xfrm>
                <a:off x="2308576" y="1162136"/>
                <a:ext cx="325440" cy="481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B77CCB8-92A9-023D-6658-A97763E65D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90576" y="1144136"/>
                  <a:ext cx="36108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66190A-BE8A-2DC7-67D5-AEBE1E058DF3}"/>
                    </a:ext>
                  </a:extLst>
                </p14:cNvPr>
                <p14:cNvContentPartPr/>
                <p14:nvPr/>
              </p14:nvContentPartPr>
              <p14:xfrm>
                <a:off x="2761456" y="1196696"/>
                <a:ext cx="192960" cy="447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66190A-BE8A-2DC7-67D5-AEBE1E058D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3456" y="1179056"/>
                  <a:ext cx="22860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3BD481C-AF0B-235F-0B65-48751368E2AE}"/>
                    </a:ext>
                  </a:extLst>
                </p14:cNvPr>
                <p14:cNvContentPartPr/>
                <p14:nvPr/>
              </p14:nvContentPartPr>
              <p14:xfrm>
                <a:off x="2986816" y="1220816"/>
                <a:ext cx="186120" cy="354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3BD481C-AF0B-235F-0B65-48751368E2A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69176" y="1202816"/>
                  <a:ext cx="2217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05776F-48E4-FF4C-E2B2-712D49F07DC8}"/>
                    </a:ext>
                  </a:extLst>
                </p14:cNvPr>
                <p14:cNvContentPartPr/>
                <p14:nvPr/>
              </p14:nvContentPartPr>
              <p14:xfrm>
                <a:off x="3288856" y="1197056"/>
                <a:ext cx="201960" cy="425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05776F-48E4-FF4C-E2B2-712D49F07DC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71216" y="1179056"/>
                  <a:ext cx="23760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F8B78D-A0BB-B481-09A2-31A187226530}"/>
                    </a:ext>
                  </a:extLst>
                </p14:cNvPr>
                <p14:cNvContentPartPr/>
                <p14:nvPr/>
              </p14:nvContentPartPr>
              <p14:xfrm>
                <a:off x="3659656" y="1301096"/>
                <a:ext cx="15480" cy="286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F8B78D-A0BB-B481-09A2-31A1872265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41656" y="1283456"/>
                  <a:ext cx="511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743FA1-F81D-D1FF-9657-D37E3790A423}"/>
                    </a:ext>
                  </a:extLst>
                </p14:cNvPr>
                <p14:cNvContentPartPr/>
                <p14:nvPr/>
              </p14:nvContentPartPr>
              <p14:xfrm>
                <a:off x="3829216" y="1323416"/>
                <a:ext cx="32040" cy="272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743FA1-F81D-D1FF-9657-D37E3790A42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811576" y="1305776"/>
                  <a:ext cx="676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2D75B0-04DA-85DE-7A40-6B57C4DBC8E3}"/>
                    </a:ext>
                  </a:extLst>
                </p14:cNvPr>
                <p14:cNvContentPartPr/>
                <p14:nvPr/>
              </p14:nvContentPartPr>
              <p14:xfrm>
                <a:off x="3833896" y="1218656"/>
                <a:ext cx="209160" cy="37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2D75B0-04DA-85DE-7A40-6B57C4DBC8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5896" y="1200656"/>
                  <a:ext cx="2448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8511059-EE11-08B2-6BF6-439689E3AF55}"/>
                    </a:ext>
                  </a:extLst>
                </p14:cNvPr>
                <p14:cNvContentPartPr/>
                <p14:nvPr/>
              </p14:nvContentPartPr>
              <p14:xfrm>
                <a:off x="4076896" y="1185896"/>
                <a:ext cx="261000" cy="373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8511059-EE11-08B2-6BF6-439689E3AF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59256" y="1167896"/>
                  <a:ext cx="2966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E172C91-CC50-016F-F872-37831C788F35}"/>
                    </a:ext>
                  </a:extLst>
                </p14:cNvPr>
                <p14:cNvContentPartPr/>
                <p14:nvPr/>
              </p14:nvContentPartPr>
              <p14:xfrm>
                <a:off x="4127296" y="1375616"/>
                <a:ext cx="165240" cy="32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E172C91-CC50-016F-F872-37831C788F3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09656" y="1357616"/>
                  <a:ext cx="200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C34ADB0-958A-1726-A535-2EC836F77EFE}"/>
                    </a:ext>
                  </a:extLst>
                </p14:cNvPr>
                <p14:cNvContentPartPr/>
                <p14:nvPr/>
              </p14:nvContentPartPr>
              <p14:xfrm>
                <a:off x="3773776" y="4192976"/>
                <a:ext cx="42120" cy="718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C34ADB0-958A-1726-A535-2EC836F77E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55776" y="4174976"/>
                  <a:ext cx="77760" cy="7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E3DF4F7-E37A-B018-9997-598F1DB57975}"/>
                    </a:ext>
                  </a:extLst>
                </p14:cNvPr>
                <p14:cNvContentPartPr/>
                <p14:nvPr/>
              </p14:nvContentPartPr>
              <p14:xfrm>
                <a:off x="3896536" y="3984536"/>
                <a:ext cx="2101680" cy="133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E3DF4F7-E37A-B018-9997-598F1DB579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78896" y="3966896"/>
                  <a:ext cx="21373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3D1E6A-6F3E-41F8-51BE-837ACA28C330}"/>
                    </a:ext>
                  </a:extLst>
                </p14:cNvPr>
                <p14:cNvContentPartPr/>
                <p14:nvPr/>
              </p14:nvContentPartPr>
              <p14:xfrm>
                <a:off x="6052576" y="4030616"/>
                <a:ext cx="83160" cy="1038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3D1E6A-6F3E-41F8-51BE-837ACA28C33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34936" y="4012616"/>
                  <a:ext cx="118800" cy="10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FF5399-F92D-C62A-A7F7-6F2E009C7BAC}"/>
                    </a:ext>
                  </a:extLst>
                </p14:cNvPr>
                <p14:cNvContentPartPr/>
                <p14:nvPr/>
              </p14:nvContentPartPr>
              <p14:xfrm>
                <a:off x="3806896" y="5096576"/>
                <a:ext cx="2384280" cy="177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FF5399-F92D-C62A-A7F7-6F2E009C7B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88896" y="5078936"/>
                  <a:ext cx="2419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768C70-2F87-C755-36E5-5F92BEA87E0F}"/>
                    </a:ext>
                  </a:extLst>
                </p14:cNvPr>
                <p14:cNvContentPartPr/>
                <p14:nvPr/>
              </p14:nvContentPartPr>
              <p14:xfrm>
                <a:off x="3740296" y="4763216"/>
                <a:ext cx="60120" cy="549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768C70-2F87-C755-36E5-5F92BEA87E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22296" y="4745216"/>
                  <a:ext cx="9576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637D72-214F-5D0E-2FF9-A17DE737BED9}"/>
                    </a:ext>
                  </a:extLst>
                </p14:cNvPr>
                <p14:cNvContentPartPr/>
                <p14:nvPr/>
              </p14:nvContentPartPr>
              <p14:xfrm>
                <a:off x="4294336" y="4407536"/>
                <a:ext cx="218880" cy="33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637D72-214F-5D0E-2FF9-A17DE737BED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76336" y="4389896"/>
                  <a:ext cx="2545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EA0D632-BA53-B27B-C24C-57306E93EE81}"/>
                    </a:ext>
                  </a:extLst>
                </p14:cNvPr>
                <p14:cNvContentPartPr/>
                <p14:nvPr/>
              </p14:nvContentPartPr>
              <p14:xfrm>
                <a:off x="4600336" y="4502216"/>
                <a:ext cx="146520" cy="21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EA0D632-BA53-B27B-C24C-57306E93EE8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82696" y="4484216"/>
                  <a:ext cx="182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F57652-F3F5-D840-790F-5FE44E87369C}"/>
                    </a:ext>
                  </a:extLst>
                </p14:cNvPr>
                <p14:cNvContentPartPr/>
                <p14:nvPr/>
              </p14:nvContentPartPr>
              <p14:xfrm>
                <a:off x="4811296" y="4501856"/>
                <a:ext cx="99000" cy="173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F57652-F3F5-D840-790F-5FE44E8736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93656" y="4484216"/>
                  <a:ext cx="134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BE80089-CBC5-EE0E-A507-C02BC1040688}"/>
                    </a:ext>
                  </a:extLst>
                </p14:cNvPr>
                <p14:cNvContentPartPr/>
                <p14:nvPr/>
              </p14:nvContentPartPr>
              <p14:xfrm>
                <a:off x="5017216" y="4399256"/>
                <a:ext cx="334080" cy="282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BE80089-CBC5-EE0E-A507-C02BC104068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99576" y="4381616"/>
                  <a:ext cx="369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65A756-E224-FC31-63B6-8F5BD0BE8BF3}"/>
                    </a:ext>
                  </a:extLst>
                </p14:cNvPr>
                <p14:cNvContentPartPr/>
                <p14:nvPr/>
              </p14:nvContentPartPr>
              <p14:xfrm>
                <a:off x="5465056" y="4370096"/>
                <a:ext cx="194400" cy="289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65A756-E224-FC31-63B6-8F5BD0BE8B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7056" y="4352096"/>
                  <a:ext cx="2300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4DC9134-13C2-D51E-C977-1E55715266D9}"/>
                    </a:ext>
                  </a:extLst>
                </p14:cNvPr>
                <p14:cNvContentPartPr/>
                <p14:nvPr/>
              </p14:nvContentPartPr>
              <p14:xfrm>
                <a:off x="3411256" y="4653776"/>
                <a:ext cx="445320" cy="22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4DC9134-13C2-D51E-C977-1E55715266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93256" y="4636136"/>
                  <a:ext cx="480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02D294A-0B34-9E2D-EA95-517DB532A28D}"/>
                    </a:ext>
                  </a:extLst>
                </p14:cNvPr>
                <p14:cNvContentPartPr/>
                <p14:nvPr/>
              </p14:nvContentPartPr>
              <p14:xfrm>
                <a:off x="3099136" y="4504016"/>
                <a:ext cx="284040" cy="39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02D294A-0B34-9E2D-EA95-517DB532A2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81136" y="4486016"/>
                  <a:ext cx="31968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CDE1D5-72AA-1256-2687-126555C82947}"/>
                    </a:ext>
                  </a:extLst>
                </p14:cNvPr>
                <p14:cNvContentPartPr/>
                <p14:nvPr/>
              </p14:nvContentPartPr>
              <p14:xfrm>
                <a:off x="1905736" y="1596656"/>
                <a:ext cx="190800" cy="62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CDE1D5-72AA-1256-2687-126555C8294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88096" y="1579016"/>
                  <a:ext cx="226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7C66230-D47C-9994-7B62-8EEE43243F8A}"/>
                    </a:ext>
                  </a:extLst>
                </p14:cNvPr>
                <p14:cNvContentPartPr/>
                <p14:nvPr/>
              </p14:nvContentPartPr>
              <p14:xfrm>
                <a:off x="1640776" y="3011096"/>
                <a:ext cx="264600" cy="60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7C66230-D47C-9994-7B62-8EEE43243F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23136" y="2993456"/>
                  <a:ext cx="300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99F4B9A-5ED7-92BA-BA2B-EC306CD3B88F}"/>
                    </a:ext>
                  </a:extLst>
                </p14:cNvPr>
                <p14:cNvContentPartPr/>
                <p14:nvPr/>
              </p14:nvContentPartPr>
              <p14:xfrm>
                <a:off x="1552936" y="3054656"/>
                <a:ext cx="573840" cy="951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99F4B9A-5ED7-92BA-BA2B-EC306CD3B8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34936" y="3037016"/>
                  <a:ext cx="60948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E0AE342-1928-45EC-08AF-4F35473ABDC8}"/>
                    </a:ext>
                  </a:extLst>
                </p14:cNvPr>
                <p14:cNvContentPartPr/>
                <p14:nvPr/>
              </p14:nvContentPartPr>
              <p14:xfrm>
                <a:off x="2015896" y="3001736"/>
                <a:ext cx="156600" cy="221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E0AE342-1928-45EC-08AF-4F35473ABD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97896" y="2984096"/>
                  <a:ext cx="192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08E053-A546-0DB6-09C1-35DAE424AC3D}"/>
                    </a:ext>
                  </a:extLst>
                </p14:cNvPr>
                <p14:cNvContentPartPr/>
                <p14:nvPr/>
              </p14:nvContentPartPr>
              <p14:xfrm>
                <a:off x="2223976" y="3037736"/>
                <a:ext cx="115920" cy="146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08E053-A546-0DB6-09C1-35DAE424AC3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06336" y="3020096"/>
                  <a:ext cx="151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C264C6-3EC6-ACF5-C243-AAED98FCB92A}"/>
                    </a:ext>
                  </a:extLst>
                </p14:cNvPr>
                <p14:cNvContentPartPr/>
                <p14:nvPr/>
              </p14:nvContentPartPr>
              <p14:xfrm>
                <a:off x="2348896" y="2906336"/>
                <a:ext cx="56160" cy="241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C264C6-3EC6-ACF5-C243-AAED98FCB92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30896" y="2888336"/>
                  <a:ext cx="91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66C958-EC36-0190-6E8A-A044B714B0D3}"/>
                    </a:ext>
                  </a:extLst>
                </p14:cNvPr>
                <p14:cNvContentPartPr/>
                <p14:nvPr/>
              </p14:nvContentPartPr>
              <p14:xfrm>
                <a:off x="2308576" y="2980496"/>
                <a:ext cx="90720" cy="24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66C958-EC36-0190-6E8A-A044B714B0D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90576" y="2962496"/>
                  <a:ext cx="126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9068F07-0CD6-C305-ECFC-90773A96C221}"/>
                    </a:ext>
                  </a:extLst>
                </p14:cNvPr>
                <p14:cNvContentPartPr/>
                <p14:nvPr/>
              </p14:nvContentPartPr>
              <p14:xfrm>
                <a:off x="2498656" y="2884736"/>
                <a:ext cx="156600" cy="200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9068F07-0CD6-C305-ECFC-90773A96C22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480656" y="2867096"/>
                  <a:ext cx="192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C5F49F-F39E-FB06-E8F8-EEB744C2761F}"/>
                    </a:ext>
                  </a:extLst>
                </p14:cNvPr>
                <p14:cNvContentPartPr/>
                <p14:nvPr/>
              </p14:nvContentPartPr>
              <p14:xfrm>
                <a:off x="2671456" y="2889056"/>
                <a:ext cx="207000" cy="146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C5F49F-F39E-FB06-E8F8-EEB744C276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53816" y="2871416"/>
                  <a:ext cx="242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520EE8-8560-1B2E-1F95-8FE1299409FC}"/>
                    </a:ext>
                  </a:extLst>
                </p14:cNvPr>
                <p14:cNvContentPartPr/>
                <p14:nvPr/>
              </p14:nvContentPartPr>
              <p14:xfrm>
                <a:off x="2906896" y="2687816"/>
                <a:ext cx="164160" cy="293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520EE8-8560-1B2E-1F95-8FE1299409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89256" y="2670176"/>
                  <a:ext cx="1998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0933F2-BA66-96D6-1BE3-30EB33DFD369}"/>
                    </a:ext>
                  </a:extLst>
                </p14:cNvPr>
                <p14:cNvContentPartPr/>
                <p14:nvPr/>
              </p14:nvContentPartPr>
              <p14:xfrm>
                <a:off x="1017256" y="3418616"/>
                <a:ext cx="26640" cy="353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0933F2-BA66-96D6-1BE3-30EB33DFD36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9256" y="3400976"/>
                  <a:ext cx="622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8BA99C-5B53-1C5F-AEA0-68764EA556B5}"/>
                    </a:ext>
                  </a:extLst>
                </p14:cNvPr>
                <p14:cNvContentPartPr/>
                <p14:nvPr/>
              </p14:nvContentPartPr>
              <p14:xfrm>
                <a:off x="1206976" y="3377576"/>
                <a:ext cx="37080" cy="34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8BA99C-5B53-1C5F-AEA0-68764EA556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88976" y="3359576"/>
                  <a:ext cx="72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B37D42-53DE-BA44-98D8-463985F8332E}"/>
                    </a:ext>
                  </a:extLst>
                </p14:cNvPr>
                <p14:cNvContentPartPr/>
                <p14:nvPr/>
              </p14:nvContentPartPr>
              <p14:xfrm>
                <a:off x="1179616" y="3380816"/>
                <a:ext cx="210600" cy="140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B37D42-53DE-BA44-98D8-463985F833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61976" y="3363176"/>
                  <a:ext cx="2462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D33536B-D4A4-A520-2B55-C9AAFCE1B236}"/>
                    </a:ext>
                  </a:extLst>
                </p14:cNvPr>
                <p14:cNvContentPartPr/>
                <p14:nvPr/>
              </p14:nvContentPartPr>
              <p14:xfrm>
                <a:off x="1214536" y="3528776"/>
                <a:ext cx="109080" cy="30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D33536B-D4A4-A520-2B55-C9AAFCE1B2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96536" y="3511136"/>
                  <a:ext cx="144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396AC28-932A-9CC4-87C0-0C60C01B418D}"/>
                    </a:ext>
                  </a:extLst>
                </p14:cNvPr>
                <p14:cNvContentPartPr/>
                <p14:nvPr/>
              </p14:nvContentPartPr>
              <p14:xfrm>
                <a:off x="164056" y="4335896"/>
                <a:ext cx="27360" cy="347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396AC28-932A-9CC4-87C0-0C60C01B418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6056" y="4318256"/>
                  <a:ext cx="6300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FF487F-7B9B-44EC-E528-539534F1646D}"/>
                    </a:ext>
                  </a:extLst>
                </p14:cNvPr>
                <p14:cNvContentPartPr/>
                <p14:nvPr/>
              </p14:nvContentPartPr>
              <p14:xfrm>
                <a:off x="310576" y="4385216"/>
                <a:ext cx="78840" cy="256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FF487F-7B9B-44EC-E528-539534F1646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2576" y="4367576"/>
                  <a:ext cx="1144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3B011D8-A8A2-8160-B18D-CE786810C416}"/>
                    </a:ext>
                  </a:extLst>
                </p14:cNvPr>
                <p14:cNvContentPartPr/>
                <p14:nvPr/>
              </p14:nvContentPartPr>
              <p14:xfrm>
                <a:off x="542776" y="4550456"/>
                <a:ext cx="16200" cy="3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3B011D8-A8A2-8160-B18D-CE786810C41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5136" y="4532816"/>
                  <a:ext cx="51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731489A-F3FB-75F2-E53D-C91C420139BA}"/>
                    </a:ext>
                  </a:extLst>
                </p14:cNvPr>
                <p14:cNvContentPartPr/>
                <p14:nvPr/>
              </p14:nvContentPartPr>
              <p14:xfrm>
                <a:off x="650056" y="4308176"/>
                <a:ext cx="97560" cy="289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731489A-F3FB-75F2-E53D-C91C420139B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2056" y="4290536"/>
                  <a:ext cx="1332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58BA657-8338-364F-2239-1DE3F215DC5C}"/>
                    </a:ext>
                  </a:extLst>
                </p14:cNvPr>
                <p14:cNvContentPartPr/>
                <p14:nvPr/>
              </p14:nvContentPartPr>
              <p14:xfrm>
                <a:off x="706936" y="4249856"/>
                <a:ext cx="149040" cy="11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58BA657-8338-364F-2239-1DE3F215DC5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8936" y="4232216"/>
                  <a:ext cx="184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B14230-D7E9-6C3B-045E-EF14464A6277}"/>
                    </a:ext>
                  </a:extLst>
                </p14:cNvPr>
                <p14:cNvContentPartPr/>
                <p14:nvPr/>
              </p14:nvContentPartPr>
              <p14:xfrm>
                <a:off x="951736" y="4525616"/>
                <a:ext cx="12240" cy="9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B14230-D7E9-6C3B-045E-EF14464A62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33736" y="4507976"/>
                  <a:ext cx="47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A1C4D70-8640-B5DD-869F-3F2D91ED7F57}"/>
                    </a:ext>
                  </a:extLst>
                </p14:cNvPr>
                <p14:cNvContentPartPr/>
                <p14:nvPr/>
              </p14:nvContentPartPr>
              <p14:xfrm>
                <a:off x="1065856" y="4186496"/>
                <a:ext cx="81360" cy="187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A1C4D70-8640-B5DD-869F-3F2D91ED7F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7856" y="4168856"/>
                  <a:ext cx="117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28A7853-4EFF-6D6C-1FCF-8F690DD65CE9}"/>
                    </a:ext>
                  </a:extLst>
                </p14:cNvPr>
                <p14:cNvContentPartPr/>
                <p14:nvPr/>
              </p14:nvContentPartPr>
              <p14:xfrm>
                <a:off x="1187176" y="4231136"/>
                <a:ext cx="5040" cy="278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28A7853-4EFF-6D6C-1FCF-8F690DD65CE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9176" y="4213496"/>
                  <a:ext cx="406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80677C2-6DD8-014E-98A1-8B92ECEA6959}"/>
                    </a:ext>
                  </a:extLst>
                </p14:cNvPr>
                <p14:cNvContentPartPr/>
                <p14:nvPr/>
              </p14:nvContentPartPr>
              <p14:xfrm>
                <a:off x="1305256" y="4547216"/>
                <a:ext cx="25200" cy="4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80677C2-6DD8-014E-98A1-8B92ECEA695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87616" y="4529216"/>
                  <a:ext cx="60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499EFF3-458C-87FE-A80B-F7918644F213}"/>
                    </a:ext>
                  </a:extLst>
                </p14:cNvPr>
                <p14:cNvContentPartPr/>
                <p14:nvPr/>
              </p14:nvContentPartPr>
              <p14:xfrm>
                <a:off x="1435576" y="4264976"/>
                <a:ext cx="59040" cy="326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499EFF3-458C-87FE-A80B-F7918644F21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417576" y="4247336"/>
                  <a:ext cx="946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89E30B-0FA4-077C-214F-0FBD0F3B1B96}"/>
                    </a:ext>
                  </a:extLst>
                </p14:cNvPr>
                <p14:cNvContentPartPr/>
                <p14:nvPr/>
              </p14:nvContentPartPr>
              <p14:xfrm>
                <a:off x="2627176" y="3883736"/>
                <a:ext cx="46080" cy="236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89E30B-0FA4-077C-214F-0FBD0F3B1B9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09176" y="3865736"/>
                  <a:ext cx="81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1B722D0-B54F-05CD-6776-2E5C24482401}"/>
                    </a:ext>
                  </a:extLst>
                </p14:cNvPr>
                <p14:cNvContentPartPr/>
                <p14:nvPr/>
              </p14:nvContentPartPr>
              <p14:xfrm>
                <a:off x="2571376" y="3818216"/>
                <a:ext cx="12060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1B722D0-B54F-05CD-6776-2E5C2448240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53736" y="3800576"/>
                  <a:ext cx="156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B4D3DC3-E6F9-1031-918D-A4D05D3BB888}"/>
                    </a:ext>
                  </a:extLst>
                </p14:cNvPr>
                <p14:cNvContentPartPr/>
                <p14:nvPr/>
              </p14:nvContentPartPr>
              <p14:xfrm>
                <a:off x="2770816" y="3935216"/>
                <a:ext cx="76320" cy="83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B4D3DC3-E6F9-1031-918D-A4D05D3BB8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52816" y="3917216"/>
                  <a:ext cx="111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0876B8B-7E52-BFE8-1247-E97844C6EC6C}"/>
                    </a:ext>
                  </a:extLst>
                </p14:cNvPr>
                <p14:cNvContentPartPr/>
                <p14:nvPr/>
              </p14:nvContentPartPr>
              <p14:xfrm>
                <a:off x="2934256" y="3861056"/>
                <a:ext cx="41400" cy="10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0876B8B-7E52-BFE8-1247-E97844C6EC6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16256" y="3843416"/>
                  <a:ext cx="770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228239-B466-5C2C-48A1-E9723AA55BE6}"/>
                    </a:ext>
                  </a:extLst>
                </p14:cNvPr>
                <p14:cNvContentPartPr/>
                <p14:nvPr/>
              </p14:nvContentPartPr>
              <p14:xfrm>
                <a:off x="3096616" y="3675296"/>
                <a:ext cx="50400" cy="275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228239-B466-5C2C-48A1-E9723AA55BE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78616" y="3657656"/>
                  <a:ext cx="860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9979F1A-6465-D5B4-092E-D649D231BE9A}"/>
                    </a:ext>
                  </a:extLst>
                </p14:cNvPr>
                <p14:cNvContentPartPr/>
                <p14:nvPr/>
              </p14:nvContentPartPr>
              <p14:xfrm>
                <a:off x="3058816" y="3715256"/>
                <a:ext cx="88560" cy="1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9979F1A-6465-D5B4-092E-D649D231BE9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040816" y="3697616"/>
                  <a:ext cx="124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2D967D-3C2C-9F14-F9D5-759C4CD1D2F8}"/>
                    </a:ext>
                  </a:extLst>
                </p14:cNvPr>
                <p14:cNvContentPartPr/>
                <p14:nvPr/>
              </p14:nvContentPartPr>
              <p14:xfrm>
                <a:off x="3342136" y="3923336"/>
                <a:ext cx="17280" cy="1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F2D967D-3C2C-9F14-F9D5-759C4CD1D2F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24496" y="3905696"/>
                  <a:ext cx="52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5E9C0B2-0F08-B08D-0AB8-564EA45CEA9E}"/>
                    </a:ext>
                  </a:extLst>
                </p14:cNvPr>
                <p14:cNvContentPartPr/>
                <p14:nvPr/>
              </p14:nvContentPartPr>
              <p14:xfrm>
                <a:off x="2973496" y="4091816"/>
                <a:ext cx="190440" cy="263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5E9C0B2-0F08-B08D-0AB8-564EA45CEA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955496" y="4073816"/>
                  <a:ext cx="226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7A8A8BA-DE5A-823C-D930-6243110A77B0}"/>
                    </a:ext>
                  </a:extLst>
                </p14:cNvPr>
                <p14:cNvContentPartPr/>
                <p14:nvPr/>
              </p14:nvContentPartPr>
              <p14:xfrm>
                <a:off x="3176176" y="4101176"/>
                <a:ext cx="177120" cy="183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7A8A8BA-DE5A-823C-D930-6243110A77B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158176" y="4083176"/>
                  <a:ext cx="2127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5461E53-3794-8CAD-1D6A-887C8336066F}"/>
                    </a:ext>
                  </a:extLst>
                </p14:cNvPr>
                <p14:cNvContentPartPr/>
                <p14:nvPr/>
              </p14:nvContentPartPr>
              <p14:xfrm>
                <a:off x="2860096" y="4242656"/>
                <a:ext cx="3600" cy="9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5461E53-3794-8CAD-1D6A-887C833606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42456" y="4225016"/>
                  <a:ext cx="39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F65A61-0018-E9A8-61D4-30F2641B10E6}"/>
                    </a:ext>
                  </a:extLst>
                </p14:cNvPr>
                <p14:cNvContentPartPr/>
                <p14:nvPr/>
              </p14:nvContentPartPr>
              <p14:xfrm>
                <a:off x="2865496" y="4358216"/>
                <a:ext cx="8640" cy="10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F65A61-0018-E9A8-61D4-30F2641B10E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47856" y="4340576"/>
                  <a:ext cx="44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61372CB-0647-4BDB-8E5F-04B858324B7F}"/>
                    </a:ext>
                  </a:extLst>
                </p14:cNvPr>
                <p14:cNvContentPartPr/>
                <p14:nvPr/>
              </p14:nvContentPartPr>
              <p14:xfrm>
                <a:off x="5073736" y="2665136"/>
                <a:ext cx="273960" cy="417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61372CB-0647-4BDB-8E5F-04B858324B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56096" y="2647136"/>
                  <a:ext cx="3096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9F65939-C95E-76A7-2496-8CC1D58EB3CF}"/>
                    </a:ext>
                  </a:extLst>
                </p14:cNvPr>
                <p14:cNvContentPartPr/>
                <p14:nvPr/>
              </p14:nvContentPartPr>
              <p14:xfrm>
                <a:off x="5362816" y="2840456"/>
                <a:ext cx="248040" cy="296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9F65939-C95E-76A7-2496-8CC1D58EB3C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45176" y="2822816"/>
                  <a:ext cx="283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9A5F119-53D9-95FD-3873-910D23CE8A81}"/>
                    </a:ext>
                  </a:extLst>
                </p14:cNvPr>
                <p14:cNvContentPartPr/>
                <p14:nvPr/>
              </p14:nvContentPartPr>
              <p14:xfrm>
                <a:off x="5659096" y="2856296"/>
                <a:ext cx="117360" cy="253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9A5F119-53D9-95FD-3873-910D23CE8A8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41456" y="2838656"/>
                  <a:ext cx="1530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1D56B5B-6727-01DC-1012-784A4920BC9F}"/>
                    </a:ext>
                  </a:extLst>
                </p14:cNvPr>
                <p14:cNvContentPartPr/>
                <p14:nvPr/>
              </p14:nvContentPartPr>
              <p14:xfrm>
                <a:off x="5868256" y="2823176"/>
                <a:ext cx="641520" cy="290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1D56B5B-6727-01DC-1012-784A4920BC9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50256" y="2805176"/>
                  <a:ext cx="6771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7EC8936-6AB2-CCD1-7CAE-23FFFBEE6D17}"/>
                    </a:ext>
                  </a:extLst>
                </p14:cNvPr>
                <p14:cNvContentPartPr/>
                <p14:nvPr/>
              </p14:nvContentPartPr>
              <p14:xfrm>
                <a:off x="6613816" y="2677016"/>
                <a:ext cx="368280" cy="369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7EC8936-6AB2-CCD1-7CAE-23FFFBEE6D1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96176" y="2659376"/>
                  <a:ext cx="4039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3E1D4D6-8A4E-AAFB-BBD5-241511E71F4F}"/>
                    </a:ext>
                  </a:extLst>
                </p14:cNvPr>
                <p14:cNvContentPartPr/>
                <p14:nvPr/>
              </p14:nvContentPartPr>
              <p14:xfrm>
                <a:off x="4977256" y="2681696"/>
                <a:ext cx="2880" cy="11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3E1D4D6-8A4E-AAFB-BBD5-241511E71F4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59256" y="2663696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4D5911-EB3D-953E-2C07-A2C69B0FC6E5}"/>
                    </a:ext>
                  </a:extLst>
                </p14:cNvPr>
                <p14:cNvContentPartPr/>
                <p14:nvPr/>
              </p14:nvContentPartPr>
              <p14:xfrm>
                <a:off x="4930456" y="2408816"/>
                <a:ext cx="55440" cy="893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4D5911-EB3D-953E-2C07-A2C69B0FC6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912816" y="2390816"/>
                  <a:ext cx="9108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19A2AC-4E2F-B1A4-EC1B-45ED8332FBDD}"/>
                    </a:ext>
                  </a:extLst>
                </p14:cNvPr>
                <p14:cNvContentPartPr/>
                <p14:nvPr/>
              </p14:nvContentPartPr>
              <p14:xfrm>
                <a:off x="5021536" y="2242496"/>
                <a:ext cx="2340720" cy="1143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19A2AC-4E2F-B1A4-EC1B-45ED8332FBD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03536" y="2224496"/>
                  <a:ext cx="2376360" cy="11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02D123E-0C95-A09C-C97B-773FF3146091}"/>
                    </a:ext>
                  </a:extLst>
                </p14:cNvPr>
                <p14:cNvContentPartPr/>
                <p14:nvPr/>
              </p14:nvContentPartPr>
              <p14:xfrm>
                <a:off x="5050336" y="3373616"/>
                <a:ext cx="2231640" cy="56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02D123E-0C95-A09C-C97B-773FF314609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32696" y="3355976"/>
                  <a:ext cx="2267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1CCD60F-4C9F-88EE-546E-50F7A2297BD8}"/>
                    </a:ext>
                  </a:extLst>
                </p14:cNvPr>
                <p14:cNvContentPartPr/>
                <p14:nvPr/>
              </p14:nvContentPartPr>
              <p14:xfrm>
                <a:off x="4616536" y="2816696"/>
                <a:ext cx="358200" cy="50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1CCD60F-4C9F-88EE-546E-50F7A2297BD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98896" y="2799056"/>
                  <a:ext cx="393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69EE766-7BE2-54BE-C602-EC1E90E5BDB0}"/>
                    </a:ext>
                  </a:extLst>
                </p14:cNvPr>
                <p14:cNvContentPartPr/>
                <p14:nvPr/>
              </p14:nvContentPartPr>
              <p14:xfrm>
                <a:off x="4514656" y="2701496"/>
                <a:ext cx="194760" cy="251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69EE766-7BE2-54BE-C602-EC1E90E5BDB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497016" y="2683496"/>
                  <a:ext cx="2304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1E751EE-2487-095D-B9E8-7D96E937C211}"/>
                    </a:ext>
                  </a:extLst>
                </p14:cNvPr>
                <p14:cNvContentPartPr/>
                <p14:nvPr/>
              </p14:nvContentPartPr>
              <p14:xfrm>
                <a:off x="3913456" y="2265536"/>
                <a:ext cx="60480" cy="230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1E751EE-2487-095D-B9E8-7D96E937C21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895816" y="2247896"/>
                  <a:ext cx="96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C4C4C19-E385-A4FF-A29D-102000710D0C}"/>
                    </a:ext>
                  </a:extLst>
                </p14:cNvPr>
                <p14:cNvContentPartPr/>
                <p14:nvPr/>
              </p14:nvContentPartPr>
              <p14:xfrm>
                <a:off x="3893296" y="2247896"/>
                <a:ext cx="125640" cy="127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C4C4C19-E385-A4FF-A29D-102000710D0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75296" y="2230256"/>
                  <a:ext cx="161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F31B442-8A09-EF29-B4EF-1F7660A044D5}"/>
                    </a:ext>
                  </a:extLst>
                </p14:cNvPr>
                <p14:cNvContentPartPr/>
                <p14:nvPr/>
              </p14:nvContentPartPr>
              <p14:xfrm>
                <a:off x="3983656" y="2322776"/>
                <a:ext cx="161640" cy="133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F31B442-8A09-EF29-B4EF-1F7660A044D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65656" y="2304776"/>
                  <a:ext cx="197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91AA26F-E75E-0E7C-D713-E621EF5A18AB}"/>
                    </a:ext>
                  </a:extLst>
                </p14:cNvPr>
                <p14:cNvContentPartPr/>
                <p14:nvPr/>
              </p14:nvContentPartPr>
              <p14:xfrm>
                <a:off x="4219096" y="2306216"/>
                <a:ext cx="85680" cy="121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1AA26F-E75E-0E7C-D713-E621EF5A18A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01456" y="2288576"/>
                  <a:ext cx="121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AA8608-6928-608E-E91C-3C7D86F1A680}"/>
                    </a:ext>
                  </a:extLst>
                </p14:cNvPr>
                <p14:cNvContentPartPr/>
                <p14:nvPr/>
              </p14:nvContentPartPr>
              <p14:xfrm>
                <a:off x="4431136" y="2155016"/>
                <a:ext cx="48600" cy="197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AA8608-6928-608E-E91C-3C7D86F1A6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13496" y="2137016"/>
                  <a:ext cx="84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7C50567-E970-9E4B-9412-A6BB2E52DA3F}"/>
                    </a:ext>
                  </a:extLst>
                </p14:cNvPr>
                <p14:cNvContentPartPr/>
                <p14:nvPr/>
              </p14:nvContentPartPr>
              <p14:xfrm>
                <a:off x="4337176" y="2218016"/>
                <a:ext cx="198360" cy="67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7C50567-E970-9E4B-9412-A6BB2E52DA3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319176" y="2200376"/>
                  <a:ext cx="234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58EC6BE-0E45-E972-3504-78656336FAC4}"/>
                    </a:ext>
                  </a:extLst>
                </p14:cNvPr>
                <p14:cNvContentPartPr/>
                <p14:nvPr/>
              </p14:nvContentPartPr>
              <p14:xfrm>
                <a:off x="3916696" y="2714096"/>
                <a:ext cx="305640" cy="346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58EC6BE-0E45-E972-3504-78656336FAC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99056" y="2696096"/>
                  <a:ext cx="34128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EF79EC8-E371-1A46-408C-6AE25C5016C1}"/>
                    </a:ext>
                  </a:extLst>
                </p14:cNvPr>
                <p14:cNvContentPartPr/>
                <p14:nvPr/>
              </p14:nvContentPartPr>
              <p14:xfrm>
                <a:off x="4228096" y="2699336"/>
                <a:ext cx="182520" cy="3553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EF79EC8-E371-1A46-408C-6AE25C5016C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210096" y="2681696"/>
                  <a:ext cx="21816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20845D3-E39B-843C-48DB-D8098A95F68F}"/>
                    </a:ext>
                  </a:extLst>
                </p14:cNvPr>
                <p14:cNvContentPartPr/>
                <p14:nvPr/>
              </p14:nvContentPartPr>
              <p14:xfrm>
                <a:off x="1676416" y="4228616"/>
                <a:ext cx="952200" cy="142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20845D3-E39B-843C-48DB-D8098A95F68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58776" y="4210976"/>
                  <a:ext cx="9878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D8B1C44-9F60-9425-25D8-5692D3A059EF}"/>
                    </a:ext>
                  </a:extLst>
                </p14:cNvPr>
                <p14:cNvContentPartPr/>
                <p14:nvPr/>
              </p14:nvContentPartPr>
              <p14:xfrm>
                <a:off x="1645816" y="4257416"/>
                <a:ext cx="196920" cy="140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D8B1C44-9F60-9425-25D8-5692D3A059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628176" y="4239416"/>
                  <a:ext cx="232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E6C13F5-79EC-2C6A-1DA7-FB0716AF411B}"/>
                    </a:ext>
                  </a:extLst>
                </p14:cNvPr>
                <p14:cNvContentPartPr/>
                <p14:nvPr/>
              </p14:nvContentPartPr>
              <p14:xfrm>
                <a:off x="2504416" y="4187936"/>
                <a:ext cx="20700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E6C13F5-79EC-2C6A-1DA7-FB0716AF411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486416" y="4169936"/>
                  <a:ext cx="242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E98AB04-BAC1-4E4A-E482-9D2EDA265FD8}"/>
                    </a:ext>
                  </a:extLst>
                </p14:cNvPr>
                <p14:cNvContentPartPr/>
                <p14:nvPr/>
              </p14:nvContentPartPr>
              <p14:xfrm>
                <a:off x="2466976" y="4237256"/>
                <a:ext cx="196920" cy="52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E98AB04-BAC1-4E4A-E482-9D2EDA265FD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49336" y="4219256"/>
                  <a:ext cx="232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7DD474C-81DD-C06B-E43A-4133B0249E7B}"/>
                    </a:ext>
                  </a:extLst>
                </p14:cNvPr>
                <p14:cNvContentPartPr/>
                <p14:nvPr/>
              </p14:nvContentPartPr>
              <p14:xfrm>
                <a:off x="1690456" y="4303856"/>
                <a:ext cx="136800" cy="66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7DD474C-81DD-C06B-E43A-4133B0249E7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72816" y="4286216"/>
                  <a:ext cx="172440" cy="10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47430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3F34-82C7-F8D4-987A-419FFCC2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C15D-6E00-7465-A8EA-9DD2EA39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56" y="146350"/>
            <a:ext cx="10515600" cy="736652"/>
          </a:xfrm>
        </p:spPr>
        <p:txBody>
          <a:bodyPr/>
          <a:lstStyle/>
          <a:p>
            <a:r>
              <a:rPr lang="en-US" dirty="0"/>
              <a:t>TCP Ports in Docker host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C85CE67-EA94-FC45-0E2F-728AA06242C4}"/>
              </a:ext>
            </a:extLst>
          </p:cNvPr>
          <p:cNvGrpSpPr/>
          <p:nvPr/>
        </p:nvGrpSpPr>
        <p:grpSpPr>
          <a:xfrm>
            <a:off x="1017256" y="1596656"/>
            <a:ext cx="7368840" cy="4128480"/>
            <a:chOff x="1017256" y="1596656"/>
            <a:chExt cx="7368840" cy="412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E19115F-0287-54E8-4551-B721571E4F95}"/>
                    </a:ext>
                  </a:extLst>
                </p14:cNvPr>
                <p14:cNvContentPartPr/>
                <p14:nvPr/>
              </p14:nvContentPartPr>
              <p14:xfrm>
                <a:off x="1923376" y="1684152"/>
                <a:ext cx="146160" cy="3277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E19115F-0287-54E8-4551-B721571E4F9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05736" y="1666512"/>
                  <a:ext cx="181800" cy="331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3E405B0-1864-B6C1-B9B2-B7E300E1C939}"/>
                    </a:ext>
                  </a:extLst>
                </p14:cNvPr>
                <p14:cNvContentPartPr/>
                <p14:nvPr/>
              </p14:nvContentPartPr>
              <p14:xfrm>
                <a:off x="1901776" y="1608896"/>
                <a:ext cx="6484320" cy="4034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3E405B0-1864-B6C1-B9B2-B7E300E1C9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4136" y="1590896"/>
                  <a:ext cx="6519960" cy="40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E1B637-3A7E-87C0-F34E-E7E011E8C7E6}"/>
                    </a:ext>
                  </a:extLst>
                </p14:cNvPr>
                <p14:cNvContentPartPr/>
                <p14:nvPr/>
              </p14:nvContentPartPr>
              <p14:xfrm>
                <a:off x="2037856" y="4851056"/>
                <a:ext cx="29520" cy="874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E1B637-3A7E-87C0-F34E-E7E011E8C7E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19856" y="4833056"/>
                  <a:ext cx="65160" cy="90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209CBE0-2A8C-40FE-C4FF-13163FA9A7EF}"/>
                    </a:ext>
                  </a:extLst>
                </p14:cNvPr>
                <p14:cNvContentPartPr/>
                <p14:nvPr/>
              </p14:nvContentPartPr>
              <p14:xfrm>
                <a:off x="4294336" y="4407536"/>
                <a:ext cx="218880" cy="33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209CBE0-2A8C-40FE-C4FF-13163FA9A7E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76336" y="4389896"/>
                  <a:ext cx="2545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433F8F-8777-5FCF-F3FF-722F699F1B3C}"/>
                    </a:ext>
                  </a:extLst>
                </p14:cNvPr>
                <p14:cNvContentPartPr/>
                <p14:nvPr/>
              </p14:nvContentPartPr>
              <p14:xfrm>
                <a:off x="4600336" y="4502216"/>
                <a:ext cx="146520" cy="217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433F8F-8777-5FCF-F3FF-722F699F1B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82696" y="4484216"/>
                  <a:ext cx="1821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6B11F0-1E78-4076-BCF9-420964B5F886}"/>
                    </a:ext>
                  </a:extLst>
                </p14:cNvPr>
                <p14:cNvContentPartPr/>
                <p14:nvPr/>
              </p14:nvContentPartPr>
              <p14:xfrm>
                <a:off x="4811296" y="4501856"/>
                <a:ext cx="99000" cy="173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6B11F0-1E78-4076-BCF9-420964B5F8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93656" y="4484216"/>
                  <a:ext cx="1346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D909DE-9AA0-564C-08B9-3FF616C36781}"/>
                    </a:ext>
                  </a:extLst>
                </p14:cNvPr>
                <p14:cNvContentPartPr/>
                <p14:nvPr/>
              </p14:nvContentPartPr>
              <p14:xfrm>
                <a:off x="5017216" y="4399256"/>
                <a:ext cx="334080" cy="282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D909DE-9AA0-564C-08B9-3FF616C3678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999576" y="4381616"/>
                  <a:ext cx="369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990B8DD-AD60-2D2F-DA42-960FAEF702F2}"/>
                    </a:ext>
                  </a:extLst>
                </p14:cNvPr>
                <p14:cNvContentPartPr/>
                <p14:nvPr/>
              </p14:nvContentPartPr>
              <p14:xfrm>
                <a:off x="5465056" y="4370096"/>
                <a:ext cx="194400" cy="289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990B8DD-AD60-2D2F-DA42-960FAEF702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47056" y="4352096"/>
                  <a:ext cx="2300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DAC885-49F3-BE03-804C-FBDB159EBC65}"/>
                    </a:ext>
                  </a:extLst>
                </p14:cNvPr>
                <p14:cNvContentPartPr/>
                <p14:nvPr/>
              </p14:nvContentPartPr>
              <p14:xfrm>
                <a:off x="3411256" y="4653776"/>
                <a:ext cx="445320" cy="22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8DAC885-49F3-BE03-804C-FBDB159EBC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93256" y="4636136"/>
                  <a:ext cx="480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060108-824E-2082-60B6-BEAEB4D85A07}"/>
                    </a:ext>
                  </a:extLst>
                </p14:cNvPr>
                <p14:cNvContentPartPr/>
                <p14:nvPr/>
              </p14:nvContentPartPr>
              <p14:xfrm>
                <a:off x="3099136" y="4504016"/>
                <a:ext cx="284040" cy="39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060108-824E-2082-60B6-BEAEB4D85A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81136" y="4486016"/>
                  <a:ext cx="31968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115BF7-FBF7-DA69-CFE3-66A1A3B7DD56}"/>
                    </a:ext>
                  </a:extLst>
                </p14:cNvPr>
                <p14:cNvContentPartPr/>
                <p14:nvPr/>
              </p14:nvContentPartPr>
              <p14:xfrm>
                <a:off x="1905736" y="1596656"/>
                <a:ext cx="190800" cy="62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115BF7-FBF7-DA69-CFE3-66A1A3B7DD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88096" y="1579016"/>
                  <a:ext cx="226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6EFD02D-D29F-A3D0-60B1-11333066EC86}"/>
                    </a:ext>
                  </a:extLst>
                </p14:cNvPr>
                <p14:cNvContentPartPr/>
                <p14:nvPr/>
              </p14:nvContentPartPr>
              <p14:xfrm>
                <a:off x="1640776" y="3011096"/>
                <a:ext cx="264600" cy="60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6EFD02D-D29F-A3D0-60B1-11333066EC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23136" y="2993456"/>
                  <a:ext cx="300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28916DC-1214-4E90-D295-C06E91A25A07}"/>
                    </a:ext>
                  </a:extLst>
                </p14:cNvPr>
                <p14:cNvContentPartPr/>
                <p14:nvPr/>
              </p14:nvContentPartPr>
              <p14:xfrm>
                <a:off x="1552936" y="3054656"/>
                <a:ext cx="573840" cy="951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28916DC-1214-4E90-D295-C06E91A25A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34936" y="3037016"/>
                  <a:ext cx="609480" cy="9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48814AE-8D40-B56A-B6F7-7233DBB0F321}"/>
                    </a:ext>
                  </a:extLst>
                </p14:cNvPr>
                <p14:cNvContentPartPr/>
                <p14:nvPr/>
              </p14:nvContentPartPr>
              <p14:xfrm>
                <a:off x="2015896" y="3001736"/>
                <a:ext cx="156600" cy="221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48814AE-8D40-B56A-B6F7-7233DBB0F32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97896" y="2984096"/>
                  <a:ext cx="192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A77B0EF-9C1B-2A1B-353C-559787DAAB1F}"/>
                    </a:ext>
                  </a:extLst>
                </p14:cNvPr>
                <p14:cNvContentPartPr/>
                <p14:nvPr/>
              </p14:nvContentPartPr>
              <p14:xfrm>
                <a:off x="2223976" y="3037736"/>
                <a:ext cx="115920" cy="146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A77B0EF-9C1B-2A1B-353C-559787DAAB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06336" y="3020096"/>
                  <a:ext cx="151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711E6F-361E-3B04-6EB2-7AA504058C74}"/>
                    </a:ext>
                  </a:extLst>
                </p14:cNvPr>
                <p14:cNvContentPartPr/>
                <p14:nvPr/>
              </p14:nvContentPartPr>
              <p14:xfrm>
                <a:off x="2348896" y="2906336"/>
                <a:ext cx="56160" cy="241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711E6F-361E-3B04-6EB2-7AA504058C7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30896" y="2888336"/>
                  <a:ext cx="918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C5AAB5-EC43-A445-E238-6743657B3305}"/>
                    </a:ext>
                  </a:extLst>
                </p14:cNvPr>
                <p14:cNvContentPartPr/>
                <p14:nvPr/>
              </p14:nvContentPartPr>
              <p14:xfrm>
                <a:off x="2308576" y="2980496"/>
                <a:ext cx="90720" cy="24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C5AAB5-EC43-A445-E238-6743657B33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90576" y="2962496"/>
                  <a:ext cx="126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1144F8-05A5-6C64-2122-0894BC7C43DE}"/>
                    </a:ext>
                  </a:extLst>
                </p14:cNvPr>
                <p14:cNvContentPartPr/>
                <p14:nvPr/>
              </p14:nvContentPartPr>
              <p14:xfrm>
                <a:off x="2498656" y="2884736"/>
                <a:ext cx="156600" cy="200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1144F8-05A5-6C64-2122-0894BC7C43D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80656" y="2867096"/>
                  <a:ext cx="1922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9BD8DAD-2829-E194-D418-52BBD1A0084A}"/>
                    </a:ext>
                  </a:extLst>
                </p14:cNvPr>
                <p14:cNvContentPartPr/>
                <p14:nvPr/>
              </p14:nvContentPartPr>
              <p14:xfrm>
                <a:off x="2671456" y="2889056"/>
                <a:ext cx="207000" cy="146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9BD8DAD-2829-E194-D418-52BBD1A0084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53816" y="2871416"/>
                  <a:ext cx="242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3B199F7-283B-1F2B-D963-C62BAD627D1B}"/>
                    </a:ext>
                  </a:extLst>
                </p14:cNvPr>
                <p14:cNvContentPartPr/>
                <p14:nvPr/>
              </p14:nvContentPartPr>
              <p14:xfrm>
                <a:off x="2906896" y="2687816"/>
                <a:ext cx="164160" cy="293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3B199F7-283B-1F2B-D963-C62BAD627D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89256" y="2670176"/>
                  <a:ext cx="1998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5E2CD7-F5D4-F613-91AE-D9EBE45BC0B8}"/>
                    </a:ext>
                  </a:extLst>
                </p14:cNvPr>
                <p14:cNvContentPartPr/>
                <p14:nvPr/>
              </p14:nvContentPartPr>
              <p14:xfrm>
                <a:off x="1017256" y="3418616"/>
                <a:ext cx="26640" cy="353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5E2CD7-F5D4-F613-91AE-D9EBE45BC0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9256" y="3400976"/>
                  <a:ext cx="622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AACA46E-E57D-EE98-6F59-06701FE644BF}"/>
                    </a:ext>
                  </a:extLst>
                </p14:cNvPr>
                <p14:cNvContentPartPr/>
                <p14:nvPr/>
              </p14:nvContentPartPr>
              <p14:xfrm>
                <a:off x="1206976" y="3377576"/>
                <a:ext cx="37080" cy="347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AACA46E-E57D-EE98-6F59-06701FE644B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88976" y="3359576"/>
                  <a:ext cx="727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1A1381-224A-7C63-BB3F-C8246EEF1029}"/>
                    </a:ext>
                  </a:extLst>
                </p14:cNvPr>
                <p14:cNvContentPartPr/>
                <p14:nvPr/>
              </p14:nvContentPartPr>
              <p14:xfrm>
                <a:off x="1179616" y="3380816"/>
                <a:ext cx="210600" cy="140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1A1381-224A-7C63-BB3F-C8246EEF102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61976" y="3363176"/>
                  <a:ext cx="2462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EE84455-F110-A5DD-3D6E-7E165049663B}"/>
                    </a:ext>
                  </a:extLst>
                </p14:cNvPr>
                <p14:cNvContentPartPr/>
                <p14:nvPr/>
              </p14:nvContentPartPr>
              <p14:xfrm>
                <a:off x="1214536" y="3528776"/>
                <a:ext cx="109080" cy="30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EE84455-F110-A5DD-3D6E-7E165049663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96536" y="3511136"/>
                  <a:ext cx="144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DD95FEC-D36B-735A-AAD2-8708A8999B0B}"/>
                    </a:ext>
                  </a:extLst>
                </p14:cNvPr>
                <p14:cNvContentPartPr/>
                <p14:nvPr/>
              </p14:nvContentPartPr>
              <p14:xfrm>
                <a:off x="2627176" y="3883736"/>
                <a:ext cx="46080" cy="236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DD95FEC-D36B-735A-AAD2-8708A8999B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09176" y="3865736"/>
                  <a:ext cx="817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950B36-DE14-67D9-DCBB-620866B3DBA5}"/>
                    </a:ext>
                  </a:extLst>
                </p14:cNvPr>
                <p14:cNvContentPartPr/>
                <p14:nvPr/>
              </p14:nvContentPartPr>
              <p14:xfrm>
                <a:off x="2571376" y="3818216"/>
                <a:ext cx="12060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950B36-DE14-67D9-DCBB-620866B3DBA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553736" y="3800576"/>
                  <a:ext cx="1562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356E01B-E134-74E8-1E57-9CCD4BAECA58}"/>
                    </a:ext>
                  </a:extLst>
                </p14:cNvPr>
                <p14:cNvContentPartPr/>
                <p14:nvPr/>
              </p14:nvContentPartPr>
              <p14:xfrm>
                <a:off x="2770816" y="3935216"/>
                <a:ext cx="76320" cy="83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356E01B-E134-74E8-1E57-9CCD4BAECA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52816" y="3917216"/>
                  <a:ext cx="111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847445-EBB4-F3A1-848C-745772856C7B}"/>
                    </a:ext>
                  </a:extLst>
                </p14:cNvPr>
                <p14:cNvContentPartPr/>
                <p14:nvPr/>
              </p14:nvContentPartPr>
              <p14:xfrm>
                <a:off x="2934256" y="3861056"/>
                <a:ext cx="41400" cy="10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847445-EBB4-F3A1-848C-745772856C7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16256" y="3843416"/>
                  <a:ext cx="770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EA03C9-7A3D-87D4-391C-173A0C1BD3B2}"/>
                    </a:ext>
                  </a:extLst>
                </p14:cNvPr>
                <p14:cNvContentPartPr/>
                <p14:nvPr/>
              </p14:nvContentPartPr>
              <p14:xfrm>
                <a:off x="3096616" y="3675296"/>
                <a:ext cx="50400" cy="275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EA03C9-7A3D-87D4-391C-173A0C1BD3B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78616" y="3657656"/>
                  <a:ext cx="860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3BA02A1-31E6-E9FC-7263-30F1E43BD62F}"/>
                    </a:ext>
                  </a:extLst>
                </p14:cNvPr>
                <p14:cNvContentPartPr/>
                <p14:nvPr/>
              </p14:nvContentPartPr>
              <p14:xfrm>
                <a:off x="3058816" y="3715256"/>
                <a:ext cx="88560" cy="1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3BA02A1-31E6-E9FC-7263-30F1E43BD62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40816" y="3697616"/>
                  <a:ext cx="124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11EEDC6-A39B-150C-7C20-EF43F7143A7A}"/>
                    </a:ext>
                  </a:extLst>
                </p14:cNvPr>
                <p14:cNvContentPartPr/>
                <p14:nvPr/>
              </p14:nvContentPartPr>
              <p14:xfrm>
                <a:off x="3342136" y="3923336"/>
                <a:ext cx="17280" cy="1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11EEDC6-A39B-150C-7C20-EF43F7143A7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24496" y="3905696"/>
                  <a:ext cx="52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268B8C1-FC1E-B34D-07C4-3825FDF7EF06}"/>
                    </a:ext>
                  </a:extLst>
                </p14:cNvPr>
                <p14:cNvContentPartPr/>
                <p14:nvPr/>
              </p14:nvContentPartPr>
              <p14:xfrm>
                <a:off x="2860096" y="4242656"/>
                <a:ext cx="3600" cy="9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268B8C1-FC1E-B34D-07C4-3825FDF7EF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42456" y="4225016"/>
                  <a:ext cx="39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2463E66-3529-6D38-70AE-4B0AFA37D493}"/>
                    </a:ext>
                  </a:extLst>
                </p14:cNvPr>
                <p14:cNvContentPartPr/>
                <p14:nvPr/>
              </p14:nvContentPartPr>
              <p14:xfrm>
                <a:off x="2865496" y="4358216"/>
                <a:ext cx="8640" cy="10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2463E66-3529-6D38-70AE-4B0AFA37D49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47856" y="4340576"/>
                  <a:ext cx="44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B5CC80B-860E-23E1-E9AF-86DA734B6AD3}"/>
                    </a:ext>
                  </a:extLst>
                </p14:cNvPr>
                <p14:cNvContentPartPr/>
                <p14:nvPr/>
              </p14:nvContentPartPr>
              <p14:xfrm>
                <a:off x="5073736" y="2665136"/>
                <a:ext cx="273960" cy="417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B5CC80B-860E-23E1-E9AF-86DA734B6A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56096" y="2647136"/>
                  <a:ext cx="3096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8E88C67-7018-6F1B-45E4-55C0D83AC994}"/>
                    </a:ext>
                  </a:extLst>
                </p14:cNvPr>
                <p14:cNvContentPartPr/>
                <p14:nvPr/>
              </p14:nvContentPartPr>
              <p14:xfrm>
                <a:off x="5362816" y="2840456"/>
                <a:ext cx="248040" cy="296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8E88C67-7018-6F1B-45E4-55C0D83AC9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345176" y="2822816"/>
                  <a:ext cx="2836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9359AD3-FF4E-A151-22D1-C66A4EE628A3}"/>
                    </a:ext>
                  </a:extLst>
                </p14:cNvPr>
                <p14:cNvContentPartPr/>
                <p14:nvPr/>
              </p14:nvContentPartPr>
              <p14:xfrm>
                <a:off x="5659096" y="2856296"/>
                <a:ext cx="117360" cy="253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9359AD3-FF4E-A151-22D1-C66A4EE628A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41456" y="2838656"/>
                  <a:ext cx="1530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51A6251-3326-753E-957B-CA12CB863C4B}"/>
                    </a:ext>
                  </a:extLst>
                </p14:cNvPr>
                <p14:cNvContentPartPr/>
                <p14:nvPr/>
              </p14:nvContentPartPr>
              <p14:xfrm>
                <a:off x="5868256" y="2823176"/>
                <a:ext cx="641520" cy="290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51A6251-3326-753E-957B-CA12CB863C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50256" y="2805176"/>
                  <a:ext cx="6771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3880E32-C849-57A8-F5C7-AA2A13E2798D}"/>
                    </a:ext>
                  </a:extLst>
                </p14:cNvPr>
                <p14:cNvContentPartPr/>
                <p14:nvPr/>
              </p14:nvContentPartPr>
              <p14:xfrm>
                <a:off x="6613816" y="2677016"/>
                <a:ext cx="368280" cy="369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3880E32-C849-57A8-F5C7-AA2A13E2798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96176" y="2659376"/>
                  <a:ext cx="4039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BD0B4E-9D52-3F4F-AD48-AA923748EB21}"/>
                    </a:ext>
                  </a:extLst>
                </p14:cNvPr>
                <p14:cNvContentPartPr/>
                <p14:nvPr/>
              </p14:nvContentPartPr>
              <p14:xfrm>
                <a:off x="4977256" y="2681696"/>
                <a:ext cx="2880" cy="11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BD0B4E-9D52-3F4F-AD48-AA923748EB2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59256" y="2663696"/>
                  <a:ext cx="385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475F810-B3C4-7EF3-0B37-318A2CDD3BF1}"/>
                    </a:ext>
                  </a:extLst>
                </p14:cNvPr>
                <p14:cNvContentPartPr/>
                <p14:nvPr/>
              </p14:nvContentPartPr>
              <p14:xfrm>
                <a:off x="4616536" y="2816696"/>
                <a:ext cx="358200" cy="50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475F810-B3C4-7EF3-0B37-318A2CDD3BF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98896" y="2799056"/>
                  <a:ext cx="393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D1619EA-3826-93C8-950F-9482EA27CAB1}"/>
                    </a:ext>
                  </a:extLst>
                </p14:cNvPr>
                <p14:cNvContentPartPr/>
                <p14:nvPr/>
              </p14:nvContentPartPr>
              <p14:xfrm>
                <a:off x="4514656" y="2701496"/>
                <a:ext cx="194760" cy="251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D1619EA-3826-93C8-950F-9482EA27CAB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497016" y="2683496"/>
                  <a:ext cx="2304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73985E2-0DE7-B2A0-ABC6-9B89F5C41F02}"/>
                    </a:ext>
                  </a:extLst>
                </p14:cNvPr>
                <p14:cNvContentPartPr/>
                <p14:nvPr/>
              </p14:nvContentPartPr>
              <p14:xfrm>
                <a:off x="3913456" y="2265536"/>
                <a:ext cx="60480" cy="230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73985E2-0DE7-B2A0-ABC6-9B89F5C41F0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95816" y="2247896"/>
                  <a:ext cx="96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E69D11C-57A3-B57B-3476-0F42F849EF92}"/>
                    </a:ext>
                  </a:extLst>
                </p14:cNvPr>
                <p14:cNvContentPartPr/>
                <p14:nvPr/>
              </p14:nvContentPartPr>
              <p14:xfrm>
                <a:off x="3893296" y="2247896"/>
                <a:ext cx="125640" cy="127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E69D11C-57A3-B57B-3476-0F42F849EF9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75296" y="2230256"/>
                  <a:ext cx="161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C4A727-EEAD-1375-1E1D-9FDBC1BEAE35}"/>
                    </a:ext>
                  </a:extLst>
                </p14:cNvPr>
                <p14:cNvContentPartPr/>
                <p14:nvPr/>
              </p14:nvContentPartPr>
              <p14:xfrm>
                <a:off x="3983656" y="2322776"/>
                <a:ext cx="161640" cy="133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C4A727-EEAD-1375-1E1D-9FDBC1BEAE3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65656" y="2304776"/>
                  <a:ext cx="197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E17CBF7-2C65-A08E-FB61-5576F14E05D3}"/>
                    </a:ext>
                  </a:extLst>
                </p14:cNvPr>
                <p14:cNvContentPartPr/>
                <p14:nvPr/>
              </p14:nvContentPartPr>
              <p14:xfrm>
                <a:off x="4219096" y="2306216"/>
                <a:ext cx="85680" cy="121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E17CBF7-2C65-A08E-FB61-5576F14E05D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01456" y="2288576"/>
                  <a:ext cx="121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07D1E4A-DC1B-9ABF-0E9F-AA737CE35D6A}"/>
                    </a:ext>
                  </a:extLst>
                </p14:cNvPr>
                <p14:cNvContentPartPr/>
                <p14:nvPr/>
              </p14:nvContentPartPr>
              <p14:xfrm>
                <a:off x="4431136" y="2155016"/>
                <a:ext cx="48600" cy="197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07D1E4A-DC1B-9ABF-0E9F-AA737CE35D6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13496" y="2137016"/>
                  <a:ext cx="84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94D681A-33EC-CB15-243E-54C8FFB4F036}"/>
                    </a:ext>
                  </a:extLst>
                </p14:cNvPr>
                <p14:cNvContentPartPr/>
                <p14:nvPr/>
              </p14:nvContentPartPr>
              <p14:xfrm>
                <a:off x="4337176" y="2218016"/>
                <a:ext cx="198360" cy="67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94D681A-33EC-CB15-243E-54C8FFB4F03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19176" y="2200376"/>
                  <a:ext cx="234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70EF587-B07A-04A4-72DC-E6D2D50D12E3}"/>
                    </a:ext>
                  </a:extLst>
                </p14:cNvPr>
                <p14:cNvContentPartPr/>
                <p14:nvPr/>
              </p14:nvContentPartPr>
              <p14:xfrm>
                <a:off x="1676416" y="4228616"/>
                <a:ext cx="952200" cy="142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70EF587-B07A-04A4-72DC-E6D2D50D12E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58776" y="4210976"/>
                  <a:ext cx="9878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0F537E2-A45F-408C-E762-DFA4D26482EC}"/>
                    </a:ext>
                  </a:extLst>
                </p14:cNvPr>
                <p14:cNvContentPartPr/>
                <p14:nvPr/>
              </p14:nvContentPartPr>
              <p14:xfrm>
                <a:off x="1645816" y="4257416"/>
                <a:ext cx="196920" cy="140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0F537E2-A45F-408C-E762-DFA4D26482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28176" y="4239416"/>
                  <a:ext cx="2325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4BF9CE0-96EE-6765-5646-87F3F4B0C9C4}"/>
                    </a:ext>
                  </a:extLst>
                </p14:cNvPr>
                <p14:cNvContentPartPr/>
                <p14:nvPr/>
              </p14:nvContentPartPr>
              <p14:xfrm>
                <a:off x="2504416" y="4187936"/>
                <a:ext cx="207000" cy="114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4BF9CE0-96EE-6765-5646-87F3F4B0C9C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486416" y="4169936"/>
                  <a:ext cx="242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6414ACA-633C-742B-279D-6C13009C61FF}"/>
                    </a:ext>
                  </a:extLst>
                </p14:cNvPr>
                <p14:cNvContentPartPr/>
                <p14:nvPr/>
              </p14:nvContentPartPr>
              <p14:xfrm>
                <a:off x="2466976" y="4237256"/>
                <a:ext cx="196920" cy="52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6414ACA-633C-742B-279D-6C13009C61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49336" y="4219256"/>
                  <a:ext cx="232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EB112B4-00A2-0D12-B4A6-D9B0546DD900}"/>
                    </a:ext>
                  </a:extLst>
                </p14:cNvPr>
                <p14:cNvContentPartPr/>
                <p14:nvPr/>
              </p14:nvContentPartPr>
              <p14:xfrm>
                <a:off x="1690456" y="4303856"/>
                <a:ext cx="136800" cy="66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EB112B4-00A2-0D12-B4A6-D9B0546DD9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72816" y="4286216"/>
                  <a:ext cx="17244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BB0D39F-943B-77BF-9C73-546BCA5B7BDF}"/>
                  </a:ext>
                </a:extLst>
              </p14:cNvPr>
              <p14:cNvContentPartPr/>
              <p14:nvPr/>
            </p14:nvContentPartPr>
            <p14:xfrm>
              <a:off x="4507096" y="3972656"/>
              <a:ext cx="390240" cy="410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BB0D39F-943B-77BF-9C73-546BCA5B7BD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489456" y="3954656"/>
                <a:ext cx="4258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8E3DDD0-C0A8-11A8-F63B-A421E15F098C}"/>
                  </a:ext>
                </a:extLst>
              </p14:cNvPr>
              <p14:cNvContentPartPr/>
              <p14:nvPr/>
            </p14:nvContentPartPr>
            <p14:xfrm>
              <a:off x="7275136" y="2486936"/>
              <a:ext cx="63000" cy="25668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8E3DDD0-C0A8-11A8-F63B-A421E15F098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257136" y="2468936"/>
                <a:ext cx="986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D7B175DF-18F1-9C28-AB7B-19867ED574B6}"/>
                  </a:ext>
                </a:extLst>
              </p14:cNvPr>
              <p14:cNvContentPartPr/>
              <p14:nvPr/>
            </p14:nvContentPartPr>
            <p14:xfrm>
              <a:off x="355936" y="1848656"/>
              <a:ext cx="333360" cy="1454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D7B175DF-18F1-9C28-AB7B-19867ED574B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38296" y="1831016"/>
                <a:ext cx="3690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F46E6036-53E6-6CFB-41FA-8550CB94A18B}"/>
                  </a:ext>
                </a:extLst>
              </p14:cNvPr>
              <p14:cNvContentPartPr/>
              <p14:nvPr/>
            </p14:nvContentPartPr>
            <p14:xfrm>
              <a:off x="5690056" y="4362536"/>
              <a:ext cx="170280" cy="37332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F46E6036-53E6-6CFB-41FA-8550CB94A18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672056" y="4344536"/>
                <a:ext cx="20592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4BFABC1A-53D4-9D85-9547-66D4C18127DC}"/>
                  </a:ext>
                </a:extLst>
              </p14:cNvPr>
              <p14:cNvContentPartPr/>
              <p14:nvPr/>
            </p14:nvContentPartPr>
            <p14:xfrm>
              <a:off x="1271056" y="6423896"/>
              <a:ext cx="71640" cy="2800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4BFABC1A-53D4-9D85-9547-66D4C18127D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253056" y="6406256"/>
                <a:ext cx="10728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994BE4A-C426-BE0F-D773-2F36A9E24C82}"/>
                  </a:ext>
                </a:extLst>
              </p14:cNvPr>
              <p14:cNvContentPartPr/>
              <p14:nvPr/>
            </p14:nvContentPartPr>
            <p14:xfrm>
              <a:off x="2352856" y="1169336"/>
              <a:ext cx="34200" cy="346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994BE4A-C426-BE0F-D773-2F36A9E24C8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334856" y="1151696"/>
                <a:ext cx="698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08B184-8C0E-B31C-086C-617D49BF6A24}"/>
                  </a:ext>
                </a:extLst>
              </p14:cNvPr>
              <p14:cNvContentPartPr/>
              <p14:nvPr/>
            </p14:nvContentPartPr>
            <p14:xfrm>
              <a:off x="2240536" y="1174376"/>
              <a:ext cx="328680" cy="413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08B184-8C0E-B31C-086C-617D49BF6A2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222536" y="1156736"/>
                <a:ext cx="36432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C47830D-7BC8-ABBF-18F4-F393A3BF9240}"/>
                  </a:ext>
                </a:extLst>
              </p14:cNvPr>
              <p14:cNvContentPartPr/>
              <p14:nvPr/>
            </p14:nvContentPartPr>
            <p14:xfrm>
              <a:off x="2643736" y="1330616"/>
              <a:ext cx="212760" cy="241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C47830D-7BC8-ABBF-18F4-F393A3BF924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626096" y="1312976"/>
                <a:ext cx="24840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DA87528-53EE-0728-CA74-9083EC00630F}"/>
                  </a:ext>
                </a:extLst>
              </p14:cNvPr>
              <p14:cNvContentPartPr/>
              <p14:nvPr/>
            </p14:nvContentPartPr>
            <p14:xfrm>
              <a:off x="2952256" y="1368776"/>
              <a:ext cx="137160" cy="1969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DA87528-53EE-0728-CA74-9083EC00630F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2934616" y="1350776"/>
                <a:ext cx="1728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1DDFE75-BBB3-9FE6-98D1-5B3043B3EC5F}"/>
                  </a:ext>
                </a:extLst>
              </p14:cNvPr>
              <p14:cNvContentPartPr/>
              <p14:nvPr/>
            </p14:nvContentPartPr>
            <p14:xfrm>
              <a:off x="3269056" y="1161416"/>
              <a:ext cx="369360" cy="421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1DDFE75-BBB3-9FE6-98D1-5B3043B3EC5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251416" y="1143776"/>
                <a:ext cx="40500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71D9D42-71B0-7D75-899A-0F6C5FEF57A2}"/>
                  </a:ext>
                </a:extLst>
              </p14:cNvPr>
              <p14:cNvContentPartPr/>
              <p14:nvPr/>
            </p14:nvContentPartPr>
            <p14:xfrm>
              <a:off x="3398656" y="1312976"/>
              <a:ext cx="769680" cy="345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71D9D42-71B0-7D75-899A-0F6C5FEF57A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380656" y="1294976"/>
                <a:ext cx="80532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04F9FF1-4AFB-1FAB-5741-E29D26BF5313}"/>
                  </a:ext>
                </a:extLst>
              </p14:cNvPr>
              <p14:cNvContentPartPr/>
              <p14:nvPr/>
            </p14:nvContentPartPr>
            <p14:xfrm>
              <a:off x="4546696" y="1004816"/>
              <a:ext cx="343440" cy="6505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04F9FF1-4AFB-1FAB-5741-E29D26BF531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529056" y="986816"/>
                <a:ext cx="37908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C0FCF6D-26F3-125A-F69F-62471DFCC227}"/>
                  </a:ext>
                </a:extLst>
              </p14:cNvPr>
              <p14:cNvContentPartPr/>
              <p14:nvPr/>
            </p14:nvContentPartPr>
            <p14:xfrm>
              <a:off x="4958176" y="1366256"/>
              <a:ext cx="160920" cy="287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C0FCF6D-26F3-125A-F69F-62471DFCC22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940176" y="1348616"/>
                <a:ext cx="19656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C513045-A827-B1D1-6DF7-E6680CA58294}"/>
                  </a:ext>
                </a:extLst>
              </p14:cNvPr>
              <p14:cNvContentPartPr/>
              <p14:nvPr/>
            </p14:nvContentPartPr>
            <p14:xfrm>
              <a:off x="5185696" y="1401536"/>
              <a:ext cx="204480" cy="353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C513045-A827-B1D1-6DF7-E6680CA58294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167696" y="1383896"/>
                <a:ext cx="24012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F097D83-C714-A913-9F46-2253109F44D6}"/>
                  </a:ext>
                </a:extLst>
              </p14:cNvPr>
              <p14:cNvContentPartPr/>
              <p14:nvPr/>
            </p14:nvContentPartPr>
            <p14:xfrm>
              <a:off x="5496016" y="1120376"/>
              <a:ext cx="152640" cy="5644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F097D83-C714-A913-9F46-2253109F44D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478376" y="1102376"/>
                <a:ext cx="18828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2248BF2-A5A3-AE94-EB90-26882A621239}"/>
                  </a:ext>
                </a:extLst>
              </p14:cNvPr>
              <p14:cNvContentPartPr/>
              <p14:nvPr/>
            </p14:nvContentPartPr>
            <p14:xfrm>
              <a:off x="5489896" y="1258616"/>
              <a:ext cx="347760" cy="32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2248BF2-A5A3-AE94-EB90-26882A62123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471896" y="1240616"/>
                <a:ext cx="38340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2C9D227-1244-1B35-1410-DD35C8B18359}"/>
                  </a:ext>
                </a:extLst>
              </p14:cNvPr>
              <p14:cNvContentPartPr/>
              <p14:nvPr/>
            </p14:nvContentPartPr>
            <p14:xfrm>
              <a:off x="6193696" y="749576"/>
              <a:ext cx="597600" cy="538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2C9D227-1244-1B35-1410-DD35C8B1835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175696" y="731576"/>
                <a:ext cx="63324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FEF76CE-143C-3021-8AFA-9960CE28E8C7}"/>
                  </a:ext>
                </a:extLst>
              </p14:cNvPr>
              <p14:cNvContentPartPr/>
              <p14:nvPr/>
            </p14:nvContentPartPr>
            <p14:xfrm>
              <a:off x="6913336" y="468416"/>
              <a:ext cx="331920" cy="3499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FEF76CE-143C-3021-8AFA-9960CE28E8C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895696" y="450776"/>
                <a:ext cx="3675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3A0E8FD-399B-493D-1057-0055727361A5}"/>
                  </a:ext>
                </a:extLst>
              </p14:cNvPr>
              <p14:cNvContentPartPr/>
              <p14:nvPr/>
            </p14:nvContentPartPr>
            <p14:xfrm>
              <a:off x="7332736" y="467336"/>
              <a:ext cx="20160" cy="309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3A0E8FD-399B-493D-1057-0055727361A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314736" y="449696"/>
                <a:ext cx="558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361AFAB-1B09-7C7C-AF9F-486074AAB5A2}"/>
                  </a:ext>
                </a:extLst>
              </p14:cNvPr>
              <p14:cNvContentPartPr/>
              <p14:nvPr/>
            </p14:nvContentPartPr>
            <p14:xfrm>
              <a:off x="7391776" y="451856"/>
              <a:ext cx="248760" cy="3938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361AFAB-1B09-7C7C-AF9F-486074AAB5A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373776" y="433856"/>
                <a:ext cx="28440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E3E1A0B-9305-F4FE-A936-2CC1F892F580}"/>
                  </a:ext>
                </a:extLst>
              </p14:cNvPr>
              <p14:cNvContentPartPr/>
              <p14:nvPr/>
            </p14:nvContentPartPr>
            <p14:xfrm>
              <a:off x="6210616" y="1312256"/>
              <a:ext cx="770400" cy="241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E3E1A0B-9305-F4FE-A936-2CC1F892F58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192616" y="1294616"/>
                <a:ext cx="8060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A80BEF6-9418-D332-0243-981B2A7C28EA}"/>
                  </a:ext>
                </a:extLst>
              </p14:cNvPr>
              <p14:cNvContentPartPr/>
              <p14:nvPr/>
            </p14:nvContentPartPr>
            <p14:xfrm>
              <a:off x="7303936" y="1315856"/>
              <a:ext cx="6120" cy="2898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A80BEF6-9418-D332-0243-981B2A7C28EA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286296" y="1297856"/>
                <a:ext cx="4176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F8E7E04-7E45-A837-FE96-872C741825EC}"/>
                  </a:ext>
                </a:extLst>
              </p14:cNvPr>
              <p14:cNvContentPartPr/>
              <p14:nvPr/>
            </p14:nvContentPartPr>
            <p14:xfrm>
              <a:off x="7343536" y="1226216"/>
              <a:ext cx="251640" cy="3675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F8E7E04-7E45-A837-FE96-872C741825E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325536" y="1208216"/>
                <a:ext cx="28728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34155E3-2321-6310-768C-89A4A042F31E}"/>
                  </a:ext>
                </a:extLst>
              </p14:cNvPr>
              <p14:cNvContentPartPr/>
              <p14:nvPr/>
            </p14:nvContentPartPr>
            <p14:xfrm>
              <a:off x="7670416" y="1399016"/>
              <a:ext cx="261360" cy="1602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34155E3-2321-6310-768C-89A4A042F31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652416" y="1381016"/>
                <a:ext cx="29700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2CADD8F-8CA3-7DF9-DBB4-EFE4FBEDDDD8}"/>
                  </a:ext>
                </a:extLst>
              </p14:cNvPr>
              <p14:cNvContentPartPr/>
              <p14:nvPr/>
            </p14:nvContentPartPr>
            <p14:xfrm>
              <a:off x="8005216" y="1400456"/>
              <a:ext cx="96840" cy="181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2CADD8F-8CA3-7DF9-DBB4-EFE4FBEDDDD8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987216" y="1382816"/>
                <a:ext cx="1324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A39FC38-9FCA-7EA4-B1E0-2CF790EE3293}"/>
                  </a:ext>
                </a:extLst>
              </p14:cNvPr>
              <p14:cNvContentPartPr/>
              <p14:nvPr/>
            </p14:nvContentPartPr>
            <p14:xfrm>
              <a:off x="8189536" y="1169696"/>
              <a:ext cx="396720" cy="4114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A39FC38-9FCA-7EA4-B1E0-2CF790EE329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171896" y="1152056"/>
                <a:ext cx="43236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35FFD43C-4856-0FED-0BD6-46CBD4976955}"/>
                  </a:ext>
                </a:extLst>
              </p14:cNvPr>
              <p14:cNvContentPartPr/>
              <p14:nvPr/>
            </p14:nvContentPartPr>
            <p14:xfrm>
              <a:off x="8541616" y="1220096"/>
              <a:ext cx="3600" cy="1584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35FFD43C-4856-0FED-0BD6-46CBD497695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523616" y="1202456"/>
                <a:ext cx="392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22F59F0-760F-A70A-A948-62D57B0308B1}"/>
                  </a:ext>
                </a:extLst>
              </p14:cNvPr>
              <p14:cNvContentPartPr/>
              <p14:nvPr/>
            </p14:nvContentPartPr>
            <p14:xfrm>
              <a:off x="8631616" y="1292096"/>
              <a:ext cx="514800" cy="3240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22F59F0-760F-A70A-A948-62D57B0308B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613976" y="1274456"/>
                <a:ext cx="55044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D4A434F-664A-8CA4-6206-6D5BB9C36E72}"/>
                  </a:ext>
                </a:extLst>
              </p14:cNvPr>
              <p14:cNvContentPartPr/>
              <p14:nvPr/>
            </p14:nvContentPartPr>
            <p14:xfrm>
              <a:off x="9278536" y="341336"/>
              <a:ext cx="187920" cy="9619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D4A434F-664A-8CA4-6206-6D5BB9C36E7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260896" y="323336"/>
                <a:ext cx="223560" cy="9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4818B4A-EF92-0DDC-44D2-1A3D7C6A7F93}"/>
                  </a:ext>
                </a:extLst>
              </p14:cNvPr>
              <p14:cNvContentPartPr/>
              <p14:nvPr/>
            </p14:nvContentPartPr>
            <p14:xfrm>
              <a:off x="9591016" y="622496"/>
              <a:ext cx="255240" cy="3528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4818B4A-EF92-0DDC-44D2-1A3D7C6A7F9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573376" y="604496"/>
                <a:ext cx="29088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F90B5F7-7C66-CF9D-150B-47B46D35BF6E}"/>
                  </a:ext>
                </a:extLst>
              </p14:cNvPr>
              <p14:cNvContentPartPr/>
              <p14:nvPr/>
            </p14:nvContentPartPr>
            <p14:xfrm>
              <a:off x="9929056" y="703856"/>
              <a:ext cx="81000" cy="28332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F90B5F7-7C66-CF9D-150B-47B46D35BF6E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911056" y="686216"/>
                <a:ext cx="11664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C1ACF32-ED7A-1AD2-C798-F625DCF7424F}"/>
                  </a:ext>
                </a:extLst>
              </p14:cNvPr>
              <p14:cNvContentPartPr/>
              <p14:nvPr/>
            </p14:nvContentPartPr>
            <p14:xfrm>
              <a:off x="10206616" y="653816"/>
              <a:ext cx="165240" cy="3484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C1ACF32-ED7A-1AD2-C798-F625DCF7424F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188616" y="636176"/>
                <a:ext cx="20088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3524EC3-9CF0-818C-A199-0E7B503B9101}"/>
                  </a:ext>
                </a:extLst>
              </p14:cNvPr>
              <p14:cNvContentPartPr/>
              <p14:nvPr/>
            </p14:nvContentPartPr>
            <p14:xfrm>
              <a:off x="10182856" y="708536"/>
              <a:ext cx="512640" cy="3240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3524EC3-9CF0-818C-A199-0E7B503B910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164856" y="690896"/>
                <a:ext cx="5482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4D93D05-A94A-F0C3-5149-92EE298BE10B}"/>
                  </a:ext>
                </a:extLst>
              </p14:cNvPr>
              <p14:cNvContentPartPr/>
              <p14:nvPr/>
            </p14:nvContentPartPr>
            <p14:xfrm>
              <a:off x="10679296" y="675056"/>
              <a:ext cx="207360" cy="2397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4D93D05-A94A-F0C3-5149-92EE298BE10B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661656" y="657416"/>
                <a:ext cx="2430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C3F0ED4-B93E-E5AA-6289-98A2DB5900E3}"/>
                  </a:ext>
                </a:extLst>
              </p14:cNvPr>
              <p14:cNvContentPartPr/>
              <p14:nvPr/>
            </p14:nvContentPartPr>
            <p14:xfrm>
              <a:off x="10956496" y="634376"/>
              <a:ext cx="209520" cy="3654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C3F0ED4-B93E-E5AA-6289-98A2DB5900E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938856" y="616376"/>
                <a:ext cx="24516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B34BED0-EF9C-F86F-D44B-3BAE1DE623FD}"/>
                  </a:ext>
                </a:extLst>
              </p14:cNvPr>
              <p14:cNvContentPartPr/>
              <p14:nvPr/>
            </p14:nvContentPartPr>
            <p14:xfrm>
              <a:off x="11015176" y="702416"/>
              <a:ext cx="102960" cy="2516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B34BED0-EF9C-F86F-D44B-3BAE1DE623FD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997176" y="684416"/>
                <a:ext cx="1386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4593B83-DFAA-37FB-27E6-7ABB9C8280F4}"/>
                  </a:ext>
                </a:extLst>
              </p14:cNvPr>
              <p14:cNvContentPartPr/>
              <p14:nvPr/>
            </p14:nvContentPartPr>
            <p14:xfrm>
              <a:off x="4886896" y="2332136"/>
              <a:ext cx="293400" cy="195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4593B83-DFAA-37FB-27E6-7ABB9C8280F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869256" y="2314136"/>
                <a:ext cx="32904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4D74124-0DCC-82B9-A8DE-C9DD8981FB62}"/>
                  </a:ext>
                </a:extLst>
              </p14:cNvPr>
              <p14:cNvContentPartPr/>
              <p14:nvPr/>
            </p14:nvContentPartPr>
            <p14:xfrm>
              <a:off x="4898416" y="2524376"/>
              <a:ext cx="21600" cy="8208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4D74124-0DCC-82B9-A8DE-C9DD8981FB6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880776" y="2506376"/>
                <a:ext cx="57240" cy="85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6DEBDE5-9402-7460-7102-13ED11834B5E}"/>
                  </a:ext>
                </a:extLst>
              </p14:cNvPr>
              <p14:cNvContentPartPr/>
              <p14:nvPr/>
            </p14:nvContentPartPr>
            <p14:xfrm>
              <a:off x="5285056" y="2174096"/>
              <a:ext cx="2331720" cy="900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6DEBDE5-9402-7460-7102-13ED11834B5E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267416" y="2156096"/>
                <a:ext cx="236736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C53AC62-4BC9-13C0-8E6E-9BF2927FF5CC}"/>
                  </a:ext>
                </a:extLst>
              </p14:cNvPr>
              <p14:cNvContentPartPr/>
              <p14:nvPr/>
            </p14:nvContentPartPr>
            <p14:xfrm>
              <a:off x="4983016" y="3431576"/>
              <a:ext cx="2352240" cy="896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C53AC62-4BC9-13C0-8E6E-9BF2927FF5C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965016" y="3413936"/>
                <a:ext cx="2387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855B15C2-8970-A841-902F-4C9BCFCFFDBE}"/>
                  </a:ext>
                </a:extLst>
              </p14:cNvPr>
              <p14:cNvContentPartPr/>
              <p14:nvPr/>
            </p14:nvContentPartPr>
            <p14:xfrm>
              <a:off x="7267936" y="2687456"/>
              <a:ext cx="34200" cy="7938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855B15C2-8970-A841-902F-4C9BCFCFFDB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7249936" y="2669456"/>
                <a:ext cx="69840" cy="8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8D8F17C-F14D-A9D6-6251-A3DDD2AC9257}"/>
                  </a:ext>
                </a:extLst>
              </p14:cNvPr>
              <p14:cNvContentPartPr/>
              <p14:nvPr/>
            </p14:nvContentPartPr>
            <p14:xfrm>
              <a:off x="7339936" y="2245376"/>
              <a:ext cx="294840" cy="294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8D8F17C-F14D-A9D6-6251-A3DDD2AC9257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7322296" y="2227736"/>
                <a:ext cx="33048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D9D994C-0964-38C8-5D15-84939CF6BC37}"/>
                  </a:ext>
                </a:extLst>
              </p14:cNvPr>
              <p14:cNvContentPartPr/>
              <p14:nvPr/>
            </p14:nvContentPartPr>
            <p14:xfrm>
              <a:off x="7278736" y="3026936"/>
              <a:ext cx="291960" cy="5202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D9D994C-0964-38C8-5D15-84939CF6BC3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7261096" y="3009296"/>
                <a:ext cx="32760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2F16DC6-8D2E-AD37-503A-029E020F6774}"/>
                  </a:ext>
                </a:extLst>
              </p14:cNvPr>
              <p14:cNvContentPartPr/>
              <p14:nvPr/>
            </p14:nvContentPartPr>
            <p14:xfrm>
              <a:off x="7632616" y="2286056"/>
              <a:ext cx="34560" cy="7783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2F16DC6-8D2E-AD37-503A-029E020F6774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614616" y="2268056"/>
                <a:ext cx="70200" cy="81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FD28C2E-EA65-7E54-1595-2AA95576D977}"/>
                  </a:ext>
                </a:extLst>
              </p14:cNvPr>
              <p14:cNvContentPartPr/>
              <p14:nvPr/>
            </p14:nvContentPartPr>
            <p14:xfrm>
              <a:off x="4959256" y="2489816"/>
              <a:ext cx="2367720" cy="11448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FD28C2E-EA65-7E54-1595-2AA95576D977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941616" y="2472176"/>
                <a:ext cx="240336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263C07B-175D-5E68-6A58-FFE5D500ADE2}"/>
                  </a:ext>
                </a:extLst>
              </p14:cNvPr>
              <p14:cNvContentPartPr/>
              <p14:nvPr/>
            </p14:nvContentPartPr>
            <p14:xfrm>
              <a:off x="5162296" y="2194256"/>
              <a:ext cx="108000" cy="122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263C07B-175D-5E68-6A58-FFE5D500ADE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144296" y="2176256"/>
                <a:ext cx="1436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E075942-5730-F036-FEC7-3452848C2376}"/>
                  </a:ext>
                </a:extLst>
              </p14:cNvPr>
              <p14:cNvContentPartPr/>
              <p14:nvPr/>
            </p14:nvContentPartPr>
            <p14:xfrm>
              <a:off x="4871416" y="2105696"/>
              <a:ext cx="12960" cy="1882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E075942-5730-F036-FEC7-3452848C2376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853416" y="2088056"/>
                <a:ext cx="486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48C240E-F6DF-5F04-39EC-4B2A98F106EB}"/>
                  </a:ext>
                </a:extLst>
              </p14:cNvPr>
              <p14:cNvContentPartPr/>
              <p14:nvPr/>
            </p14:nvContentPartPr>
            <p14:xfrm>
              <a:off x="4985176" y="2040896"/>
              <a:ext cx="21240" cy="2131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48C240E-F6DF-5F04-39EC-4B2A98F106EB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967176" y="2022896"/>
                <a:ext cx="568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7F458DD9-571B-3359-4AD9-51E8BC949570}"/>
                  </a:ext>
                </a:extLst>
              </p14:cNvPr>
              <p14:cNvContentPartPr/>
              <p14:nvPr/>
            </p14:nvContentPartPr>
            <p14:xfrm>
              <a:off x="4979416" y="2071856"/>
              <a:ext cx="158040" cy="892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7F458DD9-571B-3359-4AD9-51E8BC94957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961416" y="2053856"/>
                <a:ext cx="1936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E7E247D-3D3C-1B99-E776-14A063D03A33}"/>
                  </a:ext>
                </a:extLst>
              </p14:cNvPr>
              <p14:cNvContentPartPr/>
              <p14:nvPr/>
            </p14:nvContentPartPr>
            <p14:xfrm>
              <a:off x="5193616" y="2054216"/>
              <a:ext cx="22680" cy="187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E7E247D-3D3C-1B99-E776-14A063D03A33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175976" y="2036576"/>
                <a:ext cx="58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46D9291-E292-2E24-7D23-70C9C983A0C5}"/>
                  </a:ext>
                </a:extLst>
              </p14:cNvPr>
              <p14:cNvContentPartPr/>
              <p14:nvPr/>
            </p14:nvContentPartPr>
            <p14:xfrm>
              <a:off x="5176336" y="2177336"/>
              <a:ext cx="23400" cy="244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46D9291-E292-2E24-7D23-70C9C983A0C5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158696" y="2159336"/>
                <a:ext cx="590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004ABEC9-A1F6-8212-6EEB-3F94D25EFB8E}"/>
                  </a:ext>
                </a:extLst>
              </p14:cNvPr>
              <p14:cNvContentPartPr/>
              <p14:nvPr/>
            </p14:nvContentPartPr>
            <p14:xfrm>
              <a:off x="5031976" y="2130536"/>
              <a:ext cx="27720" cy="309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004ABEC9-A1F6-8212-6EEB-3F94D25EFB8E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014336" y="2112896"/>
                <a:ext cx="633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6126B45-5569-75DC-CE6C-0C743F78949F}"/>
                  </a:ext>
                </a:extLst>
              </p14:cNvPr>
              <p14:cNvContentPartPr/>
              <p14:nvPr/>
            </p14:nvContentPartPr>
            <p14:xfrm>
              <a:off x="4984456" y="2120456"/>
              <a:ext cx="51840" cy="583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6126B45-5569-75DC-CE6C-0C743F78949F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966816" y="2102816"/>
                <a:ext cx="874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18CF075D-27A7-9940-67D0-2EC3959CDD3C}"/>
                  </a:ext>
                </a:extLst>
              </p14:cNvPr>
              <p14:cNvContentPartPr/>
              <p14:nvPr/>
            </p14:nvContentPartPr>
            <p14:xfrm>
              <a:off x="5361016" y="2020016"/>
              <a:ext cx="6480" cy="1357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18CF075D-27A7-9940-67D0-2EC3959CDD3C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5343016" y="2002016"/>
                <a:ext cx="4212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CD50CDAD-CEFB-76D9-6AEB-A0C831449D46}"/>
                  </a:ext>
                </a:extLst>
              </p14:cNvPr>
              <p14:cNvContentPartPr/>
              <p14:nvPr/>
            </p14:nvContentPartPr>
            <p14:xfrm>
              <a:off x="5431216" y="2000576"/>
              <a:ext cx="96120" cy="1353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CD50CDAD-CEFB-76D9-6AEB-A0C831449D46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5413216" y="1982576"/>
                <a:ext cx="1317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045EBE9-86BC-BF9E-7CA8-CF6AFD948B25}"/>
                  </a:ext>
                </a:extLst>
              </p14:cNvPr>
              <p14:cNvContentPartPr/>
              <p14:nvPr/>
            </p14:nvContentPartPr>
            <p14:xfrm>
              <a:off x="5566936" y="2003816"/>
              <a:ext cx="113760" cy="1458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045EBE9-86BC-BF9E-7CA8-CF6AFD948B2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5548936" y="1986176"/>
                <a:ext cx="1494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D5811E6-8177-A2C8-AFAF-05C85190C339}"/>
                  </a:ext>
                </a:extLst>
              </p14:cNvPr>
              <p14:cNvContentPartPr/>
              <p14:nvPr/>
            </p14:nvContentPartPr>
            <p14:xfrm>
              <a:off x="5718856" y="2127656"/>
              <a:ext cx="12600" cy="43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D5811E6-8177-A2C8-AFAF-05C85190C339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700856" y="2110016"/>
                <a:ext cx="482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5F50873E-B420-63D3-AC02-013E72080493}"/>
                  </a:ext>
                </a:extLst>
              </p14:cNvPr>
              <p14:cNvContentPartPr/>
              <p14:nvPr/>
            </p14:nvContentPartPr>
            <p14:xfrm>
              <a:off x="5787616" y="1984736"/>
              <a:ext cx="16920" cy="1360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5F50873E-B420-63D3-AC02-013E7208049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769976" y="1967096"/>
                <a:ext cx="525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EC8FB0F8-4FC1-3C91-36F0-88B997EC852C}"/>
                  </a:ext>
                </a:extLst>
              </p14:cNvPr>
              <p14:cNvContentPartPr/>
              <p14:nvPr/>
            </p14:nvContentPartPr>
            <p14:xfrm>
              <a:off x="5904616" y="1990136"/>
              <a:ext cx="81360" cy="1810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EC8FB0F8-4FC1-3C91-36F0-88B997EC852C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886976" y="1972496"/>
                <a:ext cx="1170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2A4573A1-9901-971C-7411-10731E8C1EB1}"/>
                  </a:ext>
                </a:extLst>
              </p14:cNvPr>
              <p14:cNvContentPartPr/>
              <p14:nvPr/>
            </p14:nvContentPartPr>
            <p14:xfrm>
              <a:off x="6016936" y="1972136"/>
              <a:ext cx="119160" cy="1965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2A4573A1-9901-971C-7411-10731E8C1EB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998936" y="1954496"/>
                <a:ext cx="1548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6F2BF67-DADF-5E9E-2F52-FBB076FE183F}"/>
                  </a:ext>
                </a:extLst>
              </p14:cNvPr>
              <p14:cNvContentPartPr/>
              <p14:nvPr/>
            </p14:nvContentPartPr>
            <p14:xfrm>
              <a:off x="6208096" y="2140256"/>
              <a:ext cx="14040" cy="68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6F2BF67-DADF-5E9E-2F52-FBB076FE183F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190096" y="2122616"/>
                <a:ext cx="4968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C8FF36E-4AB0-DA05-3CC6-4CE8D135B56F}"/>
                  </a:ext>
                </a:extLst>
              </p14:cNvPr>
              <p14:cNvContentPartPr/>
              <p14:nvPr/>
            </p14:nvContentPartPr>
            <p14:xfrm>
              <a:off x="6312856" y="2002736"/>
              <a:ext cx="77400" cy="1407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C8FF36E-4AB0-DA05-3CC6-4CE8D135B56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295216" y="1984736"/>
                <a:ext cx="11304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E45C6E3-63C1-E855-383D-CD51152B6114}"/>
                  </a:ext>
                </a:extLst>
              </p14:cNvPr>
              <p14:cNvContentPartPr/>
              <p14:nvPr/>
            </p14:nvContentPartPr>
            <p14:xfrm>
              <a:off x="6466216" y="2110376"/>
              <a:ext cx="7200" cy="172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E45C6E3-63C1-E855-383D-CD51152B611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6448216" y="2092376"/>
                <a:ext cx="428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29B5A56F-9ECC-F593-319B-F848E8978326}"/>
                  </a:ext>
                </a:extLst>
              </p14:cNvPr>
              <p14:cNvContentPartPr/>
              <p14:nvPr/>
            </p14:nvContentPartPr>
            <p14:xfrm>
              <a:off x="6569176" y="1953416"/>
              <a:ext cx="4320" cy="1458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29B5A56F-9ECC-F593-319B-F848E8978326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6551176" y="1935776"/>
                <a:ext cx="3996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1731FC1-BE2B-3648-6E5A-1CB765F2459A}"/>
                  </a:ext>
                </a:extLst>
              </p14:cNvPr>
              <p14:cNvContentPartPr/>
              <p14:nvPr/>
            </p14:nvContentPartPr>
            <p14:xfrm>
              <a:off x="5343736" y="2318816"/>
              <a:ext cx="111960" cy="1810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1731FC1-BE2B-3648-6E5A-1CB765F2459A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5326096" y="2300816"/>
                <a:ext cx="14760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FE11B395-6F4D-A8AA-1A82-60DFD037DFD8}"/>
                  </a:ext>
                </a:extLst>
              </p14:cNvPr>
              <p14:cNvContentPartPr/>
              <p14:nvPr/>
            </p14:nvContentPartPr>
            <p14:xfrm>
              <a:off x="5543536" y="2356976"/>
              <a:ext cx="87840" cy="1177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FE11B395-6F4D-A8AA-1A82-60DFD037DFD8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5525536" y="2339336"/>
                <a:ext cx="1234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D0475449-09E2-6EFD-6D19-B9453CE1E8A5}"/>
                  </a:ext>
                </a:extLst>
              </p14:cNvPr>
              <p14:cNvContentPartPr/>
              <p14:nvPr/>
            </p14:nvContentPartPr>
            <p14:xfrm>
              <a:off x="5695816" y="2322776"/>
              <a:ext cx="285480" cy="1562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D0475449-09E2-6EFD-6D19-B9453CE1E8A5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5677816" y="2304776"/>
                <a:ext cx="3211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59E44E01-4F6D-ACE6-0369-0CFEED9FA6D4}"/>
                  </a:ext>
                </a:extLst>
              </p14:cNvPr>
              <p14:cNvContentPartPr/>
              <p14:nvPr/>
            </p14:nvContentPartPr>
            <p14:xfrm>
              <a:off x="5929456" y="2257976"/>
              <a:ext cx="302400" cy="16524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59E44E01-4F6D-ACE6-0369-0CFEED9FA6D4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5911456" y="2240336"/>
                <a:ext cx="3380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3FE59106-254F-9C91-2C4C-16A66E1EC14E}"/>
                  </a:ext>
                </a:extLst>
              </p14:cNvPr>
              <p14:cNvContentPartPr/>
              <p14:nvPr/>
            </p14:nvContentPartPr>
            <p14:xfrm>
              <a:off x="6346696" y="2261936"/>
              <a:ext cx="516240" cy="1818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3FE59106-254F-9C91-2C4C-16A66E1EC14E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6329056" y="2243936"/>
                <a:ext cx="5518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28BD7F1-54CC-F775-1B7A-EC3BE5730CB1}"/>
                  </a:ext>
                </a:extLst>
              </p14:cNvPr>
              <p14:cNvContentPartPr/>
              <p14:nvPr/>
            </p14:nvContentPartPr>
            <p14:xfrm>
              <a:off x="6689416" y="2231696"/>
              <a:ext cx="486000" cy="2286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28BD7F1-54CC-F775-1B7A-EC3BE5730CB1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6671776" y="2214056"/>
                <a:ext cx="52164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76BB0A84-3B5B-B7EE-EA8B-FBBB477CD7CF}"/>
                  </a:ext>
                </a:extLst>
              </p14:cNvPr>
              <p14:cNvContentPartPr/>
              <p14:nvPr/>
            </p14:nvContentPartPr>
            <p14:xfrm>
              <a:off x="1899256" y="1629056"/>
              <a:ext cx="226440" cy="40269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76BB0A84-3B5B-B7EE-EA8B-FBBB477CD7CF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881616" y="1611056"/>
                <a:ext cx="262080" cy="406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7A38984C-063C-2C0F-0945-A21BBA343C1D}"/>
                  </a:ext>
                </a:extLst>
              </p14:cNvPr>
              <p14:cNvContentPartPr/>
              <p14:nvPr/>
            </p14:nvContentPartPr>
            <p14:xfrm>
              <a:off x="1970176" y="5459816"/>
              <a:ext cx="6666120" cy="1558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7A38984C-063C-2C0F-0945-A21BBA343C1D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952536" y="5442176"/>
                <a:ext cx="67017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58C7C6BD-CFFC-7844-0738-667AA3F113C7}"/>
                  </a:ext>
                </a:extLst>
              </p14:cNvPr>
              <p14:cNvContentPartPr/>
              <p14:nvPr/>
            </p14:nvContentPartPr>
            <p14:xfrm>
              <a:off x="2045776" y="1501256"/>
              <a:ext cx="19440" cy="50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58C7C6BD-CFFC-7844-0738-667AA3F113C7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2028136" y="1483256"/>
                <a:ext cx="550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0FD7E401-E611-C3E0-F034-D3F57B4B42EE}"/>
                  </a:ext>
                </a:extLst>
              </p14:cNvPr>
              <p14:cNvContentPartPr/>
              <p14:nvPr/>
            </p14:nvContentPartPr>
            <p14:xfrm>
              <a:off x="1925176" y="1623296"/>
              <a:ext cx="6413760" cy="41076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0FD7E401-E611-C3E0-F034-D3F57B4B42EE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907176" y="1605296"/>
                <a:ext cx="6449400" cy="41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53E332C-02FE-8728-A022-1FD67B5F69F4}"/>
                  </a:ext>
                </a:extLst>
              </p14:cNvPr>
              <p14:cNvContentPartPr/>
              <p14:nvPr/>
            </p14:nvContentPartPr>
            <p14:xfrm>
              <a:off x="8574376" y="2075816"/>
              <a:ext cx="1040400" cy="32436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53E332C-02FE-8728-A022-1FD67B5F69F4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8556736" y="2058176"/>
                <a:ext cx="10760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205338D1-650D-CA5E-D0FB-3FCD40A1319C}"/>
                  </a:ext>
                </a:extLst>
              </p14:cNvPr>
              <p14:cNvContentPartPr/>
              <p14:nvPr/>
            </p14:nvContentPartPr>
            <p14:xfrm>
              <a:off x="8439016" y="2123696"/>
              <a:ext cx="610200" cy="3830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205338D1-650D-CA5E-D0FB-3FCD40A1319C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8421016" y="2105696"/>
                <a:ext cx="64584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9404709E-F785-12EE-AE1A-AC078E1B3F06}"/>
                  </a:ext>
                </a:extLst>
              </p14:cNvPr>
              <p14:cNvContentPartPr/>
              <p14:nvPr/>
            </p14:nvContentPartPr>
            <p14:xfrm>
              <a:off x="9994576" y="2014256"/>
              <a:ext cx="11520" cy="237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9404709E-F785-12EE-AE1A-AC078E1B3F06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9976576" y="1996256"/>
                <a:ext cx="471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442BDBD1-CC9B-A5B2-6289-91AAF172F4EA}"/>
                  </a:ext>
                </a:extLst>
              </p14:cNvPr>
              <p14:cNvContentPartPr/>
              <p14:nvPr/>
            </p14:nvContentPartPr>
            <p14:xfrm>
              <a:off x="9863536" y="1777016"/>
              <a:ext cx="32400" cy="4161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442BDBD1-CC9B-A5B2-6289-91AAF172F4EA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9845536" y="1759016"/>
                <a:ext cx="68040" cy="45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2FA4C998-693A-8008-2DCC-25E117BA59C6}"/>
                  </a:ext>
                </a:extLst>
              </p14:cNvPr>
              <p14:cNvContentPartPr/>
              <p14:nvPr/>
            </p14:nvContentPartPr>
            <p14:xfrm>
              <a:off x="9845176" y="1838576"/>
              <a:ext cx="287640" cy="3524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2FA4C998-693A-8008-2DCC-25E117BA59C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9827176" y="1820576"/>
                <a:ext cx="32328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4042F3AC-B1BE-E482-C4AB-282EF96E21C7}"/>
                  </a:ext>
                </a:extLst>
              </p14:cNvPr>
              <p14:cNvContentPartPr/>
              <p14:nvPr/>
            </p14:nvContentPartPr>
            <p14:xfrm>
              <a:off x="10208416" y="1854056"/>
              <a:ext cx="223920" cy="3474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4042F3AC-B1BE-E482-C4AB-282EF96E21C7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10190416" y="1836056"/>
                <a:ext cx="2595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79FA3C60-7584-8B4E-00FD-BEC20C66108C}"/>
                  </a:ext>
                </a:extLst>
              </p14:cNvPr>
              <p14:cNvContentPartPr/>
              <p14:nvPr/>
            </p14:nvContentPartPr>
            <p14:xfrm>
              <a:off x="10481296" y="1825256"/>
              <a:ext cx="187920" cy="34992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79FA3C60-7584-8B4E-00FD-BEC20C66108C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10463296" y="1807256"/>
                <a:ext cx="2235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1B41E9EC-6B89-92E4-4C62-3120CE9883A3}"/>
                  </a:ext>
                </a:extLst>
              </p14:cNvPr>
              <p14:cNvContentPartPr/>
              <p14:nvPr/>
            </p14:nvContentPartPr>
            <p14:xfrm>
              <a:off x="10740496" y="1759376"/>
              <a:ext cx="256680" cy="3747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1B41E9EC-6B89-92E4-4C62-3120CE9883A3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10722496" y="1741736"/>
                <a:ext cx="2923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3C187BD9-4D13-EFC5-9C8C-F862E3243548}"/>
                  </a:ext>
                </a:extLst>
              </p14:cNvPr>
              <p14:cNvContentPartPr/>
              <p14:nvPr/>
            </p14:nvContentPartPr>
            <p14:xfrm>
              <a:off x="10974496" y="1819136"/>
              <a:ext cx="368640" cy="2955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3C187BD9-4D13-EFC5-9C8C-F862E324354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10956496" y="1801496"/>
                <a:ext cx="40428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B8E6C4A8-3EE2-3877-FB6A-6D16D01E5089}"/>
                  </a:ext>
                </a:extLst>
              </p14:cNvPr>
              <p14:cNvContentPartPr/>
              <p14:nvPr/>
            </p14:nvContentPartPr>
            <p14:xfrm>
              <a:off x="11133256" y="2072576"/>
              <a:ext cx="189000" cy="7056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B8E6C4A8-3EE2-3877-FB6A-6D16D01E5089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11115256" y="2054576"/>
                <a:ext cx="2246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3FD79B8-A3B1-CCAE-691A-51DAD7C1F00F}"/>
                  </a:ext>
                </a:extLst>
              </p14:cNvPr>
              <p14:cNvContentPartPr/>
              <p14:nvPr/>
            </p14:nvContentPartPr>
            <p14:xfrm>
              <a:off x="9935176" y="2544536"/>
              <a:ext cx="939960" cy="4816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3FD79B8-A3B1-CCAE-691A-51DAD7C1F00F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9917176" y="2526536"/>
                <a:ext cx="97560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275F56D8-5397-940F-EE07-50799F4D3310}"/>
                  </a:ext>
                </a:extLst>
              </p14:cNvPr>
              <p14:cNvContentPartPr/>
              <p14:nvPr/>
            </p14:nvContentPartPr>
            <p14:xfrm>
              <a:off x="218056" y="1391816"/>
              <a:ext cx="384480" cy="3747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275F56D8-5397-940F-EE07-50799F4D3310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200056" y="1373816"/>
                <a:ext cx="4201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543F4D88-2B4E-D4E5-D0C6-26348202145F}"/>
                  </a:ext>
                </a:extLst>
              </p14:cNvPr>
              <p14:cNvContentPartPr/>
              <p14:nvPr/>
            </p14:nvContentPartPr>
            <p14:xfrm>
              <a:off x="389056" y="1766576"/>
              <a:ext cx="63720" cy="32040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543F4D88-2B4E-D4E5-D0C6-26348202145F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371056" y="1748576"/>
                <a:ext cx="993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76DA5D27-037F-76DD-2C20-D3470B4F09ED}"/>
                  </a:ext>
                </a:extLst>
              </p14:cNvPr>
              <p14:cNvContentPartPr/>
              <p14:nvPr/>
            </p14:nvContentPartPr>
            <p14:xfrm>
              <a:off x="259096" y="2063216"/>
              <a:ext cx="233640" cy="3474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76DA5D27-037F-76DD-2C20-D3470B4F09ED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241096" y="2045576"/>
                <a:ext cx="26928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BC01347-318B-F5D9-0871-B0936540FD6D}"/>
                  </a:ext>
                </a:extLst>
              </p14:cNvPr>
              <p14:cNvContentPartPr/>
              <p14:nvPr/>
            </p14:nvContentPartPr>
            <p14:xfrm>
              <a:off x="372136" y="2151776"/>
              <a:ext cx="169200" cy="18756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BC01347-318B-F5D9-0871-B0936540FD6D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354136" y="2134136"/>
                <a:ext cx="20484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1E18AC3D-26B4-DFC4-CD03-375C81E79C8B}"/>
                  </a:ext>
                </a:extLst>
              </p14:cNvPr>
              <p14:cNvContentPartPr/>
              <p14:nvPr/>
            </p14:nvContentPartPr>
            <p14:xfrm>
              <a:off x="123376" y="1947656"/>
              <a:ext cx="438480" cy="1105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1E18AC3D-26B4-DFC4-CD03-375C81E79C8B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105376" y="1930016"/>
                <a:ext cx="47412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586CC02F-435C-FD80-EBCF-6AE22AD70868}"/>
                  </a:ext>
                </a:extLst>
              </p14:cNvPr>
              <p14:cNvContentPartPr/>
              <p14:nvPr/>
            </p14:nvContentPartPr>
            <p14:xfrm>
              <a:off x="678136" y="1928936"/>
              <a:ext cx="316800" cy="7740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586CC02F-435C-FD80-EBCF-6AE22AD70868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660496" y="1910936"/>
                <a:ext cx="35244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4A154E69-5EEC-BCBC-81C7-2885EB5BD89B}"/>
                  </a:ext>
                </a:extLst>
              </p14:cNvPr>
              <p14:cNvContentPartPr/>
              <p14:nvPr/>
            </p14:nvContentPartPr>
            <p14:xfrm>
              <a:off x="757696" y="1260776"/>
              <a:ext cx="442440" cy="26964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4A154E69-5EEC-BCBC-81C7-2885EB5BD89B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740056" y="1242776"/>
                <a:ext cx="478080" cy="27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613D55FE-F8A3-F5E8-ED1D-FD347A7362CC}"/>
                  </a:ext>
                </a:extLst>
              </p14:cNvPr>
              <p14:cNvContentPartPr/>
              <p14:nvPr/>
            </p14:nvContentPartPr>
            <p14:xfrm>
              <a:off x="4215856" y="2719856"/>
              <a:ext cx="101160" cy="12672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613D55FE-F8A3-F5E8-ED1D-FD347A7362CC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4197856" y="2702216"/>
                <a:ext cx="1368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5B64D03F-F248-D7CF-78ED-584BB5BAC7BC}"/>
                  </a:ext>
                </a:extLst>
              </p14:cNvPr>
              <p14:cNvContentPartPr/>
              <p14:nvPr/>
            </p14:nvContentPartPr>
            <p14:xfrm>
              <a:off x="1653736" y="2034776"/>
              <a:ext cx="266040" cy="399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5B64D03F-F248-D7CF-78ED-584BB5BAC7BC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1636096" y="2016776"/>
                <a:ext cx="3016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2B7AC01A-4C64-6982-9810-E632CF3067C5}"/>
                  </a:ext>
                </a:extLst>
              </p14:cNvPr>
              <p14:cNvContentPartPr/>
              <p14:nvPr/>
            </p14:nvContentPartPr>
            <p14:xfrm>
              <a:off x="1417576" y="1995176"/>
              <a:ext cx="214200" cy="1720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2B7AC01A-4C64-6982-9810-E632CF3067C5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1399576" y="1977536"/>
                <a:ext cx="24984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8CDCBD2D-3751-C572-599E-02B7233F7495}"/>
                  </a:ext>
                </a:extLst>
              </p14:cNvPr>
              <p14:cNvContentPartPr/>
              <p14:nvPr/>
            </p14:nvContentPartPr>
            <p14:xfrm>
              <a:off x="1339816" y="1516376"/>
              <a:ext cx="23760" cy="2444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8CDCBD2D-3751-C572-599E-02B7233F7495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1321816" y="1498736"/>
                <a:ext cx="594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F3375D0-B5AC-ABE5-825C-7DBE4713FDB5}"/>
                  </a:ext>
                </a:extLst>
              </p14:cNvPr>
              <p14:cNvContentPartPr/>
              <p14:nvPr/>
            </p14:nvContentPartPr>
            <p14:xfrm>
              <a:off x="1257736" y="1535096"/>
              <a:ext cx="169560" cy="1378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F3375D0-B5AC-ABE5-825C-7DBE4713FDB5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1239736" y="1517456"/>
                <a:ext cx="2052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8F2731F6-6CD0-960F-B500-0DEFD980A611}"/>
                  </a:ext>
                </a:extLst>
              </p14:cNvPr>
              <p14:cNvContentPartPr/>
              <p14:nvPr/>
            </p14:nvContentPartPr>
            <p14:xfrm>
              <a:off x="1394896" y="1591616"/>
              <a:ext cx="78840" cy="12312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8F2731F6-6CD0-960F-B500-0DEFD980A611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1376896" y="1573976"/>
                <a:ext cx="1144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5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3C8FC9FA-30B6-06ED-B6C9-787F237B8905}"/>
                  </a:ext>
                </a:extLst>
              </p14:cNvPr>
              <p14:cNvContentPartPr/>
              <p14:nvPr/>
            </p14:nvContentPartPr>
            <p14:xfrm>
              <a:off x="1526656" y="1559936"/>
              <a:ext cx="167760" cy="14364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3C8FC9FA-30B6-06ED-B6C9-787F237B8905}"/>
                  </a:ext>
                </a:extLst>
              </p:cNvPr>
              <p:cNvPicPr/>
              <p:nvPr/>
            </p:nvPicPr>
            <p:blipFill>
              <a:blip r:embed="rId336"/>
              <a:stretch>
                <a:fillRect/>
              </a:stretch>
            </p:blipFill>
            <p:spPr>
              <a:xfrm>
                <a:off x="1508656" y="1542296"/>
                <a:ext cx="20340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7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150364F8-3B74-9A74-F336-7B048CE4CB1F}"/>
                  </a:ext>
                </a:extLst>
              </p14:cNvPr>
              <p14:cNvContentPartPr/>
              <p14:nvPr/>
            </p14:nvContentPartPr>
            <p14:xfrm>
              <a:off x="1714936" y="1562096"/>
              <a:ext cx="26640" cy="15084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150364F8-3B74-9A74-F336-7B048CE4CB1F}"/>
                  </a:ext>
                </a:extLst>
              </p:cNvPr>
              <p:cNvPicPr/>
              <p:nvPr/>
            </p:nvPicPr>
            <p:blipFill>
              <a:blip r:embed="rId338"/>
              <a:stretch>
                <a:fillRect/>
              </a:stretch>
            </p:blipFill>
            <p:spPr>
              <a:xfrm>
                <a:off x="1696936" y="1544096"/>
                <a:ext cx="622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9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0605BEA5-2D09-2826-1EF1-24FA76EAE9B4}"/>
                  </a:ext>
                </a:extLst>
              </p14:cNvPr>
              <p14:cNvContentPartPr/>
              <p14:nvPr/>
            </p14:nvContentPartPr>
            <p14:xfrm>
              <a:off x="1668136" y="1559576"/>
              <a:ext cx="69120" cy="5184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0605BEA5-2D09-2826-1EF1-24FA76EAE9B4}"/>
                  </a:ext>
                </a:extLst>
              </p:cNvPr>
              <p:cNvPicPr/>
              <p:nvPr/>
            </p:nvPicPr>
            <p:blipFill>
              <a:blip r:embed="rId340"/>
              <a:stretch>
                <a:fillRect/>
              </a:stretch>
            </p:blipFill>
            <p:spPr>
              <a:xfrm>
                <a:off x="1650496" y="1541576"/>
                <a:ext cx="1047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1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9B088997-94E5-ADC8-20EB-8BC439A94CD6}"/>
                  </a:ext>
                </a:extLst>
              </p14:cNvPr>
              <p14:cNvContentPartPr/>
              <p14:nvPr/>
            </p14:nvContentPartPr>
            <p14:xfrm>
              <a:off x="1742656" y="1480016"/>
              <a:ext cx="82080" cy="2401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9B088997-94E5-ADC8-20EB-8BC439A94CD6}"/>
                  </a:ext>
                </a:extLst>
              </p:cNvPr>
              <p:cNvPicPr/>
              <p:nvPr/>
            </p:nvPicPr>
            <p:blipFill>
              <a:blip r:embed="rId342"/>
              <a:stretch>
                <a:fillRect/>
              </a:stretch>
            </p:blipFill>
            <p:spPr>
              <a:xfrm>
                <a:off x="1724656" y="1462016"/>
                <a:ext cx="1177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3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B6A7D1E5-B747-9D27-9C5F-133B224FFAC4}"/>
                  </a:ext>
                </a:extLst>
              </p14:cNvPr>
              <p14:cNvContentPartPr/>
              <p14:nvPr/>
            </p14:nvContentPartPr>
            <p14:xfrm>
              <a:off x="1547176" y="2588816"/>
              <a:ext cx="301680" cy="720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B6A7D1E5-B747-9D27-9C5F-133B224FFAC4}"/>
                  </a:ext>
                </a:extLst>
              </p:cNvPr>
              <p:cNvPicPr/>
              <p:nvPr/>
            </p:nvPicPr>
            <p:blipFill>
              <a:blip r:embed="rId344"/>
              <a:stretch>
                <a:fillRect/>
              </a:stretch>
            </p:blipFill>
            <p:spPr>
              <a:xfrm>
                <a:off x="1529176" y="2571176"/>
                <a:ext cx="337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E095A216-0D6B-3A0F-DDEC-DA1335F27F06}"/>
                  </a:ext>
                </a:extLst>
              </p14:cNvPr>
              <p14:cNvContentPartPr/>
              <p14:nvPr/>
            </p14:nvContentPartPr>
            <p14:xfrm>
              <a:off x="1389856" y="2526896"/>
              <a:ext cx="177120" cy="2206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E095A216-0D6B-3A0F-DDEC-DA1335F27F06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1371856" y="2509256"/>
                <a:ext cx="21276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4471F648-20CB-10C2-F05C-EA71B75AEE31}"/>
                  </a:ext>
                </a:extLst>
              </p14:cNvPr>
              <p14:cNvContentPartPr/>
              <p14:nvPr/>
            </p14:nvContentPartPr>
            <p14:xfrm>
              <a:off x="4077976" y="4215656"/>
              <a:ext cx="57960" cy="8254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4471F648-20CB-10C2-F05C-EA71B75AEE31}"/>
                  </a:ext>
                </a:extLst>
              </p:cNvPr>
              <p:cNvPicPr/>
              <p:nvPr/>
            </p:nvPicPr>
            <p:blipFill>
              <a:blip r:embed="rId348"/>
              <a:stretch>
                <a:fillRect/>
              </a:stretch>
            </p:blipFill>
            <p:spPr>
              <a:xfrm>
                <a:off x="4060336" y="4197656"/>
                <a:ext cx="93600" cy="86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94CEE881-C6CE-DC30-8FE4-984CDE2ECD97}"/>
                  </a:ext>
                </a:extLst>
              </p14:cNvPr>
              <p14:cNvContentPartPr/>
              <p14:nvPr/>
            </p14:nvContentPartPr>
            <p14:xfrm>
              <a:off x="4253656" y="4187936"/>
              <a:ext cx="1748880" cy="8809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94CEE881-C6CE-DC30-8FE4-984CDE2ECD97}"/>
                  </a:ext>
                </a:extLst>
              </p:cNvPr>
              <p:cNvPicPr/>
              <p:nvPr/>
            </p:nvPicPr>
            <p:blipFill>
              <a:blip r:embed="rId350"/>
              <a:stretch>
                <a:fillRect/>
              </a:stretch>
            </p:blipFill>
            <p:spPr>
              <a:xfrm>
                <a:off x="4235656" y="4169936"/>
                <a:ext cx="1784520" cy="9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BF5BB663-E207-CA03-A101-F15DD1D09BE5}"/>
                  </a:ext>
                </a:extLst>
              </p14:cNvPr>
              <p14:cNvContentPartPr/>
              <p14:nvPr/>
            </p14:nvContentPartPr>
            <p14:xfrm>
              <a:off x="3983296" y="5043656"/>
              <a:ext cx="1921320" cy="1173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BF5BB663-E207-CA03-A101-F15DD1D09BE5}"/>
                  </a:ext>
                </a:extLst>
              </p:cNvPr>
              <p:cNvPicPr/>
              <p:nvPr/>
            </p:nvPicPr>
            <p:blipFill>
              <a:blip r:embed="rId352"/>
              <a:stretch>
                <a:fillRect/>
              </a:stretch>
            </p:blipFill>
            <p:spPr>
              <a:xfrm>
                <a:off x="3965656" y="5025656"/>
                <a:ext cx="19569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3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0A2CDB0-2727-5049-1A69-FA13E2598974}"/>
                  </a:ext>
                </a:extLst>
              </p14:cNvPr>
              <p14:cNvContentPartPr/>
              <p14:nvPr/>
            </p14:nvContentPartPr>
            <p14:xfrm>
              <a:off x="4092376" y="4012256"/>
              <a:ext cx="437400" cy="2239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0A2CDB0-2727-5049-1A69-FA13E2598974}"/>
                  </a:ext>
                </a:extLst>
              </p:cNvPr>
              <p:cNvPicPr/>
              <p:nvPr/>
            </p:nvPicPr>
            <p:blipFill>
              <a:blip r:embed="rId354"/>
              <a:stretch>
                <a:fillRect/>
              </a:stretch>
            </p:blipFill>
            <p:spPr>
              <a:xfrm>
                <a:off x="4074376" y="3994256"/>
                <a:ext cx="4730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5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31D3741-C23E-E90F-E050-129C2C289229}"/>
                  </a:ext>
                </a:extLst>
              </p14:cNvPr>
              <p14:cNvContentPartPr/>
              <p14:nvPr/>
            </p14:nvContentPartPr>
            <p14:xfrm>
              <a:off x="4777456" y="3909656"/>
              <a:ext cx="1443240" cy="802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31D3741-C23E-E90F-E050-129C2C289229}"/>
                  </a:ext>
                </a:extLst>
              </p:cNvPr>
              <p:cNvPicPr/>
              <p:nvPr/>
            </p:nvPicPr>
            <p:blipFill>
              <a:blip r:embed="rId356"/>
              <a:stretch>
                <a:fillRect/>
              </a:stretch>
            </p:blipFill>
            <p:spPr>
              <a:xfrm>
                <a:off x="4759456" y="3891656"/>
                <a:ext cx="147888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5F7ED373-FD52-4E95-0654-F57B70786F34}"/>
                  </a:ext>
                </a:extLst>
              </p14:cNvPr>
              <p14:cNvContentPartPr/>
              <p14:nvPr/>
            </p14:nvContentPartPr>
            <p14:xfrm>
              <a:off x="6012976" y="3937376"/>
              <a:ext cx="354960" cy="2944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5F7ED373-FD52-4E95-0654-F57B70786F34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5994976" y="3919736"/>
                <a:ext cx="390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D2EE52E-F3BF-CDE4-0978-AD365E6A9952}"/>
                  </a:ext>
                </a:extLst>
              </p14:cNvPr>
              <p14:cNvContentPartPr/>
              <p14:nvPr/>
            </p14:nvContentPartPr>
            <p14:xfrm>
              <a:off x="5993896" y="4703456"/>
              <a:ext cx="332640" cy="5004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D2EE52E-F3BF-CDE4-0978-AD365E6A9952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5976256" y="4685456"/>
                <a:ext cx="36828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D556C33-8E96-12FD-773B-40CA8CB85D17}"/>
                  </a:ext>
                </a:extLst>
              </p14:cNvPr>
              <p14:cNvContentPartPr/>
              <p14:nvPr/>
            </p14:nvContentPartPr>
            <p14:xfrm>
              <a:off x="6354256" y="3991736"/>
              <a:ext cx="23400" cy="706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D556C33-8E96-12FD-773B-40CA8CB85D17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6336256" y="3974096"/>
                <a:ext cx="59040" cy="74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3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78905BD-AD7D-F64F-3C92-C4F34F9C6EE9}"/>
                  </a:ext>
                </a:extLst>
              </p14:cNvPr>
              <p14:cNvContentPartPr/>
              <p14:nvPr/>
            </p14:nvContentPartPr>
            <p14:xfrm>
              <a:off x="3409096" y="4594376"/>
              <a:ext cx="695880" cy="7956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78905BD-AD7D-F64F-3C92-C4F34F9C6EE9}"/>
                  </a:ext>
                </a:extLst>
              </p:cNvPr>
              <p:cNvPicPr/>
              <p:nvPr/>
            </p:nvPicPr>
            <p:blipFill>
              <a:blip r:embed="rId364"/>
              <a:stretch>
                <a:fillRect/>
              </a:stretch>
            </p:blipFill>
            <p:spPr>
              <a:xfrm>
                <a:off x="3391456" y="4576736"/>
                <a:ext cx="7315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5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79A59498-9A23-96B9-992D-2976DF044A24}"/>
                  </a:ext>
                </a:extLst>
              </p14:cNvPr>
              <p14:cNvContentPartPr/>
              <p14:nvPr/>
            </p14:nvContentPartPr>
            <p14:xfrm>
              <a:off x="4135216" y="5203856"/>
              <a:ext cx="33120" cy="1764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79A59498-9A23-96B9-992D-2976DF044A24}"/>
                  </a:ext>
                </a:extLst>
              </p:cNvPr>
              <p:cNvPicPr/>
              <p:nvPr/>
            </p:nvPicPr>
            <p:blipFill>
              <a:blip r:embed="rId366"/>
              <a:stretch>
                <a:fillRect/>
              </a:stretch>
            </p:blipFill>
            <p:spPr>
              <a:xfrm>
                <a:off x="4117216" y="5186216"/>
                <a:ext cx="6876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7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1C8592BB-81C8-3BFB-43E8-B93851E547DF}"/>
                  </a:ext>
                </a:extLst>
              </p14:cNvPr>
              <p14:cNvContentPartPr/>
              <p14:nvPr/>
            </p14:nvContentPartPr>
            <p14:xfrm>
              <a:off x="4236016" y="5258936"/>
              <a:ext cx="9000" cy="13860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1C8592BB-81C8-3BFB-43E8-B93851E547DF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4218376" y="5241296"/>
                <a:ext cx="4464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9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A9D9EFD-70D0-BB3D-6B19-0771A8427B69}"/>
                  </a:ext>
                </a:extLst>
              </p14:cNvPr>
              <p14:cNvContentPartPr/>
              <p14:nvPr/>
            </p14:nvContentPartPr>
            <p14:xfrm>
              <a:off x="4225576" y="5160656"/>
              <a:ext cx="118080" cy="1346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A9D9EFD-70D0-BB3D-6B19-0771A8427B69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4207936" y="5142656"/>
                <a:ext cx="1537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7CB8BCC3-AD59-8D67-FEDA-D635AB34B3E7}"/>
                  </a:ext>
                </a:extLst>
              </p14:cNvPr>
              <p14:cNvContentPartPr/>
              <p14:nvPr/>
            </p14:nvContentPartPr>
            <p14:xfrm>
              <a:off x="4476496" y="5143016"/>
              <a:ext cx="7560" cy="187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7CB8BCC3-AD59-8D67-FEDA-D635AB34B3E7}"/>
                  </a:ext>
                </a:extLst>
              </p:cNvPr>
              <p:cNvPicPr/>
              <p:nvPr/>
            </p:nvPicPr>
            <p:blipFill>
              <a:blip r:embed="rId372"/>
              <a:stretch>
                <a:fillRect/>
              </a:stretch>
            </p:blipFill>
            <p:spPr>
              <a:xfrm>
                <a:off x="4458496" y="5125376"/>
                <a:ext cx="432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3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1C373E6-A94A-BC63-ADA1-BABD2551CB34}"/>
                  </a:ext>
                </a:extLst>
              </p14:cNvPr>
              <p14:cNvContentPartPr/>
              <p14:nvPr/>
            </p14:nvContentPartPr>
            <p14:xfrm>
              <a:off x="4433296" y="5278376"/>
              <a:ext cx="24480" cy="324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1C373E6-A94A-BC63-ADA1-BABD2551CB34}"/>
                  </a:ext>
                </a:extLst>
              </p:cNvPr>
              <p:cNvPicPr/>
              <p:nvPr/>
            </p:nvPicPr>
            <p:blipFill>
              <a:blip r:embed="rId374"/>
              <a:stretch>
                <a:fillRect/>
              </a:stretch>
            </p:blipFill>
            <p:spPr>
              <a:xfrm>
                <a:off x="4415296" y="5260736"/>
                <a:ext cx="601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5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FB4FF3C2-96B3-8862-A6B8-4F51850046B9}"/>
                  </a:ext>
                </a:extLst>
              </p14:cNvPr>
              <p14:cNvContentPartPr/>
              <p14:nvPr/>
            </p14:nvContentPartPr>
            <p14:xfrm>
              <a:off x="4700056" y="5139056"/>
              <a:ext cx="22680" cy="2322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FB4FF3C2-96B3-8862-A6B8-4F51850046B9}"/>
                  </a:ext>
                </a:extLst>
              </p:cNvPr>
              <p:cNvPicPr/>
              <p:nvPr/>
            </p:nvPicPr>
            <p:blipFill>
              <a:blip r:embed="rId376"/>
              <a:stretch>
                <a:fillRect/>
              </a:stretch>
            </p:blipFill>
            <p:spPr>
              <a:xfrm>
                <a:off x="4682416" y="5121056"/>
                <a:ext cx="5832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F3DEB892-A93D-A004-6E9C-9FF77F49D2AD}"/>
                  </a:ext>
                </a:extLst>
              </p14:cNvPr>
              <p14:cNvContentPartPr/>
              <p14:nvPr/>
            </p14:nvContentPartPr>
            <p14:xfrm>
              <a:off x="4792576" y="5121776"/>
              <a:ext cx="121320" cy="23832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F3DEB892-A93D-A004-6E9C-9FF77F49D2AD}"/>
                  </a:ext>
                </a:extLst>
              </p:cNvPr>
              <p:cNvPicPr/>
              <p:nvPr/>
            </p:nvPicPr>
            <p:blipFill>
              <a:blip r:embed="rId378"/>
              <a:stretch>
                <a:fillRect/>
              </a:stretch>
            </p:blipFill>
            <p:spPr>
              <a:xfrm>
                <a:off x="4774936" y="5104136"/>
                <a:ext cx="15696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9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EE7216D4-27B4-01EA-FCF6-47C266A68541}"/>
                  </a:ext>
                </a:extLst>
              </p14:cNvPr>
              <p14:cNvContentPartPr/>
              <p14:nvPr/>
            </p14:nvContentPartPr>
            <p14:xfrm>
              <a:off x="4969336" y="5180456"/>
              <a:ext cx="114480" cy="19368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EE7216D4-27B4-01EA-FCF6-47C266A68541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4951336" y="5162456"/>
                <a:ext cx="15012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B80EB42-1304-B84E-A818-DD0DCE60AB11}"/>
                  </a:ext>
                </a:extLst>
              </p14:cNvPr>
              <p14:cNvContentPartPr/>
              <p14:nvPr/>
            </p14:nvContentPartPr>
            <p14:xfrm>
              <a:off x="5200456" y="5339576"/>
              <a:ext cx="7200" cy="46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B80EB42-1304-B84E-A818-DD0DCE60AB11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5182456" y="5321936"/>
                <a:ext cx="428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3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2910A640-C5CB-0DCC-50B8-1346AEC6BCC6}"/>
                  </a:ext>
                </a:extLst>
              </p14:cNvPr>
              <p14:cNvContentPartPr/>
              <p14:nvPr/>
            </p14:nvContentPartPr>
            <p14:xfrm>
              <a:off x="5236816" y="5162816"/>
              <a:ext cx="17640" cy="1735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2910A640-C5CB-0DCC-50B8-1346AEC6BCC6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5219176" y="5145176"/>
                <a:ext cx="532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5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BB0124C-20B4-096C-03C5-7E280ED9145D}"/>
                  </a:ext>
                </a:extLst>
              </p14:cNvPr>
              <p14:cNvContentPartPr/>
              <p14:nvPr/>
            </p14:nvContentPartPr>
            <p14:xfrm>
              <a:off x="5410336" y="5177936"/>
              <a:ext cx="101880" cy="1393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BB0124C-20B4-096C-03C5-7E280ED9145D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5392696" y="5160296"/>
                <a:ext cx="1375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7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8321E001-4DF5-BF14-8B24-0A0EB7930425}"/>
                  </a:ext>
                </a:extLst>
              </p14:cNvPr>
              <p14:cNvContentPartPr/>
              <p14:nvPr/>
            </p14:nvContentPartPr>
            <p14:xfrm>
              <a:off x="5546776" y="5178656"/>
              <a:ext cx="157680" cy="2167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8321E001-4DF5-BF14-8B24-0A0EB7930425}"/>
                  </a:ext>
                </a:extLst>
              </p:cNvPr>
              <p:cNvPicPr/>
              <p:nvPr/>
            </p:nvPicPr>
            <p:blipFill>
              <a:blip r:embed="rId388"/>
              <a:stretch>
                <a:fillRect/>
              </a:stretch>
            </p:blipFill>
            <p:spPr>
              <a:xfrm>
                <a:off x="5529136" y="5160656"/>
                <a:ext cx="1933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9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184E226-EF50-B3B3-4859-E0C058A6B802}"/>
                  </a:ext>
                </a:extLst>
              </p14:cNvPr>
              <p14:cNvContentPartPr/>
              <p14:nvPr/>
            </p14:nvContentPartPr>
            <p14:xfrm>
              <a:off x="5803096" y="5389616"/>
              <a:ext cx="15480" cy="82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184E226-EF50-B3B3-4859-E0C058A6B802}"/>
                  </a:ext>
                </a:extLst>
              </p:cNvPr>
              <p:cNvPicPr/>
              <p:nvPr/>
            </p:nvPicPr>
            <p:blipFill>
              <a:blip r:embed="rId390"/>
              <a:stretch>
                <a:fillRect/>
              </a:stretch>
            </p:blipFill>
            <p:spPr>
              <a:xfrm>
                <a:off x="5785456" y="5371976"/>
                <a:ext cx="511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52DC6342-CC87-8235-1C2E-55380954A826}"/>
                  </a:ext>
                </a:extLst>
              </p14:cNvPr>
              <p14:cNvContentPartPr/>
              <p14:nvPr/>
            </p14:nvContentPartPr>
            <p14:xfrm>
              <a:off x="5904256" y="5211776"/>
              <a:ext cx="131400" cy="1792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52DC6342-CC87-8235-1C2E-55380954A826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5886256" y="5194136"/>
                <a:ext cx="1670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3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1A1F7542-248B-DA9C-4A4F-D9997D37C711}"/>
                  </a:ext>
                </a:extLst>
              </p14:cNvPr>
              <p14:cNvContentPartPr/>
              <p14:nvPr/>
            </p14:nvContentPartPr>
            <p14:xfrm>
              <a:off x="6194416" y="5380256"/>
              <a:ext cx="10080" cy="756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1A1F7542-248B-DA9C-4A4F-D9997D37C711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6176776" y="5362616"/>
                <a:ext cx="457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BB981FB3-3577-E414-CFCE-0A073C4AFCB8}"/>
                  </a:ext>
                </a:extLst>
              </p14:cNvPr>
              <p14:cNvContentPartPr/>
              <p14:nvPr/>
            </p14:nvContentPartPr>
            <p14:xfrm>
              <a:off x="6272536" y="5151296"/>
              <a:ext cx="269280" cy="2311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BB981FB3-3577-E414-CFCE-0A073C4AFCB8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6254896" y="5133656"/>
                <a:ext cx="3049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46CD9A02-1C7B-1E86-696C-99E6D0ABCD7F}"/>
                  </a:ext>
                </a:extLst>
              </p14:cNvPr>
              <p14:cNvContentPartPr/>
              <p14:nvPr/>
            </p14:nvContentPartPr>
            <p14:xfrm>
              <a:off x="4751176" y="4034216"/>
              <a:ext cx="259560" cy="1497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46CD9A02-1C7B-1E86-696C-99E6D0ABCD7F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4733536" y="4016216"/>
                <a:ext cx="2952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F9A4E3F-81E1-DD6C-1D62-06DD2CCA4EC0}"/>
                  </a:ext>
                </a:extLst>
              </p14:cNvPr>
              <p14:cNvContentPartPr/>
              <p14:nvPr/>
            </p14:nvContentPartPr>
            <p14:xfrm>
              <a:off x="5061136" y="3966176"/>
              <a:ext cx="486000" cy="1738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F9A4E3F-81E1-DD6C-1D62-06DD2CCA4EC0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043496" y="3948536"/>
                <a:ext cx="5216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FA2282F-5881-AB7A-AE33-C52DEC7274FD}"/>
                  </a:ext>
                </a:extLst>
              </p14:cNvPr>
              <p14:cNvContentPartPr/>
              <p14:nvPr/>
            </p14:nvContentPartPr>
            <p14:xfrm>
              <a:off x="5611216" y="4000736"/>
              <a:ext cx="20160" cy="12132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FA2282F-5881-AB7A-AE33-C52DEC7274FD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5593216" y="3982736"/>
                <a:ext cx="558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3C8184E-8DA5-D9D6-7971-AE184446355B}"/>
                  </a:ext>
                </a:extLst>
              </p14:cNvPr>
              <p14:cNvContentPartPr/>
              <p14:nvPr/>
            </p14:nvContentPartPr>
            <p14:xfrm>
              <a:off x="5709496" y="3893096"/>
              <a:ext cx="336960" cy="2300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3C8184E-8DA5-D9D6-7971-AE184446355B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5691496" y="3875096"/>
                <a:ext cx="372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33CF52B9-52E5-30D4-EF99-3E6D5E99BC8E}"/>
                  </a:ext>
                </a:extLst>
              </p14:cNvPr>
              <p14:cNvContentPartPr/>
              <p14:nvPr/>
            </p14:nvContentPartPr>
            <p14:xfrm>
              <a:off x="5933056" y="3961856"/>
              <a:ext cx="298080" cy="15948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33CF52B9-52E5-30D4-EF99-3E6D5E99BC8E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5915056" y="3944216"/>
                <a:ext cx="33372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2335CCBA-D4D8-FBE6-EFE0-1D3E12177CC9}"/>
                  </a:ext>
                </a:extLst>
              </p14:cNvPr>
              <p14:cNvContentPartPr/>
              <p14:nvPr/>
            </p14:nvContentPartPr>
            <p14:xfrm>
              <a:off x="1071256" y="2568296"/>
              <a:ext cx="122760" cy="20052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2335CCBA-D4D8-FBE6-EFE0-1D3E12177CC9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1053256" y="2550296"/>
                <a:ext cx="1584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0C0AFF13-304C-E527-0D59-606A09456369}"/>
                  </a:ext>
                </a:extLst>
              </p14:cNvPr>
              <p14:cNvContentPartPr/>
              <p14:nvPr/>
            </p14:nvContentPartPr>
            <p14:xfrm>
              <a:off x="1196896" y="2580176"/>
              <a:ext cx="88920" cy="19116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0C0AFF13-304C-E527-0D59-606A09456369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1178896" y="2562176"/>
                <a:ext cx="12456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4FA62A09-6CF2-24DC-555D-4DF0824888B2}"/>
                  </a:ext>
                </a:extLst>
              </p14:cNvPr>
              <p14:cNvContentPartPr/>
              <p14:nvPr/>
            </p14:nvContentPartPr>
            <p14:xfrm>
              <a:off x="2962696" y="4109816"/>
              <a:ext cx="204120" cy="3722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4FA62A09-6CF2-24DC-555D-4DF0824888B2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2945056" y="4092176"/>
                <a:ext cx="2397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8D664AD-703D-DFE0-22BD-8EC2076E41E3}"/>
                  </a:ext>
                </a:extLst>
              </p14:cNvPr>
              <p14:cNvContentPartPr/>
              <p14:nvPr/>
            </p14:nvContentPartPr>
            <p14:xfrm>
              <a:off x="3208936" y="4117736"/>
              <a:ext cx="128520" cy="2019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8D664AD-703D-DFE0-22BD-8EC2076E41E3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3190936" y="4100096"/>
                <a:ext cx="1641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D3343746-D3FD-DD7C-9649-B3A62BF4CA55}"/>
                  </a:ext>
                </a:extLst>
              </p14:cNvPr>
              <p14:cNvContentPartPr/>
              <p14:nvPr/>
            </p14:nvContentPartPr>
            <p14:xfrm>
              <a:off x="3602776" y="3468296"/>
              <a:ext cx="31320" cy="16776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D3343746-D3FD-DD7C-9649-B3A62BF4CA55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3585136" y="3450296"/>
                <a:ext cx="669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84A6F179-62CF-B675-6A23-7E6CA8BC035C}"/>
                  </a:ext>
                </a:extLst>
              </p14:cNvPr>
              <p14:cNvContentPartPr/>
              <p14:nvPr/>
            </p14:nvContentPartPr>
            <p14:xfrm>
              <a:off x="3572176" y="3686096"/>
              <a:ext cx="48960" cy="29628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84A6F179-62CF-B675-6A23-7E6CA8BC035C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3554536" y="3668456"/>
                <a:ext cx="846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C21836FC-8EEA-03B6-3DD2-D7F169715B22}"/>
                  </a:ext>
                </a:extLst>
              </p14:cNvPr>
              <p14:cNvContentPartPr/>
              <p14:nvPr/>
            </p14:nvContentPartPr>
            <p14:xfrm>
              <a:off x="3379216" y="4030256"/>
              <a:ext cx="185760" cy="59040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C21836FC-8EEA-03B6-3DD2-D7F169715B22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3361216" y="4012256"/>
                <a:ext cx="22140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7CD6A8EA-971F-A2C0-5141-118E29F17770}"/>
                  </a:ext>
                </a:extLst>
              </p14:cNvPr>
              <p14:cNvContentPartPr/>
              <p14:nvPr/>
            </p14:nvContentPartPr>
            <p14:xfrm>
              <a:off x="1063336" y="1957016"/>
              <a:ext cx="141840" cy="2908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7CD6A8EA-971F-A2C0-5141-118E29F17770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1045696" y="1939016"/>
                <a:ext cx="1774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38AE9639-6C47-5CC6-3952-85BB82A425A4}"/>
                  </a:ext>
                </a:extLst>
              </p14:cNvPr>
              <p14:cNvContentPartPr/>
              <p14:nvPr/>
            </p14:nvContentPartPr>
            <p14:xfrm>
              <a:off x="1191136" y="1939376"/>
              <a:ext cx="155520" cy="34128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38AE9639-6C47-5CC6-3952-85BB82A425A4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1173136" y="1921376"/>
                <a:ext cx="191160" cy="37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2" name="Group 321">
            <a:extLst>
              <a:ext uri="{FF2B5EF4-FFF2-40B4-BE49-F238E27FC236}">
                <a16:creationId xmlns:a16="http://schemas.microsoft.com/office/drawing/2014/main" id="{02C2ABB2-B642-4FBE-7BB4-1F0680E8CEBD}"/>
              </a:ext>
            </a:extLst>
          </p:cNvPr>
          <p:cNvGrpSpPr/>
          <p:nvPr/>
        </p:nvGrpSpPr>
        <p:grpSpPr>
          <a:xfrm>
            <a:off x="2131816" y="2034056"/>
            <a:ext cx="602640" cy="101160"/>
            <a:chOff x="2131816" y="2034056"/>
            <a:chExt cx="60264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C9354AF-04AA-D8B7-D080-E7CF218A71AF}"/>
                    </a:ext>
                  </a:extLst>
                </p14:cNvPr>
                <p14:cNvContentPartPr/>
                <p14:nvPr/>
              </p14:nvContentPartPr>
              <p14:xfrm>
                <a:off x="2131816" y="2090576"/>
                <a:ext cx="73800" cy="169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C9354AF-04AA-D8B7-D080-E7CF218A71A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113816" y="2072576"/>
                  <a:ext cx="1094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6D7EEEA-1624-E1C2-FED2-137FEFC0FA77}"/>
                    </a:ext>
                  </a:extLst>
                </p14:cNvPr>
                <p14:cNvContentPartPr/>
                <p14:nvPr/>
              </p14:nvContentPartPr>
              <p14:xfrm>
                <a:off x="2356816" y="2034056"/>
                <a:ext cx="122760" cy="1011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6D7EEEA-1624-E1C2-FED2-137FEFC0FA7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339176" y="2016416"/>
                  <a:ext cx="158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207E0B8-BA44-D81C-C5ED-94C31573F821}"/>
                    </a:ext>
                  </a:extLst>
                </p14:cNvPr>
                <p14:cNvContentPartPr/>
                <p14:nvPr/>
              </p14:nvContentPartPr>
              <p14:xfrm>
                <a:off x="2648776" y="2081576"/>
                <a:ext cx="85680" cy="417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207E0B8-BA44-D81C-C5ED-94C31573F821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630776" y="2063936"/>
                  <a:ext cx="12132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BD2DAAF-7826-AE68-CD6D-EA3143A5C60B}"/>
              </a:ext>
            </a:extLst>
          </p:cNvPr>
          <p:cNvGrpSpPr/>
          <p:nvPr/>
        </p:nvGrpSpPr>
        <p:grpSpPr>
          <a:xfrm>
            <a:off x="3189856" y="2147816"/>
            <a:ext cx="186120" cy="120960"/>
            <a:chOff x="3189856" y="2147816"/>
            <a:chExt cx="18612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4500142-CA03-B4EC-6B5A-E820D483EA96}"/>
                    </a:ext>
                  </a:extLst>
                </p14:cNvPr>
                <p14:cNvContentPartPr/>
                <p14:nvPr/>
              </p14:nvContentPartPr>
              <p14:xfrm>
                <a:off x="3189856" y="2147816"/>
                <a:ext cx="72720" cy="50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4500142-CA03-B4EC-6B5A-E820D483EA9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3171856" y="2129816"/>
                  <a:ext cx="1083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A98C8F7-E97D-32AB-A4DA-6A60D42F3380}"/>
                    </a:ext>
                  </a:extLst>
                </p14:cNvPr>
                <p14:cNvContentPartPr/>
                <p14:nvPr/>
              </p14:nvContentPartPr>
              <p14:xfrm>
                <a:off x="3351496" y="2207216"/>
                <a:ext cx="24480" cy="61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A98C8F7-E97D-32AB-A4DA-6A60D42F3380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3333496" y="2189576"/>
                  <a:ext cx="6012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CDC449E7-8F59-B840-94F8-7A9A47DC4958}"/>
              </a:ext>
            </a:extLst>
          </p:cNvPr>
          <p:cNvGrpSpPr/>
          <p:nvPr/>
        </p:nvGrpSpPr>
        <p:grpSpPr>
          <a:xfrm>
            <a:off x="1946416" y="2423216"/>
            <a:ext cx="2413800" cy="880920"/>
            <a:chOff x="1946416" y="2423216"/>
            <a:chExt cx="2413800" cy="88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CC55A1E-96B0-63A1-9D0D-F27D5357375A}"/>
                    </a:ext>
                  </a:extLst>
                </p14:cNvPr>
                <p14:cNvContentPartPr/>
                <p14:nvPr/>
              </p14:nvContentPartPr>
              <p14:xfrm>
                <a:off x="4050616" y="2718416"/>
                <a:ext cx="180000" cy="194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CC55A1E-96B0-63A1-9D0D-F27D5357375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032616" y="2700776"/>
                  <a:ext cx="2156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C7D7747-497A-EDD5-6DAF-92106A0CCD01}"/>
                    </a:ext>
                  </a:extLst>
                </p14:cNvPr>
                <p14:cNvContentPartPr/>
                <p14:nvPr/>
              </p14:nvContentPartPr>
              <p14:xfrm>
                <a:off x="4173376" y="2713376"/>
                <a:ext cx="186840" cy="1677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C7D7747-497A-EDD5-6DAF-92106A0CCD0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155376" y="2695376"/>
                  <a:ext cx="222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5EABD03-F3E7-8B8B-3806-3FDEC7A3F3A8}"/>
                    </a:ext>
                  </a:extLst>
                </p14:cNvPr>
                <p14:cNvContentPartPr/>
                <p14:nvPr/>
              </p14:nvContentPartPr>
              <p14:xfrm>
                <a:off x="1946416" y="2591336"/>
                <a:ext cx="53640" cy="82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5EABD03-F3E7-8B8B-3806-3FDEC7A3F3A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928776" y="2573336"/>
                  <a:ext cx="89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1D335B2-9CCC-9B8A-167D-E7194560B9F1}"/>
                    </a:ext>
                  </a:extLst>
                </p14:cNvPr>
                <p14:cNvContentPartPr/>
                <p14:nvPr/>
              </p14:nvContentPartPr>
              <p14:xfrm>
                <a:off x="2183296" y="2546696"/>
                <a:ext cx="47520" cy="115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1D335B2-9CCC-9B8A-167D-E7194560B9F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165296" y="2528696"/>
                  <a:ext cx="83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CC5FCDD-280E-53B7-C794-8513CD884B23}"/>
                    </a:ext>
                  </a:extLst>
                </p14:cNvPr>
                <p14:cNvContentPartPr/>
                <p14:nvPr/>
              </p14:nvContentPartPr>
              <p14:xfrm>
                <a:off x="2331256" y="2490896"/>
                <a:ext cx="32400" cy="21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CC5FCDD-280E-53B7-C794-8513CD884B2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313616" y="2472896"/>
                  <a:ext cx="68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97DB82A-50A3-50C3-70C8-ADA3859A569E}"/>
                    </a:ext>
                  </a:extLst>
                </p14:cNvPr>
                <p14:cNvContentPartPr/>
                <p14:nvPr/>
              </p14:nvContentPartPr>
              <p14:xfrm>
                <a:off x="2491456" y="2474336"/>
                <a:ext cx="89280" cy="424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97DB82A-50A3-50C3-70C8-ADA3859A569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473456" y="2456336"/>
                  <a:ext cx="124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4CA7DD9-F8F7-0465-E705-7F2DB776CA8A}"/>
                    </a:ext>
                  </a:extLst>
                </p14:cNvPr>
                <p14:cNvContentPartPr/>
                <p14:nvPr/>
              </p14:nvContentPartPr>
              <p14:xfrm>
                <a:off x="2777296" y="2454536"/>
                <a:ext cx="243360" cy="61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4CA7DD9-F8F7-0465-E705-7F2DB776CA8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2759296" y="2436536"/>
                  <a:ext cx="2790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33A8C3B-E716-FCA5-CAAC-96E189E3E5CE}"/>
                    </a:ext>
                  </a:extLst>
                </p14:cNvPr>
                <p14:cNvContentPartPr/>
                <p14:nvPr/>
              </p14:nvContentPartPr>
              <p14:xfrm>
                <a:off x="3135496" y="2476856"/>
                <a:ext cx="117360" cy="1173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33A8C3B-E716-FCA5-CAAC-96E189E3E5C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117496" y="2458856"/>
                  <a:ext cx="153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A8E4681-353D-6D4A-881C-724CD45BB049}"/>
                    </a:ext>
                  </a:extLst>
                </p14:cNvPr>
                <p14:cNvContentPartPr/>
                <p14:nvPr/>
              </p14:nvContentPartPr>
              <p14:xfrm>
                <a:off x="3394336" y="2656856"/>
                <a:ext cx="54360" cy="1666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A8E4681-353D-6D4A-881C-724CD45BB049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376696" y="2638856"/>
                  <a:ext cx="90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488A346-6367-A2B1-FE00-14CFAF9C105A}"/>
                    </a:ext>
                  </a:extLst>
                </p14:cNvPr>
                <p14:cNvContentPartPr/>
                <p14:nvPr/>
              </p14:nvContentPartPr>
              <p14:xfrm>
                <a:off x="3489376" y="2878976"/>
                <a:ext cx="49320" cy="1774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488A346-6367-A2B1-FE00-14CFAF9C105A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471376" y="2861336"/>
                  <a:ext cx="849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4EBA89F-2E7C-2296-704D-267CC71022B0}"/>
                    </a:ext>
                  </a:extLst>
                </p14:cNvPr>
                <p14:cNvContentPartPr/>
                <p14:nvPr/>
              </p14:nvContentPartPr>
              <p14:xfrm>
                <a:off x="3561016" y="3085256"/>
                <a:ext cx="4680" cy="218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4EBA89F-2E7C-2296-704D-267CC71022B0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543376" y="3067616"/>
                  <a:ext cx="40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2F0E2A6-300E-222D-E99D-94E3101274EA}"/>
                    </a:ext>
                  </a:extLst>
                </p14:cNvPr>
                <p14:cNvContentPartPr/>
                <p14:nvPr/>
              </p14:nvContentPartPr>
              <p14:xfrm>
                <a:off x="3520336" y="2423216"/>
                <a:ext cx="6120" cy="115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2F0E2A6-300E-222D-E99D-94E3101274E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502336" y="2405576"/>
                  <a:ext cx="41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8C2D081-2A42-139D-297E-C3DA399C269B}"/>
                    </a:ext>
                  </a:extLst>
                </p14:cNvPr>
                <p14:cNvContentPartPr/>
                <p14:nvPr/>
              </p14:nvContentPartPr>
              <p14:xfrm>
                <a:off x="3648496" y="2537336"/>
                <a:ext cx="50040" cy="504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8C2D081-2A42-139D-297E-C3DA399C269B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3630496" y="2519696"/>
                  <a:ext cx="85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647F77B-8EEF-2BB5-02B3-11969AC5FB93}"/>
                    </a:ext>
                  </a:extLst>
                </p14:cNvPr>
                <p14:cNvContentPartPr/>
                <p14:nvPr/>
              </p14:nvContentPartPr>
              <p14:xfrm>
                <a:off x="3891496" y="2666936"/>
                <a:ext cx="59400" cy="561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647F77B-8EEF-2BB5-02B3-11969AC5FB93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3873856" y="2649296"/>
                  <a:ext cx="9504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7D201DAC-7A85-FCF1-C018-ACAD3A250060}"/>
              </a:ext>
            </a:extLst>
          </p:cNvPr>
          <p:cNvGrpSpPr/>
          <p:nvPr/>
        </p:nvGrpSpPr>
        <p:grpSpPr>
          <a:xfrm>
            <a:off x="925456" y="6170456"/>
            <a:ext cx="1783440" cy="555120"/>
            <a:chOff x="925456" y="6170456"/>
            <a:chExt cx="178344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32A46E3-84D1-FA83-24EE-9FB1566D68EB}"/>
                    </a:ext>
                  </a:extLst>
                </p14:cNvPr>
                <p14:cNvContentPartPr/>
                <p14:nvPr/>
              </p14:nvContentPartPr>
              <p14:xfrm>
                <a:off x="925456" y="6312296"/>
                <a:ext cx="239040" cy="2944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32A46E3-84D1-FA83-24EE-9FB1566D68EB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07456" y="6294296"/>
                  <a:ext cx="2746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8F0E4572-41BF-C230-479B-91F86B922788}"/>
                    </a:ext>
                  </a:extLst>
                </p14:cNvPr>
                <p14:cNvContentPartPr/>
                <p14:nvPr/>
              </p14:nvContentPartPr>
              <p14:xfrm>
                <a:off x="963256" y="6347936"/>
                <a:ext cx="190800" cy="3733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8F0E4572-41BF-C230-479B-91F86B92278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45616" y="6330296"/>
                  <a:ext cx="2264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CEFA463-34EC-290B-A0A3-2AB2F1E08E60}"/>
                    </a:ext>
                  </a:extLst>
                </p14:cNvPr>
                <p14:cNvContentPartPr/>
                <p14:nvPr/>
              </p14:nvContentPartPr>
              <p14:xfrm>
                <a:off x="1264936" y="6405896"/>
                <a:ext cx="145440" cy="2685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CEFA463-34EC-290B-A0A3-2AB2F1E08E6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246936" y="6388256"/>
                  <a:ext cx="1810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740AC1B-F591-1F23-B31C-613915A05885}"/>
                    </a:ext>
                  </a:extLst>
                </p14:cNvPr>
                <p14:cNvContentPartPr/>
                <p14:nvPr/>
              </p14:nvContentPartPr>
              <p14:xfrm>
                <a:off x="1549336" y="6352616"/>
                <a:ext cx="22320" cy="111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740AC1B-F591-1F23-B31C-613915A0588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531696" y="6334616"/>
                  <a:ext cx="57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122FAD1-F351-F568-D592-281BC84DE504}"/>
                    </a:ext>
                  </a:extLst>
                </p14:cNvPr>
                <p14:cNvContentPartPr/>
                <p14:nvPr/>
              </p14:nvContentPartPr>
              <p14:xfrm>
                <a:off x="1552216" y="6571496"/>
                <a:ext cx="28440" cy="115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122FAD1-F351-F568-D592-281BC84DE50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534576" y="6553496"/>
                  <a:ext cx="64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08E79DC-29AA-E882-E685-97011689725E}"/>
                    </a:ext>
                  </a:extLst>
                </p14:cNvPr>
                <p14:cNvContentPartPr/>
                <p14:nvPr/>
              </p14:nvContentPartPr>
              <p14:xfrm>
                <a:off x="1714576" y="6286016"/>
                <a:ext cx="263160" cy="4172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08E79DC-29AA-E882-E685-97011689725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696936" y="6268376"/>
                  <a:ext cx="29880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B6E3EC5-EA84-B62E-53FC-4E3FC969243E}"/>
                    </a:ext>
                  </a:extLst>
                </p14:cNvPr>
                <p14:cNvContentPartPr/>
                <p14:nvPr/>
              </p14:nvContentPartPr>
              <p14:xfrm>
                <a:off x="2015176" y="6319496"/>
                <a:ext cx="128880" cy="286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B6E3EC5-EA84-B62E-53FC-4E3FC969243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997536" y="6301856"/>
                  <a:ext cx="16452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7782D9A-6FC5-3803-3745-EFA43FA7CA06}"/>
                    </a:ext>
                  </a:extLst>
                </p14:cNvPr>
                <p14:cNvContentPartPr/>
                <p14:nvPr/>
              </p14:nvContentPartPr>
              <p14:xfrm>
                <a:off x="2208496" y="6170456"/>
                <a:ext cx="175320" cy="5551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7782D9A-6FC5-3803-3745-EFA43FA7CA06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190856" y="6152816"/>
                  <a:ext cx="21096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75D8CE4-4C88-8A7B-0281-45B2D9EA7520}"/>
                    </a:ext>
                  </a:extLst>
                </p14:cNvPr>
                <p14:cNvContentPartPr/>
                <p14:nvPr/>
              </p14:nvContentPartPr>
              <p14:xfrm>
                <a:off x="2433496" y="6338576"/>
                <a:ext cx="36360" cy="3114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75D8CE4-4C88-8A7B-0281-45B2D9EA752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415856" y="6320576"/>
                  <a:ext cx="7200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5F915FA1-6601-109C-30F7-A7DC3A15116B}"/>
                    </a:ext>
                  </a:extLst>
                </p14:cNvPr>
                <p14:cNvContentPartPr/>
                <p14:nvPr/>
              </p14:nvContentPartPr>
              <p14:xfrm>
                <a:off x="2530696" y="6340016"/>
                <a:ext cx="178200" cy="2768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5F915FA1-6601-109C-30F7-A7DC3A15116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513056" y="6322376"/>
                  <a:ext cx="21384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2948170A-59B0-D39D-1DE1-0F2EB3B336CE}"/>
              </a:ext>
            </a:extLst>
          </p:cNvPr>
          <p:cNvGrpSpPr/>
          <p:nvPr/>
        </p:nvGrpSpPr>
        <p:grpSpPr>
          <a:xfrm>
            <a:off x="3813736" y="6121856"/>
            <a:ext cx="2376360" cy="624240"/>
            <a:chOff x="3813736" y="6121856"/>
            <a:chExt cx="2376360" cy="62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E136DFD-439C-CCC1-7B36-A2A2045CA2B0}"/>
                    </a:ext>
                  </a:extLst>
                </p14:cNvPr>
                <p14:cNvContentPartPr/>
                <p14:nvPr/>
              </p14:nvContentPartPr>
              <p14:xfrm>
                <a:off x="3813736" y="6292496"/>
                <a:ext cx="268200" cy="3412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E136DFD-439C-CCC1-7B36-A2A2045CA2B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796096" y="6274496"/>
                  <a:ext cx="3038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EDE19F4-06EF-AE8D-EE88-642D9DB3138B}"/>
                    </a:ext>
                  </a:extLst>
                </p14:cNvPr>
                <p14:cNvContentPartPr/>
                <p14:nvPr/>
              </p14:nvContentPartPr>
              <p14:xfrm>
                <a:off x="4139536" y="6259736"/>
                <a:ext cx="306720" cy="4024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EDE19F4-06EF-AE8D-EE88-642D9DB3138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21896" y="6242096"/>
                  <a:ext cx="3423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7DE72F51-8EFB-BC89-457E-E49A94A9BC7D}"/>
                    </a:ext>
                  </a:extLst>
                </p14:cNvPr>
                <p14:cNvContentPartPr/>
                <p14:nvPr/>
              </p14:nvContentPartPr>
              <p14:xfrm>
                <a:off x="4581616" y="6331736"/>
                <a:ext cx="33480" cy="75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7DE72F51-8EFB-BC89-457E-E49A94A9BC7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563976" y="6313736"/>
                  <a:ext cx="691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1C26BF4-37DD-0A4F-70E0-456A5F53D896}"/>
                    </a:ext>
                  </a:extLst>
                </p14:cNvPr>
                <p14:cNvContentPartPr/>
                <p14:nvPr/>
              </p14:nvContentPartPr>
              <p14:xfrm>
                <a:off x="4587016" y="6581216"/>
                <a:ext cx="19440" cy="50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1C26BF4-37DD-0A4F-70E0-456A5F53D896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569376" y="6563216"/>
                  <a:ext cx="550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CE9E718-FF23-4D13-1CCB-AFB77C42EBF3}"/>
                    </a:ext>
                  </a:extLst>
                </p14:cNvPr>
                <p14:cNvContentPartPr/>
                <p14:nvPr/>
              </p14:nvContentPartPr>
              <p14:xfrm>
                <a:off x="4718776" y="6263336"/>
                <a:ext cx="284760" cy="3866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CE9E718-FF23-4D13-1CCB-AFB77C42EBF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700776" y="6245696"/>
                  <a:ext cx="32040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E828E7ED-FCD4-3974-24D7-1E45D3A6856A}"/>
                    </a:ext>
                  </a:extLst>
                </p14:cNvPr>
                <p14:cNvContentPartPr/>
                <p14:nvPr/>
              </p14:nvContentPartPr>
              <p14:xfrm>
                <a:off x="5189656" y="6385016"/>
                <a:ext cx="105120" cy="2271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E828E7ED-FCD4-3974-24D7-1E45D3A6856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172016" y="6367376"/>
                  <a:ext cx="140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FE1EA0C-82F3-8AD7-EE26-8121D8C92D20}"/>
                    </a:ext>
                  </a:extLst>
                </p14:cNvPr>
                <p14:cNvContentPartPr/>
                <p14:nvPr/>
              </p14:nvContentPartPr>
              <p14:xfrm>
                <a:off x="5141056" y="6348656"/>
                <a:ext cx="88200" cy="3175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FE1EA0C-82F3-8AD7-EE26-8121D8C92D2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123056" y="6330656"/>
                  <a:ext cx="1238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90DC401C-F5AA-A2E4-C049-E58FA5241190}"/>
                    </a:ext>
                  </a:extLst>
                </p14:cNvPr>
                <p14:cNvContentPartPr/>
                <p14:nvPr/>
              </p14:nvContentPartPr>
              <p14:xfrm>
                <a:off x="5409616" y="6121856"/>
                <a:ext cx="307440" cy="6242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90DC401C-F5AA-A2E4-C049-E58FA524119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5391976" y="6103856"/>
                  <a:ext cx="34308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F5D6493-5763-8495-5160-981FFA4B57E0}"/>
                    </a:ext>
                  </a:extLst>
                </p14:cNvPr>
                <p14:cNvContentPartPr/>
                <p14:nvPr/>
              </p14:nvContentPartPr>
              <p14:xfrm>
                <a:off x="5707336" y="6309416"/>
                <a:ext cx="253800" cy="319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F5D6493-5763-8495-5160-981FFA4B57E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689696" y="6291776"/>
                  <a:ext cx="2894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E349593-543E-6D26-EA40-E42A57184A48}"/>
                    </a:ext>
                  </a:extLst>
                </p14:cNvPr>
                <p14:cNvContentPartPr/>
                <p14:nvPr/>
              </p14:nvContentPartPr>
              <p14:xfrm>
                <a:off x="5723536" y="6287096"/>
                <a:ext cx="176760" cy="334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E349593-543E-6D26-EA40-E42A57184A4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705896" y="6269456"/>
                  <a:ext cx="212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8848264-2EAF-DF04-DEC6-7088DE59A3CA}"/>
                    </a:ext>
                  </a:extLst>
                </p14:cNvPr>
                <p14:cNvContentPartPr/>
                <p14:nvPr/>
              </p14:nvContentPartPr>
              <p14:xfrm>
                <a:off x="6029536" y="6229136"/>
                <a:ext cx="160560" cy="4021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8848264-2EAF-DF04-DEC6-7088DE59A3CA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011896" y="6211496"/>
                  <a:ext cx="196200" cy="43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E147E44D-44A7-7B1B-8EA2-8784213341C4}"/>
              </a:ext>
            </a:extLst>
          </p:cNvPr>
          <p:cNvGrpSpPr/>
          <p:nvPr/>
        </p:nvGrpSpPr>
        <p:grpSpPr>
          <a:xfrm>
            <a:off x="6878570" y="1953521"/>
            <a:ext cx="1068120" cy="168840"/>
            <a:chOff x="6878570" y="1953521"/>
            <a:chExt cx="106812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E3D90F3-B495-07BF-B982-24A27E873CFE}"/>
                    </a:ext>
                  </a:extLst>
                </p14:cNvPr>
                <p14:cNvContentPartPr/>
                <p14:nvPr/>
              </p14:nvContentPartPr>
              <p14:xfrm>
                <a:off x="6878570" y="2012561"/>
                <a:ext cx="851760" cy="712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E3D90F3-B495-07BF-B982-24A27E873CFE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860930" y="1994921"/>
                  <a:ext cx="887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CEA6760-F740-0261-4998-B08DCB20D4EB}"/>
                    </a:ext>
                  </a:extLst>
                </p14:cNvPr>
                <p14:cNvContentPartPr/>
                <p14:nvPr/>
              </p14:nvContentPartPr>
              <p14:xfrm>
                <a:off x="6954170" y="1953521"/>
                <a:ext cx="992520" cy="168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CEA6760-F740-0261-4998-B08DCB20D4E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936170" y="1935881"/>
                  <a:ext cx="102816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B4DB8563-2227-7C47-0455-4EBD869D4935}"/>
                  </a:ext>
                </a:extLst>
              </p14:cNvPr>
              <p14:cNvContentPartPr/>
              <p14:nvPr/>
            </p14:nvContentPartPr>
            <p14:xfrm>
              <a:off x="6660770" y="4251761"/>
              <a:ext cx="145080" cy="65844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B4DB8563-2227-7C47-0455-4EBD869D4935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6643130" y="4234121"/>
                <a:ext cx="18072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2C7440E-C59D-FB60-D9F3-05173A753B86}"/>
                  </a:ext>
                </a:extLst>
              </p14:cNvPr>
              <p14:cNvContentPartPr/>
              <p14:nvPr/>
            </p14:nvContentPartPr>
            <p14:xfrm>
              <a:off x="82874" y="4450121"/>
              <a:ext cx="17280" cy="216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2C7440E-C59D-FB60-D9F3-05173A753B86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65234" y="4432481"/>
                <a:ext cx="529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C8CFCB5-92D8-6C6D-4B70-C51FC890C513}"/>
                  </a:ext>
                </a:extLst>
              </p14:cNvPr>
              <p14:cNvContentPartPr/>
              <p14:nvPr/>
            </p14:nvContentPartPr>
            <p14:xfrm>
              <a:off x="124274" y="4451561"/>
              <a:ext cx="164520" cy="212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C8CFCB5-92D8-6C6D-4B70-C51FC890C513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106634" y="4433921"/>
                <a:ext cx="2001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FDF170A-E541-BAA9-52C7-371577236CC6}"/>
                  </a:ext>
                </a:extLst>
              </p14:cNvPr>
              <p14:cNvContentPartPr/>
              <p14:nvPr/>
            </p14:nvContentPartPr>
            <p14:xfrm>
              <a:off x="310034" y="4408361"/>
              <a:ext cx="75600" cy="232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FDF170A-E541-BAA9-52C7-371577236CC6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292034" y="4390361"/>
                <a:ext cx="1112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59F5DB-7868-29B4-E87E-46F1AD02EFEF}"/>
                  </a:ext>
                </a:extLst>
              </p14:cNvPr>
              <p14:cNvContentPartPr/>
              <p14:nvPr/>
            </p14:nvContentPartPr>
            <p14:xfrm>
              <a:off x="335954" y="4509161"/>
              <a:ext cx="98640" cy="24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59F5DB-7868-29B4-E87E-46F1AD02EFEF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17954" y="4491161"/>
                <a:ext cx="1342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2295BE2-2A61-8E49-3880-680D8E2F82F1}"/>
                  </a:ext>
                </a:extLst>
              </p14:cNvPr>
              <p14:cNvContentPartPr/>
              <p14:nvPr/>
            </p14:nvContentPartPr>
            <p14:xfrm>
              <a:off x="531794" y="4580441"/>
              <a:ext cx="5400" cy="17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2295BE2-2A61-8E49-3880-680D8E2F82F1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514154" y="4562801"/>
                <a:ext cx="410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486476-1C11-E380-5B2D-6E5C83D1FDA8}"/>
                  </a:ext>
                </a:extLst>
              </p14:cNvPr>
              <p14:cNvContentPartPr/>
              <p14:nvPr/>
            </p14:nvContentPartPr>
            <p14:xfrm>
              <a:off x="650234" y="4332041"/>
              <a:ext cx="90720" cy="232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486476-1C11-E380-5B2D-6E5C83D1FDA8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632234" y="4314401"/>
                <a:ext cx="1263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903712-56FD-C125-D719-F5C32B08060D}"/>
                  </a:ext>
                </a:extLst>
              </p14:cNvPr>
              <p14:cNvContentPartPr/>
              <p14:nvPr/>
            </p14:nvContentPartPr>
            <p14:xfrm>
              <a:off x="865154" y="4525721"/>
              <a:ext cx="13680" cy="11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903712-56FD-C125-D719-F5C32B08060D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847154" y="4507721"/>
                <a:ext cx="493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6C1560D-3335-EB8A-633D-EF16DE119580}"/>
                  </a:ext>
                </a:extLst>
              </p14:cNvPr>
              <p14:cNvContentPartPr/>
              <p14:nvPr/>
            </p14:nvContentPartPr>
            <p14:xfrm>
              <a:off x="909794" y="4258241"/>
              <a:ext cx="122760" cy="235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6C1560D-3335-EB8A-633D-EF16DE119580}"/>
                  </a:ext>
                </a:extLst>
              </p:cNvPr>
              <p:cNvPicPr/>
              <p:nvPr/>
            </p:nvPicPr>
            <p:blipFill>
              <a:blip r:embed="rId525"/>
              <a:stretch>
                <a:fillRect/>
              </a:stretch>
            </p:blipFill>
            <p:spPr>
              <a:xfrm>
                <a:off x="892154" y="4240241"/>
                <a:ext cx="15840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08F78A-DB4E-2DFB-A815-6D87C541C87D}"/>
                  </a:ext>
                </a:extLst>
              </p14:cNvPr>
              <p14:cNvContentPartPr/>
              <p14:nvPr/>
            </p14:nvContentPartPr>
            <p14:xfrm>
              <a:off x="1136234" y="4461641"/>
              <a:ext cx="20160" cy="10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08F78A-DB4E-2DFB-A815-6D87C541C87D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1118594" y="4444001"/>
                <a:ext cx="558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68ED347-89F6-207D-B91B-1423BBBD422C}"/>
                  </a:ext>
                </a:extLst>
              </p14:cNvPr>
              <p14:cNvContentPartPr/>
              <p14:nvPr/>
            </p14:nvContentPartPr>
            <p14:xfrm>
              <a:off x="1206074" y="4201001"/>
              <a:ext cx="59040" cy="218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68ED347-89F6-207D-B91B-1423BBBD422C}"/>
                  </a:ext>
                </a:extLst>
              </p:cNvPr>
              <p:cNvPicPr/>
              <p:nvPr/>
            </p:nvPicPr>
            <p:blipFill>
              <a:blip r:embed="rId529"/>
              <a:stretch>
                <a:fillRect/>
              </a:stretch>
            </p:blipFill>
            <p:spPr>
              <a:xfrm>
                <a:off x="1188434" y="4183001"/>
                <a:ext cx="946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082BBCA6-B47F-7452-E914-792822B0A12D}"/>
                  </a:ext>
                </a:extLst>
              </p14:cNvPr>
              <p14:cNvContentPartPr/>
              <p14:nvPr/>
            </p14:nvContentPartPr>
            <p14:xfrm>
              <a:off x="587930" y="4568201"/>
              <a:ext cx="481320" cy="8146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082BBCA6-B47F-7452-E914-792822B0A12D}"/>
                  </a:ext>
                </a:extLst>
              </p:cNvPr>
              <p:cNvPicPr/>
              <p:nvPr/>
            </p:nvPicPr>
            <p:blipFill>
              <a:blip r:embed="rId531"/>
              <a:stretch>
                <a:fillRect/>
              </a:stretch>
            </p:blipFill>
            <p:spPr>
              <a:xfrm>
                <a:off x="570290" y="4550201"/>
                <a:ext cx="516960" cy="85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E3A2847-4B19-3383-A76E-085A63F212A3}"/>
                  </a:ext>
                </a:extLst>
              </p14:cNvPr>
              <p14:cNvContentPartPr/>
              <p14:nvPr/>
            </p14:nvContentPartPr>
            <p14:xfrm>
              <a:off x="806810" y="4528241"/>
              <a:ext cx="326880" cy="2772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E3A2847-4B19-3383-A76E-085A63F212A3}"/>
                  </a:ext>
                </a:extLst>
              </p:cNvPr>
              <p:cNvPicPr/>
              <p:nvPr/>
            </p:nvPicPr>
            <p:blipFill>
              <a:blip r:embed="rId533"/>
              <a:stretch>
                <a:fillRect/>
              </a:stretch>
            </p:blipFill>
            <p:spPr>
              <a:xfrm>
                <a:off x="789170" y="4510241"/>
                <a:ext cx="362520" cy="31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240A571-1A42-785F-7043-1C95BB441853}"/>
                  </a:ext>
                </a:extLst>
              </p14:cNvPr>
              <p14:cNvContentPartPr/>
              <p14:nvPr/>
            </p14:nvContentPartPr>
            <p14:xfrm>
              <a:off x="216794" y="5700761"/>
              <a:ext cx="23400" cy="259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240A571-1A42-785F-7043-1C95BB441853}"/>
                  </a:ext>
                </a:extLst>
              </p:cNvPr>
              <p:cNvPicPr/>
              <p:nvPr/>
            </p:nvPicPr>
            <p:blipFill>
              <a:blip r:embed="rId535"/>
              <a:stretch>
                <a:fillRect/>
              </a:stretch>
            </p:blipFill>
            <p:spPr>
              <a:xfrm>
                <a:off x="199154" y="5683121"/>
                <a:ext cx="590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CB9E46B-7058-97E0-477A-1713E9116B79}"/>
                  </a:ext>
                </a:extLst>
              </p14:cNvPr>
              <p14:cNvContentPartPr/>
              <p14:nvPr/>
            </p14:nvContentPartPr>
            <p14:xfrm>
              <a:off x="216074" y="5657561"/>
              <a:ext cx="105840" cy="42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CB9E46B-7058-97E0-477A-1713E9116B79}"/>
                  </a:ext>
                </a:extLst>
              </p:cNvPr>
              <p:cNvPicPr/>
              <p:nvPr/>
            </p:nvPicPr>
            <p:blipFill>
              <a:blip r:embed="rId537"/>
              <a:stretch>
                <a:fillRect/>
              </a:stretch>
            </p:blipFill>
            <p:spPr>
              <a:xfrm>
                <a:off x="198434" y="5639921"/>
                <a:ext cx="14148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A11667D-DCA1-160E-2CEB-908681743ABB}"/>
                  </a:ext>
                </a:extLst>
              </p14:cNvPr>
              <p14:cNvContentPartPr/>
              <p14:nvPr/>
            </p14:nvContentPartPr>
            <p14:xfrm>
              <a:off x="220754" y="5770241"/>
              <a:ext cx="50400" cy="259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A11667D-DCA1-160E-2CEB-908681743ABB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202754" y="5752601"/>
                <a:ext cx="860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8843181-A104-D726-5EAD-71EE5AE1DC68}"/>
                  </a:ext>
                </a:extLst>
              </p14:cNvPr>
              <p14:cNvContentPartPr/>
              <p14:nvPr/>
            </p14:nvContentPartPr>
            <p14:xfrm>
              <a:off x="418034" y="5684921"/>
              <a:ext cx="6120" cy="149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8843181-A104-D726-5EAD-71EE5AE1DC68}"/>
                  </a:ext>
                </a:extLst>
              </p:cNvPr>
              <p:cNvPicPr/>
              <p:nvPr/>
            </p:nvPicPr>
            <p:blipFill>
              <a:blip r:embed="rId541"/>
              <a:stretch>
                <a:fillRect/>
              </a:stretch>
            </p:blipFill>
            <p:spPr>
              <a:xfrm>
                <a:off x="400394" y="5667281"/>
                <a:ext cx="4176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B2919DA-8911-EC90-0F04-B7C0AFCA274C}"/>
                  </a:ext>
                </a:extLst>
              </p14:cNvPr>
              <p14:cNvContentPartPr/>
              <p14:nvPr/>
            </p14:nvContentPartPr>
            <p14:xfrm>
              <a:off x="516674" y="5662241"/>
              <a:ext cx="151560" cy="188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B2919DA-8911-EC90-0F04-B7C0AFCA274C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498674" y="5644241"/>
                <a:ext cx="1872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84FB8E1-DE14-BE58-8597-0CCAF481C3DD}"/>
                  </a:ext>
                </a:extLst>
              </p14:cNvPr>
              <p14:cNvContentPartPr/>
              <p14:nvPr/>
            </p14:nvContentPartPr>
            <p14:xfrm>
              <a:off x="723674" y="5556401"/>
              <a:ext cx="211320" cy="214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84FB8E1-DE14-BE58-8597-0CCAF481C3DD}"/>
                  </a:ext>
                </a:extLst>
              </p:cNvPr>
              <p:cNvPicPr/>
              <p:nvPr/>
            </p:nvPicPr>
            <p:blipFill>
              <a:blip r:embed="rId545"/>
              <a:stretch>
                <a:fillRect/>
              </a:stretch>
            </p:blipFill>
            <p:spPr>
              <a:xfrm>
                <a:off x="706034" y="5538761"/>
                <a:ext cx="2469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01C58F4-9D81-EE68-2FBB-3B33F78B58DE}"/>
                  </a:ext>
                </a:extLst>
              </p14:cNvPr>
              <p14:cNvContentPartPr/>
              <p14:nvPr/>
            </p14:nvContentPartPr>
            <p14:xfrm>
              <a:off x="1024634" y="5574761"/>
              <a:ext cx="29880" cy="1566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01C58F4-9D81-EE68-2FBB-3B33F78B58DE}"/>
                  </a:ext>
                </a:extLst>
              </p:cNvPr>
              <p:cNvPicPr/>
              <p:nvPr/>
            </p:nvPicPr>
            <p:blipFill>
              <a:blip r:embed="rId547"/>
              <a:stretch>
                <a:fillRect/>
              </a:stretch>
            </p:blipFill>
            <p:spPr>
              <a:xfrm>
                <a:off x="1006634" y="5557121"/>
                <a:ext cx="655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B7B42FC-2C57-A258-C635-B0FF0CAEE7BD}"/>
                  </a:ext>
                </a:extLst>
              </p14:cNvPr>
              <p14:cNvContentPartPr/>
              <p14:nvPr/>
            </p14:nvContentPartPr>
            <p14:xfrm>
              <a:off x="1121834" y="5503121"/>
              <a:ext cx="67680" cy="21420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B7B42FC-2C57-A258-C635-B0FF0CAEE7BD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1103834" y="5485481"/>
                <a:ext cx="1033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198DD1D-B7E6-D8F5-0752-2C34726F9A97}"/>
                  </a:ext>
                </a:extLst>
              </p14:cNvPr>
              <p14:cNvContentPartPr/>
              <p14:nvPr/>
            </p14:nvContentPartPr>
            <p14:xfrm>
              <a:off x="1272314" y="5454161"/>
              <a:ext cx="57960" cy="316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198DD1D-B7E6-D8F5-0752-2C34726F9A97}"/>
                  </a:ext>
                </a:extLst>
              </p:cNvPr>
              <p:cNvPicPr/>
              <p:nvPr/>
            </p:nvPicPr>
            <p:blipFill>
              <a:blip r:embed="rId551"/>
              <a:stretch>
                <a:fillRect/>
              </a:stretch>
            </p:blipFill>
            <p:spPr>
              <a:xfrm>
                <a:off x="1254674" y="5436521"/>
                <a:ext cx="936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F4D1C50-6E28-D34B-C228-51813BC67D12}"/>
                  </a:ext>
                </a:extLst>
              </p14:cNvPr>
              <p14:cNvContentPartPr/>
              <p14:nvPr/>
            </p14:nvContentPartPr>
            <p14:xfrm>
              <a:off x="1235594" y="5512481"/>
              <a:ext cx="88560" cy="1674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F4D1C50-6E28-D34B-C228-51813BC67D12}"/>
                  </a:ext>
                </a:extLst>
              </p:cNvPr>
              <p:cNvPicPr/>
              <p:nvPr/>
            </p:nvPicPr>
            <p:blipFill>
              <a:blip r:embed="rId553"/>
              <a:stretch>
                <a:fillRect/>
              </a:stretch>
            </p:blipFill>
            <p:spPr>
              <a:xfrm>
                <a:off x="1217594" y="5494841"/>
                <a:ext cx="1242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03192CA-68A0-9B76-C48D-D4F117C0DCE9}"/>
                  </a:ext>
                </a:extLst>
              </p14:cNvPr>
              <p14:cNvContentPartPr/>
              <p14:nvPr/>
            </p14:nvContentPartPr>
            <p14:xfrm>
              <a:off x="1256834" y="5623361"/>
              <a:ext cx="34200" cy="43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03192CA-68A0-9B76-C48D-D4F117C0DCE9}"/>
                  </a:ext>
                </a:extLst>
              </p:cNvPr>
              <p:cNvPicPr/>
              <p:nvPr/>
            </p:nvPicPr>
            <p:blipFill>
              <a:blip r:embed="rId555"/>
              <a:stretch>
                <a:fillRect/>
              </a:stretch>
            </p:blipFill>
            <p:spPr>
              <a:xfrm>
                <a:off x="1239194" y="5605361"/>
                <a:ext cx="698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233AC37-9FD7-5048-9D2F-9E4C0CE01BAD}"/>
                  </a:ext>
                </a:extLst>
              </p14:cNvPr>
              <p14:cNvContentPartPr/>
              <p14:nvPr/>
            </p14:nvContentPartPr>
            <p14:xfrm>
              <a:off x="57674" y="5637761"/>
              <a:ext cx="43200" cy="4798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233AC37-9FD7-5048-9D2F-9E4C0CE01BAD}"/>
                  </a:ext>
                </a:extLst>
              </p:cNvPr>
              <p:cNvPicPr/>
              <p:nvPr/>
            </p:nvPicPr>
            <p:blipFill>
              <a:blip r:embed="rId557"/>
              <a:stretch>
                <a:fillRect/>
              </a:stretch>
            </p:blipFill>
            <p:spPr>
              <a:xfrm>
                <a:off x="39674" y="5619761"/>
                <a:ext cx="7884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E2B10FA-4576-53EB-3932-44043B5FDA3B}"/>
                  </a:ext>
                </a:extLst>
              </p14:cNvPr>
              <p14:cNvContentPartPr/>
              <p14:nvPr/>
            </p14:nvContentPartPr>
            <p14:xfrm>
              <a:off x="-97126" y="5228801"/>
              <a:ext cx="1619640" cy="8661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E2B10FA-4576-53EB-3932-44043B5FDA3B}"/>
                  </a:ext>
                </a:extLst>
              </p:cNvPr>
              <p:cNvPicPr/>
              <p:nvPr/>
            </p:nvPicPr>
            <p:blipFill>
              <a:blip r:embed="rId559"/>
              <a:stretch>
                <a:fillRect/>
              </a:stretch>
            </p:blipFill>
            <p:spPr>
              <a:xfrm>
                <a:off x="-114766" y="5210801"/>
                <a:ext cx="1655280" cy="90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5B01C1C4-90E9-5877-35F4-41E668B9BF91}"/>
                  </a:ext>
                </a:extLst>
              </p14:cNvPr>
              <p14:cNvContentPartPr/>
              <p14:nvPr/>
            </p14:nvContentPartPr>
            <p14:xfrm>
              <a:off x="57290" y="5539841"/>
              <a:ext cx="18720" cy="817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5B01C1C4-90E9-5877-35F4-41E668B9BF91}"/>
                  </a:ext>
                </a:extLst>
              </p:cNvPr>
              <p:cNvPicPr/>
              <p:nvPr/>
            </p:nvPicPr>
            <p:blipFill>
              <a:blip r:embed="rId561"/>
              <a:stretch>
                <a:fillRect/>
              </a:stretch>
            </p:blipFill>
            <p:spPr>
              <a:xfrm>
                <a:off x="39650" y="5522201"/>
                <a:ext cx="5436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D6C5D31F-0D34-F27B-FD98-48830DD49CC7}"/>
                  </a:ext>
                </a:extLst>
              </p14:cNvPr>
              <p14:cNvContentPartPr/>
              <p14:nvPr/>
            </p14:nvContentPartPr>
            <p14:xfrm>
              <a:off x="721850" y="5204321"/>
              <a:ext cx="38520" cy="15444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D6C5D31F-0D34-F27B-FD98-48830DD49CC7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703850" y="5186681"/>
                <a:ext cx="741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21E37D31-15A3-3322-ED29-5019B6E4E48F}"/>
                  </a:ext>
                </a:extLst>
              </p14:cNvPr>
              <p14:cNvContentPartPr/>
              <p14:nvPr/>
            </p14:nvContentPartPr>
            <p14:xfrm>
              <a:off x="717530" y="5184521"/>
              <a:ext cx="114120" cy="982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21E37D31-15A3-3322-ED29-5019B6E4E48F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>
                <a:off x="699890" y="5166881"/>
                <a:ext cx="14976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5AF34B99-F441-3D54-6F11-EDAB253E8D19}"/>
                  </a:ext>
                </a:extLst>
              </p14:cNvPr>
              <p14:cNvContentPartPr/>
              <p14:nvPr/>
            </p14:nvContentPartPr>
            <p14:xfrm>
              <a:off x="834530" y="5150321"/>
              <a:ext cx="174240" cy="14004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5AF34B99-F441-3D54-6F11-EDAB253E8D19}"/>
                  </a:ext>
                </a:extLst>
              </p:cNvPr>
              <p:cNvPicPr/>
              <p:nvPr/>
            </p:nvPicPr>
            <p:blipFill>
              <a:blip r:embed="rId567"/>
              <a:stretch>
                <a:fillRect/>
              </a:stretch>
            </p:blipFill>
            <p:spPr>
              <a:xfrm>
                <a:off x="816530" y="5132681"/>
                <a:ext cx="20988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75DC1C22-799F-3583-8133-7DC126E6514D}"/>
                  </a:ext>
                </a:extLst>
              </p14:cNvPr>
              <p14:cNvContentPartPr/>
              <p14:nvPr/>
            </p14:nvContentPartPr>
            <p14:xfrm>
              <a:off x="991490" y="5116481"/>
              <a:ext cx="56520" cy="1440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75DC1C22-799F-3583-8133-7DC126E6514D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973490" y="5098481"/>
                <a:ext cx="9216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AB5C3B32-53E7-3433-E916-39701D4A30A4}"/>
                  </a:ext>
                </a:extLst>
              </p14:cNvPr>
              <p14:cNvContentPartPr/>
              <p14:nvPr/>
            </p14:nvContentPartPr>
            <p14:xfrm>
              <a:off x="1081850" y="5081201"/>
              <a:ext cx="103680" cy="13932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AB5C3B32-53E7-3433-E916-39701D4A30A4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1063850" y="5063561"/>
                <a:ext cx="1393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096803D-3EEE-FFA5-9272-E71776B91C0A}"/>
                  </a:ext>
                </a:extLst>
              </p14:cNvPr>
              <p14:cNvContentPartPr/>
              <p14:nvPr/>
            </p14:nvContentPartPr>
            <p14:xfrm>
              <a:off x="1177970" y="5054921"/>
              <a:ext cx="87480" cy="1522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096803D-3EEE-FFA5-9272-E71776B91C0A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1160330" y="5036921"/>
                <a:ext cx="1231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BD9E461-56A0-2DB4-120B-58C6A086BD52}"/>
                  </a:ext>
                </a:extLst>
              </p14:cNvPr>
              <p14:cNvContentPartPr/>
              <p14:nvPr/>
            </p14:nvContentPartPr>
            <p14:xfrm>
              <a:off x="1201010" y="5138081"/>
              <a:ext cx="19440" cy="129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BD9E461-56A0-2DB4-120B-58C6A086BD52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1183010" y="5120081"/>
                <a:ext cx="550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764CAEF-AB5E-B145-F10D-9F65848E8CF6}"/>
                  </a:ext>
                </a:extLst>
              </p14:cNvPr>
              <p14:cNvContentPartPr/>
              <p14:nvPr/>
            </p14:nvContentPartPr>
            <p14:xfrm>
              <a:off x="1314410" y="4984721"/>
              <a:ext cx="98640" cy="1864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764CAEF-AB5E-B145-F10D-9F65848E8CF6}"/>
                  </a:ext>
                </a:extLst>
              </p:cNvPr>
              <p:cNvPicPr/>
              <p:nvPr/>
            </p:nvPicPr>
            <p:blipFill>
              <a:blip r:embed="rId577"/>
              <a:stretch>
                <a:fillRect/>
              </a:stretch>
            </p:blipFill>
            <p:spPr>
              <a:xfrm>
                <a:off x="1296410" y="4966721"/>
                <a:ext cx="1342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FD8A5FB-E786-0A58-9E1E-9C0BBCC39938}"/>
                  </a:ext>
                </a:extLst>
              </p14:cNvPr>
              <p14:cNvContentPartPr/>
              <p14:nvPr/>
            </p14:nvContentPartPr>
            <p14:xfrm>
              <a:off x="1461290" y="4948361"/>
              <a:ext cx="109800" cy="2192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FD8A5FB-E786-0A58-9E1E-9C0BBCC39938}"/>
                  </a:ext>
                </a:extLst>
              </p:cNvPr>
              <p:cNvPicPr/>
              <p:nvPr/>
            </p:nvPicPr>
            <p:blipFill>
              <a:blip r:embed="rId579"/>
              <a:stretch>
                <a:fillRect/>
              </a:stretch>
            </p:blipFill>
            <p:spPr>
              <a:xfrm>
                <a:off x="1443290" y="4930721"/>
                <a:ext cx="145440" cy="2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4" name="Group 383">
            <a:extLst>
              <a:ext uri="{FF2B5EF4-FFF2-40B4-BE49-F238E27FC236}">
                <a16:creationId xmlns:a16="http://schemas.microsoft.com/office/drawing/2014/main" id="{FB5A494F-B970-3412-0A88-07D1C3E15BCE}"/>
              </a:ext>
            </a:extLst>
          </p:cNvPr>
          <p:cNvGrpSpPr/>
          <p:nvPr/>
        </p:nvGrpSpPr>
        <p:grpSpPr>
          <a:xfrm>
            <a:off x="4083360" y="3252761"/>
            <a:ext cx="8108640" cy="2099880"/>
            <a:chOff x="4137170" y="3252761"/>
            <a:chExt cx="8108640" cy="20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24D44CE-56A0-C6F8-38B9-407F36FA2718}"/>
                    </a:ext>
                  </a:extLst>
                </p14:cNvPr>
                <p14:cNvContentPartPr/>
                <p14:nvPr/>
              </p14:nvContentPartPr>
              <p14:xfrm>
                <a:off x="4137170" y="3815801"/>
                <a:ext cx="64440" cy="831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24D44CE-56A0-C6F8-38B9-407F36FA2718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119170" y="3797801"/>
                  <a:ext cx="100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6917D27-859E-013B-CF68-05500C4C2557}"/>
                    </a:ext>
                  </a:extLst>
                </p14:cNvPr>
                <p14:cNvContentPartPr/>
                <p14:nvPr/>
              </p14:nvContentPartPr>
              <p14:xfrm>
                <a:off x="4282970" y="3788441"/>
                <a:ext cx="111960" cy="1195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6917D27-859E-013B-CF68-05500C4C2557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265028" y="3770441"/>
                  <a:ext cx="147486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63293F0-3B1B-ACC6-E9E7-1D26D77F4A8B}"/>
                    </a:ext>
                  </a:extLst>
                </p14:cNvPr>
                <p14:cNvContentPartPr/>
                <p14:nvPr/>
              </p14:nvContentPartPr>
              <p14:xfrm>
                <a:off x="4428770" y="3709241"/>
                <a:ext cx="213840" cy="2034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63293F0-3B1B-ACC6-E9E7-1D26D77F4A8B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4410770" y="3691241"/>
                  <a:ext cx="2494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A7AA2CE8-0626-012A-E091-2EF30F96CCCE}"/>
                    </a:ext>
                  </a:extLst>
                </p14:cNvPr>
                <p14:cNvContentPartPr/>
                <p14:nvPr/>
              </p14:nvContentPartPr>
              <p14:xfrm>
                <a:off x="4646570" y="3842441"/>
                <a:ext cx="4680" cy="93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A7AA2CE8-0626-012A-E091-2EF30F96CCC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629856" y="3824441"/>
                  <a:ext cx="37774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EBC93B1-3B40-8FFE-B787-180AB736343F}"/>
                    </a:ext>
                  </a:extLst>
                </p14:cNvPr>
                <p14:cNvContentPartPr/>
                <p14:nvPr/>
              </p14:nvContentPartPr>
              <p14:xfrm>
                <a:off x="4653410" y="3762881"/>
                <a:ext cx="185400" cy="1530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EBC93B1-3B40-8FFE-B787-180AB736343F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635410" y="3744881"/>
                  <a:ext cx="2210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1CED0A1-E00A-5A7F-00C3-4460001FF53C}"/>
                    </a:ext>
                  </a:extLst>
                </p14:cNvPr>
                <p14:cNvContentPartPr/>
                <p14:nvPr/>
              </p14:nvContentPartPr>
              <p14:xfrm>
                <a:off x="4878770" y="3819041"/>
                <a:ext cx="106560" cy="9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1CED0A1-E00A-5A7F-00C3-4460001FF53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860770" y="3801041"/>
                  <a:ext cx="1422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68ED73D-67BD-F86F-82D0-4062FCD39853}"/>
                    </a:ext>
                  </a:extLst>
                </p14:cNvPr>
                <p14:cNvContentPartPr/>
                <p14:nvPr/>
              </p14:nvContentPartPr>
              <p14:xfrm>
                <a:off x="5038970" y="3726161"/>
                <a:ext cx="99000" cy="1141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68ED73D-67BD-F86F-82D0-4062FCD39853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5020970" y="3708218"/>
                  <a:ext cx="134640" cy="1496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A18C25E-FA2C-47E7-5525-BFA1E78D73D6}"/>
                    </a:ext>
                  </a:extLst>
                </p14:cNvPr>
                <p14:cNvContentPartPr/>
                <p14:nvPr/>
              </p14:nvContentPartPr>
              <p14:xfrm>
                <a:off x="5169650" y="3747761"/>
                <a:ext cx="56520" cy="666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A18C25E-FA2C-47E7-5525-BFA1E78D73D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5151764" y="3729761"/>
                  <a:ext cx="91934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6037E75-B3B1-882E-3E06-193C06AB0D66}"/>
                    </a:ext>
                  </a:extLst>
                </p14:cNvPr>
                <p14:cNvContentPartPr/>
                <p14:nvPr/>
              </p14:nvContentPartPr>
              <p14:xfrm>
                <a:off x="5256050" y="3707801"/>
                <a:ext cx="101160" cy="799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6037E75-B3B1-882E-3E06-193C06AB0D6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238050" y="3689801"/>
                  <a:ext cx="136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D5283E3-4BFA-FEBF-085E-399D9F66236D}"/>
                    </a:ext>
                  </a:extLst>
                </p14:cNvPr>
                <p14:cNvContentPartPr/>
                <p14:nvPr/>
              </p14:nvContentPartPr>
              <p14:xfrm>
                <a:off x="6850130" y="4399001"/>
                <a:ext cx="29880" cy="2178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D5283E3-4BFA-FEBF-085E-399D9F66236D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6832130" y="4381001"/>
                  <a:ext cx="65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D45E3FB-BFE7-CD39-16EB-7DC2E6C58846}"/>
                    </a:ext>
                  </a:extLst>
                </p14:cNvPr>
                <p14:cNvContentPartPr/>
                <p14:nvPr/>
              </p14:nvContentPartPr>
              <p14:xfrm>
                <a:off x="6799730" y="4383521"/>
                <a:ext cx="179640" cy="716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D45E3FB-BFE7-CD39-16EB-7DC2E6C58846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781730" y="4365521"/>
                  <a:ext cx="215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11EFE11-BF80-8C17-6430-1714BE19E1C4}"/>
                    </a:ext>
                  </a:extLst>
                </p14:cNvPr>
                <p14:cNvContentPartPr/>
                <p14:nvPr/>
              </p14:nvContentPartPr>
              <p14:xfrm>
                <a:off x="6873170" y="4528241"/>
                <a:ext cx="61200" cy="30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11EFE11-BF80-8C17-6430-1714BE19E1C4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855170" y="4510241"/>
                  <a:ext cx="96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BF65E2E-7179-7825-90F4-70A829145A01}"/>
                    </a:ext>
                  </a:extLst>
                </p14:cNvPr>
                <p14:cNvContentPartPr/>
                <p14:nvPr/>
              </p14:nvContentPartPr>
              <p14:xfrm>
                <a:off x="6988370" y="4481801"/>
                <a:ext cx="7920" cy="871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BF65E2E-7179-7825-90F4-70A829145A0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6969513" y="4463801"/>
                  <a:ext cx="45257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0AD38B3-F515-FF3D-260E-53767F6B7976}"/>
                    </a:ext>
                  </a:extLst>
                </p14:cNvPr>
                <p14:cNvContentPartPr/>
                <p14:nvPr/>
              </p14:nvContentPartPr>
              <p14:xfrm>
                <a:off x="7064330" y="4441481"/>
                <a:ext cx="142200" cy="1720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0AD38B3-F515-FF3D-260E-53767F6B797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046330" y="4423481"/>
                  <a:ext cx="177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D3C01FC-2BCE-897D-A7CD-3EB07FFBC1D7}"/>
                    </a:ext>
                  </a:extLst>
                </p14:cNvPr>
                <p14:cNvContentPartPr/>
                <p14:nvPr/>
              </p14:nvContentPartPr>
              <p14:xfrm>
                <a:off x="7232810" y="4424201"/>
                <a:ext cx="179640" cy="164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D3C01FC-2BCE-897D-A7CD-3EB07FFBC1D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214846" y="4406201"/>
                  <a:ext cx="215209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6DAA28F-0C6E-0A64-86B8-83A3276A8AFE}"/>
                    </a:ext>
                  </a:extLst>
                </p14:cNvPr>
                <p14:cNvContentPartPr/>
                <p14:nvPr/>
              </p14:nvContentPartPr>
              <p14:xfrm>
                <a:off x="7465010" y="4361201"/>
                <a:ext cx="88560" cy="2268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6DAA28F-0C6E-0A64-86B8-83A3276A8AF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447010" y="4343201"/>
                  <a:ext cx="1242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9908326-0895-DADA-69F4-0918EE0C997F}"/>
                    </a:ext>
                  </a:extLst>
                </p14:cNvPr>
                <p14:cNvContentPartPr/>
                <p14:nvPr/>
              </p14:nvContentPartPr>
              <p14:xfrm>
                <a:off x="7477610" y="4366601"/>
                <a:ext cx="147600" cy="1872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9908326-0895-DADA-69F4-0918EE0C997F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7459566" y="4348601"/>
                  <a:ext cx="183327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1698F4D-1A1B-2568-51AC-16490FEFBD0E}"/>
                    </a:ext>
                  </a:extLst>
                </p14:cNvPr>
                <p14:cNvContentPartPr/>
                <p14:nvPr/>
              </p14:nvContentPartPr>
              <p14:xfrm>
                <a:off x="7679210" y="4301081"/>
                <a:ext cx="108000" cy="246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1698F4D-1A1B-2568-51AC-16490FEFBD0E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661210" y="4283081"/>
                  <a:ext cx="1436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76BE273-043D-734F-4931-40D5069C7AD5}"/>
                    </a:ext>
                  </a:extLst>
                </p14:cNvPr>
                <p14:cNvContentPartPr/>
                <p14:nvPr/>
              </p14:nvContentPartPr>
              <p14:xfrm>
                <a:off x="7694690" y="4412321"/>
                <a:ext cx="75240" cy="3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76BE273-043D-734F-4931-40D5069C7AD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676690" y="4394321"/>
                  <a:ext cx="11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2F9298F-BDE6-D556-C604-0BD5C4693C4D}"/>
                    </a:ext>
                  </a:extLst>
                </p14:cNvPr>
                <p14:cNvContentPartPr/>
                <p14:nvPr/>
              </p14:nvContentPartPr>
              <p14:xfrm>
                <a:off x="6674090" y="4285241"/>
                <a:ext cx="101160" cy="433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2F9298F-BDE6-D556-C604-0BD5C4693C4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656154" y="4267241"/>
                  <a:ext cx="136674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930BBFB-05B4-5C97-BB17-D98EA67442DF}"/>
                    </a:ext>
                  </a:extLst>
                </p14:cNvPr>
                <p14:cNvContentPartPr/>
                <p14:nvPr/>
              </p14:nvContentPartPr>
              <p14:xfrm>
                <a:off x="6711170" y="4028561"/>
                <a:ext cx="1297440" cy="817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930BBFB-05B4-5C97-BB17-D98EA67442D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693175" y="4010561"/>
                  <a:ext cx="1333070" cy="85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A256254-62E0-16DD-D999-315343C912CD}"/>
                    </a:ext>
                  </a:extLst>
                </p14:cNvPr>
                <p14:cNvContentPartPr/>
                <p14:nvPr/>
              </p14:nvContentPartPr>
              <p14:xfrm>
                <a:off x="6693890" y="3970601"/>
                <a:ext cx="205920" cy="3013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A256254-62E0-16DD-D999-315343C912CD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6675890" y="3952601"/>
                  <a:ext cx="2415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7A6EED5-FA4D-2E4B-2E69-0ADB667D6981}"/>
                    </a:ext>
                  </a:extLst>
                </p14:cNvPr>
                <p14:cNvContentPartPr/>
                <p14:nvPr/>
              </p14:nvContentPartPr>
              <p14:xfrm>
                <a:off x="6952370" y="3729041"/>
                <a:ext cx="1024560" cy="3394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7A6EED5-FA4D-2E4B-2E69-0ADB667D6981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6934370" y="3711041"/>
                  <a:ext cx="10602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D85EC57-ED8F-3FE6-29D0-B234454A7C82}"/>
                    </a:ext>
                  </a:extLst>
                </p14:cNvPr>
                <p14:cNvContentPartPr/>
                <p14:nvPr/>
              </p14:nvContentPartPr>
              <p14:xfrm>
                <a:off x="8004290" y="4368401"/>
                <a:ext cx="92520" cy="217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D85EC57-ED8F-3FE6-29D0-B234454A7C82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7986360" y="4350371"/>
                  <a:ext cx="128022" cy="2531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1A0E78E-F05D-B3C7-CA98-9AC56554C8B6}"/>
                    </a:ext>
                  </a:extLst>
                </p14:cNvPr>
                <p14:cNvContentPartPr/>
                <p14:nvPr/>
              </p14:nvContentPartPr>
              <p14:xfrm>
                <a:off x="7974770" y="3789521"/>
                <a:ext cx="202320" cy="6382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1A0E78E-F05D-B3C7-CA98-9AC56554C8B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7956770" y="3771521"/>
                  <a:ext cx="237960" cy="67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F873027-7163-7A4B-0471-9321C3416E5F}"/>
                    </a:ext>
                  </a:extLst>
                </p14:cNvPr>
                <p14:cNvContentPartPr/>
                <p14:nvPr/>
              </p14:nvContentPartPr>
              <p14:xfrm>
                <a:off x="6868850" y="3959441"/>
                <a:ext cx="195840" cy="252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F873027-7163-7A4B-0471-9321C3416E5F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6850850" y="3941441"/>
                  <a:ext cx="2314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6D8285E-8F01-7D75-701D-5C06C7031A05}"/>
                    </a:ext>
                  </a:extLst>
                </p14:cNvPr>
                <p14:cNvContentPartPr/>
                <p14:nvPr/>
              </p14:nvContentPartPr>
              <p14:xfrm>
                <a:off x="7133090" y="4047281"/>
                <a:ext cx="80280" cy="1371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6D8285E-8F01-7D75-701D-5C06C7031A0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7115090" y="4029234"/>
                  <a:ext cx="115920" cy="172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EB59913-70F9-593F-1D3F-11CB33CBBB0D}"/>
                    </a:ext>
                  </a:extLst>
                </p14:cNvPr>
                <p14:cNvContentPartPr/>
                <p14:nvPr/>
              </p14:nvContentPartPr>
              <p14:xfrm>
                <a:off x="7380770" y="3851801"/>
                <a:ext cx="350280" cy="2260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EB59913-70F9-593F-1D3F-11CB33CBBB0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7362770" y="3833801"/>
                  <a:ext cx="3859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68F4FB6-623E-17D7-4789-102794CDC42D}"/>
                    </a:ext>
                  </a:extLst>
                </p14:cNvPr>
                <p14:cNvContentPartPr/>
                <p14:nvPr/>
              </p14:nvContentPartPr>
              <p14:xfrm>
                <a:off x="7946330" y="3859721"/>
                <a:ext cx="42120" cy="1659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68F4FB6-623E-17D7-4789-102794CDC42D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7928330" y="3841721"/>
                  <a:ext cx="77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E062370-D313-A79D-DD6C-9DEA44DA0F7B}"/>
                    </a:ext>
                  </a:extLst>
                </p14:cNvPr>
                <p14:cNvContentPartPr/>
                <p14:nvPr/>
              </p14:nvContentPartPr>
              <p14:xfrm>
                <a:off x="8001770" y="4074641"/>
                <a:ext cx="4320" cy="442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E062370-D313-A79D-DD6C-9DEA44DA0F7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7983770" y="4056641"/>
                  <a:ext cx="39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A8F1380-5254-2524-4114-D50FD6AB9AB4}"/>
                    </a:ext>
                  </a:extLst>
                </p14:cNvPr>
                <p14:cNvContentPartPr/>
                <p14:nvPr/>
              </p14:nvContentPartPr>
              <p14:xfrm>
                <a:off x="8008610" y="4207481"/>
                <a:ext cx="69120" cy="504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A8F1380-5254-2524-4114-D50FD6AB9AB4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7990610" y="4189481"/>
                  <a:ext cx="10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0DCB24F-8EDB-EA6F-1419-A17E945FF710}"/>
                    </a:ext>
                  </a:extLst>
                </p14:cNvPr>
                <p14:cNvContentPartPr/>
                <p14:nvPr/>
              </p14:nvContentPartPr>
              <p14:xfrm>
                <a:off x="8091410" y="4197761"/>
                <a:ext cx="51480" cy="1922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0DCB24F-8EDB-EA6F-1419-A17E945FF710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073410" y="4179761"/>
                  <a:ext cx="871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687B628-783A-6D86-458F-9955D10084CB}"/>
                    </a:ext>
                  </a:extLst>
                </p14:cNvPr>
                <p14:cNvContentPartPr/>
                <p14:nvPr/>
              </p14:nvContentPartPr>
              <p14:xfrm>
                <a:off x="8164490" y="4301801"/>
                <a:ext cx="11160" cy="83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687B628-783A-6D86-458F-9955D10084CB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8147052" y="4283801"/>
                  <a:ext cx="45686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C96AA28-7383-3FAA-778B-EC8BBCAEDE2E}"/>
                    </a:ext>
                  </a:extLst>
                </p14:cNvPr>
                <p14:cNvContentPartPr/>
                <p14:nvPr/>
              </p14:nvContentPartPr>
              <p14:xfrm>
                <a:off x="6642770" y="3552641"/>
                <a:ext cx="73080" cy="4528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C96AA28-7383-3FAA-778B-EC8BBCAEDE2E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6624770" y="3534655"/>
                  <a:ext cx="108720" cy="4884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D335DF49-9378-5002-F0DE-B81516F533E6}"/>
                    </a:ext>
                  </a:extLst>
                </p14:cNvPr>
                <p14:cNvContentPartPr/>
                <p14:nvPr/>
              </p14:nvContentPartPr>
              <p14:xfrm>
                <a:off x="5515250" y="3671801"/>
                <a:ext cx="1137600" cy="518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D335DF49-9378-5002-F0DE-B81516F533E6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5497250" y="3653801"/>
                  <a:ext cx="1173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F9EEEFC1-1C8E-CF84-558E-DE16C76DB794}"/>
                    </a:ext>
                  </a:extLst>
                </p14:cNvPr>
                <p14:cNvContentPartPr/>
                <p14:nvPr/>
              </p14:nvContentPartPr>
              <p14:xfrm>
                <a:off x="6645290" y="3527081"/>
                <a:ext cx="67680" cy="1854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F9EEEFC1-1C8E-CF84-558E-DE16C76DB794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627194" y="3509081"/>
                  <a:ext cx="103511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D1DA49E-72D0-5F28-6104-4E09A6D1A2D4}"/>
                    </a:ext>
                  </a:extLst>
                </p14:cNvPr>
                <p14:cNvContentPartPr/>
                <p14:nvPr/>
              </p14:nvContentPartPr>
              <p14:xfrm>
                <a:off x="6685970" y="3427721"/>
                <a:ext cx="37800" cy="3812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D1DA49E-72D0-5F28-6104-4E09A6D1A2D4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6667970" y="3409704"/>
                  <a:ext cx="73440" cy="4169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1440EAA5-3F61-190D-73D0-7019C839F869}"/>
                    </a:ext>
                  </a:extLst>
                </p14:cNvPr>
                <p14:cNvContentPartPr/>
                <p14:nvPr/>
              </p14:nvContentPartPr>
              <p14:xfrm>
                <a:off x="5563850" y="3637601"/>
                <a:ext cx="1083600" cy="698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1440EAA5-3F61-190D-73D0-7019C839F869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5545856" y="3619601"/>
                  <a:ext cx="1119228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590D34F-C886-111C-5939-2B3CCF38DF13}"/>
                    </a:ext>
                  </a:extLst>
                </p14:cNvPr>
                <p14:cNvContentPartPr/>
                <p14:nvPr/>
              </p14:nvContentPartPr>
              <p14:xfrm>
                <a:off x="6689570" y="3465881"/>
                <a:ext cx="23040" cy="5097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590D34F-C886-111C-5939-2B3CCF38DF13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6671570" y="3447881"/>
                  <a:ext cx="5868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EB9B5AC6-5290-36C0-064C-F4FFF32EF13C}"/>
                    </a:ext>
                  </a:extLst>
                </p14:cNvPr>
                <p14:cNvContentPartPr/>
                <p14:nvPr/>
              </p14:nvContentPartPr>
              <p14:xfrm>
                <a:off x="5775530" y="3683321"/>
                <a:ext cx="862560" cy="2628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EB9B5AC6-5290-36C0-064C-F4FFF32EF13C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5757530" y="3665321"/>
                  <a:ext cx="898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5308CD1-0D23-3C45-E755-525FF5F95551}"/>
                    </a:ext>
                  </a:extLst>
                </p14:cNvPr>
                <p14:cNvContentPartPr/>
                <p14:nvPr/>
              </p14:nvContentPartPr>
              <p14:xfrm>
                <a:off x="5548010" y="3729041"/>
                <a:ext cx="14400" cy="28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5308CD1-0D23-3C45-E755-525FF5F95551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5530010" y="3711041"/>
                  <a:ext cx="50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D280B25-E195-989A-D05A-4F046A25F7AE}"/>
                    </a:ext>
                  </a:extLst>
                </p14:cNvPr>
                <p14:cNvContentPartPr/>
                <p14:nvPr/>
              </p14:nvContentPartPr>
              <p14:xfrm>
                <a:off x="6206810" y="3694121"/>
                <a:ext cx="473760" cy="248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D280B25-E195-989A-D05A-4F046A25F7AE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6188796" y="3676121"/>
                  <a:ext cx="509427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3C8BB7E-33EA-2A8A-6B9A-93DDA1706A37}"/>
                    </a:ext>
                  </a:extLst>
                </p14:cNvPr>
                <p14:cNvContentPartPr/>
                <p14:nvPr/>
              </p14:nvContentPartPr>
              <p14:xfrm>
                <a:off x="6699650" y="3439241"/>
                <a:ext cx="25920" cy="4251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3C8BB7E-33EA-2A8A-6B9A-93DDA1706A37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6681396" y="3421241"/>
                  <a:ext cx="62062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B60C286-52B4-628E-7AF6-83BD749F3C46}"/>
                    </a:ext>
                  </a:extLst>
                </p14:cNvPr>
                <p14:cNvContentPartPr/>
                <p14:nvPr/>
              </p14:nvContentPartPr>
              <p14:xfrm>
                <a:off x="6644930" y="3944681"/>
                <a:ext cx="229680" cy="35676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B60C286-52B4-628E-7AF6-83BD749F3C46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6626902" y="3926681"/>
                  <a:ext cx="265376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96955B7-0495-967E-6EA1-90A7D99ECABE}"/>
                    </a:ext>
                  </a:extLst>
                </p14:cNvPr>
                <p14:cNvContentPartPr/>
                <p14:nvPr/>
              </p14:nvContentPartPr>
              <p14:xfrm>
                <a:off x="6856610" y="3752801"/>
                <a:ext cx="1008360" cy="21348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96955B7-0495-967E-6EA1-90A7D99ECABE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838610" y="3734801"/>
                  <a:ext cx="10440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F1C5F78-1F01-160E-0BDE-9DB135B198D8}"/>
                    </a:ext>
                  </a:extLst>
                </p14:cNvPr>
                <p14:cNvContentPartPr/>
                <p14:nvPr/>
              </p14:nvContentPartPr>
              <p14:xfrm>
                <a:off x="6891890" y="3775481"/>
                <a:ext cx="1053360" cy="2296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F1C5F78-1F01-160E-0BDE-9DB135B198D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6873890" y="3757481"/>
                  <a:ext cx="10890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B4FAB83-5974-BB9B-0B28-E0A6605C329A}"/>
                    </a:ext>
                  </a:extLst>
                </p14:cNvPr>
                <p14:cNvContentPartPr/>
                <p14:nvPr/>
              </p14:nvContentPartPr>
              <p14:xfrm>
                <a:off x="6595250" y="3538961"/>
                <a:ext cx="241920" cy="4644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B4FAB83-5974-BB9B-0B28-E0A6605C329A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6577250" y="3520961"/>
                  <a:ext cx="2775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7F36E7DC-5D02-17E3-8C98-BF4D1743232A}"/>
                    </a:ext>
                  </a:extLst>
                </p14:cNvPr>
                <p14:cNvContentPartPr/>
                <p14:nvPr/>
              </p14:nvContentPartPr>
              <p14:xfrm>
                <a:off x="6788210" y="3559121"/>
                <a:ext cx="225360" cy="46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7F36E7DC-5D02-17E3-8C98-BF4D1743232A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6770210" y="3541121"/>
                  <a:ext cx="261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77A1C89-D304-7D15-2920-F908157D2230}"/>
                    </a:ext>
                  </a:extLst>
                </p14:cNvPr>
                <p14:cNvContentPartPr/>
                <p14:nvPr/>
              </p14:nvContentPartPr>
              <p14:xfrm>
                <a:off x="6817730" y="3613121"/>
                <a:ext cx="257760" cy="507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77A1C89-D304-7D15-2920-F908157D2230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6799730" y="3595121"/>
                  <a:ext cx="2934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E1276F96-850A-4798-2242-97BDEAEF90D3}"/>
                    </a:ext>
                  </a:extLst>
                </p14:cNvPr>
                <p14:cNvContentPartPr/>
                <p14:nvPr/>
              </p14:nvContentPartPr>
              <p14:xfrm>
                <a:off x="6999530" y="3639401"/>
                <a:ext cx="486000" cy="11124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E1276F96-850A-4798-2242-97BDEAEF90D3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6981530" y="3621401"/>
                  <a:ext cx="521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97F9D3CA-DF3E-C2CC-38D6-B5DB0915C61C}"/>
                    </a:ext>
                  </a:extLst>
                </p14:cNvPr>
                <p14:cNvContentPartPr/>
                <p14:nvPr/>
              </p14:nvContentPartPr>
              <p14:xfrm>
                <a:off x="7614410" y="3656321"/>
                <a:ext cx="3960" cy="792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97F9D3CA-DF3E-C2CC-38D6-B5DB0915C61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7596410" y="3637464"/>
                  <a:ext cx="39600" cy="452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BA2B41C-9C34-2269-FD7C-96F62DB50388}"/>
                    </a:ext>
                  </a:extLst>
                </p14:cNvPr>
                <p14:cNvContentPartPr/>
                <p14:nvPr/>
              </p14:nvContentPartPr>
              <p14:xfrm>
                <a:off x="7728530" y="3584681"/>
                <a:ext cx="138960" cy="5436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BA2B41C-9C34-2269-FD7C-96F62DB5038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7710577" y="3566681"/>
                  <a:ext cx="174508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B642E9A-36C9-18A8-FB3B-2C7A2854467C}"/>
                    </a:ext>
                  </a:extLst>
                </p14:cNvPr>
                <p14:cNvContentPartPr/>
                <p14:nvPr/>
              </p14:nvContentPartPr>
              <p14:xfrm>
                <a:off x="7566530" y="3721121"/>
                <a:ext cx="7920" cy="208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B642E9A-36C9-18A8-FB3B-2C7A2854467C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548530" y="3702805"/>
                  <a:ext cx="43560" cy="571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939F4D1-8D9A-007B-F77B-3E8AD7BD87EA}"/>
                    </a:ext>
                  </a:extLst>
                </p14:cNvPr>
                <p14:cNvContentPartPr/>
                <p14:nvPr/>
              </p14:nvContentPartPr>
              <p14:xfrm>
                <a:off x="7505690" y="3252761"/>
                <a:ext cx="3736440" cy="5450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939F4D1-8D9A-007B-F77B-3E8AD7BD87E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487690" y="3234761"/>
                  <a:ext cx="3772080" cy="58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16166BC-B6C6-86A0-2152-58CC1B9C3AAA}"/>
                    </a:ext>
                  </a:extLst>
                </p14:cNvPr>
                <p14:cNvContentPartPr/>
                <p14:nvPr/>
              </p14:nvContentPartPr>
              <p14:xfrm>
                <a:off x="11173730" y="3556601"/>
                <a:ext cx="437040" cy="1530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16166BC-B6C6-86A0-2152-58CC1B9C3AA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1155730" y="3538601"/>
                  <a:ext cx="4726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CF222548-F67E-FD43-84E8-070A1174AAA7}"/>
                    </a:ext>
                  </a:extLst>
                </p14:cNvPr>
                <p14:cNvContentPartPr/>
                <p14:nvPr/>
              </p14:nvContentPartPr>
              <p14:xfrm>
                <a:off x="11779970" y="3381281"/>
                <a:ext cx="53640" cy="111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CF222548-F67E-FD43-84E8-070A1174AAA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1761848" y="3363281"/>
                  <a:ext cx="89521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72A1A084-37CF-C2EE-C383-1CBB29FE946C}"/>
                    </a:ext>
                  </a:extLst>
                </p14:cNvPr>
                <p14:cNvContentPartPr/>
                <p14:nvPr/>
              </p14:nvContentPartPr>
              <p14:xfrm>
                <a:off x="9960530" y="3781241"/>
                <a:ext cx="2285280" cy="15714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72A1A084-37CF-C2EE-C383-1CBB29FE946C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9942530" y="3763241"/>
                  <a:ext cx="2320920" cy="16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590309B-1045-941E-387B-0EF59F0C5264}"/>
                    </a:ext>
                  </a:extLst>
                </p14:cNvPr>
                <p14:cNvContentPartPr/>
                <p14:nvPr/>
              </p14:nvContentPartPr>
              <p14:xfrm>
                <a:off x="10568570" y="4482782"/>
                <a:ext cx="301680" cy="3679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590309B-1045-941E-387B-0EF59F0C5264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0550548" y="4464782"/>
                  <a:ext cx="337363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2AA16AE-5BD8-D84D-C4D2-DFCF2C96287F}"/>
                    </a:ext>
                  </a:extLst>
                </p14:cNvPr>
                <p14:cNvContentPartPr/>
                <p14:nvPr/>
              </p14:nvContentPartPr>
              <p14:xfrm>
                <a:off x="10895450" y="4435262"/>
                <a:ext cx="353160" cy="2574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2AA16AE-5BD8-D84D-C4D2-DFCF2C96287F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0877450" y="4417262"/>
                  <a:ext cx="3888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0E9A138-D74B-26FE-3581-7A40323EF9A5}"/>
                    </a:ext>
                  </a:extLst>
                </p14:cNvPr>
                <p14:cNvContentPartPr/>
                <p14:nvPr/>
              </p14:nvContentPartPr>
              <p14:xfrm>
                <a:off x="11225570" y="4313222"/>
                <a:ext cx="779760" cy="362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0E9A138-D74B-26FE-3581-7A40323EF9A5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207578" y="4295222"/>
                  <a:ext cx="815384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72E0FE5-E23D-800E-2254-32D4CE11B876}"/>
                    </a:ext>
                  </a:extLst>
                </p14:cNvPr>
                <p14:cNvContentPartPr/>
                <p14:nvPr/>
              </p14:nvContentPartPr>
              <p14:xfrm>
                <a:off x="11867810" y="4511222"/>
                <a:ext cx="189000" cy="1692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72E0FE5-E23D-800E-2254-32D4CE11B876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1849810" y="4493222"/>
                  <a:ext cx="224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1CA92DF-1675-198A-57FE-86F6E6FE60C6}"/>
                    </a:ext>
                  </a:extLst>
                </p14:cNvPr>
                <p14:cNvContentPartPr/>
                <p14:nvPr/>
              </p14:nvContentPartPr>
              <p14:xfrm>
                <a:off x="7489130" y="3528422"/>
                <a:ext cx="185760" cy="4968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1CA92DF-1675-198A-57FE-86F6E6FE60C6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7471165" y="3510422"/>
                  <a:ext cx="221331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74A6C4ED-28B3-D304-18B3-B3F070F731ED}"/>
                    </a:ext>
                  </a:extLst>
                </p14:cNvPr>
                <p14:cNvContentPartPr/>
                <p14:nvPr/>
              </p14:nvContentPartPr>
              <p14:xfrm>
                <a:off x="7468610" y="3654422"/>
                <a:ext cx="101520" cy="219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74A6C4ED-28B3-D304-18B3-B3F070F731ED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7450674" y="3636422"/>
                  <a:ext cx="137034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BEF4E3C-1CC8-BE46-20BB-F713C7459F70}"/>
                    </a:ext>
                  </a:extLst>
                </p14:cNvPr>
                <p14:cNvContentPartPr/>
                <p14:nvPr/>
              </p14:nvContentPartPr>
              <p14:xfrm>
                <a:off x="7579850" y="3787262"/>
                <a:ext cx="31320" cy="144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BEF4E3C-1CC8-BE46-20BB-F713C7459F70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7561641" y="3769262"/>
                  <a:ext cx="67374" cy="50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5139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A9A3-0192-584C-02AD-E9463142C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11" y="193293"/>
            <a:ext cx="10515600" cy="819098"/>
          </a:xfrm>
        </p:spPr>
        <p:txBody>
          <a:bodyPr/>
          <a:lstStyle/>
          <a:p>
            <a:r>
              <a:rPr lang="en-US" dirty="0"/>
              <a:t>Docker 1/2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93300-5D61-452A-9C17-FE6758982360}"/>
              </a:ext>
            </a:extLst>
          </p:cNvPr>
          <p:cNvSpPr txBox="1"/>
          <p:nvPr/>
        </p:nvSpPr>
        <p:spPr>
          <a:xfrm>
            <a:off x="655116" y="1260158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/>
              </a:rPr>
              <a:t>.NET Microservices. Architecture for Containerized .NET Applications - .NET | Microsoft Learn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" name="Picture 5" descr="A diagram showing the basic taxonomy in Docker.">
            <a:extLst>
              <a:ext uri="{FF2B5EF4-FFF2-40B4-BE49-F238E27FC236}">
                <a16:creationId xmlns:a16="http://schemas.microsoft.com/office/drawing/2014/main" id="{210393CD-41DF-A833-7B8D-B3DBA7668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29" y="1877257"/>
            <a:ext cx="7720965" cy="441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16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BA33-F3F9-4F74-9D10-677F468F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922" y="22485"/>
            <a:ext cx="10515600" cy="1021465"/>
          </a:xfrm>
        </p:spPr>
        <p:txBody>
          <a:bodyPr/>
          <a:lstStyle/>
          <a:p>
            <a:r>
              <a:rPr lang="en-US" dirty="0"/>
              <a:t>Docker 2/2</a:t>
            </a:r>
          </a:p>
        </p:txBody>
      </p:sp>
      <p:pic>
        <p:nvPicPr>
          <p:cNvPr id="4" name="Picture 3" descr="Diagram showing several hosts running the monolithic app containers.">
            <a:extLst>
              <a:ext uri="{FF2B5EF4-FFF2-40B4-BE49-F238E27FC236}">
                <a16:creationId xmlns:a16="http://schemas.microsoft.com/office/drawing/2014/main" id="{89E7DD1E-6EF3-8E97-5869-EC3D8016A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495" y="924029"/>
            <a:ext cx="7824866" cy="5408492"/>
          </a:xfrm>
          <a:prstGeom prst="rect">
            <a:avLst/>
          </a:prstGeom>
        </p:spPr>
      </p:pic>
      <p:pic>
        <p:nvPicPr>
          <p:cNvPr id="5" name="Picture 4" descr="User Icon Images – Browse 1,701,604 Stock Photos, Vectors ...">
            <a:extLst>
              <a:ext uri="{FF2B5EF4-FFF2-40B4-BE49-F238E27FC236}">
                <a16:creationId xmlns:a16="http://schemas.microsoft.com/office/drawing/2014/main" id="{A430533D-CE4F-04BE-6BFB-2ED6554155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5" t="20528" r="20355" b="20435"/>
          <a:stretch>
            <a:fillRect/>
          </a:stretch>
        </p:blipFill>
        <p:spPr bwMode="auto">
          <a:xfrm>
            <a:off x="1698574" y="3972568"/>
            <a:ext cx="512503" cy="50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620053-9D15-AF51-433F-210C5149199D}"/>
              </a:ext>
            </a:extLst>
          </p:cNvPr>
          <p:cNvSpPr txBox="1"/>
          <p:nvPr/>
        </p:nvSpPr>
        <p:spPr>
          <a:xfrm>
            <a:off x="1656830" y="4440038"/>
            <a:ext cx="62413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955808-DC0E-33CB-00DB-9CA0C3787C8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211077" y="4225931"/>
            <a:ext cx="273407" cy="1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786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4977</TotalTime>
  <Words>1265</Words>
  <Application>Microsoft Office PowerPoint</Application>
  <PresentationFormat>Widescreen</PresentationFormat>
  <Paragraphs>554</Paragraphs>
  <Slides>18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Business Agentic application: FinWise (Personalized financial investment advisor)</vt:lpstr>
      <vt:lpstr>FinWise v0.1.0 – Architecture Diagram</vt:lpstr>
      <vt:lpstr>FinWise v0.1.1 – Architecture Diagram</vt:lpstr>
      <vt:lpstr>FinWise v0.1 – Architecture Diagram</vt:lpstr>
      <vt:lpstr>FinWise v0.2 (Decoupled) – Architecture Diagram</vt:lpstr>
      <vt:lpstr>FinWise v0.3.0 – Architecture Diagram</vt:lpstr>
      <vt:lpstr>FinWise v0.3.1 – Architecture Diagram</vt:lpstr>
      <vt:lpstr>FinWise v0.4.0 – Architecture Diagram – Prod. Databases in Azure cloud</vt:lpstr>
      <vt:lpstr>FinWise v1.0.0 – Deployed into Azure cloud – ‘Production Environment’</vt:lpstr>
      <vt:lpstr>Appendix</vt:lpstr>
      <vt:lpstr>PowerPoint Presentation</vt:lpstr>
      <vt:lpstr>TCP Ports in single machine</vt:lpstr>
      <vt:lpstr>TCP Ports in Docker host</vt:lpstr>
      <vt:lpstr>Docker 1/2</vt:lpstr>
      <vt:lpstr>Docker 2/2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De la Torre</dc:creator>
  <cp:lastModifiedBy>Cesar De la Torre</cp:lastModifiedBy>
  <cp:revision>43</cp:revision>
  <dcterms:created xsi:type="dcterms:W3CDTF">2025-12-22T19:56:03Z</dcterms:created>
  <dcterms:modified xsi:type="dcterms:W3CDTF">2026-04-27T17:19:14Z</dcterms:modified>
</cp:coreProperties>
</file>