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B44D5-0728-46D2-9276-23C4F902A49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77BD-57D5-4F01-8F95-08132BDCF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90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D223-DFA3-EDDA-70D9-97BA9B6B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45929-3867-4B57-6824-636B1C081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1363-A522-21C8-947A-1072F7FA0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495EA-86A8-74E9-A78E-1F3881A46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77BD-57D5-4F01-8F95-08132BDCF9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4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77BD-57D5-4F01-8F95-08132BDCF9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0D05-1F1F-4635-28BB-9D13FA968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541F1-4D1F-4AF4-648B-A4091983F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4A277-BB69-FFF8-0235-21DFCF92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CECB1-83CD-F075-0D2C-14B81F3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11E1E-FC50-B2D9-878A-61DA637A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7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8D53-C4F9-1D6C-0E21-E1014793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D8F5A-D95F-7D9F-BE11-8A2B955A4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01F8F-4937-7142-7D47-4A3C7914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E36A5-CA23-7479-BF38-89C327E2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52D5D-4448-DADF-54DA-14909708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D239-6825-F835-9DB0-FCB89A3C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070FC-DC2C-419C-4AC8-19DD94036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A4450-4C08-CAE7-3BB6-9443DD5E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60765-29B6-2025-4B11-7AD859E9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A16A-C54D-11F1-7733-2F790E4E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74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FABB-2D92-0C2E-C9D5-6F024018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3334A-6CED-54C2-D536-1FF40C9B6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1E0A2-4C7B-5901-6C21-D5C765D60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E43FE-D9C8-30AF-7543-1F0260D7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D5FEC-4CC4-B195-9A0D-6C9A73A7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2A3EA-0E83-2BA0-3CCB-55A06C9F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0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A02B-83BF-7E9B-B336-CC4275EE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A0579-3273-668D-03A8-186718BDB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A0663-835D-BDCC-0534-010755D59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6A2B6-5AC0-BF98-33C0-E6933D35D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C2E45-B46C-E617-E12B-FE02FB0FB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EA4EA9-626C-EB69-D699-FFCA1857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65DD1-3D27-1A72-7AC8-8FA56EEA4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528B2-4CEB-4D0D-4563-BB5280A3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1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3619-582A-52F4-56C4-0AFCD73B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3AA74-F062-C061-7EE8-95954F98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A9104-B2E0-5651-E8E8-E10ADC95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6BEFE-B31F-6B6A-8DE1-E930F5AD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2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F046C-4419-2DB1-FE71-96F6CABB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34A38-199C-E63A-A3DD-09FA5E12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CD4A4-DBC3-1657-FA1E-0CE10F84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8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C049-5E86-068C-DAB4-9EBF663AE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0859E-EA04-72DE-8BBB-B813E4FC0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97C3B-2EBF-B86B-8E49-24A640A98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F6BF7-0EB8-0F7B-4ABA-72AC174F8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52668-B9CE-9E96-32D9-274D48B9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4EE66-3909-4FAE-4480-CCAE207E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3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30DE-5DE9-CF5A-3864-060DD977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227C6-FF60-2B86-01F9-3C4AD5E72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B1615-03AB-3C31-BCE1-A09B59927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1F1CA-29B9-1879-822C-5A51B88D6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5BB6A-B423-9127-998E-7BBF7A57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A0A91-0053-7349-884A-681C18AB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160E-8E11-33F8-5DF6-60992597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DF0C1-85A9-CC99-BB01-D539D213B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C0D08-46D6-758C-5752-0B3D7DB1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08BDC-D00A-DAA6-D177-2CD003BD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3AD32-088F-867F-8C8C-033110BF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2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9337B-3969-9DA8-EAD3-414B12A568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93DBA-7BEC-D817-B3DA-63F915CBA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07AEE-1681-C190-8FF7-AA6C0A93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34267-6ECA-FE75-6FD4-1CAB42AC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BC5A-AEA9-37F6-BC4D-44136612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1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441F5-6A9B-EC69-61FD-D181FEB5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846D9-3443-9C5C-3ADC-25E8A6A28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8418-B67F-7F81-A32A-ACDE1D634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44557-7BD8-4AB0-85AF-2C4E8DF090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088F1-F22E-C989-A7A0-DD166F386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B42B5-CABD-00C3-1C70-2BFFC6A21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FE9A8-63DE-41F1-B862-D06F553C9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3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B9D68-B667-83B1-7344-00CD20FB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46E84-097E-1F94-EE05-5811F5D8BAE5}"/>
              </a:ext>
            </a:extLst>
          </p:cNvPr>
          <p:cNvSpPr txBox="1"/>
          <p:nvPr/>
        </p:nvSpPr>
        <p:spPr>
          <a:xfrm>
            <a:off x="2792921" y="178899"/>
            <a:ext cx="33476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(MCP client app)</a:t>
            </a:r>
          </a:p>
        </p:txBody>
      </p:sp>
      <p:pic>
        <p:nvPicPr>
          <p:cNvPr id="6" name="Picture 5" descr="Free Claude Logo SVG, PNG Icon, Symbol. Download Image.">
            <a:extLst>
              <a:ext uri="{FF2B5EF4-FFF2-40B4-BE49-F238E27FC236}">
                <a16:creationId xmlns:a16="http://schemas.microsoft.com/office/drawing/2014/main" id="{E0C5FC59-D0EE-CE19-F595-732CE4CCAD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31" b="34550"/>
          <a:stretch>
            <a:fillRect/>
          </a:stretch>
        </p:blipFill>
        <p:spPr>
          <a:xfrm>
            <a:off x="0" y="1"/>
            <a:ext cx="3017753" cy="9300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D13F1E-760F-B2E2-335B-0E0A9D351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74" y="879941"/>
            <a:ext cx="4807861" cy="568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86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E66F67-A989-4A13-B4C9-B5857DA727BF}"/>
              </a:ext>
            </a:extLst>
          </p:cNvPr>
          <p:cNvSpPr/>
          <p:nvPr/>
        </p:nvSpPr>
        <p:spPr>
          <a:xfrm>
            <a:off x="687148" y="1286403"/>
            <a:ext cx="5672203" cy="49071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6CD7F-7F59-B9BA-D618-39AC13F9E8E6}"/>
              </a:ext>
            </a:extLst>
          </p:cNvPr>
          <p:cNvSpPr txBox="1"/>
          <p:nvPr/>
        </p:nvSpPr>
        <p:spPr>
          <a:xfrm>
            <a:off x="3124861" y="210097"/>
            <a:ext cx="41652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(Config of MCP client)</a:t>
            </a:r>
          </a:p>
        </p:txBody>
      </p:sp>
      <p:pic>
        <p:nvPicPr>
          <p:cNvPr id="6" name="Picture 5" descr="Free Claude Logo SVG, PNG Icon, Symbol. Download Image.">
            <a:extLst>
              <a:ext uri="{FF2B5EF4-FFF2-40B4-BE49-F238E27FC236}">
                <a16:creationId xmlns:a16="http://schemas.microsoft.com/office/drawing/2014/main" id="{5B61F26F-D196-58BA-5C59-BB50707C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31" b="34550"/>
          <a:stretch>
            <a:fillRect/>
          </a:stretch>
        </p:blipFill>
        <p:spPr>
          <a:xfrm>
            <a:off x="0" y="1"/>
            <a:ext cx="3017753" cy="930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B6AD4B-1749-0B61-9121-710AF7E982E9}"/>
              </a:ext>
            </a:extLst>
          </p:cNvPr>
          <p:cNvSpPr txBox="1"/>
          <p:nvPr/>
        </p:nvSpPr>
        <p:spPr>
          <a:xfrm>
            <a:off x="1907672" y="1286403"/>
            <a:ext cx="33476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Segoe UI Light" panose="020B0502040204020203" pitchFamily="34" charset="0"/>
                <a:cs typeface="Segoe UI Light" panose="020B0502040204020203" pitchFamily="34" charset="0"/>
              </a:rPr>
              <a:t>Client app config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A9520A-B667-05C9-9117-A6F6098DF536}"/>
              </a:ext>
            </a:extLst>
          </p:cNvPr>
          <p:cNvSpPr txBox="1"/>
          <p:nvPr/>
        </p:nvSpPr>
        <p:spPr>
          <a:xfrm>
            <a:off x="2303736" y="4031421"/>
            <a:ext cx="29412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"</a:t>
            </a:r>
            <a:r>
              <a:rPr lang="en-US" sz="1200" dirty="0" err="1"/>
              <a:t>mcpServers</a:t>
            </a:r>
            <a:r>
              <a:rPr lang="en-US" sz="1200" dirty="0"/>
              <a:t>": {</a:t>
            </a:r>
          </a:p>
          <a:p>
            <a:r>
              <a:rPr lang="en-US" sz="1200" dirty="0"/>
              <a:t>    "FinWise-MCP-Server": {</a:t>
            </a:r>
          </a:p>
          <a:p>
            <a:r>
              <a:rPr lang="en-US" sz="1200" dirty="0"/>
              <a:t>      "command": "</a:t>
            </a:r>
            <a:r>
              <a:rPr lang="en-US" sz="1200" dirty="0" err="1"/>
              <a:t>npx</a:t>
            </a:r>
            <a:r>
              <a:rPr lang="en-US" sz="1200" dirty="0"/>
              <a:t>",</a:t>
            </a:r>
          </a:p>
          <a:p>
            <a:r>
              <a:rPr lang="en-US" sz="1200" dirty="0"/>
              <a:t>      "</a:t>
            </a:r>
            <a:r>
              <a:rPr lang="en-US" sz="1200" dirty="0" err="1"/>
              <a:t>args</a:t>
            </a:r>
            <a:r>
              <a:rPr lang="en-US" sz="1200" dirty="0"/>
              <a:t>": [</a:t>
            </a:r>
          </a:p>
          <a:p>
            <a:r>
              <a:rPr lang="en-US" sz="1200" dirty="0"/>
              <a:t>        "-y",</a:t>
            </a:r>
          </a:p>
          <a:p>
            <a:r>
              <a:rPr lang="en-US" sz="1200" dirty="0"/>
              <a:t>        "</a:t>
            </a:r>
            <a:r>
              <a:rPr lang="en-US" sz="1200" dirty="0" err="1"/>
              <a:t>mcp</a:t>
            </a:r>
            <a:r>
              <a:rPr lang="en-US" sz="1200" dirty="0"/>
              <a:t>-remote",</a:t>
            </a:r>
          </a:p>
          <a:p>
            <a:r>
              <a:rPr lang="en-US" sz="1200" dirty="0"/>
              <a:t>        "http://localhost:5000/</a:t>
            </a:r>
            <a:r>
              <a:rPr lang="en-US" sz="1200" dirty="0" err="1"/>
              <a:t>mcp</a:t>
            </a:r>
            <a:r>
              <a:rPr lang="en-US" sz="1200" dirty="0"/>
              <a:t>",</a:t>
            </a:r>
          </a:p>
          <a:p>
            <a:r>
              <a:rPr lang="en-US" sz="1200" dirty="0"/>
              <a:t>        "--allow-http"</a:t>
            </a:r>
          </a:p>
          <a:p>
            <a:r>
              <a:rPr lang="en-US" sz="1200" dirty="0"/>
              <a:t>      ]</a:t>
            </a:r>
          </a:p>
          <a:p>
            <a:r>
              <a:rPr lang="en-US" sz="1200" dirty="0"/>
              <a:t>  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31A68-946D-66EA-B5F6-7997EF954CCC}"/>
              </a:ext>
            </a:extLst>
          </p:cNvPr>
          <p:cNvSpPr txBox="1"/>
          <p:nvPr/>
        </p:nvSpPr>
        <p:spPr>
          <a:xfrm>
            <a:off x="1186066" y="2060312"/>
            <a:ext cx="437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16329"/>
                </a:solidFill>
                <a:latin typeface="Consolas" panose="020B0609020204030204" pitchFamily="49" charset="0"/>
              </a:rPr>
              <a:t>Config file: 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679DB1E-9DF0-25A8-0BAB-3078DA3B0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63212"/>
              </p:ext>
            </p:extLst>
          </p:nvPr>
        </p:nvGraphicFramePr>
        <p:xfrm>
          <a:off x="1273785" y="2429644"/>
          <a:ext cx="4662230" cy="1658144"/>
        </p:xfrm>
        <a:graphic>
          <a:graphicData uri="http://schemas.openxmlformats.org/drawingml/2006/table">
            <a:tbl>
              <a:tblPr/>
              <a:tblGrid>
                <a:gridCol w="883084">
                  <a:extLst>
                    <a:ext uri="{9D8B030D-6E8A-4147-A177-3AD203B41FA5}">
                      <a16:colId xmlns:a16="http://schemas.microsoft.com/office/drawing/2014/main" val="1925245871"/>
                    </a:ext>
                  </a:extLst>
                </a:gridCol>
                <a:gridCol w="3779146">
                  <a:extLst>
                    <a:ext uri="{9D8B030D-6E8A-4147-A177-3AD203B41FA5}">
                      <a16:colId xmlns:a16="http://schemas.microsoft.com/office/drawing/2014/main" val="748367817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OS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Path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244686"/>
                  </a:ext>
                </a:extLst>
              </a:tr>
              <a:tr h="552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Windows</a:t>
                      </a:r>
                      <a:endParaRPr lang="en-US" sz="1400" dirty="0">
                        <a:effectLst/>
                      </a:endParaRP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%APPDATA%\Claude\</a:t>
                      </a:r>
                      <a:r>
                        <a:rPr lang="en-US" sz="12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claude_desktop_config.json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689787"/>
                  </a:ext>
                </a:extLst>
              </a:tr>
              <a:tr h="800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macOS</a:t>
                      </a:r>
                      <a:endParaRPr lang="en-US" sz="1400">
                        <a:effectLst/>
                      </a:endParaRP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~/Library/Application Support/Claude/</a:t>
                      </a:r>
                      <a:r>
                        <a:rPr lang="en-US" sz="12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claude_desktop_config.json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150534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FDD1A16F-6556-FDDD-A3A4-4A5FD196A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897" y="1739653"/>
            <a:ext cx="5446323" cy="373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7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97</Words>
  <Application>Microsoft Office PowerPoint</Application>
  <PresentationFormat>Widescreen</PresentationFormat>
  <Paragraphs>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Segoe UI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De la Torre</dc:creator>
  <cp:lastModifiedBy>Cesar De la Torre</cp:lastModifiedBy>
  <cp:revision>6</cp:revision>
  <dcterms:created xsi:type="dcterms:W3CDTF">2026-04-09T15:37:10Z</dcterms:created>
  <dcterms:modified xsi:type="dcterms:W3CDTF">2026-04-10T04:40:00Z</dcterms:modified>
</cp:coreProperties>
</file>